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sldIdLst>
    <p:sldId id="257" r:id="rId2"/>
  </p:sldIdLst>
  <p:sldSz cx="30267275" cy="427942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8D3D"/>
    <a:srgbClr val="591A5C"/>
    <a:srgbClr val="C20F2F"/>
    <a:srgbClr val="0060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77"/>
  </p:normalViewPr>
  <p:slideViewPr>
    <p:cSldViewPr snapToGrid="0">
      <p:cViewPr>
        <p:scale>
          <a:sx n="33" d="100"/>
          <a:sy n="33" d="100"/>
        </p:scale>
        <p:origin x="730" y="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26125C-0B8F-4ED1-BFC1-8190DEA3226B}" type="datetimeFigureOut">
              <a:rPr lang="en-GB" smtClean="0"/>
              <a:t>12/07/2026</a:t>
            </a:fld>
            <a:endParaRPr lang="en-GB"/>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C135F2-00AE-4C79-AACE-3283E99231EE}" type="slidenum">
              <a:rPr lang="en-GB" smtClean="0"/>
              <a:t>‹#›</a:t>
            </a:fld>
            <a:endParaRPr lang="en-GB"/>
          </a:p>
        </p:txBody>
      </p:sp>
    </p:spTree>
    <p:extLst>
      <p:ext uri="{BB962C8B-B14F-4D97-AF65-F5344CB8AC3E}">
        <p14:creationId xmlns:p14="http://schemas.microsoft.com/office/powerpoint/2010/main" val="1676183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2C135F2-00AE-4C79-AACE-3283E99231EE}" type="slidenum">
              <a:rPr lang="en-GB" smtClean="0"/>
              <a:t>1</a:t>
            </a:fld>
            <a:endParaRPr lang="en-GB"/>
          </a:p>
        </p:txBody>
      </p:sp>
    </p:spTree>
    <p:extLst>
      <p:ext uri="{BB962C8B-B14F-4D97-AF65-F5344CB8AC3E}">
        <p14:creationId xmlns:p14="http://schemas.microsoft.com/office/powerpoint/2010/main" val="3502856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046" y="7003597"/>
            <a:ext cx="25727184" cy="14898735"/>
          </a:xfrm>
        </p:spPr>
        <p:txBody>
          <a:bodyPr anchor="b"/>
          <a:lstStyle>
            <a:lvl1pPr algn="ctr">
              <a:defRPr sz="19861"/>
            </a:lvl1pPr>
          </a:lstStyle>
          <a:p>
            <a:r>
              <a:rPr lang="en-US"/>
              <a:t>Click to edit Master title style</a:t>
            </a:r>
            <a:endParaRPr lang="en-US" dirty="0"/>
          </a:p>
        </p:txBody>
      </p:sp>
      <p:sp>
        <p:nvSpPr>
          <p:cNvPr id="3" name="Subtitle 2"/>
          <p:cNvSpPr>
            <a:spLocks noGrp="1"/>
          </p:cNvSpPr>
          <p:nvPr>
            <p:ph type="subTitle" idx="1"/>
          </p:nvPr>
        </p:nvSpPr>
        <p:spPr>
          <a:xfrm>
            <a:off x="3783410" y="22476884"/>
            <a:ext cx="22700456" cy="10332032"/>
          </a:xfrm>
        </p:spPr>
        <p:txBody>
          <a:bodyPr/>
          <a:lstStyle>
            <a:lvl1pPr marL="0" indent="0" algn="ctr">
              <a:buNone/>
              <a:defRPr sz="7944"/>
            </a:lvl1pPr>
            <a:lvl2pPr marL="1513378" indent="0" algn="ctr">
              <a:buNone/>
              <a:defRPr sz="6620"/>
            </a:lvl2pPr>
            <a:lvl3pPr marL="3026755" indent="0" algn="ctr">
              <a:buNone/>
              <a:defRPr sz="5958"/>
            </a:lvl3pPr>
            <a:lvl4pPr marL="4540133" indent="0" algn="ctr">
              <a:buNone/>
              <a:defRPr sz="5296"/>
            </a:lvl4pPr>
            <a:lvl5pPr marL="6053511" indent="0" algn="ctr">
              <a:buNone/>
              <a:defRPr sz="5296"/>
            </a:lvl5pPr>
            <a:lvl6pPr marL="7566889" indent="0" algn="ctr">
              <a:buNone/>
              <a:defRPr sz="5296"/>
            </a:lvl6pPr>
            <a:lvl7pPr marL="9080266" indent="0" algn="ctr">
              <a:buNone/>
              <a:defRPr sz="5296"/>
            </a:lvl7pPr>
            <a:lvl8pPr marL="10593644" indent="0" algn="ctr">
              <a:buNone/>
              <a:defRPr sz="5296"/>
            </a:lvl8pPr>
            <a:lvl9pPr marL="12107022" indent="0" algn="ctr">
              <a:buNone/>
              <a:defRPr sz="5296"/>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17FB12-A834-744F-BD7D-06800CA8C11F}" type="datetimeFigureOut">
              <a:rPr kumimoji="1" lang="zh-TW" altLang="en-US" smtClean="0"/>
              <a:t>2026/7/12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1BB717AE-CA17-B04D-BCC4-BFD87EB29E13}" type="slidenum">
              <a:rPr kumimoji="1" lang="zh-TW" altLang="en-US" smtClean="0"/>
              <a:t>‹#›</a:t>
            </a:fld>
            <a:endParaRPr kumimoji="1" lang="zh-TW" altLang="en-US"/>
          </a:p>
        </p:txBody>
      </p:sp>
    </p:spTree>
    <p:extLst>
      <p:ext uri="{BB962C8B-B14F-4D97-AF65-F5344CB8AC3E}">
        <p14:creationId xmlns:p14="http://schemas.microsoft.com/office/powerpoint/2010/main" val="3669691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17FB12-A834-744F-BD7D-06800CA8C11F}" type="datetimeFigureOut">
              <a:rPr kumimoji="1" lang="zh-TW" altLang="en-US" smtClean="0"/>
              <a:t>2026/7/12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1BB717AE-CA17-B04D-BCC4-BFD87EB29E13}" type="slidenum">
              <a:rPr kumimoji="1" lang="zh-TW" altLang="en-US" smtClean="0"/>
              <a:t>‹#›</a:t>
            </a:fld>
            <a:endParaRPr kumimoji="1" lang="zh-TW" altLang="en-US"/>
          </a:p>
        </p:txBody>
      </p:sp>
    </p:spTree>
    <p:extLst>
      <p:ext uri="{BB962C8B-B14F-4D97-AF65-F5344CB8AC3E}">
        <p14:creationId xmlns:p14="http://schemas.microsoft.com/office/powerpoint/2010/main" val="1085753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112" y="10668854"/>
            <a:ext cx="26105525" cy="17801211"/>
          </a:xfrm>
        </p:spPr>
        <p:txBody>
          <a:bodyPr anchor="b"/>
          <a:lstStyle>
            <a:lvl1pPr>
              <a:defRPr sz="19861"/>
            </a:lvl1pPr>
          </a:lstStyle>
          <a:p>
            <a:r>
              <a:rPr lang="en-US"/>
              <a:t>Click to edit Master title style</a:t>
            </a:r>
            <a:endParaRPr lang="en-US" dirty="0"/>
          </a:p>
        </p:txBody>
      </p:sp>
      <p:sp>
        <p:nvSpPr>
          <p:cNvPr id="3" name="Text Placeholder 2"/>
          <p:cNvSpPr>
            <a:spLocks noGrp="1"/>
          </p:cNvSpPr>
          <p:nvPr>
            <p:ph type="body" idx="1"/>
          </p:nvPr>
        </p:nvSpPr>
        <p:spPr>
          <a:xfrm>
            <a:off x="2065112" y="28638472"/>
            <a:ext cx="26105525" cy="9361236"/>
          </a:xfrm>
        </p:spPr>
        <p:txBody>
          <a:bodyPr/>
          <a:lstStyle>
            <a:lvl1pPr marL="0" indent="0">
              <a:buNone/>
              <a:defRPr sz="7944">
                <a:solidFill>
                  <a:schemeClr val="tx1"/>
                </a:solidFill>
              </a:defRPr>
            </a:lvl1pPr>
            <a:lvl2pPr marL="1513378" indent="0">
              <a:buNone/>
              <a:defRPr sz="6620">
                <a:solidFill>
                  <a:schemeClr val="tx1">
                    <a:tint val="75000"/>
                  </a:schemeClr>
                </a:solidFill>
              </a:defRPr>
            </a:lvl2pPr>
            <a:lvl3pPr marL="3026755" indent="0">
              <a:buNone/>
              <a:defRPr sz="5958">
                <a:solidFill>
                  <a:schemeClr val="tx1">
                    <a:tint val="75000"/>
                  </a:schemeClr>
                </a:solidFill>
              </a:defRPr>
            </a:lvl3pPr>
            <a:lvl4pPr marL="4540133" indent="0">
              <a:buNone/>
              <a:defRPr sz="5296">
                <a:solidFill>
                  <a:schemeClr val="tx1">
                    <a:tint val="75000"/>
                  </a:schemeClr>
                </a:solidFill>
              </a:defRPr>
            </a:lvl4pPr>
            <a:lvl5pPr marL="6053511" indent="0">
              <a:buNone/>
              <a:defRPr sz="5296">
                <a:solidFill>
                  <a:schemeClr val="tx1">
                    <a:tint val="75000"/>
                  </a:schemeClr>
                </a:solidFill>
              </a:defRPr>
            </a:lvl5pPr>
            <a:lvl6pPr marL="7566889" indent="0">
              <a:buNone/>
              <a:defRPr sz="5296">
                <a:solidFill>
                  <a:schemeClr val="tx1">
                    <a:tint val="75000"/>
                  </a:schemeClr>
                </a:solidFill>
              </a:defRPr>
            </a:lvl6pPr>
            <a:lvl7pPr marL="9080266" indent="0">
              <a:buNone/>
              <a:defRPr sz="5296">
                <a:solidFill>
                  <a:schemeClr val="tx1">
                    <a:tint val="75000"/>
                  </a:schemeClr>
                </a:solidFill>
              </a:defRPr>
            </a:lvl7pPr>
            <a:lvl8pPr marL="10593644" indent="0">
              <a:buNone/>
              <a:defRPr sz="5296">
                <a:solidFill>
                  <a:schemeClr val="tx1">
                    <a:tint val="75000"/>
                  </a:schemeClr>
                </a:solidFill>
              </a:defRPr>
            </a:lvl8pPr>
            <a:lvl9pPr marL="12107022" indent="0">
              <a:buNone/>
              <a:defRPr sz="529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17FB12-A834-744F-BD7D-06800CA8C11F}" type="datetimeFigureOut">
              <a:rPr kumimoji="1" lang="zh-TW" altLang="en-US" smtClean="0"/>
              <a:t>2026/7/12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1BB717AE-CA17-B04D-BCC4-BFD87EB29E13}" type="slidenum">
              <a:rPr kumimoji="1" lang="zh-TW" altLang="en-US" smtClean="0"/>
              <a:t>‹#›</a:t>
            </a:fld>
            <a:endParaRPr kumimoji="1" lang="zh-TW" altLang="en-US"/>
          </a:p>
        </p:txBody>
      </p:sp>
    </p:spTree>
    <p:extLst>
      <p:ext uri="{BB962C8B-B14F-4D97-AF65-F5344CB8AC3E}">
        <p14:creationId xmlns:p14="http://schemas.microsoft.com/office/powerpoint/2010/main" val="2853379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0875" y="11391985"/>
            <a:ext cx="12863592"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2808" y="11391985"/>
            <a:ext cx="12863592"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17FB12-A834-744F-BD7D-06800CA8C11F}" type="datetimeFigureOut">
              <a:rPr kumimoji="1" lang="zh-TW" altLang="en-US" smtClean="0"/>
              <a:t>2026/7/12</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1BB717AE-CA17-B04D-BCC4-BFD87EB29E13}" type="slidenum">
              <a:rPr kumimoji="1" lang="zh-TW" altLang="en-US" smtClean="0"/>
              <a:t>‹#›</a:t>
            </a:fld>
            <a:endParaRPr kumimoji="1" lang="zh-TW" altLang="en-US"/>
          </a:p>
        </p:txBody>
      </p:sp>
    </p:spTree>
    <p:extLst>
      <p:ext uri="{BB962C8B-B14F-4D97-AF65-F5344CB8AC3E}">
        <p14:creationId xmlns:p14="http://schemas.microsoft.com/office/powerpoint/2010/main" val="3884845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278406"/>
            <a:ext cx="26105525" cy="827157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4821" y="10490535"/>
            <a:ext cx="12804474" cy="5141249"/>
          </a:xfrm>
        </p:spPr>
        <p:txBody>
          <a:bodyPr anchor="b"/>
          <a:lstStyle>
            <a:lvl1pPr marL="0" indent="0">
              <a:buNone/>
              <a:defRPr sz="7944" b="1"/>
            </a:lvl1pPr>
            <a:lvl2pPr marL="1513378" indent="0">
              <a:buNone/>
              <a:defRPr sz="6620" b="1"/>
            </a:lvl2pPr>
            <a:lvl3pPr marL="3026755" indent="0">
              <a:buNone/>
              <a:defRPr sz="5958" b="1"/>
            </a:lvl3pPr>
            <a:lvl4pPr marL="4540133" indent="0">
              <a:buNone/>
              <a:defRPr sz="5296" b="1"/>
            </a:lvl4pPr>
            <a:lvl5pPr marL="6053511" indent="0">
              <a:buNone/>
              <a:defRPr sz="5296" b="1"/>
            </a:lvl5pPr>
            <a:lvl6pPr marL="7566889" indent="0">
              <a:buNone/>
              <a:defRPr sz="5296" b="1"/>
            </a:lvl6pPr>
            <a:lvl7pPr marL="9080266" indent="0">
              <a:buNone/>
              <a:defRPr sz="5296" b="1"/>
            </a:lvl7pPr>
            <a:lvl8pPr marL="10593644" indent="0">
              <a:buNone/>
              <a:defRPr sz="5296" b="1"/>
            </a:lvl8pPr>
            <a:lvl9pPr marL="12107022" indent="0">
              <a:buNone/>
              <a:defRPr sz="5296" b="1"/>
            </a:lvl9pPr>
          </a:lstStyle>
          <a:p>
            <a:pPr lvl="0"/>
            <a:r>
              <a:rPr lang="en-US"/>
              <a:t>Click to edit Master text styles</a:t>
            </a:r>
          </a:p>
        </p:txBody>
      </p:sp>
      <p:sp>
        <p:nvSpPr>
          <p:cNvPr id="4" name="Content Placeholder 3"/>
          <p:cNvSpPr>
            <a:spLocks noGrp="1"/>
          </p:cNvSpPr>
          <p:nvPr>
            <p:ph sz="half" idx="2"/>
          </p:nvPr>
        </p:nvSpPr>
        <p:spPr>
          <a:xfrm>
            <a:off x="2084821" y="15631784"/>
            <a:ext cx="12804474"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2810" y="10490535"/>
            <a:ext cx="12867534" cy="5141249"/>
          </a:xfrm>
        </p:spPr>
        <p:txBody>
          <a:bodyPr anchor="b"/>
          <a:lstStyle>
            <a:lvl1pPr marL="0" indent="0">
              <a:buNone/>
              <a:defRPr sz="7944" b="1"/>
            </a:lvl1pPr>
            <a:lvl2pPr marL="1513378" indent="0">
              <a:buNone/>
              <a:defRPr sz="6620" b="1"/>
            </a:lvl2pPr>
            <a:lvl3pPr marL="3026755" indent="0">
              <a:buNone/>
              <a:defRPr sz="5958" b="1"/>
            </a:lvl3pPr>
            <a:lvl4pPr marL="4540133" indent="0">
              <a:buNone/>
              <a:defRPr sz="5296" b="1"/>
            </a:lvl4pPr>
            <a:lvl5pPr marL="6053511" indent="0">
              <a:buNone/>
              <a:defRPr sz="5296" b="1"/>
            </a:lvl5pPr>
            <a:lvl6pPr marL="7566889" indent="0">
              <a:buNone/>
              <a:defRPr sz="5296" b="1"/>
            </a:lvl6pPr>
            <a:lvl7pPr marL="9080266" indent="0">
              <a:buNone/>
              <a:defRPr sz="5296" b="1"/>
            </a:lvl7pPr>
            <a:lvl8pPr marL="10593644" indent="0">
              <a:buNone/>
              <a:defRPr sz="5296" b="1"/>
            </a:lvl8pPr>
            <a:lvl9pPr marL="12107022" indent="0">
              <a:buNone/>
              <a:defRPr sz="5296" b="1"/>
            </a:lvl9pPr>
          </a:lstStyle>
          <a:p>
            <a:pPr lvl="0"/>
            <a:r>
              <a:rPr lang="en-US"/>
              <a:t>Click to edit Master text styles</a:t>
            </a:r>
          </a:p>
        </p:txBody>
      </p:sp>
      <p:sp>
        <p:nvSpPr>
          <p:cNvPr id="6" name="Content Placeholder 5"/>
          <p:cNvSpPr>
            <a:spLocks noGrp="1"/>
          </p:cNvSpPr>
          <p:nvPr>
            <p:ph sz="quarter" idx="4"/>
          </p:nvPr>
        </p:nvSpPr>
        <p:spPr>
          <a:xfrm>
            <a:off x="15322810" y="15631784"/>
            <a:ext cx="12867534"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17FB12-A834-744F-BD7D-06800CA8C11F}" type="datetimeFigureOut">
              <a:rPr kumimoji="1" lang="zh-TW" altLang="en-US" smtClean="0"/>
              <a:t>2026/7/12</a:t>
            </a:fld>
            <a:endParaRPr kumimoji="1" lang="zh-TW" altLang="en-US"/>
          </a:p>
        </p:txBody>
      </p:sp>
      <p:sp>
        <p:nvSpPr>
          <p:cNvPr id="8" name="Footer Placeholder 7"/>
          <p:cNvSpPr>
            <a:spLocks noGrp="1"/>
          </p:cNvSpPr>
          <p:nvPr>
            <p:ph type="ftr" sz="quarter" idx="11"/>
          </p:nvPr>
        </p:nvSpPr>
        <p:spPr/>
        <p:txBody>
          <a:bodyPr/>
          <a:lstStyle/>
          <a:p>
            <a:endParaRPr kumimoji="1" lang="zh-TW" altLang="en-US"/>
          </a:p>
        </p:txBody>
      </p:sp>
      <p:sp>
        <p:nvSpPr>
          <p:cNvPr id="9" name="Slide Number Placeholder 8"/>
          <p:cNvSpPr>
            <a:spLocks noGrp="1"/>
          </p:cNvSpPr>
          <p:nvPr>
            <p:ph type="sldNum" sz="quarter" idx="12"/>
          </p:nvPr>
        </p:nvSpPr>
        <p:spPr/>
        <p:txBody>
          <a:bodyPr/>
          <a:lstStyle/>
          <a:p>
            <a:fld id="{1BB717AE-CA17-B04D-BCC4-BFD87EB29E13}" type="slidenum">
              <a:rPr kumimoji="1" lang="zh-TW" altLang="en-US" smtClean="0"/>
              <a:t>‹#›</a:t>
            </a:fld>
            <a:endParaRPr kumimoji="1" lang="zh-TW" altLang="en-US"/>
          </a:p>
        </p:txBody>
      </p:sp>
    </p:spTree>
    <p:extLst>
      <p:ext uri="{BB962C8B-B14F-4D97-AF65-F5344CB8AC3E}">
        <p14:creationId xmlns:p14="http://schemas.microsoft.com/office/powerpoint/2010/main" val="621400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17FB12-A834-744F-BD7D-06800CA8C11F}" type="datetimeFigureOut">
              <a:rPr kumimoji="1" lang="zh-TW" altLang="en-US" smtClean="0"/>
              <a:t>2026/7/12</a:t>
            </a:fld>
            <a:endParaRPr kumimoji="1" lang="zh-TW" altLang="en-US"/>
          </a:p>
        </p:txBody>
      </p:sp>
      <p:sp>
        <p:nvSpPr>
          <p:cNvPr id="4" name="Footer Placeholder 3"/>
          <p:cNvSpPr>
            <a:spLocks noGrp="1"/>
          </p:cNvSpPr>
          <p:nvPr>
            <p:ph type="ftr" sz="quarter" idx="11"/>
          </p:nvPr>
        </p:nvSpPr>
        <p:spPr/>
        <p:txBody>
          <a:bodyPr/>
          <a:lstStyle/>
          <a:p>
            <a:endParaRPr kumimoji="1" lang="zh-TW" altLang="en-US"/>
          </a:p>
        </p:txBody>
      </p:sp>
      <p:sp>
        <p:nvSpPr>
          <p:cNvPr id="5" name="Slide Number Placeholder 4"/>
          <p:cNvSpPr>
            <a:spLocks noGrp="1"/>
          </p:cNvSpPr>
          <p:nvPr>
            <p:ph type="sldNum" sz="quarter" idx="12"/>
          </p:nvPr>
        </p:nvSpPr>
        <p:spPr/>
        <p:txBody>
          <a:bodyPr/>
          <a:lstStyle/>
          <a:p>
            <a:fld id="{1BB717AE-CA17-B04D-BCC4-BFD87EB29E13}" type="slidenum">
              <a:rPr kumimoji="1" lang="zh-TW" altLang="en-US" smtClean="0"/>
              <a:t>‹#›</a:t>
            </a:fld>
            <a:endParaRPr kumimoji="1" lang="zh-TW" altLang="en-US"/>
          </a:p>
        </p:txBody>
      </p:sp>
    </p:spTree>
    <p:extLst>
      <p:ext uri="{BB962C8B-B14F-4D97-AF65-F5344CB8AC3E}">
        <p14:creationId xmlns:p14="http://schemas.microsoft.com/office/powerpoint/2010/main" val="1407228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A picture containing text, screenshot, font, design&#10;&#10;Description automatically generated">
            <a:extLst>
              <a:ext uri="{FF2B5EF4-FFF2-40B4-BE49-F238E27FC236}">
                <a16:creationId xmlns:a16="http://schemas.microsoft.com/office/drawing/2014/main" id="{64759795-BA53-2FE3-5574-B43B1CB3C9BF}"/>
              </a:ext>
            </a:extLst>
          </p:cNvPr>
          <p:cNvPicPr>
            <a:picLocks noChangeAspect="1"/>
          </p:cNvPicPr>
          <p:nvPr userDrawn="1"/>
        </p:nvPicPr>
        <p:blipFill>
          <a:blip r:embed="rId2"/>
          <a:stretch>
            <a:fillRect/>
          </a:stretch>
        </p:blipFill>
        <p:spPr>
          <a:xfrm>
            <a:off x="0" y="95034"/>
            <a:ext cx="30267275" cy="42604169"/>
          </a:xfrm>
          <a:prstGeom prst="rect">
            <a:avLst/>
          </a:prstGeom>
        </p:spPr>
      </p:pic>
      <p:sp>
        <p:nvSpPr>
          <p:cNvPr id="2" name="Date Placeholder 1"/>
          <p:cNvSpPr>
            <a:spLocks noGrp="1"/>
          </p:cNvSpPr>
          <p:nvPr>
            <p:ph type="dt" sz="half" idx="10"/>
          </p:nvPr>
        </p:nvSpPr>
        <p:spPr/>
        <p:txBody>
          <a:bodyPr/>
          <a:lstStyle/>
          <a:p>
            <a:fld id="{9717FB12-A834-744F-BD7D-06800CA8C11F}" type="datetimeFigureOut">
              <a:rPr kumimoji="1" lang="zh-TW" altLang="en-US" smtClean="0"/>
              <a:t>2026/7/12</a:t>
            </a:fld>
            <a:endParaRPr kumimoji="1" lang="zh-TW" altLang="en-US"/>
          </a:p>
        </p:txBody>
      </p:sp>
      <p:sp>
        <p:nvSpPr>
          <p:cNvPr id="3" name="Footer Placeholder 2"/>
          <p:cNvSpPr>
            <a:spLocks noGrp="1"/>
          </p:cNvSpPr>
          <p:nvPr>
            <p:ph type="ftr" sz="quarter" idx="11"/>
          </p:nvPr>
        </p:nvSpPr>
        <p:spPr/>
        <p:txBody>
          <a:bodyPr/>
          <a:lstStyle/>
          <a:p>
            <a:endParaRPr kumimoji="1" lang="zh-TW" altLang="en-US"/>
          </a:p>
        </p:txBody>
      </p:sp>
      <p:sp>
        <p:nvSpPr>
          <p:cNvPr id="4" name="Slide Number Placeholder 3"/>
          <p:cNvSpPr>
            <a:spLocks noGrp="1"/>
          </p:cNvSpPr>
          <p:nvPr>
            <p:ph type="sldNum" sz="quarter" idx="12"/>
          </p:nvPr>
        </p:nvSpPr>
        <p:spPr/>
        <p:txBody>
          <a:bodyPr/>
          <a:lstStyle/>
          <a:p>
            <a:fld id="{1BB717AE-CA17-B04D-BCC4-BFD87EB29E13}" type="slidenum">
              <a:rPr kumimoji="1" lang="zh-TW" altLang="en-US" smtClean="0"/>
              <a:t>‹#›</a:t>
            </a:fld>
            <a:endParaRPr kumimoji="1" lang="zh-TW" altLang="en-US"/>
          </a:p>
        </p:txBody>
      </p:sp>
    </p:spTree>
    <p:extLst>
      <p:ext uri="{BB962C8B-B14F-4D97-AF65-F5344CB8AC3E}">
        <p14:creationId xmlns:p14="http://schemas.microsoft.com/office/powerpoint/2010/main" val="3080982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17FB12-A834-744F-BD7D-06800CA8C11F}" type="datetimeFigureOut">
              <a:rPr kumimoji="1" lang="zh-TW" altLang="en-US" smtClean="0"/>
              <a:t>2026/7/12</a:t>
            </a:fld>
            <a:endParaRPr kumimoji="1" lang="zh-TW" altLang="en-US"/>
          </a:p>
        </p:txBody>
      </p:sp>
      <p:sp>
        <p:nvSpPr>
          <p:cNvPr id="3" name="Footer Placeholder 2"/>
          <p:cNvSpPr>
            <a:spLocks noGrp="1"/>
          </p:cNvSpPr>
          <p:nvPr>
            <p:ph type="ftr" sz="quarter" idx="11"/>
          </p:nvPr>
        </p:nvSpPr>
        <p:spPr/>
        <p:txBody>
          <a:bodyPr/>
          <a:lstStyle/>
          <a:p>
            <a:endParaRPr kumimoji="1" lang="zh-TW" altLang="en-US"/>
          </a:p>
        </p:txBody>
      </p:sp>
      <p:sp>
        <p:nvSpPr>
          <p:cNvPr id="4" name="Slide Number Placeholder 3"/>
          <p:cNvSpPr>
            <a:spLocks noGrp="1"/>
          </p:cNvSpPr>
          <p:nvPr>
            <p:ph type="sldNum" sz="quarter" idx="12"/>
          </p:nvPr>
        </p:nvSpPr>
        <p:spPr/>
        <p:txBody>
          <a:bodyPr/>
          <a:lstStyle/>
          <a:p>
            <a:fld id="{1BB717AE-CA17-B04D-BCC4-BFD87EB29E13}" type="slidenum">
              <a:rPr kumimoji="1" lang="zh-TW" altLang="en-US" smtClean="0"/>
              <a:t>‹#›</a:t>
            </a:fld>
            <a:endParaRPr kumimoji="1" lang="zh-TW" altLang="en-US"/>
          </a:p>
        </p:txBody>
      </p:sp>
      <p:pic>
        <p:nvPicPr>
          <p:cNvPr id="7" name="Picture 6">
            <a:extLst>
              <a:ext uri="{FF2B5EF4-FFF2-40B4-BE49-F238E27FC236}">
                <a16:creationId xmlns:a16="http://schemas.microsoft.com/office/drawing/2014/main" id="{9161185B-D2A9-5937-4605-F0469FB4B1E9}"/>
              </a:ext>
            </a:extLst>
          </p:cNvPr>
          <p:cNvPicPr>
            <a:picLocks noChangeAspect="1"/>
          </p:cNvPicPr>
          <p:nvPr userDrawn="1"/>
        </p:nvPicPr>
        <p:blipFill>
          <a:blip r:embed="rId2"/>
          <a:stretch>
            <a:fillRect/>
          </a:stretch>
        </p:blipFill>
        <p:spPr>
          <a:xfrm>
            <a:off x="0" y="0"/>
            <a:ext cx="30267275" cy="42608395"/>
          </a:xfrm>
          <a:prstGeom prst="rect">
            <a:avLst/>
          </a:prstGeom>
        </p:spPr>
      </p:pic>
    </p:spTree>
    <p:extLst>
      <p:ext uri="{BB962C8B-B14F-4D97-AF65-F5344CB8AC3E}">
        <p14:creationId xmlns:p14="http://schemas.microsoft.com/office/powerpoint/2010/main" val="1765710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852949"/>
            <a:ext cx="9761984" cy="9985322"/>
          </a:xfrm>
        </p:spPr>
        <p:txBody>
          <a:bodyPr anchor="b"/>
          <a:lstStyle>
            <a:lvl1pPr>
              <a:defRPr sz="10592"/>
            </a:lvl1pPr>
          </a:lstStyle>
          <a:p>
            <a:r>
              <a:rPr lang="en-US"/>
              <a:t>Click to edit Master title style</a:t>
            </a:r>
            <a:endParaRPr lang="en-US" dirty="0"/>
          </a:p>
        </p:txBody>
      </p:sp>
      <p:sp>
        <p:nvSpPr>
          <p:cNvPr id="3" name="Content Placeholder 2"/>
          <p:cNvSpPr>
            <a:spLocks noGrp="1"/>
          </p:cNvSpPr>
          <p:nvPr>
            <p:ph idx="1"/>
          </p:nvPr>
        </p:nvSpPr>
        <p:spPr>
          <a:xfrm>
            <a:off x="12867534" y="6161587"/>
            <a:ext cx="15322808" cy="30411646"/>
          </a:xfrm>
        </p:spPr>
        <p:txBody>
          <a:bodyPr/>
          <a:lstStyle>
            <a:lvl1pPr>
              <a:defRPr sz="10592"/>
            </a:lvl1pPr>
            <a:lvl2pPr>
              <a:defRPr sz="9268"/>
            </a:lvl2pPr>
            <a:lvl3pPr>
              <a:defRPr sz="7944"/>
            </a:lvl3pPr>
            <a:lvl4pPr>
              <a:defRPr sz="6620"/>
            </a:lvl4pPr>
            <a:lvl5pPr>
              <a:defRPr sz="6620"/>
            </a:lvl5pPr>
            <a:lvl6pPr>
              <a:defRPr sz="6620"/>
            </a:lvl6pPr>
            <a:lvl7pPr>
              <a:defRPr sz="6620"/>
            </a:lvl7pPr>
            <a:lvl8pPr>
              <a:defRPr sz="6620"/>
            </a:lvl8pPr>
            <a:lvl9pPr>
              <a:defRPr sz="6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4817" y="12838271"/>
            <a:ext cx="9761984" cy="23784486"/>
          </a:xfrm>
        </p:spPr>
        <p:txBody>
          <a:bodyPr/>
          <a:lstStyle>
            <a:lvl1pPr marL="0" indent="0">
              <a:buNone/>
              <a:defRPr sz="5296"/>
            </a:lvl1pPr>
            <a:lvl2pPr marL="1513378" indent="0">
              <a:buNone/>
              <a:defRPr sz="4634"/>
            </a:lvl2pPr>
            <a:lvl3pPr marL="3026755" indent="0">
              <a:buNone/>
              <a:defRPr sz="3972"/>
            </a:lvl3pPr>
            <a:lvl4pPr marL="4540133" indent="0">
              <a:buNone/>
              <a:defRPr sz="3310"/>
            </a:lvl4pPr>
            <a:lvl5pPr marL="6053511" indent="0">
              <a:buNone/>
              <a:defRPr sz="3310"/>
            </a:lvl5pPr>
            <a:lvl6pPr marL="7566889" indent="0">
              <a:buNone/>
              <a:defRPr sz="3310"/>
            </a:lvl6pPr>
            <a:lvl7pPr marL="9080266" indent="0">
              <a:buNone/>
              <a:defRPr sz="3310"/>
            </a:lvl7pPr>
            <a:lvl8pPr marL="10593644" indent="0">
              <a:buNone/>
              <a:defRPr sz="3310"/>
            </a:lvl8pPr>
            <a:lvl9pPr marL="12107022"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9717FB12-A834-744F-BD7D-06800CA8C11F}" type="datetimeFigureOut">
              <a:rPr kumimoji="1" lang="zh-TW" altLang="en-US" smtClean="0"/>
              <a:t>2026/7/12</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1BB717AE-CA17-B04D-BCC4-BFD87EB29E13}" type="slidenum">
              <a:rPr kumimoji="1" lang="zh-TW" altLang="en-US" smtClean="0"/>
              <a:t>‹#›</a:t>
            </a:fld>
            <a:endParaRPr kumimoji="1" lang="zh-TW" altLang="en-US"/>
          </a:p>
        </p:txBody>
      </p:sp>
    </p:spTree>
    <p:extLst>
      <p:ext uri="{BB962C8B-B14F-4D97-AF65-F5344CB8AC3E}">
        <p14:creationId xmlns:p14="http://schemas.microsoft.com/office/powerpoint/2010/main" val="3156676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852949"/>
            <a:ext cx="9761984" cy="9985322"/>
          </a:xfrm>
        </p:spPr>
        <p:txBody>
          <a:bodyPr anchor="b"/>
          <a:lstStyle>
            <a:lvl1pPr>
              <a:defRPr sz="10592"/>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67534" y="6161587"/>
            <a:ext cx="15322808" cy="30411646"/>
          </a:xfrm>
        </p:spPr>
        <p:txBody>
          <a:bodyPr anchor="t"/>
          <a:lstStyle>
            <a:lvl1pPr marL="0" indent="0">
              <a:buNone/>
              <a:defRPr sz="10592"/>
            </a:lvl1pPr>
            <a:lvl2pPr marL="1513378" indent="0">
              <a:buNone/>
              <a:defRPr sz="9268"/>
            </a:lvl2pPr>
            <a:lvl3pPr marL="3026755" indent="0">
              <a:buNone/>
              <a:defRPr sz="7944"/>
            </a:lvl3pPr>
            <a:lvl4pPr marL="4540133" indent="0">
              <a:buNone/>
              <a:defRPr sz="6620"/>
            </a:lvl4pPr>
            <a:lvl5pPr marL="6053511" indent="0">
              <a:buNone/>
              <a:defRPr sz="6620"/>
            </a:lvl5pPr>
            <a:lvl6pPr marL="7566889" indent="0">
              <a:buNone/>
              <a:defRPr sz="6620"/>
            </a:lvl6pPr>
            <a:lvl7pPr marL="9080266" indent="0">
              <a:buNone/>
              <a:defRPr sz="6620"/>
            </a:lvl7pPr>
            <a:lvl8pPr marL="10593644" indent="0">
              <a:buNone/>
              <a:defRPr sz="6620"/>
            </a:lvl8pPr>
            <a:lvl9pPr marL="12107022" indent="0">
              <a:buNone/>
              <a:defRPr sz="6620"/>
            </a:lvl9pPr>
          </a:lstStyle>
          <a:p>
            <a:r>
              <a:rPr lang="en-US"/>
              <a:t>Click icon to add picture</a:t>
            </a:r>
            <a:endParaRPr lang="en-US" dirty="0"/>
          </a:p>
        </p:txBody>
      </p:sp>
      <p:sp>
        <p:nvSpPr>
          <p:cNvPr id="4" name="Text Placeholder 3"/>
          <p:cNvSpPr>
            <a:spLocks noGrp="1"/>
          </p:cNvSpPr>
          <p:nvPr>
            <p:ph type="body" sz="half" idx="2"/>
          </p:nvPr>
        </p:nvSpPr>
        <p:spPr>
          <a:xfrm>
            <a:off x="2084817" y="12838271"/>
            <a:ext cx="9761984" cy="23784486"/>
          </a:xfrm>
        </p:spPr>
        <p:txBody>
          <a:bodyPr/>
          <a:lstStyle>
            <a:lvl1pPr marL="0" indent="0">
              <a:buNone/>
              <a:defRPr sz="5296"/>
            </a:lvl1pPr>
            <a:lvl2pPr marL="1513378" indent="0">
              <a:buNone/>
              <a:defRPr sz="4634"/>
            </a:lvl2pPr>
            <a:lvl3pPr marL="3026755" indent="0">
              <a:buNone/>
              <a:defRPr sz="3972"/>
            </a:lvl3pPr>
            <a:lvl4pPr marL="4540133" indent="0">
              <a:buNone/>
              <a:defRPr sz="3310"/>
            </a:lvl4pPr>
            <a:lvl5pPr marL="6053511" indent="0">
              <a:buNone/>
              <a:defRPr sz="3310"/>
            </a:lvl5pPr>
            <a:lvl6pPr marL="7566889" indent="0">
              <a:buNone/>
              <a:defRPr sz="3310"/>
            </a:lvl6pPr>
            <a:lvl7pPr marL="9080266" indent="0">
              <a:buNone/>
              <a:defRPr sz="3310"/>
            </a:lvl7pPr>
            <a:lvl8pPr marL="10593644" indent="0">
              <a:buNone/>
              <a:defRPr sz="3310"/>
            </a:lvl8pPr>
            <a:lvl9pPr marL="12107022"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9717FB12-A834-744F-BD7D-06800CA8C11F}" type="datetimeFigureOut">
              <a:rPr kumimoji="1" lang="zh-TW" altLang="en-US" smtClean="0"/>
              <a:t>2026/7/12</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1BB717AE-CA17-B04D-BCC4-BFD87EB29E13}" type="slidenum">
              <a:rPr kumimoji="1" lang="zh-TW" altLang="en-US" smtClean="0"/>
              <a:t>‹#›</a:t>
            </a:fld>
            <a:endParaRPr kumimoji="1" lang="zh-TW" altLang="en-US"/>
          </a:p>
        </p:txBody>
      </p:sp>
    </p:spTree>
    <p:extLst>
      <p:ext uri="{BB962C8B-B14F-4D97-AF65-F5344CB8AC3E}">
        <p14:creationId xmlns:p14="http://schemas.microsoft.com/office/powerpoint/2010/main" val="2144713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17FB12-A834-744F-BD7D-06800CA8C11F}" type="datetimeFigureOut">
              <a:rPr kumimoji="1" lang="zh-TW" altLang="en-US" smtClean="0"/>
              <a:t>2026/7/12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1BB717AE-CA17-B04D-BCC4-BFD87EB29E13}" type="slidenum">
              <a:rPr kumimoji="1" lang="zh-TW" altLang="en-US" smtClean="0"/>
              <a:t>‹#›</a:t>
            </a:fld>
            <a:endParaRPr kumimoji="1" lang="zh-TW" altLang="en-US"/>
          </a:p>
        </p:txBody>
      </p:sp>
    </p:spTree>
    <p:extLst>
      <p:ext uri="{BB962C8B-B14F-4D97-AF65-F5344CB8AC3E}">
        <p14:creationId xmlns:p14="http://schemas.microsoft.com/office/powerpoint/2010/main" val="2922800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0020" y="2278397"/>
            <a:ext cx="6526381" cy="362661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0877" y="2278397"/>
            <a:ext cx="19200803" cy="362661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17FB12-A834-744F-BD7D-06800CA8C11F}" type="datetimeFigureOut">
              <a:rPr kumimoji="1" lang="zh-TW" altLang="en-US" smtClean="0"/>
              <a:t>2026/7/12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1BB717AE-CA17-B04D-BCC4-BFD87EB29E13}" type="slidenum">
              <a:rPr kumimoji="1" lang="zh-TW" altLang="en-US" smtClean="0"/>
              <a:t>‹#›</a:t>
            </a:fld>
            <a:endParaRPr kumimoji="1" lang="zh-TW" altLang="en-US"/>
          </a:p>
        </p:txBody>
      </p:sp>
    </p:spTree>
    <p:extLst>
      <p:ext uri="{BB962C8B-B14F-4D97-AF65-F5344CB8AC3E}">
        <p14:creationId xmlns:p14="http://schemas.microsoft.com/office/powerpoint/2010/main" val="2718901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0875" y="2278406"/>
            <a:ext cx="26105525" cy="827157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0875" y="11391985"/>
            <a:ext cx="26105525" cy="271525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0875" y="39663928"/>
            <a:ext cx="6810137" cy="2278397"/>
          </a:xfrm>
          <a:prstGeom prst="rect">
            <a:avLst/>
          </a:prstGeom>
        </p:spPr>
        <p:txBody>
          <a:bodyPr vert="horz" lIns="91440" tIns="45720" rIns="91440" bIns="45720" rtlCol="0" anchor="ctr"/>
          <a:lstStyle>
            <a:lvl1pPr algn="l">
              <a:defRPr sz="3972">
                <a:solidFill>
                  <a:schemeClr val="tx1">
                    <a:tint val="75000"/>
                  </a:schemeClr>
                </a:solidFill>
              </a:defRPr>
            </a:lvl1pPr>
          </a:lstStyle>
          <a:p>
            <a:fld id="{9717FB12-A834-744F-BD7D-06800CA8C11F}" type="datetimeFigureOut">
              <a:rPr kumimoji="1" lang="zh-TW" altLang="en-US" smtClean="0"/>
              <a:t>2026/7/12</a:t>
            </a:fld>
            <a:endParaRPr kumimoji="1" lang="zh-TW" altLang="en-US"/>
          </a:p>
        </p:txBody>
      </p:sp>
      <p:sp>
        <p:nvSpPr>
          <p:cNvPr id="5" name="Footer Placeholder 4"/>
          <p:cNvSpPr>
            <a:spLocks noGrp="1"/>
          </p:cNvSpPr>
          <p:nvPr>
            <p:ph type="ftr" sz="quarter" idx="3"/>
          </p:nvPr>
        </p:nvSpPr>
        <p:spPr>
          <a:xfrm>
            <a:off x="10026035" y="39663928"/>
            <a:ext cx="10215205" cy="2278397"/>
          </a:xfrm>
          <a:prstGeom prst="rect">
            <a:avLst/>
          </a:prstGeom>
        </p:spPr>
        <p:txBody>
          <a:bodyPr vert="horz" lIns="91440" tIns="45720" rIns="91440" bIns="45720" rtlCol="0" anchor="ctr"/>
          <a:lstStyle>
            <a:lvl1pPr algn="ctr">
              <a:defRPr sz="3972">
                <a:solidFill>
                  <a:schemeClr val="tx1">
                    <a:tint val="75000"/>
                  </a:schemeClr>
                </a:solidFill>
              </a:defRPr>
            </a:lvl1pPr>
          </a:lstStyle>
          <a:p>
            <a:endParaRPr kumimoji="1" lang="zh-TW" altLang="en-US"/>
          </a:p>
        </p:txBody>
      </p:sp>
      <p:sp>
        <p:nvSpPr>
          <p:cNvPr id="6" name="Slide Number Placeholder 5"/>
          <p:cNvSpPr>
            <a:spLocks noGrp="1"/>
          </p:cNvSpPr>
          <p:nvPr>
            <p:ph type="sldNum" sz="quarter" idx="4"/>
          </p:nvPr>
        </p:nvSpPr>
        <p:spPr>
          <a:xfrm>
            <a:off x="21376263" y="39663928"/>
            <a:ext cx="6810137" cy="2278397"/>
          </a:xfrm>
          <a:prstGeom prst="rect">
            <a:avLst/>
          </a:prstGeom>
        </p:spPr>
        <p:txBody>
          <a:bodyPr vert="horz" lIns="91440" tIns="45720" rIns="91440" bIns="45720" rtlCol="0" anchor="ctr"/>
          <a:lstStyle>
            <a:lvl1pPr algn="r">
              <a:defRPr sz="3972">
                <a:solidFill>
                  <a:schemeClr val="tx1">
                    <a:tint val="75000"/>
                  </a:schemeClr>
                </a:solidFill>
              </a:defRPr>
            </a:lvl1pPr>
          </a:lstStyle>
          <a:p>
            <a:fld id="{1BB717AE-CA17-B04D-BCC4-BFD87EB29E13}" type="slidenum">
              <a:rPr kumimoji="1" lang="zh-TW" altLang="en-US" smtClean="0"/>
              <a:t>‹#›</a:t>
            </a:fld>
            <a:endParaRPr kumimoji="1" lang="zh-TW" altLang="en-US"/>
          </a:p>
        </p:txBody>
      </p:sp>
    </p:spTree>
    <p:extLst>
      <p:ext uri="{BB962C8B-B14F-4D97-AF65-F5344CB8AC3E}">
        <p14:creationId xmlns:p14="http://schemas.microsoft.com/office/powerpoint/2010/main" val="23263693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4" r:id="rId8"/>
    <p:sldLayoutId id="2147483680" r:id="rId9"/>
    <p:sldLayoutId id="2147483681" r:id="rId10"/>
    <p:sldLayoutId id="2147483682" r:id="rId11"/>
    <p:sldLayoutId id="2147483683" r:id="rId12"/>
  </p:sldLayoutIdLst>
  <p:txStyles>
    <p:titleStyle>
      <a:lvl1pPr algn="l" defTabSz="3026755" rtl="0" eaLnBrk="1" latinLnBrk="0" hangingPunct="1">
        <a:lnSpc>
          <a:spcPct val="90000"/>
        </a:lnSpc>
        <a:spcBef>
          <a:spcPct val="0"/>
        </a:spcBef>
        <a:buNone/>
        <a:defRPr sz="14564" kern="1200">
          <a:solidFill>
            <a:schemeClr val="tx1"/>
          </a:solidFill>
          <a:latin typeface="+mj-lt"/>
          <a:ea typeface="+mj-ea"/>
          <a:cs typeface="+mj-cs"/>
        </a:defRPr>
      </a:lvl1pPr>
    </p:titleStyle>
    <p:bodyStyle>
      <a:lvl1pPr marL="756689" indent="-756689" algn="l" defTabSz="3026755" rtl="0" eaLnBrk="1" latinLnBrk="0" hangingPunct="1">
        <a:lnSpc>
          <a:spcPct val="90000"/>
        </a:lnSpc>
        <a:spcBef>
          <a:spcPts val="3310"/>
        </a:spcBef>
        <a:buFont typeface="Arial" panose="020B0604020202020204" pitchFamily="34" charset="0"/>
        <a:buChar char="•"/>
        <a:defRPr sz="9268" kern="1200">
          <a:solidFill>
            <a:schemeClr val="tx1"/>
          </a:solidFill>
          <a:latin typeface="+mn-lt"/>
          <a:ea typeface="+mn-ea"/>
          <a:cs typeface="+mn-cs"/>
        </a:defRPr>
      </a:lvl1pPr>
      <a:lvl2pPr marL="2270067" indent="-756689" algn="l" defTabSz="3026755" rtl="0" eaLnBrk="1" latinLnBrk="0" hangingPunct="1">
        <a:lnSpc>
          <a:spcPct val="90000"/>
        </a:lnSpc>
        <a:spcBef>
          <a:spcPts val="1655"/>
        </a:spcBef>
        <a:buFont typeface="Arial" panose="020B0604020202020204" pitchFamily="34" charset="0"/>
        <a:buChar char="•"/>
        <a:defRPr sz="7944" kern="1200">
          <a:solidFill>
            <a:schemeClr val="tx1"/>
          </a:solidFill>
          <a:latin typeface="+mn-lt"/>
          <a:ea typeface="+mn-ea"/>
          <a:cs typeface="+mn-cs"/>
        </a:defRPr>
      </a:lvl2pPr>
      <a:lvl3pPr marL="3783444" indent="-756689" algn="l" defTabSz="3026755" rtl="0" eaLnBrk="1" latinLnBrk="0" hangingPunct="1">
        <a:lnSpc>
          <a:spcPct val="90000"/>
        </a:lnSpc>
        <a:spcBef>
          <a:spcPts val="1655"/>
        </a:spcBef>
        <a:buFont typeface="Arial" panose="020B0604020202020204" pitchFamily="34" charset="0"/>
        <a:buChar char="•"/>
        <a:defRPr sz="6620" kern="1200">
          <a:solidFill>
            <a:schemeClr val="tx1"/>
          </a:solidFill>
          <a:latin typeface="+mn-lt"/>
          <a:ea typeface="+mn-ea"/>
          <a:cs typeface="+mn-cs"/>
        </a:defRPr>
      </a:lvl3pPr>
      <a:lvl4pPr marL="5296822"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4pPr>
      <a:lvl5pPr marL="6810200"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5pPr>
      <a:lvl6pPr marL="8323577"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6pPr>
      <a:lvl7pPr marL="9836955"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7pPr>
      <a:lvl8pPr marL="11350333"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8pPr>
      <a:lvl9pPr marL="12863711"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9pPr>
    </p:bodyStyle>
    <p:otherStyle>
      <a:defPPr>
        <a:defRPr lang="en-US"/>
      </a:defPPr>
      <a:lvl1pPr marL="0" algn="l" defTabSz="3026755" rtl="0" eaLnBrk="1" latinLnBrk="0" hangingPunct="1">
        <a:defRPr sz="5958" kern="1200">
          <a:solidFill>
            <a:schemeClr val="tx1"/>
          </a:solidFill>
          <a:latin typeface="+mn-lt"/>
          <a:ea typeface="+mn-ea"/>
          <a:cs typeface="+mn-cs"/>
        </a:defRPr>
      </a:lvl1pPr>
      <a:lvl2pPr marL="1513378" algn="l" defTabSz="3026755" rtl="0" eaLnBrk="1" latinLnBrk="0" hangingPunct="1">
        <a:defRPr sz="5958" kern="1200">
          <a:solidFill>
            <a:schemeClr val="tx1"/>
          </a:solidFill>
          <a:latin typeface="+mn-lt"/>
          <a:ea typeface="+mn-ea"/>
          <a:cs typeface="+mn-cs"/>
        </a:defRPr>
      </a:lvl2pPr>
      <a:lvl3pPr marL="3026755" algn="l" defTabSz="3026755" rtl="0" eaLnBrk="1" latinLnBrk="0" hangingPunct="1">
        <a:defRPr sz="5958" kern="1200">
          <a:solidFill>
            <a:schemeClr val="tx1"/>
          </a:solidFill>
          <a:latin typeface="+mn-lt"/>
          <a:ea typeface="+mn-ea"/>
          <a:cs typeface="+mn-cs"/>
        </a:defRPr>
      </a:lvl3pPr>
      <a:lvl4pPr marL="4540133" algn="l" defTabSz="3026755" rtl="0" eaLnBrk="1" latinLnBrk="0" hangingPunct="1">
        <a:defRPr sz="5958" kern="1200">
          <a:solidFill>
            <a:schemeClr val="tx1"/>
          </a:solidFill>
          <a:latin typeface="+mn-lt"/>
          <a:ea typeface="+mn-ea"/>
          <a:cs typeface="+mn-cs"/>
        </a:defRPr>
      </a:lvl4pPr>
      <a:lvl5pPr marL="6053511" algn="l" defTabSz="3026755" rtl="0" eaLnBrk="1" latinLnBrk="0" hangingPunct="1">
        <a:defRPr sz="5958" kern="1200">
          <a:solidFill>
            <a:schemeClr val="tx1"/>
          </a:solidFill>
          <a:latin typeface="+mn-lt"/>
          <a:ea typeface="+mn-ea"/>
          <a:cs typeface="+mn-cs"/>
        </a:defRPr>
      </a:lvl5pPr>
      <a:lvl6pPr marL="7566889" algn="l" defTabSz="3026755" rtl="0" eaLnBrk="1" latinLnBrk="0" hangingPunct="1">
        <a:defRPr sz="5958" kern="1200">
          <a:solidFill>
            <a:schemeClr val="tx1"/>
          </a:solidFill>
          <a:latin typeface="+mn-lt"/>
          <a:ea typeface="+mn-ea"/>
          <a:cs typeface="+mn-cs"/>
        </a:defRPr>
      </a:lvl6pPr>
      <a:lvl7pPr marL="9080266" algn="l" defTabSz="3026755" rtl="0" eaLnBrk="1" latinLnBrk="0" hangingPunct="1">
        <a:defRPr sz="5958" kern="1200">
          <a:solidFill>
            <a:schemeClr val="tx1"/>
          </a:solidFill>
          <a:latin typeface="+mn-lt"/>
          <a:ea typeface="+mn-ea"/>
          <a:cs typeface="+mn-cs"/>
        </a:defRPr>
      </a:lvl7pPr>
      <a:lvl8pPr marL="10593644" algn="l" defTabSz="3026755" rtl="0" eaLnBrk="1" latinLnBrk="0" hangingPunct="1">
        <a:defRPr sz="5958" kern="1200">
          <a:solidFill>
            <a:schemeClr val="tx1"/>
          </a:solidFill>
          <a:latin typeface="+mn-lt"/>
          <a:ea typeface="+mn-ea"/>
          <a:cs typeface="+mn-cs"/>
        </a:defRPr>
      </a:lvl8pPr>
      <a:lvl9pPr marL="12107022" algn="l" defTabSz="3026755" rtl="0" eaLnBrk="1" latinLnBrk="0" hangingPunct="1">
        <a:defRPr sz="59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7">
            <a:extLst>
              <a:ext uri="{FF2B5EF4-FFF2-40B4-BE49-F238E27FC236}">
                <a16:creationId xmlns:a16="http://schemas.microsoft.com/office/drawing/2014/main" id="{F739A0D4-DA73-4D55-3680-E7E31E1EA7B3}"/>
              </a:ext>
            </a:extLst>
          </p:cNvPr>
          <p:cNvSpPr/>
          <p:nvPr/>
        </p:nvSpPr>
        <p:spPr>
          <a:xfrm>
            <a:off x="4375567" y="1218019"/>
            <a:ext cx="20397976" cy="2579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6998"/>
              </a:lnSpc>
            </a:pPr>
            <a:r>
              <a:rPr lang="en-GB" altLang="zh-TW" sz="9600" b="1" dirty="0">
                <a:solidFill>
                  <a:schemeClr val="tx1"/>
                </a:solidFill>
                <a:latin typeface="Arial" panose="020B0604020202020204" pitchFamily="34" charset="0"/>
                <a:cs typeface="Arial" panose="020B0604020202020204" pitchFamily="34" charset="0"/>
              </a:rPr>
              <a:t>Smart Memory City</a:t>
            </a:r>
            <a:endParaRPr lang="en-US" altLang="zh-TW" sz="9600" b="1" dirty="0">
              <a:solidFill>
                <a:schemeClr val="tx1"/>
              </a:solidFill>
              <a:latin typeface="Arial" panose="020B0604020202020204" pitchFamily="34" charset="0"/>
              <a:cs typeface="Arial" panose="020B0604020202020204" pitchFamily="34" charset="0"/>
            </a:endParaRPr>
          </a:p>
        </p:txBody>
      </p:sp>
      <p:sp>
        <p:nvSpPr>
          <p:cNvPr id="6" name="矩形 9">
            <a:extLst>
              <a:ext uri="{FF2B5EF4-FFF2-40B4-BE49-F238E27FC236}">
                <a16:creationId xmlns:a16="http://schemas.microsoft.com/office/drawing/2014/main" id="{37E7C7FE-0A43-26F0-EAB7-3DE99BDC1B13}"/>
              </a:ext>
            </a:extLst>
          </p:cNvPr>
          <p:cNvSpPr/>
          <p:nvPr/>
        </p:nvSpPr>
        <p:spPr>
          <a:xfrm>
            <a:off x="181139" y="3780660"/>
            <a:ext cx="9033197" cy="1625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6998"/>
              </a:lnSpc>
            </a:pPr>
            <a:r>
              <a:rPr lang="en-GB" sz="4400" b="1" dirty="0">
                <a:solidFill>
                  <a:schemeClr val="tx1"/>
                </a:solidFill>
              </a:rPr>
              <a:t>Faculty of Computers &amp; Information Technology (FCIT)</a:t>
            </a:r>
            <a:endParaRPr lang="en" altLang="zh-TW" sz="4400" b="1" dirty="0">
              <a:solidFill>
                <a:schemeClr val="tx1"/>
              </a:solidFill>
              <a:latin typeface="Arial" panose="020B0604020202020204" pitchFamily="34" charset="0"/>
              <a:cs typeface="Arial" panose="020B0604020202020204" pitchFamily="34" charset="0"/>
            </a:endParaRPr>
          </a:p>
        </p:txBody>
      </p:sp>
      <p:sp>
        <p:nvSpPr>
          <p:cNvPr id="9" name="矩形 16">
            <a:extLst>
              <a:ext uri="{FF2B5EF4-FFF2-40B4-BE49-F238E27FC236}">
                <a16:creationId xmlns:a16="http://schemas.microsoft.com/office/drawing/2014/main" id="{0A77F04C-4CB1-2354-175D-109353CB1F76}"/>
              </a:ext>
            </a:extLst>
          </p:cNvPr>
          <p:cNvSpPr/>
          <p:nvPr/>
        </p:nvSpPr>
        <p:spPr>
          <a:xfrm>
            <a:off x="15706009" y="6588369"/>
            <a:ext cx="13547120" cy="3317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zh-TW" altLang="en-US" sz="3999" b="1" dirty="0">
              <a:solidFill>
                <a:schemeClr val="tx1"/>
              </a:solidFill>
              <a:latin typeface="Arial" panose="020B0604020202020204" pitchFamily="34" charset="0"/>
              <a:cs typeface="Arial" panose="020B0604020202020204" pitchFamily="34" charset="0"/>
            </a:endParaRPr>
          </a:p>
        </p:txBody>
      </p:sp>
      <p:sp>
        <p:nvSpPr>
          <p:cNvPr id="10" name="矩形 11">
            <a:extLst>
              <a:ext uri="{FF2B5EF4-FFF2-40B4-BE49-F238E27FC236}">
                <a16:creationId xmlns:a16="http://schemas.microsoft.com/office/drawing/2014/main" id="{D0E24F96-84E9-B4F9-4DF2-2D17132E7F4F}"/>
              </a:ext>
            </a:extLst>
          </p:cNvPr>
          <p:cNvSpPr/>
          <p:nvPr/>
        </p:nvSpPr>
        <p:spPr>
          <a:xfrm>
            <a:off x="1014146" y="6820924"/>
            <a:ext cx="13547120" cy="9028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3999" b="1" dirty="0">
                <a:solidFill>
                  <a:srgbClr val="648D3D"/>
                </a:solidFill>
                <a:latin typeface="Arial Black" panose="020B0A04020102020204" pitchFamily="34" charset="0"/>
                <a:cs typeface="Arial" panose="020B0604020202020204" pitchFamily="34" charset="0"/>
              </a:rPr>
              <a:t>INTRODUCTION ( or REQUIREMENTS)</a:t>
            </a:r>
            <a:endParaRPr kumimoji="1" lang="zh-TW" altLang="en-US" sz="3999" b="1" dirty="0">
              <a:solidFill>
                <a:srgbClr val="648D3D"/>
              </a:solidFill>
              <a:latin typeface="Arial Black" panose="020B0A04020102020204" pitchFamily="34" charset="0"/>
              <a:cs typeface="Arial" panose="020B0604020202020204" pitchFamily="34" charset="0"/>
            </a:endParaRPr>
          </a:p>
        </p:txBody>
      </p:sp>
      <p:sp>
        <p:nvSpPr>
          <p:cNvPr id="11" name="矩形 11">
            <a:extLst>
              <a:ext uri="{FF2B5EF4-FFF2-40B4-BE49-F238E27FC236}">
                <a16:creationId xmlns:a16="http://schemas.microsoft.com/office/drawing/2014/main" id="{B3BF524B-1CA2-4C14-3E8D-3D434359A5C4}"/>
              </a:ext>
            </a:extLst>
          </p:cNvPr>
          <p:cNvSpPr/>
          <p:nvPr/>
        </p:nvSpPr>
        <p:spPr>
          <a:xfrm>
            <a:off x="14905098" y="6820924"/>
            <a:ext cx="13547120" cy="9028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3999" b="1" dirty="0">
                <a:solidFill>
                  <a:srgbClr val="648D3D"/>
                </a:solidFill>
                <a:latin typeface="Arial Black" panose="020B0A04020102020204" pitchFamily="34" charset="0"/>
                <a:cs typeface="Arial" panose="020B0604020202020204" pitchFamily="34" charset="0"/>
              </a:rPr>
              <a:t>OBJECTIVES</a:t>
            </a:r>
            <a:endParaRPr kumimoji="1" lang="zh-TW" altLang="en-US" sz="3999" b="1" dirty="0">
              <a:solidFill>
                <a:srgbClr val="648D3D"/>
              </a:solidFill>
              <a:latin typeface="Arial Black" panose="020B0A04020102020204" pitchFamily="34" charset="0"/>
              <a:cs typeface="Arial" panose="020B0604020202020204" pitchFamily="34" charset="0"/>
            </a:endParaRPr>
          </a:p>
        </p:txBody>
      </p:sp>
      <p:sp>
        <p:nvSpPr>
          <p:cNvPr id="12" name="矩形 11">
            <a:extLst>
              <a:ext uri="{FF2B5EF4-FFF2-40B4-BE49-F238E27FC236}">
                <a16:creationId xmlns:a16="http://schemas.microsoft.com/office/drawing/2014/main" id="{A5683526-0B2E-E3D7-D32B-4F292BACF9F4}"/>
              </a:ext>
            </a:extLst>
          </p:cNvPr>
          <p:cNvSpPr/>
          <p:nvPr/>
        </p:nvSpPr>
        <p:spPr>
          <a:xfrm>
            <a:off x="1014146" y="18126197"/>
            <a:ext cx="13547120" cy="9028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3999" b="1" dirty="0">
                <a:solidFill>
                  <a:srgbClr val="648D3D"/>
                </a:solidFill>
                <a:latin typeface="Arial Black" panose="020B0A04020102020204" pitchFamily="34" charset="0"/>
                <a:cs typeface="Arial" panose="020B0604020202020204" pitchFamily="34" charset="0"/>
              </a:rPr>
              <a:t>RESULTS</a:t>
            </a:r>
            <a:endParaRPr kumimoji="1" lang="zh-TW" altLang="en-US" sz="3999" b="1" dirty="0">
              <a:solidFill>
                <a:srgbClr val="648D3D"/>
              </a:solidFill>
              <a:latin typeface="Arial Black" panose="020B0A04020102020204" pitchFamily="34" charset="0"/>
              <a:cs typeface="Arial" panose="020B0604020202020204" pitchFamily="34" charset="0"/>
            </a:endParaRPr>
          </a:p>
        </p:txBody>
      </p:sp>
      <p:sp>
        <p:nvSpPr>
          <p:cNvPr id="13" name="矩形 11">
            <a:extLst>
              <a:ext uri="{FF2B5EF4-FFF2-40B4-BE49-F238E27FC236}">
                <a16:creationId xmlns:a16="http://schemas.microsoft.com/office/drawing/2014/main" id="{04558C3F-5253-3B90-576E-33FA048598EE}"/>
              </a:ext>
            </a:extLst>
          </p:cNvPr>
          <p:cNvSpPr/>
          <p:nvPr/>
        </p:nvSpPr>
        <p:spPr>
          <a:xfrm>
            <a:off x="14905098" y="18219993"/>
            <a:ext cx="13547120" cy="9028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3999" b="1" dirty="0">
                <a:solidFill>
                  <a:srgbClr val="648D3D"/>
                </a:solidFill>
                <a:latin typeface="Arial Black" panose="020B0A04020102020204" pitchFamily="34" charset="0"/>
                <a:cs typeface="Arial" panose="020B0604020202020204" pitchFamily="34" charset="0"/>
              </a:rPr>
              <a:t>RESULTS</a:t>
            </a:r>
            <a:endParaRPr kumimoji="1" lang="zh-TW" altLang="en-US" sz="3999" b="1" dirty="0">
              <a:solidFill>
                <a:srgbClr val="648D3D"/>
              </a:solidFill>
              <a:latin typeface="Arial Black" panose="020B0A04020102020204" pitchFamily="34" charset="0"/>
              <a:cs typeface="Arial" panose="020B0604020202020204" pitchFamily="34" charset="0"/>
            </a:endParaRPr>
          </a:p>
        </p:txBody>
      </p:sp>
      <p:sp>
        <p:nvSpPr>
          <p:cNvPr id="14" name="矩形 11">
            <a:extLst>
              <a:ext uri="{FF2B5EF4-FFF2-40B4-BE49-F238E27FC236}">
                <a16:creationId xmlns:a16="http://schemas.microsoft.com/office/drawing/2014/main" id="{73698848-ADD3-0694-946E-E0D34BC073A8}"/>
              </a:ext>
            </a:extLst>
          </p:cNvPr>
          <p:cNvSpPr/>
          <p:nvPr/>
        </p:nvSpPr>
        <p:spPr>
          <a:xfrm>
            <a:off x="1014146" y="28534169"/>
            <a:ext cx="13547120" cy="9028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3999" b="1" dirty="0">
                <a:solidFill>
                  <a:srgbClr val="648D3D"/>
                </a:solidFill>
                <a:latin typeface="Arial Black" panose="020B0A04020102020204" pitchFamily="34" charset="0"/>
                <a:cs typeface="Arial" panose="020B0604020202020204" pitchFamily="34" charset="0"/>
              </a:rPr>
              <a:t>CONCLUSION</a:t>
            </a:r>
            <a:endParaRPr kumimoji="1" lang="zh-TW" altLang="en-US" sz="3999" b="1" dirty="0">
              <a:solidFill>
                <a:srgbClr val="648D3D"/>
              </a:solidFill>
              <a:latin typeface="Arial Black" panose="020B0A04020102020204" pitchFamily="34" charset="0"/>
              <a:cs typeface="Arial" panose="020B0604020202020204" pitchFamily="34" charset="0"/>
            </a:endParaRPr>
          </a:p>
        </p:txBody>
      </p:sp>
      <p:sp>
        <p:nvSpPr>
          <p:cNvPr id="15" name="矩形 11">
            <a:extLst>
              <a:ext uri="{FF2B5EF4-FFF2-40B4-BE49-F238E27FC236}">
                <a16:creationId xmlns:a16="http://schemas.microsoft.com/office/drawing/2014/main" id="{6858D848-E28C-4C05-CDC3-660ECCAAFE99}"/>
              </a:ext>
            </a:extLst>
          </p:cNvPr>
          <p:cNvSpPr/>
          <p:nvPr/>
        </p:nvSpPr>
        <p:spPr>
          <a:xfrm>
            <a:off x="14905098" y="28534169"/>
            <a:ext cx="13547120" cy="9028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TW" sz="3999" b="1" dirty="0">
                <a:solidFill>
                  <a:srgbClr val="648D3D"/>
                </a:solidFill>
                <a:latin typeface="Arial Black" panose="020B0A04020102020204" pitchFamily="34" charset="0"/>
                <a:cs typeface="Arial" panose="020B0604020202020204" pitchFamily="34" charset="0"/>
              </a:rPr>
              <a:t>REFERENCES</a:t>
            </a:r>
            <a:endParaRPr kumimoji="1" lang="zh-TW" altLang="en-US" sz="3999" b="1" dirty="0">
              <a:solidFill>
                <a:srgbClr val="648D3D"/>
              </a:solidFill>
              <a:latin typeface="Arial Black" panose="020B0A04020102020204" pitchFamily="34" charset="0"/>
              <a:cs typeface="Arial" panose="020B0604020202020204" pitchFamily="34" charset="0"/>
            </a:endParaRPr>
          </a:p>
        </p:txBody>
      </p:sp>
      <p:sp>
        <p:nvSpPr>
          <p:cNvPr id="16" name="矩形 11">
            <a:extLst>
              <a:ext uri="{FF2B5EF4-FFF2-40B4-BE49-F238E27FC236}">
                <a16:creationId xmlns:a16="http://schemas.microsoft.com/office/drawing/2014/main" id="{FF679D6C-F729-52EE-71D3-A96C8A1A1749}"/>
              </a:ext>
            </a:extLst>
          </p:cNvPr>
          <p:cNvSpPr/>
          <p:nvPr/>
        </p:nvSpPr>
        <p:spPr>
          <a:xfrm>
            <a:off x="3177037" y="36738131"/>
            <a:ext cx="23913200" cy="45508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5500" b="1" dirty="0">
                <a:solidFill>
                  <a:schemeClr val="accent6">
                    <a:lumMod val="50000"/>
                  </a:schemeClr>
                </a:solidFill>
              </a:rPr>
              <a:t>Innovation University</a:t>
            </a:r>
            <a:br>
              <a:rPr lang="en-GB" sz="5500" dirty="0">
                <a:solidFill>
                  <a:schemeClr val="accent6">
                    <a:lumMod val="50000"/>
                  </a:schemeClr>
                </a:solidFill>
              </a:rPr>
            </a:br>
            <a:r>
              <a:rPr lang="en-GB" sz="5500" dirty="0">
                <a:solidFill>
                  <a:schemeClr val="accent6">
                    <a:lumMod val="50000"/>
                  </a:schemeClr>
                </a:solidFill>
              </a:rPr>
              <a:t>Faculty of Computers &amp; Information Technology (FCIT)</a:t>
            </a:r>
          </a:p>
          <a:p>
            <a:pPr algn="ctr"/>
            <a:r>
              <a:rPr lang="en-GB" sz="5500" b="1" dirty="0">
                <a:solidFill>
                  <a:schemeClr val="accent6">
                    <a:lumMod val="50000"/>
                  </a:schemeClr>
                </a:solidFill>
              </a:rPr>
              <a:t>Project Team:</a:t>
            </a:r>
            <a:r>
              <a:rPr lang="en-GB" sz="5500" dirty="0">
                <a:solidFill>
                  <a:schemeClr val="accent6">
                    <a:lumMod val="50000"/>
                  </a:schemeClr>
                </a:solidFill>
              </a:rPr>
              <a:t> </a:t>
            </a:r>
            <a:r>
              <a:rPr lang="en-GB" sz="5500" b="1" dirty="0" err="1">
                <a:solidFill>
                  <a:schemeClr val="accent6">
                    <a:lumMod val="50000"/>
                  </a:schemeClr>
                </a:solidFill>
              </a:rPr>
              <a:t>Merhan</a:t>
            </a:r>
            <a:r>
              <a:rPr lang="en-GB" sz="5500" b="1" dirty="0">
                <a:solidFill>
                  <a:schemeClr val="accent6">
                    <a:lumMod val="50000"/>
                  </a:schemeClr>
                </a:solidFill>
              </a:rPr>
              <a:t> Medhat, Shahd Mordy, Rewan Hany, Hana Yasser, Rowan Mahmoud, Hanna </a:t>
            </a:r>
            <a:r>
              <a:rPr lang="en-GB" sz="5500" b="1" dirty="0" err="1">
                <a:solidFill>
                  <a:schemeClr val="accent6">
                    <a:lumMod val="50000"/>
                  </a:schemeClr>
                </a:solidFill>
              </a:rPr>
              <a:t>Aboelsoud</a:t>
            </a:r>
            <a:r>
              <a:rPr lang="en-GB" sz="5500" b="1" dirty="0">
                <a:solidFill>
                  <a:schemeClr val="accent6">
                    <a:lumMod val="50000"/>
                  </a:schemeClr>
                </a:solidFill>
              </a:rPr>
              <a:t> </a:t>
            </a:r>
            <a:endParaRPr lang="ar-EG" sz="5500" b="1" dirty="0">
              <a:solidFill>
                <a:schemeClr val="accent6">
                  <a:lumMod val="50000"/>
                </a:schemeClr>
              </a:solidFill>
            </a:endParaRPr>
          </a:p>
          <a:p>
            <a:pPr algn="ctr"/>
            <a:r>
              <a:rPr lang="en-GB" sz="5500" b="1" dirty="0">
                <a:solidFill>
                  <a:schemeClr val="accent6">
                    <a:lumMod val="50000"/>
                  </a:schemeClr>
                </a:solidFill>
              </a:rPr>
              <a:t>Supervisor:</a:t>
            </a:r>
            <a:r>
              <a:rPr lang="en-GB" sz="5500" dirty="0">
                <a:solidFill>
                  <a:schemeClr val="accent6">
                    <a:lumMod val="50000"/>
                  </a:schemeClr>
                </a:solidFill>
              </a:rPr>
              <a:t> </a:t>
            </a:r>
            <a:r>
              <a:rPr lang="en-GB" sz="5500" i="1" dirty="0">
                <a:solidFill>
                  <a:schemeClr val="accent6">
                    <a:lumMod val="50000"/>
                  </a:schemeClr>
                </a:solidFill>
              </a:rPr>
              <a:t>Dr. Marwa Mostafa Abd El Hamid &amp; Dr. Ahmed Sayed Salama</a:t>
            </a:r>
            <a:endParaRPr lang="en-GB" sz="5500" dirty="0">
              <a:solidFill>
                <a:schemeClr val="accent6">
                  <a:lumMod val="50000"/>
                </a:schemeClr>
              </a:solidFill>
            </a:endParaRPr>
          </a:p>
        </p:txBody>
      </p:sp>
      <p:sp>
        <p:nvSpPr>
          <p:cNvPr id="18" name="矩形 9">
            <a:extLst>
              <a:ext uri="{FF2B5EF4-FFF2-40B4-BE49-F238E27FC236}">
                <a16:creationId xmlns:a16="http://schemas.microsoft.com/office/drawing/2014/main" id="{51D06DDC-1DB0-E4EE-7865-31AB50665200}"/>
              </a:ext>
            </a:extLst>
          </p:cNvPr>
          <p:cNvSpPr/>
          <p:nvPr/>
        </p:nvSpPr>
        <p:spPr>
          <a:xfrm>
            <a:off x="25454433" y="4026698"/>
            <a:ext cx="3312120" cy="12692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6998"/>
              </a:lnSpc>
            </a:pPr>
            <a:r>
              <a:rPr lang="en" altLang="zh-TW" sz="3599" b="1" dirty="0">
                <a:solidFill>
                  <a:schemeClr val="tx1"/>
                </a:solidFill>
                <a:latin typeface="Arial" panose="020B0604020202020204" pitchFamily="34" charset="0"/>
                <a:cs typeface="Arial" panose="020B0604020202020204" pitchFamily="34" charset="0"/>
              </a:rPr>
              <a:t>A02-007</a:t>
            </a:r>
          </a:p>
        </p:txBody>
      </p:sp>
      <p:sp>
        <p:nvSpPr>
          <p:cNvPr id="2" name="TextBox 1">
            <a:extLst>
              <a:ext uri="{FF2B5EF4-FFF2-40B4-BE49-F238E27FC236}">
                <a16:creationId xmlns:a16="http://schemas.microsoft.com/office/drawing/2014/main" id="{CFC95976-EAC7-312E-9610-543A43F44D40}"/>
              </a:ext>
            </a:extLst>
          </p:cNvPr>
          <p:cNvSpPr txBox="1"/>
          <p:nvPr/>
        </p:nvSpPr>
        <p:spPr>
          <a:xfrm>
            <a:off x="2579077" y="7928630"/>
            <a:ext cx="10245969" cy="9110186"/>
          </a:xfrm>
          <a:prstGeom prst="rect">
            <a:avLst/>
          </a:prstGeom>
          <a:noFill/>
        </p:spPr>
        <p:txBody>
          <a:bodyPr wrap="square" rtlCol="0">
            <a:spAutoFit/>
          </a:bodyPr>
          <a:lstStyle/>
          <a:p>
            <a:r>
              <a:rPr lang="en-GB" sz="5500" dirty="0"/>
              <a:t>Smart Memory City is an interactive visualization that simplifies memory allocation concepts by representing allocated memory as buildings and free memory as vacant land. The system supports multiple allocation algorithms and provides real-time fragmentation analysis through an intuitive graphical interface.</a:t>
            </a:r>
          </a:p>
          <a:p>
            <a:endParaRPr lang="en-GB" sz="3600" dirty="0"/>
          </a:p>
        </p:txBody>
      </p:sp>
      <p:sp>
        <p:nvSpPr>
          <p:cNvPr id="3" name="TextBox 2">
            <a:extLst>
              <a:ext uri="{FF2B5EF4-FFF2-40B4-BE49-F238E27FC236}">
                <a16:creationId xmlns:a16="http://schemas.microsoft.com/office/drawing/2014/main" id="{BAAC29BA-FBC8-BF84-FC75-F300F1A31255}"/>
              </a:ext>
            </a:extLst>
          </p:cNvPr>
          <p:cNvSpPr txBox="1"/>
          <p:nvPr/>
        </p:nvSpPr>
        <p:spPr>
          <a:xfrm>
            <a:off x="17889415" y="7811400"/>
            <a:ext cx="8932985" cy="8710077"/>
          </a:xfrm>
          <a:prstGeom prst="rect">
            <a:avLst/>
          </a:prstGeom>
          <a:noFill/>
        </p:spPr>
        <p:txBody>
          <a:bodyPr wrap="square" rtlCol="0">
            <a:spAutoFit/>
          </a:bodyPr>
          <a:lstStyle/>
          <a:p>
            <a:r>
              <a:rPr lang="en-GB" sz="5600" dirty="0"/>
              <a:t>●Visualise memory allocation algorithms. </a:t>
            </a:r>
          </a:p>
          <a:p>
            <a:r>
              <a:rPr lang="en-GB" sz="5600" dirty="0"/>
              <a:t>●Compare different allocation strategies. </a:t>
            </a:r>
          </a:p>
          <a:p>
            <a:r>
              <a:rPr lang="en-GB" sz="5600" dirty="0"/>
              <a:t>●Illustrate memory fragmentation. </a:t>
            </a:r>
          </a:p>
          <a:p>
            <a:r>
              <a:rPr lang="en-GB" sz="5600" dirty="0"/>
              <a:t>●Simplify Operating Systems concepts using graphics. ●Provide an interactive learning experience.</a:t>
            </a:r>
          </a:p>
        </p:txBody>
      </p:sp>
      <p:sp>
        <p:nvSpPr>
          <p:cNvPr id="19" name="TextBox 18">
            <a:extLst>
              <a:ext uri="{FF2B5EF4-FFF2-40B4-BE49-F238E27FC236}">
                <a16:creationId xmlns:a16="http://schemas.microsoft.com/office/drawing/2014/main" id="{01CFA081-8DEB-D083-AEEB-EF64AE014A80}"/>
              </a:ext>
            </a:extLst>
          </p:cNvPr>
          <p:cNvSpPr txBox="1"/>
          <p:nvPr/>
        </p:nvSpPr>
        <p:spPr>
          <a:xfrm>
            <a:off x="2625971" y="19409779"/>
            <a:ext cx="10128738" cy="6863417"/>
          </a:xfrm>
          <a:prstGeom prst="rect">
            <a:avLst/>
          </a:prstGeom>
          <a:noFill/>
        </p:spPr>
        <p:txBody>
          <a:bodyPr wrap="square">
            <a:spAutoFit/>
          </a:bodyPr>
          <a:lstStyle/>
          <a:p>
            <a:r>
              <a:rPr lang="en-GB" sz="5500" dirty="0"/>
              <a:t>●Successfully visualised memory allocation. </a:t>
            </a:r>
          </a:p>
          <a:p>
            <a:r>
              <a:rPr lang="en-GB" sz="5500" dirty="0"/>
              <a:t>●Clearly displayed memory fragmentation. </a:t>
            </a:r>
          </a:p>
          <a:p>
            <a:r>
              <a:rPr lang="en-GB" sz="5500" dirty="0"/>
              <a:t>●Enabled comparison of allocation strategies. </a:t>
            </a:r>
          </a:p>
          <a:p>
            <a:r>
              <a:rPr lang="en-GB" sz="5500" dirty="0"/>
              <a:t>●Improved understanding through interactive graphics.</a:t>
            </a:r>
          </a:p>
        </p:txBody>
      </p:sp>
      <p:sp>
        <p:nvSpPr>
          <p:cNvPr id="21" name="TextBox 20">
            <a:extLst>
              <a:ext uri="{FF2B5EF4-FFF2-40B4-BE49-F238E27FC236}">
                <a16:creationId xmlns:a16="http://schemas.microsoft.com/office/drawing/2014/main" id="{246C3C1F-B540-C70B-6978-4F2CC285286A}"/>
              </a:ext>
            </a:extLst>
          </p:cNvPr>
          <p:cNvSpPr txBox="1"/>
          <p:nvPr/>
        </p:nvSpPr>
        <p:spPr>
          <a:xfrm>
            <a:off x="17889415" y="19269099"/>
            <a:ext cx="9826787" cy="7709803"/>
          </a:xfrm>
          <a:prstGeom prst="rect">
            <a:avLst/>
          </a:prstGeom>
          <a:noFill/>
        </p:spPr>
        <p:txBody>
          <a:bodyPr wrap="square">
            <a:spAutoFit/>
          </a:bodyPr>
          <a:lstStyle/>
          <a:p>
            <a:r>
              <a:rPr lang="en-GB" sz="5500" dirty="0"/>
              <a:t>●Responsive graphical dashboard.</a:t>
            </a:r>
          </a:p>
          <a:p>
            <a:r>
              <a:rPr lang="en-GB" sz="5500" dirty="0"/>
              <a:t>● Pseudo-3D city visualisation. </a:t>
            </a:r>
          </a:p>
          <a:p>
            <a:r>
              <a:rPr lang="en-GB" sz="5500" dirty="0"/>
              <a:t>● Dynamic memory block rendering. </a:t>
            </a:r>
          </a:p>
          <a:p>
            <a:r>
              <a:rPr lang="en-GB" sz="5500" dirty="0"/>
              <a:t>● Real-time status and fragmentation updates. </a:t>
            </a:r>
          </a:p>
          <a:p>
            <a:r>
              <a:rPr lang="en-GB" sz="5500" dirty="0"/>
              <a:t>● Smooth and intuitive user interaction.</a:t>
            </a:r>
          </a:p>
        </p:txBody>
      </p:sp>
      <p:sp>
        <p:nvSpPr>
          <p:cNvPr id="23" name="TextBox 22">
            <a:extLst>
              <a:ext uri="{FF2B5EF4-FFF2-40B4-BE49-F238E27FC236}">
                <a16:creationId xmlns:a16="http://schemas.microsoft.com/office/drawing/2014/main" id="{794FB09B-7457-7735-8442-AB36F430471E}"/>
              </a:ext>
            </a:extLst>
          </p:cNvPr>
          <p:cNvSpPr txBox="1"/>
          <p:nvPr/>
        </p:nvSpPr>
        <p:spPr>
          <a:xfrm>
            <a:off x="3094892" y="29912806"/>
            <a:ext cx="10128738" cy="6017032"/>
          </a:xfrm>
          <a:prstGeom prst="rect">
            <a:avLst/>
          </a:prstGeom>
          <a:noFill/>
        </p:spPr>
        <p:txBody>
          <a:bodyPr wrap="square">
            <a:spAutoFit/>
          </a:bodyPr>
          <a:lstStyle/>
          <a:p>
            <a:r>
              <a:rPr lang="en-GB" sz="5500" dirty="0"/>
              <a:t>Smart Memory City successfully transforms abstract memory allocation concepts into an interactive visual experience, making Operating Systems easier to understand through computer graphics.</a:t>
            </a:r>
          </a:p>
        </p:txBody>
      </p:sp>
      <p:sp>
        <p:nvSpPr>
          <p:cNvPr id="25" name="TextBox 24">
            <a:extLst>
              <a:ext uri="{FF2B5EF4-FFF2-40B4-BE49-F238E27FC236}">
                <a16:creationId xmlns:a16="http://schemas.microsoft.com/office/drawing/2014/main" id="{4DA9DA46-124F-AA9F-5D76-DA9C39D22A87}"/>
              </a:ext>
            </a:extLst>
          </p:cNvPr>
          <p:cNvSpPr txBox="1"/>
          <p:nvPr/>
        </p:nvSpPr>
        <p:spPr>
          <a:xfrm>
            <a:off x="15209836" y="29912806"/>
            <a:ext cx="15134492" cy="6724918"/>
          </a:xfrm>
          <a:prstGeom prst="rect">
            <a:avLst/>
          </a:prstGeom>
          <a:noFill/>
        </p:spPr>
        <p:txBody>
          <a:bodyPr wrap="square">
            <a:spAutoFit/>
          </a:bodyPr>
          <a:lstStyle/>
          <a:p>
            <a:r>
              <a:rPr lang="en-GB" sz="4500" dirty="0"/>
              <a:t>●Silberschatz, A., Galvin, P. B., &amp; Gagne, G. </a:t>
            </a:r>
            <a:r>
              <a:rPr lang="en-GB" sz="4500" i="1" dirty="0"/>
              <a:t>Operating System Concepts</a:t>
            </a:r>
            <a:r>
              <a:rPr lang="en-GB" sz="4500" dirty="0"/>
              <a:t> (10th Edition). Wiley.</a:t>
            </a:r>
          </a:p>
          <a:p>
            <a:r>
              <a:rPr lang="en-GB" sz="4500" dirty="0"/>
              <a:t>● Hearn, D., Baker, M. P., &amp; Carithers, W. </a:t>
            </a:r>
            <a:r>
              <a:rPr lang="en-GB" sz="4500" i="1" dirty="0"/>
              <a:t>Computer Graphics with OpenGL</a:t>
            </a:r>
            <a:r>
              <a:rPr lang="en-GB" sz="4500" dirty="0"/>
              <a:t> (4th Edition). Pearson.</a:t>
            </a:r>
          </a:p>
          <a:p>
            <a:r>
              <a:rPr lang="en-GB" sz="4500" dirty="0"/>
              <a:t>● Innovation University, Faculty of Computers &amp; Information Technology. </a:t>
            </a:r>
            <a:r>
              <a:rPr lang="en-GB" sz="4500" i="1" dirty="0"/>
              <a:t>Computer Graphics Course Notes</a:t>
            </a:r>
            <a:r>
              <a:rPr lang="en-GB" sz="4500" dirty="0"/>
              <a:t>.</a:t>
            </a:r>
          </a:p>
          <a:p>
            <a:r>
              <a:rPr lang="en-GB" sz="4500" dirty="0"/>
              <a:t>● Innovation University, Faculty of Computers &amp; Information Technology. </a:t>
            </a:r>
            <a:r>
              <a:rPr lang="en-GB" sz="4500" i="1" dirty="0"/>
              <a:t>Operating Systems Course Notes</a:t>
            </a:r>
            <a:r>
              <a:rPr lang="en-GB" sz="4500" dirty="0"/>
              <a:t>.</a:t>
            </a:r>
          </a:p>
          <a:p>
            <a:endParaRPr lang="en-GB" sz="5500" dirty="0"/>
          </a:p>
        </p:txBody>
      </p:sp>
      <p:pic>
        <p:nvPicPr>
          <p:cNvPr id="29" name="Picture 28">
            <a:extLst>
              <a:ext uri="{FF2B5EF4-FFF2-40B4-BE49-F238E27FC236}">
                <a16:creationId xmlns:a16="http://schemas.microsoft.com/office/drawing/2014/main" id="{84D5B978-D458-8FB9-F88A-2947AD675B3C}"/>
              </a:ext>
            </a:extLst>
          </p:cNvPr>
          <p:cNvPicPr>
            <a:picLocks noChangeAspect="1"/>
          </p:cNvPicPr>
          <p:nvPr/>
        </p:nvPicPr>
        <p:blipFill>
          <a:blip r:embed="rId3"/>
          <a:stretch/>
        </p:blipFill>
        <p:spPr>
          <a:xfrm>
            <a:off x="469241" y="1025626"/>
            <a:ext cx="6820883" cy="3245359"/>
          </a:xfrm>
          <a:prstGeom prst="rect">
            <a:avLst/>
          </a:prstGeom>
        </p:spPr>
      </p:pic>
    </p:spTree>
    <p:extLst>
      <p:ext uri="{BB962C8B-B14F-4D97-AF65-F5344CB8AC3E}">
        <p14:creationId xmlns:p14="http://schemas.microsoft.com/office/powerpoint/2010/main" val="17803068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 2013 - 2022</Template>
  <TotalTime>436</TotalTime>
  <Words>309</Words>
  <Application>Microsoft Office PowerPoint</Application>
  <PresentationFormat>Custom</PresentationFormat>
  <Paragraphs>32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Arial Black</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Tsairuby</dc:creator>
  <cp:lastModifiedBy>HANA YASSER MOHAMED WAHEED</cp:lastModifiedBy>
  <cp:revision>16</cp:revision>
  <dcterms:created xsi:type="dcterms:W3CDTF">2022-08-16T05:39:45Z</dcterms:created>
  <dcterms:modified xsi:type="dcterms:W3CDTF">2026-07-12T14:11:57Z</dcterms:modified>
</cp:coreProperties>
</file>