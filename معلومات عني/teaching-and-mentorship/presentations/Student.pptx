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83" r:id="rId5"/>
    <p:sldMasterId id="2147483772" r:id="rId6"/>
    <p:sldMasterId id="2147483807" r:id="rId7"/>
    <p:sldMasterId id="2147483827" r:id="rId8"/>
    <p:sldMasterId id="214748387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</p:sldIdLst>
  <p:sldSz cy="6858000" cx="12192000"/>
  <p:notesSz cx="6858000" cy="9144000"/>
  <p:embeddedFontLst>
    <p:embeddedFont>
      <p:font typeface="Fredoka"/>
      <p:regular r:id="rId44"/>
      <p:bold r:id="rId45"/>
    </p:embeddedFont>
    <p:embeddedFont>
      <p:font typeface="Kdam Thmor Pro"/>
      <p:regular r:id="rId46"/>
    </p:embeddedFont>
    <p:embeddedFont>
      <p:font typeface="Quicksand"/>
      <p:regular r:id="rId47"/>
      <p:bold r:id="rId48"/>
    </p:embeddedFont>
    <p:embeddedFont>
      <p:font typeface="Quicksand SemiBold"/>
      <p:regular r:id="rId49"/>
      <p:bold r:id="rId50"/>
    </p:embeddedFont>
    <p:embeddedFont>
      <p:font typeface="Quicksand Light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iFu5EFOH0lfvCfhEKpdo3y3euu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font" Target="fonts/Fredoka-regular.fntdata"/><Relationship Id="rId43" Type="http://schemas.openxmlformats.org/officeDocument/2006/relationships/slide" Target="slides/slide33.xml"/><Relationship Id="rId46" Type="http://schemas.openxmlformats.org/officeDocument/2006/relationships/font" Target="fonts/KdamThmorPro-regular.fntdata"/><Relationship Id="rId45" Type="http://schemas.openxmlformats.org/officeDocument/2006/relationships/font" Target="fonts/Fredoka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font" Target="fonts/Quicksand-bold.fntdata"/><Relationship Id="rId47" Type="http://schemas.openxmlformats.org/officeDocument/2006/relationships/font" Target="fonts/Quicksand-regular.fntdata"/><Relationship Id="rId49" Type="http://schemas.openxmlformats.org/officeDocument/2006/relationships/font" Target="fonts/QuicksandSemiBold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QuicksandLight-regular.fntdata"/><Relationship Id="rId50" Type="http://schemas.openxmlformats.org/officeDocument/2006/relationships/font" Target="fonts/QuicksandSemiBold-bold.fntdata"/><Relationship Id="rId53" Type="http://customschemas.google.com/relationships/presentationmetadata" Target="metadata"/><Relationship Id="rId52" Type="http://schemas.openxmlformats.org/officeDocument/2006/relationships/font" Target="fonts/QuicksandLight-bold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raftpix.net/freebies/" TargetMode="External"/><Relationship Id="rId3" Type="http://schemas.openxmlformats.org/officeDocument/2006/relationships/hyperlink" Target="https://www.flaticon.com/search?word=icecream" TargetMode="External"/><Relationship Id="rId4" Type="http://schemas.openxmlformats.org/officeDocument/2006/relationships/hyperlink" Target="https://mixkit.co/free-sound-effects/win/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5" name="Shape 4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g3e84c60b4f6_0_3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7" name="Google Shape;4197;g3e84c60b4f6_0_3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5" name="Shape 4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6" name="Google Shape;42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7" name="Google Shape;42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1" name="Shape 4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Google Shape;4212;g2a03dc920b0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3" name="Google Shape;4213;g2a03dc920b0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https://wheelofnames.com/eqj-8zc</a:t>
            </a:r>
            <a:endParaRPr/>
          </a:p>
        </p:txBody>
      </p:sp>
      <p:sp>
        <p:nvSpPr>
          <p:cNvPr id="4214" name="Google Shape;4214;g2a03dc920b0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7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g2baf9e5dadc_0_1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9" name="Google Shape;4219;g2baf9e5dadc_0_1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0" name="Google Shape;4220;g2baf9e5dadc_0_1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3" name="Shape 4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4" name="Google Shape;42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5" name="Google Shape;42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9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0" name="Google Shape;4230;g275e689c51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1" name="Google Shape;4231;g275e689c51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4" name="Shape 4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5" name="Google Shape;4235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36" name="Google Shape;4236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9" name="Shape 4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0" name="Google Shape;42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1" name="Google Shape;42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6" name="Shape 4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7" name="Google Shape;4247;g2ba2dd07871_0_1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8" name="Google Shape;4248;g2ba2dd07871_0_1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9" name="Google Shape;4249;g2ba2dd07871_0_1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2" name="Shape 4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Google Shape;42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54" name="Google Shape;42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7" name="Shape 4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8" name="Google Shape;4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9" name="Google Shape;42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2" name="Shape 4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3" name="Google Shape;4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4" name="Google Shape;4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9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1" name="Google Shape;4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6" name="Shape 4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7" name="Google Shape;4277;g3e84c60b4f6_0_3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8" name="Google Shape;4278;g3e84c60b4f6_0_3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9" name="Google Shape;4279;g3e84c60b4f6_0_3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3" name="Shape 4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Google Shape;4284;g2ba2dd0787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5" name="Google Shape;4285;g2ba2dd0787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Games are a type of software</a:t>
            </a:r>
            <a:endParaRPr/>
          </a:p>
        </p:txBody>
      </p:sp>
      <p:sp>
        <p:nvSpPr>
          <p:cNvPr id="4286" name="Google Shape;4286;g2ba2dd0787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9" name="Shape 4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" name="Google Shape;4290;g2ba2dd07871_0_23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1" name="Google Shape;4291;g2ba2dd07871_0_2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3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Google Shape;4294;g2ba2dd07871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5" name="Google Shape;4295;g2ba2dd07871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6" name="Google Shape;4296;g2ba2dd07871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0" name="Shape 4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" name="Google Shape;4301;g2ba2dd07871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2" name="Google Shape;4302;g2ba2dd07871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3" name="Google Shape;4303;g2ba2dd07871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6" name="Shape 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" name="Google Shape;4307;g2ba2dd0787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8" name="Google Shape;4308;g2ba2dd0787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9" name="Google Shape;4309;g2ba2dd07871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3" name="Shape 4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4" name="Google Shape;4314;g2ba2dd07871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5" name="Google Shape;4315;g2ba2dd07871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6" name="Google Shape;4316;g2ba2dd07871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1" name="Shape 4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2" name="Google Shape;4322;g2ba2dd0787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3" name="Google Shape;4323;g2ba2dd0787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4" name="Google Shape;4324;g2ba2dd0787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7" name="Shape 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Google Shape;4328;g2ba2dd07871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9" name="Google Shape;4329;g2ba2dd07871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0" name="Google Shape;4330;g2ba2dd07871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5" name="Shape 4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6" name="Google Shape;4336;g2ba2dd07871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7" name="Google Shape;4337;g2ba2dd07871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8" name="Google Shape;4338;g2ba2dd07871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g3e84c60b4f6_0_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5" name="Google Shape;4345;g3e84c60b4f6_0_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8" name="Shape 4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9" name="Google Shape;4349;g3e84c60b4f6_0_6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0" name="Google Shape;4350;g3e84c60b4f6_0_6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1" name="Google Shape;4351;g3e84c60b4f6_0_6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4" name="Shape 4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Google Shape;4355;g3e84c60b4f6_0_6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6" name="Google Shape;4356;g3e84c60b4f6_0_6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7" name="Google Shape;4357;g3e84c60b4f6_0_6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1" name="Shape 4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" name="Google Shape;4362;g3e84c60b4f6_0_6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3" name="Google Shape;4363;g3e84c60b4f6_0_6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4" name="Google Shape;4364;g3e84c60b4f6_0_6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0" name="Shape 4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1" name="Google Shape;4371;g3e84c60b4f6_0_6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2" name="Google Shape;4372;g3e84c60b4f6_0_6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(You can share with students)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Resources for sprites and game assets: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https://craftpix.net/freebies/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(sprites)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https://www.flaticon.com/search?word=icecream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(sprites)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https://mixkit.co/free-sound-effects/win/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(game sounds)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3" name="Google Shape;4373;g3e84c60b4f6_0_6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9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g3e84c60b4f6_0_6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1" name="Google Shape;4381;g3e84c60b4f6_0_6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2" name="Google Shape;4382;g3e84c60b4f6_0_6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5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g3e84c60b4f6_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7" name="Google Shape;4387;g3e84c60b4f6_0_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8" name="Google Shape;4388;g3e84c60b4f6_0_6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3" name="Shape 4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4" name="Google Shape;4394;g2ba2dd07871_0_1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5" name="Google Shape;4395;g2ba2dd07871_0_1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8" name="Shape 4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9" name="Google Shape;4399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0" name="Google Shape;44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2" name="Shape 4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" name="Google Shape;4403;g3e84c60b4f6_0_3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4" name="Google Shape;4404;g3e84c60b4f6_0_3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4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8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30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3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6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7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8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0.png"/><Relationship Id="rId3" Type="http://schemas.openxmlformats.org/officeDocument/2006/relationships/image" Target="../media/image46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7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8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0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62.png"/><Relationship Id="rId4" Type="http://schemas.openxmlformats.org/officeDocument/2006/relationships/image" Target="../media/image61.jp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0.png"/><Relationship Id="rId3" Type="http://schemas.openxmlformats.org/officeDocument/2006/relationships/image" Target="../media/image46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8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7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8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8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0.png"/><Relationship Id="rId3" Type="http://schemas.openxmlformats.org/officeDocument/2006/relationships/image" Target="../media/image6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openxmlformats.org/officeDocument/2006/relationships/image" Target="../media/image14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2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2"/>
          <p:cNvSpPr/>
          <p:nvPr/>
        </p:nvSpPr>
        <p:spPr>
          <a:xfrm>
            <a:off x="204186" y="173736"/>
            <a:ext cx="11656381" cy="6382512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" name="Google Shape;28;p72"/>
          <p:cNvSpPr txBox="1"/>
          <p:nvPr>
            <p:ph type="title"/>
          </p:nvPr>
        </p:nvSpPr>
        <p:spPr>
          <a:xfrm>
            <a:off x="838200" y="2523046"/>
            <a:ext cx="7754626" cy="68262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2352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72"/>
          <p:cNvSpPr txBox="1"/>
          <p:nvPr>
            <p:ph idx="1" type="body"/>
          </p:nvPr>
        </p:nvSpPr>
        <p:spPr>
          <a:xfrm>
            <a:off x="838200" y="3077083"/>
            <a:ext cx="7752733" cy="54292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549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1">
  <p:cSld name="Make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g2a03dc920b0_0_118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2" name="Google Shape;32;g2a03dc920b0_0_118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3" name="Google Shape;33;g2a03dc920b0_0_118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4" name="Google Shape;34;g2a03dc920b0_0_118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" name="Google Shape;35;g2a03dc920b0_0_118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" name="Google Shape;36;g2a03dc920b0_0_118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" name="Google Shape;37;g2a03dc920b0_0_118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8" name="Google Shape;38;g2a03dc920b0_0_118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9" name="Google Shape;39;g2a03dc920b0_0_118"/>
          <p:cNvSpPr txBox="1"/>
          <p:nvPr/>
        </p:nvSpPr>
        <p:spPr>
          <a:xfrm>
            <a:off x="628150" y="798475"/>
            <a:ext cx="319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Ice breaking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a03dc920b0_0_118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41" name="Google Shape;41;g2a03dc920b0_0_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6811" y="1485900"/>
            <a:ext cx="58293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3"/>
          <p:cNvSpPr txBox="1"/>
          <p:nvPr>
            <p:ph idx="1" type="body"/>
          </p:nvPr>
        </p:nvSpPr>
        <p:spPr>
          <a:xfrm>
            <a:off x="2022957" y="1116184"/>
            <a:ext cx="91440" cy="3108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4" name="Google Shape;44;p73"/>
          <p:cNvSpPr txBox="1"/>
          <p:nvPr/>
        </p:nvSpPr>
        <p:spPr>
          <a:xfrm>
            <a:off x="996843" y="968220"/>
            <a:ext cx="10442682" cy="69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" name="Google Shape;45;p73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3"/>
          <p:cNvSpPr txBox="1"/>
          <p:nvPr>
            <p:ph idx="2" type="body"/>
          </p:nvPr>
        </p:nvSpPr>
        <p:spPr>
          <a:xfrm>
            <a:off x="1871003" y="1667167"/>
            <a:ext cx="8773316" cy="1956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7" name="Google Shape;47;p73"/>
          <p:cNvSpPr txBox="1"/>
          <p:nvPr>
            <p:ph idx="3" type="body"/>
          </p:nvPr>
        </p:nvSpPr>
        <p:spPr>
          <a:xfrm>
            <a:off x="2337773" y="654820"/>
            <a:ext cx="67866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cap">
  <p:cSld name="1_Recap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24"/>
          <p:cNvGrpSpPr/>
          <p:nvPr/>
        </p:nvGrpSpPr>
        <p:grpSpPr>
          <a:xfrm>
            <a:off x="680025" y="0"/>
            <a:ext cx="3090788" cy="1806087"/>
            <a:chOff x="536716" y="-1319"/>
            <a:chExt cx="3976695" cy="2323763"/>
          </a:xfrm>
        </p:grpSpPr>
        <p:sp>
          <p:nvSpPr>
            <p:cNvPr id="50" name="Google Shape;50;p124"/>
            <p:cNvSpPr/>
            <p:nvPr/>
          </p:nvSpPr>
          <p:spPr>
            <a:xfrm>
              <a:off x="3829881" y="897"/>
              <a:ext cx="92766" cy="90435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51" name="Google Shape;51;p124"/>
            <p:cNvGrpSpPr/>
            <p:nvPr/>
          </p:nvGrpSpPr>
          <p:grpSpPr>
            <a:xfrm>
              <a:off x="536716" y="0"/>
              <a:ext cx="3976695" cy="2322444"/>
              <a:chOff x="947530" y="0"/>
              <a:chExt cx="3976695" cy="2322444"/>
            </a:xfrm>
          </p:grpSpPr>
          <p:sp>
            <p:nvSpPr>
              <p:cNvPr id="52" name="Google Shape;52;p124"/>
              <p:cNvSpPr/>
              <p:nvPr/>
            </p:nvSpPr>
            <p:spPr>
              <a:xfrm>
                <a:off x="1364970" y="0"/>
                <a:ext cx="92766" cy="904356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3" name="Google Shape;53;p124"/>
              <p:cNvSpPr/>
              <p:nvPr/>
            </p:nvSpPr>
            <p:spPr>
              <a:xfrm>
                <a:off x="1041338" y="920922"/>
                <a:ext cx="3882887" cy="1401522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4" name="Google Shape;54;p124"/>
              <p:cNvSpPr/>
              <p:nvPr/>
            </p:nvSpPr>
            <p:spPr>
              <a:xfrm>
                <a:off x="947530" y="824843"/>
                <a:ext cx="3882887" cy="1401522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5" name="Google Shape;55;p124"/>
              <p:cNvSpPr/>
              <p:nvPr/>
            </p:nvSpPr>
            <p:spPr>
              <a:xfrm>
                <a:off x="4194312" y="0"/>
                <a:ext cx="92766" cy="904356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56" name="Google Shape;56;p124"/>
            <p:cNvSpPr/>
            <p:nvPr/>
          </p:nvSpPr>
          <p:spPr>
            <a:xfrm>
              <a:off x="907773" y="-1319"/>
              <a:ext cx="92766" cy="90435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7" name="Google Shape;57;p124"/>
          <p:cNvSpPr txBox="1"/>
          <p:nvPr/>
        </p:nvSpPr>
        <p:spPr>
          <a:xfrm>
            <a:off x="680025" y="702888"/>
            <a:ext cx="30178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09216" y="526820"/>
            <a:ext cx="5309936" cy="530993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4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25"/>
          <p:cNvGrpSpPr/>
          <p:nvPr/>
        </p:nvGrpSpPr>
        <p:grpSpPr>
          <a:xfrm>
            <a:off x="680025" y="0"/>
            <a:ext cx="3090788" cy="1806087"/>
            <a:chOff x="536716" y="-1319"/>
            <a:chExt cx="3976695" cy="2323763"/>
          </a:xfrm>
        </p:grpSpPr>
        <p:sp>
          <p:nvSpPr>
            <p:cNvPr id="62" name="Google Shape;62;p125"/>
            <p:cNvSpPr/>
            <p:nvPr/>
          </p:nvSpPr>
          <p:spPr>
            <a:xfrm>
              <a:off x="3829881" y="897"/>
              <a:ext cx="92766" cy="90435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63" name="Google Shape;63;p125"/>
            <p:cNvGrpSpPr/>
            <p:nvPr/>
          </p:nvGrpSpPr>
          <p:grpSpPr>
            <a:xfrm>
              <a:off x="536716" y="0"/>
              <a:ext cx="3976695" cy="2322444"/>
              <a:chOff x="947530" y="0"/>
              <a:chExt cx="3976695" cy="2322444"/>
            </a:xfrm>
          </p:grpSpPr>
          <p:sp>
            <p:nvSpPr>
              <p:cNvPr id="64" name="Google Shape;64;p125"/>
              <p:cNvSpPr/>
              <p:nvPr/>
            </p:nvSpPr>
            <p:spPr>
              <a:xfrm>
                <a:off x="1364970" y="0"/>
                <a:ext cx="92766" cy="904356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5" name="Google Shape;65;p125"/>
              <p:cNvSpPr/>
              <p:nvPr/>
            </p:nvSpPr>
            <p:spPr>
              <a:xfrm>
                <a:off x="1041338" y="920922"/>
                <a:ext cx="3882887" cy="1401522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6" name="Google Shape;66;p125"/>
              <p:cNvSpPr/>
              <p:nvPr/>
            </p:nvSpPr>
            <p:spPr>
              <a:xfrm>
                <a:off x="947530" y="824843"/>
                <a:ext cx="3882887" cy="1401522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7" name="Google Shape;67;p125"/>
              <p:cNvSpPr/>
              <p:nvPr/>
            </p:nvSpPr>
            <p:spPr>
              <a:xfrm>
                <a:off x="4194312" y="0"/>
                <a:ext cx="92766" cy="904356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68" name="Google Shape;68;p125"/>
            <p:cNvSpPr/>
            <p:nvPr/>
          </p:nvSpPr>
          <p:spPr>
            <a:xfrm>
              <a:off x="907773" y="-1319"/>
              <a:ext cx="92766" cy="90435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69" name="Google Shape;69;p125"/>
          <p:cNvSpPr txBox="1"/>
          <p:nvPr/>
        </p:nvSpPr>
        <p:spPr>
          <a:xfrm>
            <a:off x="680025" y="702888"/>
            <a:ext cx="30178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125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71" name="Google Shape;71;p125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" name="Google Shape;72;p125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74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73" name="Google Shape;73;p125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74" name="Google Shape;74;p125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" name="Google Shape;75;p125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6" name="Google Shape;76;p125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7" name="Google Shape;77;p125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8" name="Google Shape;78;p125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9" name="Google Shape;79;p125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0" name="Google Shape;80;p125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1" name="Google Shape;81;p125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2" name="Google Shape;82;p125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3" name="Google Shape;83;p125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4" name="Google Shape;84;p125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5" name="Google Shape;85;p125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6" name="Google Shape;86;p125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7" name="Google Shape;87;p125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8" name="Google Shape;88;p125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89" name="Google Shape;89;p125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0" name="Google Shape;90;p125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1" name="Google Shape;91;p125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2" name="Google Shape;92;p125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3" name="Google Shape;93;p125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4" name="Google Shape;94;p125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5" name="Google Shape;95;p125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6" name="Google Shape;96;p125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" name="Google Shape;97;p125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" name="Google Shape;98;p125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" name="Google Shape;99;p125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" name="Google Shape;100;p125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" name="Google Shape;101;p125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" name="Google Shape;102;p125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" name="Google Shape;103;p125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4" name="Google Shape;104;p125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5" name="Google Shape;105;p125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6" name="Google Shape;106;p125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7" name="Google Shape;107;p125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8" name="Google Shape;108;p125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9" name="Google Shape;109;p125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0" name="Google Shape;110;p125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1" name="Google Shape;111;p125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2" name="Google Shape;112;p125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3" name="Google Shape;113;p125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4" name="Google Shape;114;p125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5" name="Google Shape;115;p125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6" name="Google Shape;116;p125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7" name="Google Shape;117;p125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" name="Google Shape;118;p125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19" name="Google Shape;119;p125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120" name="Google Shape;120;p125"/>
            <p:cNvSpPr/>
            <p:nvPr/>
          </p:nvSpPr>
          <p:spPr>
            <a:xfrm rot="-249000">
              <a:off x="7738494" y="3722091"/>
              <a:ext cx="137335" cy="12847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" name="Google Shape;121;p125"/>
            <p:cNvSpPr/>
            <p:nvPr/>
          </p:nvSpPr>
          <p:spPr>
            <a:xfrm rot="-249000">
              <a:off x="7931372" y="3710686"/>
              <a:ext cx="67447" cy="12847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" name="Google Shape;122;p125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" name="Google Shape;123;p125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" name="Google Shape;124;p125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" name="Google Shape;125;p125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" name="Google Shape;126;p125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" name="Google Shape;127;p125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" name="Google Shape;128;p125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9" name="Google Shape;129;p125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30" name="Google Shape;130;p125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131" name="Google Shape;131;p125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2" name="Google Shape;132;p125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3" name="Google Shape;133;p125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4" name="Google Shape;134;p125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5" name="Google Shape;135;p125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6" name="Google Shape;136;p125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74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" name="Google Shape;137;p125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" name="Google Shape;138;p125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" name="Google Shape;139;p125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" name="Google Shape;140;p125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" name="Google Shape;141;p125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" name="Google Shape;142;p125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" name="Google Shape;143;p125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4" name="Google Shape;144;p125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5" name="Google Shape;145;p125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6" name="Google Shape;146;p125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7" name="Google Shape;147;p125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8" name="Google Shape;148;p125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9" name="Google Shape;149;p125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0" name="Google Shape;150;p125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1" name="Google Shape;151;p125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2" name="Google Shape;152;p125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3" name="Google Shape;153;p125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4" name="Google Shape;154;p125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5" name="Google Shape;155;p125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6" name="Google Shape;156;p125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7" name="Google Shape;157;p125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8" name="Google Shape;158;p125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" name="Google Shape;159;p125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" name="Google Shape;160;p125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" name="Google Shape;161;p125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" name="Google Shape;162;p125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" name="Google Shape;163;p125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" name="Google Shape;164;p125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" name="Google Shape;165;p125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6" name="Google Shape;166;p125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7" name="Google Shape;167;p125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8" name="Google Shape;168;p125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9" name="Google Shape;169;p125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0" name="Google Shape;170;p125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1" name="Google Shape;171;p125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2" name="Google Shape;172;p125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3" name="Google Shape;173;p125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4" name="Google Shape;174;p125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5" name="Google Shape;175;p125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6" name="Google Shape;176;p125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7" name="Google Shape;177;p125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" name="Google Shape;178;p125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" name="Google Shape;179;p125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" name="Google Shape;180;p125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" name="Google Shape;181;p125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" name="Google Shape;182;p125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" name="Google Shape;183;p125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" name="Google Shape;184;p125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" name="Google Shape;185;p125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86" name="Google Shape;186;p125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7" name="Google Shape;187;p125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2"/>
          <p:cNvGrpSpPr/>
          <p:nvPr/>
        </p:nvGrpSpPr>
        <p:grpSpPr>
          <a:xfrm>
            <a:off x="0" y="579518"/>
            <a:ext cx="4207564" cy="823539"/>
            <a:chOff x="0" y="579518"/>
            <a:chExt cx="4207564" cy="823539"/>
          </a:xfrm>
        </p:grpSpPr>
        <p:sp>
          <p:nvSpPr>
            <p:cNvPr id="190" name="Google Shape;190;p92"/>
            <p:cNvSpPr/>
            <p:nvPr/>
          </p:nvSpPr>
          <p:spPr>
            <a:xfrm>
              <a:off x="0" y="676841"/>
              <a:ext cx="4207564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1" name="Google Shape;191;p92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92" name="Google Shape;192;p92"/>
          <p:cNvSpPr txBox="1"/>
          <p:nvPr>
            <p:ph idx="1" type="body"/>
          </p:nvPr>
        </p:nvSpPr>
        <p:spPr>
          <a:xfrm>
            <a:off x="781050" y="1581150"/>
            <a:ext cx="10477500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3" name="Google Shape;193;p92"/>
          <p:cNvSpPr txBox="1"/>
          <p:nvPr>
            <p:ph idx="2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4" name="Google Shape;194;p92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1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8" name="Google Shape;198;p115"/>
          <p:cNvSpPr txBox="1"/>
          <p:nvPr>
            <p:ph idx="2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a2dd07871_0_1146"/>
          <p:cNvSpPr txBox="1"/>
          <p:nvPr/>
        </p:nvSpPr>
        <p:spPr>
          <a:xfrm>
            <a:off x="794875" y="2957438"/>
            <a:ext cx="586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01"/>
          <p:cNvGrpSpPr/>
          <p:nvPr/>
        </p:nvGrpSpPr>
        <p:grpSpPr>
          <a:xfrm>
            <a:off x="680025" y="-12733"/>
            <a:ext cx="4628822" cy="1818820"/>
            <a:chOff x="536716" y="-17702"/>
            <a:chExt cx="5955573" cy="2340146"/>
          </a:xfrm>
        </p:grpSpPr>
        <p:sp>
          <p:nvSpPr>
            <p:cNvPr id="203" name="Google Shape;203;p101"/>
            <p:cNvSpPr/>
            <p:nvPr/>
          </p:nvSpPr>
          <p:spPr>
            <a:xfrm>
              <a:off x="5830491" y="-16804"/>
              <a:ext cx="92766" cy="90435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04" name="Google Shape;204;p101"/>
            <p:cNvGrpSpPr/>
            <p:nvPr/>
          </p:nvGrpSpPr>
          <p:grpSpPr>
            <a:xfrm>
              <a:off x="536716" y="-17702"/>
              <a:ext cx="5955573" cy="2340146"/>
              <a:chOff x="947530" y="-17702"/>
              <a:chExt cx="5955573" cy="2340146"/>
            </a:xfrm>
          </p:grpSpPr>
          <p:sp>
            <p:nvSpPr>
              <p:cNvPr id="205" name="Google Shape;205;p101"/>
              <p:cNvSpPr/>
              <p:nvPr/>
            </p:nvSpPr>
            <p:spPr>
              <a:xfrm>
                <a:off x="1364970" y="0"/>
                <a:ext cx="92766" cy="904356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" name="Google Shape;206;p101"/>
              <p:cNvSpPr/>
              <p:nvPr/>
            </p:nvSpPr>
            <p:spPr>
              <a:xfrm>
                <a:off x="1041338" y="920922"/>
                <a:ext cx="5861765" cy="1401522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7" name="Google Shape;207;p101"/>
              <p:cNvSpPr/>
              <p:nvPr/>
            </p:nvSpPr>
            <p:spPr>
              <a:xfrm>
                <a:off x="947530" y="824843"/>
                <a:ext cx="5861765" cy="1401522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8" name="Google Shape;208;p101"/>
              <p:cNvSpPr/>
              <p:nvPr/>
            </p:nvSpPr>
            <p:spPr>
              <a:xfrm>
                <a:off x="6194922" y="-17702"/>
                <a:ext cx="92766" cy="904356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09" name="Google Shape;209;p101"/>
            <p:cNvSpPr/>
            <p:nvPr/>
          </p:nvSpPr>
          <p:spPr>
            <a:xfrm>
              <a:off x="907773" y="-1319"/>
              <a:ext cx="92766" cy="90435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10" name="Google Shape;210;p101"/>
          <p:cNvSpPr txBox="1"/>
          <p:nvPr/>
        </p:nvSpPr>
        <p:spPr>
          <a:xfrm>
            <a:off x="639545" y="777563"/>
            <a:ext cx="45559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211" name="Google Shape;211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8431" y="498639"/>
            <a:ext cx="5860721" cy="586072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1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ing">
  <p:cSld name="Exploring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a2dd07871_0_3450"/>
          <p:cNvSpPr txBox="1"/>
          <p:nvPr/>
        </p:nvSpPr>
        <p:spPr>
          <a:xfrm>
            <a:off x="2729495" y="2321004"/>
            <a:ext cx="244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ba2dd07871_0_3450"/>
          <p:cNvSpPr txBox="1"/>
          <p:nvPr/>
        </p:nvSpPr>
        <p:spPr>
          <a:xfrm>
            <a:off x="4360477" y="1337162"/>
            <a:ext cx="3251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b="1" i="0" lang="en-US" sz="1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2ba2dd07871_0_3450"/>
          <p:cNvSpPr txBox="1"/>
          <p:nvPr/>
        </p:nvSpPr>
        <p:spPr>
          <a:xfrm>
            <a:off x="6583633" y="2321004"/>
            <a:ext cx="303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RING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2ba2dd07871_0_34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3375" y="3884347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1"/>
          <p:cNvSpPr/>
          <p:nvPr>
            <p:ph idx="2" type="media"/>
          </p:nvPr>
        </p:nvSpPr>
        <p:spPr>
          <a:xfrm>
            <a:off x="1124438" y="688283"/>
            <a:ext cx="9491001" cy="5338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0" name="Google Shape;220;p91"/>
          <p:cNvSpPr txBox="1"/>
          <p:nvPr>
            <p:ph type="title"/>
          </p:nvPr>
        </p:nvSpPr>
        <p:spPr>
          <a:xfrm>
            <a:off x="325939" y="78301"/>
            <a:ext cx="7579811" cy="45902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549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91"/>
          <p:cNvSpPr txBox="1"/>
          <p:nvPr>
            <p:ph idx="1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95"/>
          <p:cNvGrpSpPr/>
          <p:nvPr/>
        </p:nvGrpSpPr>
        <p:grpSpPr>
          <a:xfrm>
            <a:off x="-1" y="579518"/>
            <a:ext cx="7079530" cy="823539"/>
            <a:chOff x="0" y="579518"/>
            <a:chExt cx="4146825" cy="823539"/>
          </a:xfrm>
        </p:grpSpPr>
        <p:sp>
          <p:nvSpPr>
            <p:cNvPr id="224" name="Google Shape;224;p95"/>
            <p:cNvSpPr/>
            <p:nvPr/>
          </p:nvSpPr>
          <p:spPr>
            <a:xfrm>
              <a:off x="0" y="676841"/>
              <a:ext cx="4146825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5" name="Google Shape;225;p95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6" name="Google Shape;226;p95"/>
          <p:cNvSpPr txBox="1"/>
          <p:nvPr>
            <p:ph idx="1" type="body"/>
          </p:nvPr>
        </p:nvSpPr>
        <p:spPr>
          <a:xfrm>
            <a:off x="540696" y="1677302"/>
            <a:ext cx="31691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7" name="Google Shape;227;p95"/>
          <p:cNvSpPr txBox="1"/>
          <p:nvPr>
            <p:ph idx="2" type="body"/>
          </p:nvPr>
        </p:nvSpPr>
        <p:spPr>
          <a:xfrm>
            <a:off x="3901440" y="1677302"/>
            <a:ext cx="77498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8" name="Google Shape;228;p95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6"/>
          <p:cNvSpPr/>
          <p:nvPr/>
        </p:nvSpPr>
        <p:spPr>
          <a:xfrm>
            <a:off x="2292581" y="0"/>
            <a:ext cx="72100" cy="14924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" name="Google Shape;231;p126"/>
          <p:cNvSpPr/>
          <p:nvPr/>
        </p:nvSpPr>
        <p:spPr>
          <a:xfrm>
            <a:off x="2256531" y="0"/>
            <a:ext cx="72100" cy="1491778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2" name="Google Shape;232;p126"/>
          <p:cNvSpPr/>
          <p:nvPr/>
        </p:nvSpPr>
        <p:spPr>
          <a:xfrm>
            <a:off x="9686155" y="698"/>
            <a:ext cx="72100" cy="155448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33" name="Google Shape;233;p126"/>
          <p:cNvGrpSpPr/>
          <p:nvPr/>
        </p:nvGrpSpPr>
        <p:grpSpPr>
          <a:xfrm>
            <a:off x="911099" y="1079065"/>
            <a:ext cx="10369802" cy="4698470"/>
            <a:chOff x="1290381" y="1417103"/>
            <a:chExt cx="9045564" cy="4098469"/>
          </a:xfrm>
        </p:grpSpPr>
        <p:sp>
          <p:nvSpPr>
            <p:cNvPr id="234" name="Google Shape;234;p126"/>
            <p:cNvSpPr/>
            <p:nvPr/>
          </p:nvSpPr>
          <p:spPr>
            <a:xfrm>
              <a:off x="1363291" y="1491778"/>
              <a:ext cx="8972654" cy="4023794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" name="Google Shape;235;p126"/>
            <p:cNvSpPr/>
            <p:nvPr/>
          </p:nvSpPr>
          <p:spPr>
            <a:xfrm>
              <a:off x="1290381" y="1417103"/>
              <a:ext cx="8972657" cy="4023794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6" name="Google Shape;236;p126"/>
          <p:cNvSpPr/>
          <p:nvPr/>
        </p:nvSpPr>
        <p:spPr>
          <a:xfrm>
            <a:off x="9650105" y="0"/>
            <a:ext cx="72100" cy="155448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7" name="Google Shape;237;p126"/>
          <p:cNvSpPr txBox="1"/>
          <p:nvPr>
            <p:ph idx="1" type="body"/>
          </p:nvPr>
        </p:nvSpPr>
        <p:spPr>
          <a:xfrm>
            <a:off x="994679" y="1164672"/>
            <a:ext cx="10105121" cy="4409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7" cy="396199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6"/>
          <p:cNvSpPr txBox="1"/>
          <p:nvPr/>
        </p:nvSpPr>
        <p:spPr>
          <a:xfrm>
            <a:off x="6288656" y="2231425"/>
            <a:ext cx="476835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7"/>
          <p:cNvSpPr txBox="1"/>
          <p:nvPr/>
        </p:nvSpPr>
        <p:spPr>
          <a:xfrm>
            <a:off x="2505636" y="2773309"/>
            <a:ext cx="71807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g2792376cf4c_2_126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45" name="Google Shape;245;g2792376cf4c_2_126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46" name="Google Shape;246;g2792376cf4c_2_126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47" name="Google Shape;247;g2792376cf4c_2_126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48" name="Google Shape;248;g2792376cf4c_2_126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49" name="Google Shape;249;g2792376cf4c_2_126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0" name="Google Shape;250;g2792376cf4c_2_126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51" name="Google Shape;251;g2792376cf4c_2_126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52" name="Google Shape;252;g2792376cf4c_2_1261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g2792376cf4c_2_1261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254" name="Google Shape;254;g2792376cf4c_2_1261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255" name="Google Shape;255;g2792376cf4c_2_1261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" name="Google Shape;256;g2792376cf4c_2_1261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784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57" name="Google Shape;257;g2792376cf4c_2_1261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258" name="Google Shape;258;g2792376cf4c_2_1261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" name="Google Shape;259;g2792376cf4c_2_1261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784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60" name="Google Shape;260;g2792376cf4c_2_1261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261" name="Google Shape;261;g2792376cf4c_2_1261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2" name="Google Shape;262;g2792376cf4c_2_1261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3" name="Google Shape;263;g2792376cf4c_2_1261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4" name="Google Shape;264;g2792376cf4c_2_1261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5" name="Google Shape;265;g2792376cf4c_2_1261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6" name="Google Shape;266;g2792376cf4c_2_1261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7" name="Google Shape;267;g2792376cf4c_2_1261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8" name="Google Shape;268;g2792376cf4c_2_1261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9" name="Google Shape;269;g2792376cf4c_2_1261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0" name="Google Shape;270;g2792376cf4c_2_1261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71" name="Google Shape;271;g2792376cf4c_2_1261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272" name="Google Shape;272;g2792376cf4c_2_1261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3" name="Google Shape;273;g2792376cf4c_2_1261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4" name="Google Shape;274;g2792376cf4c_2_1261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5" name="Google Shape;275;g2792376cf4c_2_1261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6" name="Google Shape;276;g2792376cf4c_2_1261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77" name="Google Shape;277;g2792376cf4c_2_1261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278" name="Google Shape;278;g2792376cf4c_2_1261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9" name="Google Shape;279;g2792376cf4c_2_1261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0" name="Google Shape;280;g2792376cf4c_2_1261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1" name="Google Shape;281;g2792376cf4c_2_1261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82" name="Google Shape;282;g2792376cf4c_2_1261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283" name="Google Shape;283;g2792376cf4c_2_1261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4" name="Google Shape;284;g2792376cf4c_2_1261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5" name="Google Shape;285;g2792376cf4c_2_1261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6" name="Google Shape;286;g2792376cf4c_2_1261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7" name="Google Shape;287;g2792376cf4c_2_1261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8" name="Google Shape;288;g2792376cf4c_2_1261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9" name="Google Shape;289;g2792376cf4c_2_1261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0" name="Google Shape;290;g2792376cf4c_2_1261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1" name="Google Shape;291;g2792376cf4c_2_1261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" name="Google Shape;292;g2792376cf4c_2_1261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" name="Google Shape;293;g2792376cf4c_2_1261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" name="Google Shape;294;g2792376cf4c_2_1261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" name="Google Shape;295;g2792376cf4c_2_1261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" name="Google Shape;296;g2792376cf4c_2_1261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" name="Google Shape;297;g2792376cf4c_2_1261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8" name="Google Shape;298;g2792376cf4c_2_1261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" name="Google Shape;299;g2792376cf4c_2_1261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" name="Google Shape;300;g2792376cf4c_2_1261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" name="Google Shape;301;g2792376cf4c_2_1261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2" name="Google Shape;302;g2792376cf4c_2_1261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3" name="Google Shape;303;g2792376cf4c_2_1261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4" name="Google Shape;304;g2792376cf4c_2_1261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5" name="Google Shape;305;g2792376cf4c_2_1261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6" name="Google Shape;306;g2792376cf4c_2_1261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7" name="Google Shape;307;g2792376cf4c_2_1261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8" name="Google Shape;308;g2792376cf4c_2_1261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9" name="Google Shape;309;g2792376cf4c_2_1261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10" name="Google Shape;310;g2792376cf4c_2_1261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311" name="Google Shape;311;g2792376cf4c_2_1261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12" name="Google Shape;312;g2792376cf4c_2_1261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784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13" name="Google Shape;313;g2792376cf4c_2_1261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4" name="Google Shape;314;g2792376cf4c_2_1261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5" name="Google Shape;315;g2792376cf4c_2_1261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6" name="Google Shape;316;g2792376cf4c_2_1261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17" name="Google Shape;317;g2792376cf4c_2_1261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318" name="Google Shape;318;g2792376cf4c_2_1261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19" name="Google Shape;319;g2792376cf4c_2_1261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784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20" name="Google Shape;320;g2792376cf4c_2_1261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1" name="Google Shape;321;g2792376cf4c_2_1261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2" name="Google Shape;322;g2792376cf4c_2_1261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3" name="Google Shape;323;g2792376cf4c_2_1261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24" name="Google Shape;324;g2792376cf4c_2_1261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325" name="Google Shape;325;g2792376cf4c_2_1261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26" name="Google Shape;326;g2792376cf4c_2_1261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784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27" name="Google Shape;327;g2792376cf4c_2_1261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8" name="Google Shape;328;g2792376cf4c_2_1261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9" name="Google Shape;329;g2792376cf4c_2_1261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0" name="Google Shape;330;g2792376cf4c_2_1261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1" name="Google Shape;331;g2792376cf4c_2_1261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2" name="Google Shape;332;g2792376cf4c_2_1261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3" name="Google Shape;333;g2792376cf4c_2_1261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4" name="Google Shape;334;g2792376cf4c_2_1261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" name="Google Shape;335;g2792376cf4c_2_1261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" name="Google Shape;336;g2792376cf4c_2_1261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" name="Google Shape;337;g2792376cf4c_2_1261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" name="Google Shape;338;g2792376cf4c_2_1261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" name="Google Shape;339;g2792376cf4c_2_1261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" name="Google Shape;340;g2792376cf4c_2_1261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41" name="Google Shape;341;g2792376cf4c_2_1261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342" name="Google Shape;342;g2792376cf4c_2_1261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43" name="Google Shape;343;g2792376cf4c_2_1261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784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44" name="Google Shape;344;g2792376cf4c_2_1261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5" name="Google Shape;345;g2792376cf4c_2_1261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" name="Google Shape;346;g2792376cf4c_2_1261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" name="Google Shape;347;g2792376cf4c_2_1261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" name="Google Shape;348;g2792376cf4c_2_1261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" name="Google Shape;349;g2792376cf4c_2_1261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" name="Google Shape;350;g2792376cf4c_2_1261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" name="Google Shape;351;g2792376cf4c_2_1261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2" name="Google Shape;352;g2792376cf4c_2_1261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" name="Google Shape;353;g2792376cf4c_2_1261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" name="Google Shape;354;g2792376cf4c_2_1261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" name="Google Shape;355;g2792376cf4c_2_1261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6" name="Google Shape;356;g2792376cf4c_2_1261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7" name="Google Shape;357;g2792376cf4c_2_1261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8" name="Google Shape;358;g2792376cf4c_2_1261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359" name="Google Shape;359;g2792376cf4c_2_126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3"/>
          <p:cNvSpPr txBox="1"/>
          <p:nvPr>
            <p:ph type="ctrTitle"/>
          </p:nvPr>
        </p:nvSpPr>
        <p:spPr>
          <a:xfrm>
            <a:off x="959999" y="1147200"/>
            <a:ext cx="10048311" cy="27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113"/>
          <p:cNvSpPr txBox="1"/>
          <p:nvPr>
            <p:ph idx="1" type="subTitle"/>
          </p:nvPr>
        </p:nvSpPr>
        <p:spPr>
          <a:xfrm>
            <a:off x="959999" y="3765767"/>
            <a:ext cx="10048311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3" name="Google Shape;363;p113"/>
          <p:cNvSpPr txBox="1"/>
          <p:nvPr>
            <p:ph idx="2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8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6" name="Google Shape;366;p118"/>
          <p:cNvSpPr txBox="1"/>
          <p:nvPr>
            <p:ph type="title"/>
          </p:nvPr>
        </p:nvSpPr>
        <p:spPr>
          <a:xfrm>
            <a:off x="414533" y="644434"/>
            <a:ext cx="11361600" cy="627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7" name="Google Shape;367;p118"/>
          <p:cNvSpPr txBox="1"/>
          <p:nvPr>
            <p:ph idx="12" type="sldNum"/>
          </p:nvPr>
        </p:nvSpPr>
        <p:spPr>
          <a:xfrm>
            <a:off x="11776267" y="6439067"/>
            <a:ext cx="415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118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04"/>
          <p:cNvSpPr txBox="1"/>
          <p:nvPr>
            <p:ph idx="1" type="body"/>
          </p:nvPr>
        </p:nvSpPr>
        <p:spPr>
          <a:xfrm>
            <a:off x="3789363" y="5721350"/>
            <a:ext cx="50911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5"/>
          <p:cNvSpPr txBox="1"/>
          <p:nvPr/>
        </p:nvSpPr>
        <p:spPr>
          <a:xfrm>
            <a:off x="3987293" y="5751951"/>
            <a:ext cx="419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5"/>
          <p:cNvSpPr/>
          <p:nvPr/>
        </p:nvSpPr>
        <p:spPr>
          <a:xfrm>
            <a:off x="2316544" y="2334255"/>
            <a:ext cx="496178" cy="1881128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5" name="Google Shape;375;p105"/>
          <p:cNvSpPr/>
          <p:nvPr/>
        </p:nvSpPr>
        <p:spPr>
          <a:xfrm>
            <a:off x="2298126" y="2367463"/>
            <a:ext cx="107289" cy="117269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6" name="Google Shape;376;p105"/>
          <p:cNvSpPr/>
          <p:nvPr/>
        </p:nvSpPr>
        <p:spPr>
          <a:xfrm>
            <a:off x="2298126" y="2367463"/>
            <a:ext cx="107289" cy="117269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74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7" name="Google Shape;377;p105"/>
          <p:cNvSpPr/>
          <p:nvPr/>
        </p:nvSpPr>
        <p:spPr>
          <a:xfrm>
            <a:off x="1959874" y="1620270"/>
            <a:ext cx="637174" cy="773894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8" name="Google Shape;378;p105"/>
          <p:cNvSpPr/>
          <p:nvPr/>
        </p:nvSpPr>
        <p:spPr>
          <a:xfrm>
            <a:off x="1959922" y="1928368"/>
            <a:ext cx="635489" cy="465795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235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9" name="Google Shape;379;p105"/>
          <p:cNvSpPr/>
          <p:nvPr/>
        </p:nvSpPr>
        <p:spPr>
          <a:xfrm>
            <a:off x="7635445" y="3025135"/>
            <a:ext cx="453215" cy="1702214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0" name="Google Shape;380;p105"/>
          <p:cNvSpPr/>
          <p:nvPr/>
        </p:nvSpPr>
        <p:spPr>
          <a:xfrm>
            <a:off x="7993288" y="3057466"/>
            <a:ext cx="106562" cy="117090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1" name="Google Shape;381;p105"/>
          <p:cNvSpPr/>
          <p:nvPr/>
        </p:nvSpPr>
        <p:spPr>
          <a:xfrm>
            <a:off x="7993288" y="3057466"/>
            <a:ext cx="106562" cy="117090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74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2" name="Google Shape;382;p105"/>
          <p:cNvSpPr/>
          <p:nvPr/>
        </p:nvSpPr>
        <p:spPr>
          <a:xfrm>
            <a:off x="7832107" y="2316556"/>
            <a:ext cx="638598" cy="768217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3" name="Google Shape;383;p105"/>
          <p:cNvSpPr/>
          <p:nvPr/>
        </p:nvSpPr>
        <p:spPr>
          <a:xfrm>
            <a:off x="7832424" y="2643673"/>
            <a:ext cx="638375" cy="440391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235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84" name="Google Shape;384;p105"/>
          <p:cNvGrpSpPr/>
          <p:nvPr/>
        </p:nvGrpSpPr>
        <p:grpSpPr>
          <a:xfrm>
            <a:off x="5457740" y="1333254"/>
            <a:ext cx="1594946" cy="4101698"/>
            <a:chOff x="5652866" y="1771703"/>
            <a:chExt cx="1133902" cy="2916040"/>
          </a:xfrm>
        </p:grpSpPr>
        <p:sp>
          <p:nvSpPr>
            <p:cNvPr id="385" name="Google Shape;385;p105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6" name="Google Shape;386;p105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7" name="Google Shape;387;p105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8" name="Google Shape;388;p105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9" name="Google Shape;389;p105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0" name="Google Shape;390;p105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1" name="Google Shape;391;p105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2" name="Google Shape;392;p105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3" name="Google Shape;393;p105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4" name="Google Shape;394;p105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5" name="Google Shape;395;p105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6" name="Google Shape;396;p105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7" name="Google Shape;397;p105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8" name="Google Shape;398;p105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9" name="Google Shape;399;p105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0" name="Google Shape;400;p105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74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1" name="Google Shape;401;p105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2" name="Google Shape;402;p105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3" name="Google Shape;403;p105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4" name="Google Shape;404;p105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" name="Google Shape;405;p105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" name="Google Shape;406;p105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74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" name="Google Shape;407;p105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" name="Google Shape;408;p105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" name="Google Shape;409;p105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" name="Google Shape;410;p105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" name="Google Shape;411;p105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" name="Google Shape;412;p105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3" name="Google Shape;413;p105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4" name="Google Shape;414;p105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5" name="Google Shape;415;p105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6" name="Google Shape;416;p105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7" name="Google Shape;417;p105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8" name="Google Shape;418;p105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9" name="Google Shape;419;p105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420" name="Google Shape;420;p105"/>
          <p:cNvGrpSpPr/>
          <p:nvPr/>
        </p:nvGrpSpPr>
        <p:grpSpPr>
          <a:xfrm>
            <a:off x="335511" y="217220"/>
            <a:ext cx="11376536" cy="5726644"/>
            <a:chOff x="3962400" y="1361312"/>
            <a:chExt cx="4234979" cy="2131775"/>
          </a:xfrm>
        </p:grpSpPr>
        <p:sp>
          <p:nvSpPr>
            <p:cNvPr id="421" name="Google Shape;421;p105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2" name="Google Shape;422;p105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3" name="Google Shape;423;p105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4" name="Google Shape;424;p105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5" name="Google Shape;425;p105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6" name="Google Shape;426;p105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7" name="Google Shape;427;p105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8" name="Google Shape;428;p105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9" name="Google Shape;429;p105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0" name="Google Shape;430;p105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1" name="Google Shape;431;p105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2" name="Google Shape;432;p105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3" name="Google Shape;433;p105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4" name="Google Shape;434;p105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5" name="Google Shape;435;p105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6" name="Google Shape;436;p105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7" name="Google Shape;437;p105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8" name="Google Shape;438;p105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9" name="Google Shape;439;p105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0" name="Google Shape;440;p105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1" name="Google Shape;441;p105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2" name="Google Shape;442;p105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3" name="Google Shape;443;p105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4" name="Google Shape;444;p105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5" name="Google Shape;445;p105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6" name="Google Shape;446;p105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7" name="Google Shape;447;p105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8" name="Google Shape;448;p105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9" name="Google Shape;449;p105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0" name="Google Shape;450;p105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1" name="Google Shape;451;p105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2" name="Google Shape;452;p105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3" name="Google Shape;453;p105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4" name="Google Shape;454;p105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5" name="Google Shape;455;p105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6" name="Google Shape;456;p105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7" name="Google Shape;457;p105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8" name="Google Shape;458;p105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59" name="Google Shape;459;p105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60" name="Google Shape;460;p105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61" name="Google Shape;461;p105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62" name="Google Shape;462;p105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ation Complete">
  <p:cSld name="Exploration Complete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ba2dd07871_0_2313"/>
          <p:cNvSpPr txBox="1"/>
          <p:nvPr/>
        </p:nvSpPr>
        <p:spPr>
          <a:xfrm>
            <a:off x="3159315" y="3914214"/>
            <a:ext cx="587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2ba2dd07871_0_2313"/>
          <p:cNvSpPr txBox="1"/>
          <p:nvPr/>
        </p:nvSpPr>
        <p:spPr>
          <a:xfrm>
            <a:off x="2698800" y="1743190"/>
            <a:ext cx="6794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</a:t>
            </a:r>
            <a:r>
              <a:rPr b="1" i="0" lang="en-US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">
  <p:cSld name="Explore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g2792376cf4c_2_60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468" name="Google Shape;468;g2792376cf4c_2_60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69" name="Google Shape;469;g2792376cf4c_2_60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470" name="Google Shape;470;g2792376cf4c_2_60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71" name="Google Shape;471;g2792376cf4c_2_60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72" name="Google Shape;472;g2792376cf4c_2_60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73" name="Google Shape;473;g2792376cf4c_2_60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474" name="Google Shape;474;g2792376cf4c_2_60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475" name="Google Shape;475;g2792376cf4c_2_609"/>
          <p:cNvGrpSpPr/>
          <p:nvPr/>
        </p:nvGrpSpPr>
        <p:grpSpPr>
          <a:xfrm>
            <a:off x="4978675" y="230124"/>
            <a:ext cx="6585927" cy="6481913"/>
            <a:chOff x="4481529" y="255149"/>
            <a:chExt cx="6585927" cy="6481913"/>
          </a:xfrm>
        </p:grpSpPr>
        <p:sp>
          <p:nvSpPr>
            <p:cNvPr id="476" name="Google Shape;476;g2792376cf4c_2_609"/>
            <p:cNvSpPr/>
            <p:nvPr/>
          </p:nvSpPr>
          <p:spPr>
            <a:xfrm rot="1850363">
              <a:off x="5316848" y="1188781"/>
              <a:ext cx="4915289" cy="4614648"/>
            </a:xfrm>
            <a:custGeom>
              <a:rect b="b" l="l" r="r" t="t"/>
              <a:pathLst>
                <a:path extrusionOk="0" h="3894027" w="4147720">
                  <a:moveTo>
                    <a:pt x="3657049" y="1315659"/>
                  </a:moveTo>
                  <a:cubicBezTo>
                    <a:pt x="3546876" y="1183842"/>
                    <a:pt x="3430966" y="1054894"/>
                    <a:pt x="3325356" y="919165"/>
                  </a:cubicBezTo>
                  <a:cubicBezTo>
                    <a:pt x="3016087" y="520976"/>
                    <a:pt x="2609293" y="137520"/>
                    <a:pt x="2095585" y="30345"/>
                  </a:cubicBezTo>
                  <a:cubicBezTo>
                    <a:pt x="1575488" y="-78133"/>
                    <a:pt x="956430" y="106358"/>
                    <a:pt x="642598" y="549660"/>
                  </a:cubicBezTo>
                  <a:cubicBezTo>
                    <a:pt x="433986" y="844195"/>
                    <a:pt x="352497" y="1210179"/>
                    <a:pt x="345195" y="1566646"/>
                  </a:cubicBezTo>
                  <a:cubicBezTo>
                    <a:pt x="341936" y="1729364"/>
                    <a:pt x="369838" y="1893777"/>
                    <a:pt x="343631" y="2055582"/>
                  </a:cubicBezTo>
                  <a:cubicBezTo>
                    <a:pt x="314686" y="2233554"/>
                    <a:pt x="214812" y="2389622"/>
                    <a:pt x="127456" y="2543866"/>
                  </a:cubicBezTo>
                  <a:cubicBezTo>
                    <a:pt x="11937" y="2747915"/>
                    <a:pt x="-37869" y="2972564"/>
                    <a:pt x="32276" y="3202559"/>
                  </a:cubicBezTo>
                  <a:cubicBezTo>
                    <a:pt x="190952" y="3722135"/>
                    <a:pt x="907406" y="3963604"/>
                    <a:pt x="1399601" y="3876639"/>
                  </a:cubicBezTo>
                  <a:cubicBezTo>
                    <a:pt x="1667929" y="3829179"/>
                    <a:pt x="1913831" y="3699188"/>
                    <a:pt x="2173814" y="3617177"/>
                  </a:cubicBezTo>
                  <a:cubicBezTo>
                    <a:pt x="2388164" y="3549508"/>
                    <a:pt x="2608771" y="3529820"/>
                    <a:pt x="2826641" y="3594490"/>
                  </a:cubicBezTo>
                  <a:cubicBezTo>
                    <a:pt x="3323139" y="3741823"/>
                    <a:pt x="3831632" y="3487837"/>
                    <a:pt x="4041939" y="3020806"/>
                  </a:cubicBezTo>
                  <a:cubicBezTo>
                    <a:pt x="4295795" y="2457030"/>
                    <a:pt x="4058237" y="1816851"/>
                    <a:pt x="3694600" y="1361945"/>
                  </a:cubicBezTo>
                  <a:cubicBezTo>
                    <a:pt x="3682213" y="1346038"/>
                    <a:pt x="3669827" y="1330784"/>
                    <a:pt x="3657049" y="1315659"/>
                  </a:cubicBezTo>
                  <a:close/>
                </a:path>
              </a:pathLst>
            </a:custGeom>
            <a:solidFill>
              <a:srgbClr val="DDEAF6">
                <a:alpha val="6784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77" name="Google Shape;477;g2792376cf4c_2_609"/>
            <p:cNvGrpSpPr/>
            <p:nvPr/>
          </p:nvGrpSpPr>
          <p:grpSpPr>
            <a:xfrm>
              <a:off x="5620316" y="1114010"/>
              <a:ext cx="3943964" cy="4769709"/>
              <a:chOff x="6160166" y="1922223"/>
              <a:chExt cx="3328798" cy="4025751"/>
            </a:xfrm>
          </p:grpSpPr>
          <p:sp>
            <p:nvSpPr>
              <p:cNvPr id="478" name="Google Shape;478;g2792376cf4c_2_609"/>
              <p:cNvSpPr/>
              <p:nvPr/>
            </p:nvSpPr>
            <p:spPr>
              <a:xfrm rot="-2150259">
                <a:off x="8450480" y="4694665"/>
                <a:ext cx="781100" cy="1131780"/>
              </a:xfrm>
              <a:custGeom>
                <a:rect b="b" l="l" r="r" t="t"/>
                <a:pathLst>
                  <a:path extrusionOk="0" h="1132729" w="781755">
                    <a:moveTo>
                      <a:pt x="222339" y="21638"/>
                    </a:moveTo>
                    <a:cubicBezTo>
                      <a:pt x="-18685" y="149782"/>
                      <a:pt x="-62846" y="511644"/>
                      <a:pt x="85454" y="760887"/>
                    </a:cubicBezTo>
                    <a:cubicBezTo>
                      <a:pt x="126483" y="566372"/>
                      <a:pt x="222958" y="461222"/>
                      <a:pt x="222958" y="461222"/>
                    </a:cubicBezTo>
                    <a:cubicBezTo>
                      <a:pt x="162001" y="880779"/>
                      <a:pt x="359615" y="1132729"/>
                      <a:pt x="359615" y="1132729"/>
                    </a:cubicBezTo>
                    <a:cubicBezTo>
                      <a:pt x="738274" y="758832"/>
                      <a:pt x="580809" y="312856"/>
                      <a:pt x="580809" y="312856"/>
                    </a:cubicBezTo>
                    <a:cubicBezTo>
                      <a:pt x="697538" y="487477"/>
                      <a:pt x="672555" y="650453"/>
                      <a:pt x="672555" y="650453"/>
                    </a:cubicBezTo>
                    <a:cubicBezTo>
                      <a:pt x="940486" y="293940"/>
                      <a:pt x="631068" y="28976"/>
                      <a:pt x="631068" y="28976"/>
                    </a:cubicBezTo>
                    <a:cubicBezTo>
                      <a:pt x="359582" y="-31622"/>
                      <a:pt x="222339" y="21638"/>
                      <a:pt x="222339" y="21638"/>
                    </a:cubicBezTo>
                    <a:close/>
                  </a:path>
                </a:pathLst>
              </a:custGeom>
              <a:solidFill>
                <a:srgbClr val="004C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79" name="Google Shape;479;g2792376cf4c_2_609"/>
              <p:cNvSpPr/>
              <p:nvPr/>
            </p:nvSpPr>
            <p:spPr>
              <a:xfrm rot="-2193268">
                <a:off x="8498300" y="4761272"/>
                <a:ext cx="389684" cy="515924"/>
              </a:xfrm>
              <a:custGeom>
                <a:rect b="b" l="l" r="r" t="t"/>
                <a:pathLst>
                  <a:path extrusionOk="0" h="516433" w="390068">
                    <a:moveTo>
                      <a:pt x="81987" y="2194"/>
                    </a:moveTo>
                    <a:cubicBezTo>
                      <a:pt x="-44200" y="98930"/>
                      <a:pt x="12876" y="259819"/>
                      <a:pt x="12876" y="259819"/>
                    </a:cubicBezTo>
                    <a:cubicBezTo>
                      <a:pt x="60200" y="146254"/>
                      <a:pt x="93043" y="116248"/>
                      <a:pt x="93043" y="116248"/>
                    </a:cubicBezTo>
                    <a:cubicBezTo>
                      <a:pt x="39392" y="324494"/>
                      <a:pt x="168155" y="516433"/>
                      <a:pt x="168155" y="516433"/>
                    </a:cubicBezTo>
                    <a:cubicBezTo>
                      <a:pt x="386414" y="308709"/>
                      <a:pt x="285373" y="105746"/>
                      <a:pt x="285373" y="105746"/>
                    </a:cubicBezTo>
                    <a:cubicBezTo>
                      <a:pt x="372912" y="145960"/>
                      <a:pt x="370824" y="261645"/>
                      <a:pt x="370824" y="261645"/>
                    </a:cubicBezTo>
                    <a:cubicBezTo>
                      <a:pt x="430803" y="117292"/>
                      <a:pt x="331425" y="8456"/>
                      <a:pt x="331425" y="8456"/>
                    </a:cubicBezTo>
                    <a:cubicBezTo>
                      <a:pt x="217828" y="-5699"/>
                      <a:pt x="81987" y="2194"/>
                      <a:pt x="81987" y="2194"/>
                    </a:cubicBezTo>
                    <a:close/>
                  </a:path>
                </a:pathLst>
              </a:custGeom>
              <a:solidFill>
                <a:srgbClr val="66A3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480" name="Google Shape;480;g2792376cf4c_2_609"/>
              <p:cNvGrpSpPr/>
              <p:nvPr/>
            </p:nvGrpSpPr>
            <p:grpSpPr>
              <a:xfrm rot="-2084623">
                <a:off x="6852794" y="2171732"/>
                <a:ext cx="1813520" cy="2998018"/>
                <a:chOff x="6852949" y="2172109"/>
                <a:chExt cx="1813541" cy="2998053"/>
              </a:xfrm>
            </p:grpSpPr>
            <p:sp>
              <p:nvSpPr>
                <p:cNvPr id="481" name="Google Shape;481;g2792376cf4c_2_609"/>
                <p:cNvSpPr/>
                <p:nvPr/>
              </p:nvSpPr>
              <p:spPr>
                <a:xfrm>
                  <a:off x="6852949" y="4281803"/>
                  <a:ext cx="906787" cy="888359"/>
                </a:xfrm>
                <a:custGeom>
                  <a:rect b="b" l="l" r="r" t="t"/>
                  <a:pathLst>
                    <a:path extrusionOk="0" h="888359" w="906787">
                      <a:moveTo>
                        <a:pt x="906754" y="0"/>
                      </a:moveTo>
                      <a:lnTo>
                        <a:pt x="448124" y="0"/>
                      </a:lnTo>
                      <a:cubicBezTo>
                        <a:pt x="281592" y="0"/>
                        <a:pt x="138739" y="118784"/>
                        <a:pt x="108375" y="282510"/>
                      </a:cubicBezTo>
                      <a:lnTo>
                        <a:pt x="354" y="864719"/>
                      </a:lnTo>
                      <a:cubicBezTo>
                        <a:pt x="-2842" y="882005"/>
                        <a:pt x="16270" y="894692"/>
                        <a:pt x="30947" y="885005"/>
                      </a:cubicBezTo>
                      <a:lnTo>
                        <a:pt x="906787" y="307330"/>
                      </a:lnTo>
                      <a:lnTo>
                        <a:pt x="906787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2" name="Google Shape;482;g2792376cf4c_2_609"/>
                <p:cNvSpPr/>
                <p:nvPr/>
              </p:nvSpPr>
              <p:spPr>
                <a:xfrm>
                  <a:off x="6852949" y="4316798"/>
                  <a:ext cx="631941" cy="853330"/>
                </a:xfrm>
                <a:custGeom>
                  <a:rect b="b" l="l" r="r" t="t"/>
                  <a:pathLst>
                    <a:path extrusionOk="0" h="853330" w="631941">
                      <a:moveTo>
                        <a:pt x="608361" y="299666"/>
                      </a:moveTo>
                      <a:cubicBezTo>
                        <a:pt x="568701" y="115196"/>
                        <a:pt x="337559" y="0"/>
                        <a:pt x="337559" y="0"/>
                      </a:cubicBezTo>
                      <a:cubicBezTo>
                        <a:pt x="461007" y="397706"/>
                        <a:pt x="205730" y="627837"/>
                        <a:pt x="18129" y="733933"/>
                      </a:cubicBezTo>
                      <a:lnTo>
                        <a:pt x="354" y="829690"/>
                      </a:lnTo>
                      <a:cubicBezTo>
                        <a:pt x="-2842" y="846976"/>
                        <a:pt x="16270" y="859663"/>
                        <a:pt x="30947" y="849977"/>
                      </a:cubicBezTo>
                      <a:lnTo>
                        <a:pt x="631941" y="453575"/>
                      </a:lnTo>
                      <a:cubicBezTo>
                        <a:pt x="627212" y="394869"/>
                        <a:pt x="617558" y="342424"/>
                        <a:pt x="608361" y="299666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3" name="Google Shape;483;g2792376cf4c_2_609"/>
                <p:cNvSpPr/>
                <p:nvPr/>
              </p:nvSpPr>
              <p:spPr>
                <a:xfrm>
                  <a:off x="7759704" y="4281803"/>
                  <a:ext cx="906754" cy="888359"/>
                </a:xfrm>
                <a:custGeom>
                  <a:rect b="b" l="l" r="r" t="t"/>
                  <a:pathLst>
                    <a:path extrusionOk="0" h="888359" w="906754">
                      <a:moveTo>
                        <a:pt x="0" y="0"/>
                      </a:moveTo>
                      <a:lnTo>
                        <a:pt x="458631" y="0"/>
                      </a:lnTo>
                      <a:cubicBezTo>
                        <a:pt x="625162" y="0"/>
                        <a:pt x="768016" y="118784"/>
                        <a:pt x="798380" y="282510"/>
                      </a:cubicBezTo>
                      <a:lnTo>
                        <a:pt x="906401" y="864719"/>
                      </a:lnTo>
                      <a:cubicBezTo>
                        <a:pt x="909597" y="882005"/>
                        <a:pt x="890484" y="894692"/>
                        <a:pt x="875808" y="885005"/>
                      </a:cubicBezTo>
                      <a:lnTo>
                        <a:pt x="0" y="307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4" name="Google Shape;484;g2792376cf4c_2_609"/>
                <p:cNvSpPr/>
                <p:nvPr/>
              </p:nvSpPr>
              <p:spPr>
                <a:xfrm>
                  <a:off x="7956926" y="4435158"/>
                  <a:ext cx="709564" cy="735003"/>
                </a:xfrm>
                <a:custGeom>
                  <a:rect b="b" l="l" r="r" t="t"/>
                  <a:pathLst>
                    <a:path extrusionOk="0" h="735003" w="709564">
                      <a:moveTo>
                        <a:pt x="678618" y="731650"/>
                      </a:moveTo>
                      <a:cubicBezTo>
                        <a:pt x="693295" y="741336"/>
                        <a:pt x="712407" y="728649"/>
                        <a:pt x="709211" y="711363"/>
                      </a:cubicBezTo>
                      <a:lnTo>
                        <a:pt x="601190" y="129155"/>
                      </a:lnTo>
                      <a:cubicBezTo>
                        <a:pt x="592384" y="81733"/>
                        <a:pt x="574153" y="38094"/>
                        <a:pt x="548615" y="0"/>
                      </a:cubicBezTo>
                      <a:cubicBezTo>
                        <a:pt x="633773" y="427581"/>
                        <a:pt x="572652" y="606670"/>
                        <a:pt x="383127" y="484005"/>
                      </a:cubicBezTo>
                      <a:cubicBezTo>
                        <a:pt x="193602" y="361308"/>
                        <a:pt x="146278" y="239132"/>
                        <a:pt x="165195" y="98040"/>
                      </a:cubicBezTo>
                      <a:cubicBezTo>
                        <a:pt x="85973" y="155214"/>
                        <a:pt x="32517" y="218422"/>
                        <a:pt x="0" y="284076"/>
                      </a:cubicBezTo>
                      <a:lnTo>
                        <a:pt x="678618" y="731650"/>
                      </a:ln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5" name="Google Shape;485;g2792376cf4c_2_609"/>
                <p:cNvSpPr/>
                <p:nvPr/>
              </p:nvSpPr>
              <p:spPr>
                <a:xfrm>
                  <a:off x="7034055" y="2172109"/>
                  <a:ext cx="1451297" cy="2835734"/>
                </a:xfrm>
                <a:custGeom>
                  <a:rect b="b" l="l" r="r" t="t"/>
                  <a:pathLst>
                    <a:path extrusionOk="0" h="2835734" w="1451297">
                      <a:moveTo>
                        <a:pt x="540103" y="2835734"/>
                      </a:moveTo>
                      <a:lnTo>
                        <a:pt x="911195" y="2835734"/>
                      </a:lnTo>
                      <a:cubicBezTo>
                        <a:pt x="1117484" y="2629445"/>
                        <a:pt x="1451298" y="1971211"/>
                        <a:pt x="1451298" y="1252542"/>
                      </a:cubicBezTo>
                      <a:cubicBezTo>
                        <a:pt x="1451330" y="396988"/>
                        <a:pt x="725649" y="0"/>
                        <a:pt x="725649" y="0"/>
                      </a:cubicBezTo>
                      <a:cubicBezTo>
                        <a:pt x="725649" y="0"/>
                        <a:pt x="0" y="396988"/>
                        <a:pt x="0" y="1252575"/>
                      </a:cubicBezTo>
                      <a:cubicBezTo>
                        <a:pt x="0" y="1971211"/>
                        <a:pt x="323018" y="2618650"/>
                        <a:pt x="540103" y="2835734"/>
                      </a:cubicBezTo>
                      <a:close/>
                    </a:path>
                  </a:pathLst>
                </a:custGeom>
                <a:solidFill>
                  <a:srgbClr val="99C1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6" name="Google Shape;486;g2792376cf4c_2_609"/>
                <p:cNvSpPr/>
                <p:nvPr/>
              </p:nvSpPr>
              <p:spPr>
                <a:xfrm>
                  <a:off x="7397320" y="2172110"/>
                  <a:ext cx="1088032" cy="2835734"/>
                </a:xfrm>
                <a:custGeom>
                  <a:rect b="b" l="l" r="r" t="t"/>
                  <a:pathLst>
                    <a:path extrusionOk="0" h="2835734" w="1088032">
                      <a:moveTo>
                        <a:pt x="589579" y="2435517"/>
                      </a:moveTo>
                      <a:cubicBezTo>
                        <a:pt x="387530" y="2679900"/>
                        <a:pt x="246895" y="2746794"/>
                        <a:pt x="0" y="2596374"/>
                      </a:cubicBezTo>
                      <a:cubicBezTo>
                        <a:pt x="61088" y="2699535"/>
                        <a:pt x="122306" y="2781202"/>
                        <a:pt x="176838" y="2835734"/>
                      </a:cubicBezTo>
                      <a:lnTo>
                        <a:pt x="547930" y="2835734"/>
                      </a:lnTo>
                      <a:cubicBezTo>
                        <a:pt x="754219" y="2629445"/>
                        <a:pt x="1088033" y="1971211"/>
                        <a:pt x="1088033" y="1252542"/>
                      </a:cubicBezTo>
                      <a:cubicBezTo>
                        <a:pt x="1088065" y="396988"/>
                        <a:pt x="362384" y="0"/>
                        <a:pt x="362384" y="0"/>
                      </a:cubicBezTo>
                      <a:cubicBezTo>
                        <a:pt x="1176419" y="572457"/>
                        <a:pt x="942929" y="1993814"/>
                        <a:pt x="589579" y="2435517"/>
                      </a:cubicBezTo>
                      <a:close/>
                    </a:path>
                  </a:pathLst>
                </a:custGeom>
                <a:solidFill>
                  <a:srgbClr val="66A3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7" name="Google Shape;487;g2792376cf4c_2_609"/>
                <p:cNvSpPr/>
                <p:nvPr/>
              </p:nvSpPr>
              <p:spPr>
                <a:xfrm>
                  <a:off x="7349800" y="2784094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8" name="Google Shape;488;g2792376cf4c_2_609"/>
                <p:cNvSpPr/>
                <p:nvPr/>
              </p:nvSpPr>
              <p:spPr>
                <a:xfrm>
                  <a:off x="7323512" y="2768341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9" name="Google Shape;489;g2792376cf4c_2_609"/>
                <p:cNvSpPr/>
                <p:nvPr/>
              </p:nvSpPr>
              <p:spPr>
                <a:xfrm>
                  <a:off x="7709412" y="2804413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0" name="Google Shape;490;g2792376cf4c_2_609"/>
                <p:cNvSpPr/>
                <p:nvPr/>
              </p:nvSpPr>
              <p:spPr>
                <a:xfrm rot="-4040824">
                  <a:off x="7709401" y="3503999"/>
                  <a:ext cx="59923" cy="59923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1" name="Google Shape;491;g2792376cf4c_2_609"/>
                <p:cNvSpPr/>
                <p:nvPr/>
              </p:nvSpPr>
              <p:spPr>
                <a:xfrm>
                  <a:off x="7359617" y="3154241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2" name="Google Shape;492;g2792376cf4c_2_609"/>
                <p:cNvSpPr/>
                <p:nvPr/>
              </p:nvSpPr>
              <p:spPr>
                <a:xfrm rot="-4059997">
                  <a:off x="8059192" y="3154122"/>
                  <a:ext cx="59948" cy="59948"/>
                </a:xfrm>
                <a:custGeom>
                  <a:rect b="b" l="l" r="r" t="t"/>
                  <a:pathLst>
                    <a:path extrusionOk="0" h="59947" w="59947">
                      <a:moveTo>
                        <a:pt x="59947" y="29974"/>
                      </a:moveTo>
                      <a:cubicBezTo>
                        <a:pt x="59947" y="46528"/>
                        <a:pt x="46528" y="59947"/>
                        <a:pt x="29974" y="59947"/>
                      </a:cubicBezTo>
                      <a:cubicBezTo>
                        <a:pt x="13420" y="59947"/>
                        <a:pt x="0" y="46528"/>
                        <a:pt x="0" y="29974"/>
                      </a:cubicBezTo>
                      <a:cubicBezTo>
                        <a:pt x="0" y="13420"/>
                        <a:pt x="13420" y="0"/>
                        <a:pt x="29974" y="0"/>
                      </a:cubicBezTo>
                      <a:cubicBezTo>
                        <a:pt x="46528" y="0"/>
                        <a:pt x="59947" y="13420"/>
                        <a:pt x="59947" y="29974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3" name="Google Shape;493;g2792376cf4c_2_609"/>
                <p:cNvSpPr/>
                <p:nvPr/>
              </p:nvSpPr>
              <p:spPr>
                <a:xfrm>
                  <a:off x="7462052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ubicBezTo>
                        <a:pt x="20490" y="-2927"/>
                        <a:pt x="39472" y="-2927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4" name="Google Shape;494;g2792376cf4c_2_609"/>
                <p:cNvSpPr/>
                <p:nvPr/>
              </p:nvSpPr>
              <p:spPr>
                <a:xfrm>
                  <a:off x="7956755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39472" y="-2927"/>
                        <a:pt x="20490" y="-2927"/>
                        <a:pt x="8782" y="8782"/>
                      </a:cubicBez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5" name="Google Shape;495;g2792376cf4c_2_609"/>
                <p:cNvSpPr/>
                <p:nvPr/>
              </p:nvSpPr>
              <p:spPr>
                <a:xfrm>
                  <a:off x="7462052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20490" y="-2927"/>
                        <a:pt x="39472" y="-2927"/>
                        <a:pt x="51181" y="8782"/>
                      </a:cubicBez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6" name="Google Shape;496;g2792376cf4c_2_609"/>
                <p:cNvSpPr/>
                <p:nvPr/>
              </p:nvSpPr>
              <p:spPr>
                <a:xfrm>
                  <a:off x="7956755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ubicBezTo>
                        <a:pt x="39472" y="-2927"/>
                        <a:pt x="20490" y="-2927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7" name="Google Shape;497;g2792376cf4c_2_609"/>
                <p:cNvSpPr/>
                <p:nvPr/>
              </p:nvSpPr>
              <p:spPr>
                <a:xfrm rot="-2700000">
                  <a:off x="7475039" y="2914399"/>
                  <a:ext cx="556452" cy="556452"/>
                </a:xfrm>
                <a:custGeom>
                  <a:rect b="b" l="l" r="r" t="t"/>
                  <a:pathLst>
                    <a:path extrusionOk="0" h="556143" w="556143">
                      <a:moveTo>
                        <a:pt x="556144" y="278072"/>
                      </a:moveTo>
                      <a:cubicBezTo>
                        <a:pt x="556144" y="431647"/>
                        <a:pt x="431647" y="556144"/>
                        <a:pt x="278072" y="556144"/>
                      </a:cubicBezTo>
                      <a:cubicBezTo>
                        <a:pt x="124497" y="556144"/>
                        <a:pt x="0" y="431647"/>
                        <a:pt x="0" y="278072"/>
                      </a:cubicBezTo>
                      <a:cubicBezTo>
                        <a:pt x="0" y="124497"/>
                        <a:pt x="124497" y="0"/>
                        <a:pt x="278072" y="0"/>
                      </a:cubicBezTo>
                      <a:cubicBezTo>
                        <a:pt x="431647" y="0"/>
                        <a:pt x="556144" y="124497"/>
                        <a:pt x="556144" y="278072"/>
                      </a:cubicBezTo>
                      <a:close/>
                    </a:path>
                  </a:pathLst>
                </a:custGeom>
                <a:solidFill>
                  <a:srgbClr val="77A4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8" name="Google Shape;498;g2792376cf4c_2_609"/>
                <p:cNvSpPr/>
                <p:nvPr/>
              </p:nvSpPr>
              <p:spPr>
                <a:xfrm>
                  <a:off x="7461277" y="2906139"/>
                  <a:ext cx="430125" cy="519326"/>
                </a:xfrm>
                <a:custGeom>
                  <a:rect b="b" l="l" r="r" t="t"/>
                  <a:pathLst>
                    <a:path extrusionOk="0" h="519326" w="430125">
                      <a:moveTo>
                        <a:pt x="13698" y="286489"/>
                      </a:moveTo>
                      <a:cubicBezTo>
                        <a:pt x="13698" y="132906"/>
                        <a:pt x="138189" y="8415"/>
                        <a:pt x="291773" y="8415"/>
                      </a:cubicBezTo>
                      <a:cubicBezTo>
                        <a:pt x="342130" y="8415"/>
                        <a:pt x="389389" y="21819"/>
                        <a:pt x="430125" y="45237"/>
                      </a:cubicBezTo>
                      <a:cubicBezTo>
                        <a:pt x="386421" y="16634"/>
                        <a:pt x="334205" y="0"/>
                        <a:pt x="278075" y="0"/>
                      </a:cubicBezTo>
                      <a:cubicBezTo>
                        <a:pt x="124491" y="0"/>
                        <a:pt x="0" y="124491"/>
                        <a:pt x="0" y="278075"/>
                      </a:cubicBezTo>
                      <a:cubicBezTo>
                        <a:pt x="0" y="381268"/>
                        <a:pt x="56228" y="471350"/>
                        <a:pt x="139722" y="519327"/>
                      </a:cubicBezTo>
                      <a:cubicBezTo>
                        <a:pt x="63860" y="469687"/>
                        <a:pt x="13698" y="383942"/>
                        <a:pt x="13698" y="286489"/>
                      </a:cubicBezTo>
                      <a:close/>
                    </a:path>
                  </a:pathLst>
                </a:custGeom>
                <a:solidFill>
                  <a:srgbClr val="5D8D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99" name="Google Shape;499;g2792376cf4c_2_609"/>
                <p:cNvSpPr/>
                <p:nvPr/>
              </p:nvSpPr>
              <p:spPr>
                <a:xfrm>
                  <a:off x="7505471" y="2950300"/>
                  <a:ext cx="330421" cy="330421"/>
                </a:xfrm>
                <a:custGeom>
                  <a:rect b="b" l="l" r="r" t="t"/>
                  <a:pathLst>
                    <a:path extrusionOk="0" h="330421" w="330421">
                      <a:moveTo>
                        <a:pt x="17351" y="320604"/>
                      </a:moveTo>
                      <a:cubicBezTo>
                        <a:pt x="17351" y="153127"/>
                        <a:pt x="153127" y="17351"/>
                        <a:pt x="320604" y="17351"/>
                      </a:cubicBezTo>
                      <a:cubicBezTo>
                        <a:pt x="323899" y="17351"/>
                        <a:pt x="327160" y="17416"/>
                        <a:pt x="330421" y="17514"/>
                      </a:cubicBezTo>
                      <a:cubicBezTo>
                        <a:pt x="302568" y="6229"/>
                        <a:pt x="272139" y="0"/>
                        <a:pt x="240209" y="0"/>
                      </a:cubicBezTo>
                      <a:cubicBezTo>
                        <a:pt x="107531" y="0"/>
                        <a:pt x="0" y="107564"/>
                        <a:pt x="0" y="240209"/>
                      </a:cubicBezTo>
                      <a:cubicBezTo>
                        <a:pt x="0" y="272106"/>
                        <a:pt x="6229" y="302568"/>
                        <a:pt x="17514" y="330421"/>
                      </a:cubicBezTo>
                      <a:cubicBezTo>
                        <a:pt x="17416" y="327160"/>
                        <a:pt x="17351" y="323898"/>
                        <a:pt x="17351" y="320604"/>
                      </a:cubicBezTo>
                      <a:close/>
                    </a:path>
                  </a:pathLst>
                </a:custGeom>
                <a:solidFill>
                  <a:srgbClr val="8EB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500" name="Google Shape;500;g2792376cf4c_2_609"/>
                <p:cNvSpPr/>
                <p:nvPr/>
              </p:nvSpPr>
              <p:spPr>
                <a:xfrm>
                  <a:off x="7499111" y="4966357"/>
                  <a:ext cx="521251" cy="82972"/>
                </a:xfrm>
                <a:custGeom>
                  <a:rect b="b" l="l" r="r" t="t"/>
                  <a:pathLst>
                    <a:path extrusionOk="0" h="82972" w="521251">
                      <a:moveTo>
                        <a:pt x="479732" y="82972"/>
                      </a:moveTo>
                      <a:lnTo>
                        <a:pt x="41486" y="82972"/>
                      </a:lnTo>
                      <a:cubicBezTo>
                        <a:pt x="18558" y="82972"/>
                        <a:pt x="0" y="64382"/>
                        <a:pt x="0" y="41486"/>
                      </a:cubicBezTo>
                      <a:lnTo>
                        <a:pt x="0" y="41486"/>
                      </a:lnTo>
                      <a:cubicBezTo>
                        <a:pt x="0" y="18558"/>
                        <a:pt x="18591" y="0"/>
                        <a:pt x="41486" y="0"/>
                      </a:cubicBezTo>
                      <a:lnTo>
                        <a:pt x="479765" y="0"/>
                      </a:lnTo>
                      <a:cubicBezTo>
                        <a:pt x="502693" y="0"/>
                        <a:pt x="521251" y="18591"/>
                        <a:pt x="521251" y="41486"/>
                      </a:cubicBezTo>
                      <a:lnTo>
                        <a:pt x="521251" y="41486"/>
                      </a:lnTo>
                      <a:cubicBezTo>
                        <a:pt x="521219" y="64414"/>
                        <a:pt x="502661" y="82972"/>
                        <a:pt x="479732" y="829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501" name="Google Shape;501;g2792376cf4c_2_609"/>
                <p:cNvSpPr/>
                <p:nvPr/>
              </p:nvSpPr>
              <p:spPr>
                <a:xfrm>
                  <a:off x="7509808" y="4966357"/>
                  <a:ext cx="510553" cy="82972"/>
                </a:xfrm>
                <a:custGeom>
                  <a:rect b="b" l="l" r="r" t="t"/>
                  <a:pathLst>
                    <a:path extrusionOk="0" h="82972" w="510553">
                      <a:moveTo>
                        <a:pt x="469035" y="0"/>
                      </a:moveTo>
                      <a:lnTo>
                        <a:pt x="461957" y="0"/>
                      </a:lnTo>
                      <a:cubicBezTo>
                        <a:pt x="468611" y="7371"/>
                        <a:pt x="472655" y="17123"/>
                        <a:pt x="472655" y="27821"/>
                      </a:cubicBezTo>
                      <a:cubicBezTo>
                        <a:pt x="472655" y="50749"/>
                        <a:pt x="454097" y="69307"/>
                        <a:pt x="431169" y="69307"/>
                      </a:cubicBezTo>
                      <a:lnTo>
                        <a:pt x="0" y="69307"/>
                      </a:lnTo>
                      <a:cubicBezTo>
                        <a:pt x="7599" y="77689"/>
                        <a:pt x="18558" y="82972"/>
                        <a:pt x="30788" y="82972"/>
                      </a:cubicBezTo>
                      <a:lnTo>
                        <a:pt x="469067" y="82972"/>
                      </a:lnTo>
                      <a:cubicBezTo>
                        <a:pt x="491996" y="82972"/>
                        <a:pt x="510554" y="64382"/>
                        <a:pt x="510554" y="41486"/>
                      </a:cubicBezTo>
                      <a:lnTo>
                        <a:pt x="510554" y="41486"/>
                      </a:lnTo>
                      <a:cubicBezTo>
                        <a:pt x="510521" y="18591"/>
                        <a:pt x="491963" y="0"/>
                        <a:pt x="469035" y="0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</p:grpSp>
      </p:grpSp>
      <p:sp>
        <p:nvSpPr>
          <p:cNvPr id="502" name="Google Shape;502;g2792376cf4c_2_60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2792376cf4c_2_60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19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6" name="Google Shape;506;p119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07" name="Google Shape;507;p1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08" name="Google Shape;508;p1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09" name="Google Shape;509;p1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83"/>
          <p:cNvGrpSpPr/>
          <p:nvPr/>
        </p:nvGrpSpPr>
        <p:grpSpPr>
          <a:xfrm>
            <a:off x="680025" y="0"/>
            <a:ext cx="3090788" cy="1806087"/>
            <a:chOff x="536716" y="-1319"/>
            <a:chExt cx="3976695" cy="2323763"/>
          </a:xfrm>
        </p:grpSpPr>
        <p:sp>
          <p:nvSpPr>
            <p:cNvPr id="512" name="Google Shape;512;p83"/>
            <p:cNvSpPr/>
            <p:nvPr/>
          </p:nvSpPr>
          <p:spPr>
            <a:xfrm>
              <a:off x="3829881" y="897"/>
              <a:ext cx="92766" cy="90435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513" name="Google Shape;513;p83"/>
            <p:cNvGrpSpPr/>
            <p:nvPr/>
          </p:nvGrpSpPr>
          <p:grpSpPr>
            <a:xfrm>
              <a:off x="536716" y="0"/>
              <a:ext cx="3976695" cy="2322444"/>
              <a:chOff x="947530" y="0"/>
              <a:chExt cx="3976695" cy="2322444"/>
            </a:xfrm>
          </p:grpSpPr>
          <p:sp>
            <p:nvSpPr>
              <p:cNvPr id="514" name="Google Shape;514;p83"/>
              <p:cNvSpPr/>
              <p:nvPr/>
            </p:nvSpPr>
            <p:spPr>
              <a:xfrm>
                <a:off x="1364970" y="0"/>
                <a:ext cx="92766" cy="904356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15" name="Google Shape;515;p83"/>
              <p:cNvSpPr/>
              <p:nvPr/>
            </p:nvSpPr>
            <p:spPr>
              <a:xfrm>
                <a:off x="1041338" y="920922"/>
                <a:ext cx="3882887" cy="1401522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16" name="Google Shape;516;p83"/>
              <p:cNvSpPr/>
              <p:nvPr/>
            </p:nvSpPr>
            <p:spPr>
              <a:xfrm>
                <a:off x="947530" y="824843"/>
                <a:ext cx="3882887" cy="1401522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17" name="Google Shape;517;p83"/>
              <p:cNvSpPr/>
              <p:nvPr/>
            </p:nvSpPr>
            <p:spPr>
              <a:xfrm>
                <a:off x="4194312" y="0"/>
                <a:ext cx="92766" cy="904356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518" name="Google Shape;518;p83"/>
            <p:cNvSpPr/>
            <p:nvPr/>
          </p:nvSpPr>
          <p:spPr>
            <a:xfrm>
              <a:off x="907773" y="-1319"/>
              <a:ext cx="92766" cy="90435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19" name="Google Shape;519;p83"/>
          <p:cNvSpPr txBox="1"/>
          <p:nvPr/>
        </p:nvSpPr>
        <p:spPr>
          <a:xfrm>
            <a:off x="680025" y="777563"/>
            <a:ext cx="30178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520" name="Google Shape;520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6" cy="677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8"/>
          <p:cNvSpPr txBox="1"/>
          <p:nvPr>
            <p:ph idx="1" type="body"/>
          </p:nvPr>
        </p:nvSpPr>
        <p:spPr>
          <a:xfrm>
            <a:off x="2704330" y="1163553"/>
            <a:ext cx="100584" cy="3108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23" name="Google Shape;523;p88"/>
          <p:cNvSpPr txBox="1"/>
          <p:nvPr>
            <p:ph idx="2" type="body"/>
          </p:nvPr>
        </p:nvSpPr>
        <p:spPr>
          <a:xfrm>
            <a:off x="2568593" y="1667167"/>
            <a:ext cx="8285636" cy="355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24" name="Google Shape;524;p88"/>
          <p:cNvSpPr txBox="1"/>
          <p:nvPr/>
        </p:nvSpPr>
        <p:spPr>
          <a:xfrm>
            <a:off x="996843" y="968220"/>
            <a:ext cx="4207565" cy="69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25" name="Google Shape;525;p88"/>
          <p:cNvSpPr txBox="1"/>
          <p:nvPr/>
        </p:nvSpPr>
        <p:spPr>
          <a:xfrm>
            <a:off x="1085620" y="597608"/>
            <a:ext cx="333800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8"/>
          <p:cNvSpPr txBox="1"/>
          <p:nvPr>
            <p:ph idx="3" type="body"/>
          </p:nvPr>
        </p:nvSpPr>
        <p:spPr>
          <a:xfrm>
            <a:off x="2333229" y="654684"/>
            <a:ext cx="570221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90"/>
          <p:cNvSpPr txBox="1"/>
          <p:nvPr/>
        </p:nvSpPr>
        <p:spPr>
          <a:xfrm>
            <a:off x="973639" y="2890391"/>
            <a:ext cx="409331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0725" y="778588"/>
            <a:ext cx="5309936" cy="5309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3"/>
          <p:cNvSpPr txBox="1"/>
          <p:nvPr>
            <p:ph idx="1" type="body"/>
          </p:nvPr>
        </p:nvSpPr>
        <p:spPr>
          <a:xfrm>
            <a:off x="781050" y="1581150"/>
            <a:ext cx="10477500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532" name="Google Shape;532;p93"/>
          <p:cNvGrpSpPr/>
          <p:nvPr/>
        </p:nvGrpSpPr>
        <p:grpSpPr>
          <a:xfrm>
            <a:off x="-1" y="579518"/>
            <a:ext cx="7079530" cy="823539"/>
            <a:chOff x="0" y="579518"/>
            <a:chExt cx="4146825" cy="823539"/>
          </a:xfrm>
        </p:grpSpPr>
        <p:sp>
          <p:nvSpPr>
            <p:cNvPr id="533" name="Google Shape;533;p93"/>
            <p:cNvSpPr/>
            <p:nvPr/>
          </p:nvSpPr>
          <p:spPr>
            <a:xfrm>
              <a:off x="0" y="676841"/>
              <a:ext cx="4146825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34" name="Google Shape;534;p93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35" name="Google Shape;535;p93"/>
          <p:cNvSpPr txBox="1"/>
          <p:nvPr>
            <p:ph idx="2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36" name="Google Shape;536;p93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94"/>
          <p:cNvGrpSpPr/>
          <p:nvPr/>
        </p:nvGrpSpPr>
        <p:grpSpPr>
          <a:xfrm>
            <a:off x="0" y="579518"/>
            <a:ext cx="4207564" cy="823539"/>
            <a:chOff x="0" y="579518"/>
            <a:chExt cx="4207564" cy="823539"/>
          </a:xfrm>
        </p:grpSpPr>
        <p:sp>
          <p:nvSpPr>
            <p:cNvPr id="539" name="Google Shape;539;p94"/>
            <p:cNvSpPr/>
            <p:nvPr/>
          </p:nvSpPr>
          <p:spPr>
            <a:xfrm>
              <a:off x="0" y="676841"/>
              <a:ext cx="4207564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40" name="Google Shape;540;p94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41" name="Google Shape;541;p94"/>
          <p:cNvSpPr txBox="1"/>
          <p:nvPr>
            <p:ph idx="1" type="body"/>
          </p:nvPr>
        </p:nvSpPr>
        <p:spPr>
          <a:xfrm>
            <a:off x="540696" y="1677302"/>
            <a:ext cx="31691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2" name="Google Shape;542;p94"/>
          <p:cNvSpPr txBox="1"/>
          <p:nvPr>
            <p:ph idx="2" type="body"/>
          </p:nvPr>
        </p:nvSpPr>
        <p:spPr>
          <a:xfrm>
            <a:off x="3901440" y="1677302"/>
            <a:ext cx="77498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3" name="Google Shape;543;p94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4" name="Google Shape;544;p94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97"/>
          <p:cNvGrpSpPr/>
          <p:nvPr/>
        </p:nvGrpSpPr>
        <p:grpSpPr>
          <a:xfrm>
            <a:off x="0" y="579518"/>
            <a:ext cx="4207564" cy="823539"/>
            <a:chOff x="0" y="579518"/>
            <a:chExt cx="4207564" cy="823539"/>
          </a:xfrm>
        </p:grpSpPr>
        <p:sp>
          <p:nvSpPr>
            <p:cNvPr id="547" name="Google Shape;547;p97"/>
            <p:cNvSpPr/>
            <p:nvPr/>
          </p:nvSpPr>
          <p:spPr>
            <a:xfrm>
              <a:off x="0" y="676841"/>
              <a:ext cx="4207564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48" name="Google Shape;548;p97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49" name="Google Shape;549;p97"/>
          <p:cNvSpPr/>
          <p:nvPr/>
        </p:nvSpPr>
        <p:spPr>
          <a:xfrm>
            <a:off x="10619152" y="6115573"/>
            <a:ext cx="993417" cy="33354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7"/>
          <p:cNvSpPr txBox="1"/>
          <p:nvPr>
            <p:ph idx="1" type="body"/>
          </p:nvPr>
        </p:nvSpPr>
        <p:spPr>
          <a:xfrm>
            <a:off x="490194" y="1461565"/>
            <a:ext cx="5505793" cy="6758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51" name="Google Shape;551;p97"/>
          <p:cNvSpPr txBox="1"/>
          <p:nvPr>
            <p:ph idx="2" type="body"/>
          </p:nvPr>
        </p:nvSpPr>
        <p:spPr>
          <a:xfrm>
            <a:off x="490194" y="2275952"/>
            <a:ext cx="5505793" cy="38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52" name="Google Shape;552;p97"/>
          <p:cNvSpPr txBox="1"/>
          <p:nvPr>
            <p:ph idx="3" type="body"/>
          </p:nvPr>
        </p:nvSpPr>
        <p:spPr>
          <a:xfrm>
            <a:off x="6170612" y="1461565"/>
            <a:ext cx="5462064" cy="6758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53" name="Google Shape;553;p97"/>
          <p:cNvSpPr txBox="1"/>
          <p:nvPr>
            <p:ph idx="4" type="body"/>
          </p:nvPr>
        </p:nvSpPr>
        <p:spPr>
          <a:xfrm>
            <a:off x="6170611" y="2275952"/>
            <a:ext cx="5462063" cy="38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54" name="Google Shape;554;p97"/>
          <p:cNvSpPr txBox="1"/>
          <p:nvPr>
            <p:ph idx="5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55" name="Google Shape;555;p97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8" name="Google Shape;558;p1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59" name="Google Shape;559;p1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60" name="Google Shape;560;p111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12"/>
          <p:cNvSpPr txBox="1"/>
          <p:nvPr>
            <p:ph type="ctrTitle"/>
          </p:nvPr>
        </p:nvSpPr>
        <p:spPr>
          <a:xfrm>
            <a:off x="959999" y="1748091"/>
            <a:ext cx="5136001" cy="27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3" name="Google Shape;563;p112"/>
          <p:cNvSpPr txBox="1"/>
          <p:nvPr>
            <p:ph idx="1" type="subTitle"/>
          </p:nvPr>
        </p:nvSpPr>
        <p:spPr>
          <a:xfrm>
            <a:off x="959999" y="4366658"/>
            <a:ext cx="5136001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64" name="Google Shape;564;p112"/>
          <p:cNvSpPr/>
          <p:nvPr/>
        </p:nvSpPr>
        <p:spPr>
          <a:xfrm>
            <a:off x="10619152" y="6115573"/>
            <a:ext cx="993417" cy="33354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2"/>
          <p:cNvSpPr txBox="1"/>
          <p:nvPr>
            <p:ph idx="2" type="body"/>
          </p:nvPr>
        </p:nvSpPr>
        <p:spPr>
          <a:xfrm>
            <a:off x="6618288" y="1296988"/>
            <a:ext cx="4799012" cy="4651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66" name="Google Shape;566;p112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14"/>
          <p:cNvSpPr txBox="1"/>
          <p:nvPr>
            <p:ph type="ctrTitle"/>
          </p:nvPr>
        </p:nvSpPr>
        <p:spPr>
          <a:xfrm>
            <a:off x="579432" y="1300532"/>
            <a:ext cx="2429889" cy="371946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9" name="Google Shape;569;p114"/>
          <p:cNvSpPr txBox="1"/>
          <p:nvPr>
            <p:ph idx="1" type="body"/>
          </p:nvPr>
        </p:nvSpPr>
        <p:spPr>
          <a:xfrm>
            <a:off x="579432" y="548057"/>
            <a:ext cx="2429888" cy="6191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0" name="Google Shape;570;p114"/>
          <p:cNvSpPr txBox="1"/>
          <p:nvPr>
            <p:ph idx="2" type="body"/>
          </p:nvPr>
        </p:nvSpPr>
        <p:spPr>
          <a:xfrm>
            <a:off x="579431" y="5019996"/>
            <a:ext cx="2429889" cy="1095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1" name="Google Shape;571;p114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16"/>
          <p:cNvSpPr txBox="1"/>
          <p:nvPr>
            <p:ph type="ctrTitle"/>
          </p:nvPr>
        </p:nvSpPr>
        <p:spPr>
          <a:xfrm>
            <a:off x="959999" y="2052400"/>
            <a:ext cx="4488301" cy="27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116"/>
          <p:cNvSpPr txBox="1"/>
          <p:nvPr>
            <p:ph idx="1" type="body"/>
          </p:nvPr>
        </p:nvSpPr>
        <p:spPr>
          <a:xfrm>
            <a:off x="959999" y="561975"/>
            <a:ext cx="2429888" cy="6191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5" name="Google Shape;575;p116"/>
          <p:cNvSpPr txBox="1"/>
          <p:nvPr>
            <p:ph idx="2" type="body"/>
          </p:nvPr>
        </p:nvSpPr>
        <p:spPr>
          <a:xfrm>
            <a:off x="959999" y="5124450"/>
            <a:ext cx="44883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6" name="Google Shape;576;p116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9" name="Google Shape;579;p1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0" name="Google Shape;580;p11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1" name="Google Shape;581;p11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2" name="Google Shape;582;p11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baf9e5dadc_0_2134"/>
          <p:cNvSpPr txBox="1"/>
          <p:nvPr/>
        </p:nvSpPr>
        <p:spPr>
          <a:xfrm>
            <a:off x="733725" y="3028788"/>
            <a:ext cx="586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baf9e5dadc_0_1160"/>
          <p:cNvSpPr/>
          <p:nvPr/>
        </p:nvSpPr>
        <p:spPr>
          <a:xfrm>
            <a:off x="204186" y="173736"/>
            <a:ext cx="11656500" cy="6382500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99995" ty="0" sy="99995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04" name="Google Shape;604;g2baf9e5dadc_0_1160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1568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5" name="Google Shape;605;g2baf9e5dadc_0_1160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156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">
  <p:cSld name="2_Content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g2baf9e5dadc_0_11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09535" y="933234"/>
            <a:ext cx="3942774" cy="3340903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2baf9e5dadc_0_1164"/>
          <p:cNvSpPr txBox="1"/>
          <p:nvPr>
            <p:ph idx="1" type="body"/>
          </p:nvPr>
        </p:nvSpPr>
        <p:spPr>
          <a:xfrm>
            <a:off x="4222032" y="719125"/>
            <a:ext cx="33276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B80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609" name="Google Shape;609;g2baf9e5dadc_0_1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992" y="4568098"/>
            <a:ext cx="7953694" cy="1630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g2baf9e5dadc_0_1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975" y="442206"/>
            <a:ext cx="2012479" cy="744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g2baf9e5dadc_0_1164"/>
          <p:cNvSpPr txBox="1"/>
          <p:nvPr/>
        </p:nvSpPr>
        <p:spPr>
          <a:xfrm>
            <a:off x="511125" y="529365"/>
            <a:ext cx="230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g2baf9e5dadc_0_1170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614" name="Google Shape;614;g2baf9e5dadc_0_1170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615" name="Google Shape;615;g2baf9e5dadc_0_1170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616" name="Google Shape;616;g2baf9e5dadc_0_1170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17" name="Google Shape;617;g2baf9e5dadc_0_1170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18" name="Google Shape;618;g2baf9e5dadc_0_1170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19" name="Google Shape;619;g2baf9e5dadc_0_1170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620" name="Google Shape;620;g2baf9e5dadc_0_1170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621" name="Google Shape;621;g2baf9e5dadc_0_1170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g2baf9e5dadc_0_1170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623" name="Google Shape;623;g2baf9e5dadc_0_1170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24" name="Google Shape;624;g2baf9e5dadc_0_1170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7058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25" name="Google Shape;625;g2baf9e5dadc_0_1170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626" name="Google Shape;626;g2baf9e5dadc_0_1170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27" name="Google Shape;627;g2baf9e5dadc_0_1170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28" name="Google Shape;628;g2baf9e5dadc_0_1170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29" name="Google Shape;629;g2baf9e5dadc_0_1170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0" name="Google Shape;630;g2baf9e5dadc_0_1170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1" name="Google Shape;631;g2baf9e5dadc_0_1170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2" name="Google Shape;632;g2baf9e5dadc_0_1170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3" name="Google Shape;633;g2baf9e5dadc_0_1170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4" name="Google Shape;634;g2baf9e5dadc_0_1170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5" name="Google Shape;635;g2baf9e5dadc_0_1170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6" name="Google Shape;636;g2baf9e5dadc_0_1170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7" name="Google Shape;637;g2baf9e5dadc_0_1170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8" name="Google Shape;638;g2baf9e5dadc_0_1170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39" name="Google Shape;639;g2baf9e5dadc_0_1170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0" name="Google Shape;640;g2baf9e5dadc_0_1170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1" name="Google Shape;641;g2baf9e5dadc_0_1170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2" name="Google Shape;642;g2baf9e5dadc_0_1170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3" name="Google Shape;643;g2baf9e5dadc_0_1170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4" name="Google Shape;644;g2baf9e5dadc_0_1170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5" name="Google Shape;645;g2baf9e5dadc_0_1170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6" name="Google Shape;646;g2baf9e5dadc_0_1170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7" name="Google Shape;647;g2baf9e5dadc_0_1170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8" name="Google Shape;648;g2baf9e5dadc_0_1170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9" name="Google Shape;649;g2baf9e5dadc_0_1170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0" name="Google Shape;650;g2baf9e5dadc_0_1170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1" name="Google Shape;651;g2baf9e5dadc_0_1170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2" name="Google Shape;652;g2baf9e5dadc_0_1170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3" name="Google Shape;653;g2baf9e5dadc_0_1170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4" name="Google Shape;654;g2baf9e5dadc_0_1170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5" name="Google Shape;655;g2baf9e5dadc_0_1170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6" name="Google Shape;656;g2baf9e5dadc_0_1170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7" name="Google Shape;657;g2baf9e5dadc_0_1170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8" name="Google Shape;658;g2baf9e5dadc_0_1170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9" name="Google Shape;659;g2baf9e5dadc_0_1170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0" name="Google Shape;660;g2baf9e5dadc_0_1170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1" name="Google Shape;661;g2baf9e5dadc_0_1170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2" name="Google Shape;662;g2baf9e5dadc_0_1170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3" name="Google Shape;663;g2baf9e5dadc_0_1170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4" name="Google Shape;664;g2baf9e5dadc_0_1170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5" name="Google Shape;665;g2baf9e5dadc_0_1170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6" name="Google Shape;666;g2baf9e5dadc_0_1170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7" name="Google Shape;667;g2baf9e5dadc_0_1170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8" name="Google Shape;668;g2baf9e5dadc_0_1170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9" name="Google Shape;669;g2baf9e5dadc_0_1170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0" name="Google Shape;670;g2baf9e5dadc_0_1170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71" name="Google Shape;671;g2baf9e5dadc_0_1170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672" name="Google Shape;672;g2baf9e5dadc_0_1170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3" name="Google Shape;673;g2baf9e5dadc_0_1170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4" name="Google Shape;674;g2baf9e5dadc_0_1170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5" name="Google Shape;675;g2baf9e5dadc_0_1170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6" name="Google Shape;676;g2baf9e5dadc_0_1170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7" name="Google Shape;677;g2baf9e5dadc_0_1170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8" name="Google Shape;678;g2baf9e5dadc_0_1170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9" name="Google Shape;679;g2baf9e5dadc_0_1170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0" name="Google Shape;680;g2baf9e5dadc_0_1170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1" name="Google Shape;681;g2baf9e5dadc_0_1170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82" name="Google Shape;682;g2baf9e5dadc_0_1170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683" name="Google Shape;683;g2baf9e5dadc_0_1170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4" name="Google Shape;684;g2baf9e5dadc_0_1170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5" name="Google Shape;685;g2baf9e5dadc_0_1170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6" name="Google Shape;686;g2baf9e5dadc_0_1170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7" name="Google Shape;687;g2baf9e5dadc_0_1170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8" name="Google Shape;688;g2baf9e5dadc_0_1170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7058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9" name="Google Shape;689;g2baf9e5dadc_0_1170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0" name="Google Shape;690;g2baf9e5dadc_0_1170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1" name="Google Shape;691;g2baf9e5dadc_0_1170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2" name="Google Shape;692;g2baf9e5dadc_0_1170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3" name="Google Shape;693;g2baf9e5dadc_0_1170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4" name="Google Shape;694;g2baf9e5dadc_0_1170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5" name="Google Shape;695;g2baf9e5dadc_0_1170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6" name="Google Shape;696;g2baf9e5dadc_0_1170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7" name="Google Shape;697;g2baf9e5dadc_0_1170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8" name="Google Shape;698;g2baf9e5dadc_0_1170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9" name="Google Shape;699;g2baf9e5dadc_0_1170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0" name="Google Shape;700;g2baf9e5dadc_0_1170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1" name="Google Shape;701;g2baf9e5dadc_0_1170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2" name="Google Shape;702;g2baf9e5dadc_0_1170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3" name="Google Shape;703;g2baf9e5dadc_0_1170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4" name="Google Shape;704;g2baf9e5dadc_0_1170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5" name="Google Shape;705;g2baf9e5dadc_0_1170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6" name="Google Shape;706;g2baf9e5dadc_0_1170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7" name="Google Shape;707;g2baf9e5dadc_0_1170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8" name="Google Shape;708;g2baf9e5dadc_0_1170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9" name="Google Shape;709;g2baf9e5dadc_0_1170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0" name="Google Shape;710;g2baf9e5dadc_0_1170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1" name="Google Shape;711;g2baf9e5dadc_0_1170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2" name="Google Shape;712;g2baf9e5dadc_0_1170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3" name="Google Shape;713;g2baf9e5dadc_0_1170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4" name="Google Shape;714;g2baf9e5dadc_0_1170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5" name="Google Shape;715;g2baf9e5dadc_0_1170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6" name="Google Shape;716;g2baf9e5dadc_0_1170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7" name="Google Shape;717;g2baf9e5dadc_0_1170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8" name="Google Shape;718;g2baf9e5dadc_0_1170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9" name="Google Shape;719;g2baf9e5dadc_0_1170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0" name="Google Shape;720;g2baf9e5dadc_0_1170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1" name="Google Shape;721;g2baf9e5dadc_0_1170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2" name="Google Shape;722;g2baf9e5dadc_0_1170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3" name="Google Shape;723;g2baf9e5dadc_0_1170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4" name="Google Shape;724;g2baf9e5dadc_0_1170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5" name="Google Shape;725;g2baf9e5dadc_0_1170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6" name="Google Shape;726;g2baf9e5dadc_0_1170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7" name="Google Shape;727;g2baf9e5dadc_0_1170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8" name="Google Shape;728;g2baf9e5dadc_0_1170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9" name="Google Shape;729;g2baf9e5dadc_0_1170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0" name="Google Shape;730;g2baf9e5dadc_0_1170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1" name="Google Shape;731;g2baf9e5dadc_0_1170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2" name="Google Shape;732;g2baf9e5dadc_0_1170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3" name="Google Shape;733;g2baf9e5dadc_0_1170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4" name="Google Shape;734;g2baf9e5dadc_0_1170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5" name="Google Shape;735;g2baf9e5dadc_0_1170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6" name="Google Shape;736;g2baf9e5dadc_0_1170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7" name="Google Shape;737;g2baf9e5dadc_0_1170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738" name="Google Shape;738;g2baf9e5dadc_0_1170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39" name="Google Shape;739;g2baf9e5dadc_0_1170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ainstorming+Topic+pic">
  <p:cSld name="1_Brainstorming+Topic+pic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baf9e5dadc_0_1298"/>
          <p:cNvSpPr txBox="1"/>
          <p:nvPr/>
        </p:nvSpPr>
        <p:spPr>
          <a:xfrm>
            <a:off x="294968" y="303255"/>
            <a:ext cx="560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2baf9e5dadc_0_1298"/>
          <p:cNvSpPr txBox="1"/>
          <p:nvPr>
            <p:ph idx="1" type="body"/>
          </p:nvPr>
        </p:nvSpPr>
        <p:spPr>
          <a:xfrm>
            <a:off x="294968" y="939474"/>
            <a:ext cx="81213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1900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3" name="Google Shape;743;g2baf9e5dadc_0_1298"/>
          <p:cNvSpPr txBox="1"/>
          <p:nvPr>
            <p:ph idx="2" type="body"/>
          </p:nvPr>
        </p:nvSpPr>
        <p:spPr>
          <a:xfrm>
            <a:off x="501325" y="2588575"/>
            <a:ext cx="75744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+Topic">
  <p:cSld name="Brainstorming+Topic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baf9e5dadc_0_1302"/>
          <p:cNvSpPr txBox="1"/>
          <p:nvPr/>
        </p:nvSpPr>
        <p:spPr>
          <a:xfrm>
            <a:off x="3294945" y="303255"/>
            <a:ext cx="560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2baf9e5dadc_0_1302"/>
          <p:cNvSpPr txBox="1"/>
          <p:nvPr>
            <p:ph idx="1" type="body"/>
          </p:nvPr>
        </p:nvSpPr>
        <p:spPr>
          <a:xfrm>
            <a:off x="2035352" y="1955424"/>
            <a:ext cx="81213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ing">
  <p:cSld name="Exploring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baf9e5dadc_0_1305"/>
          <p:cNvSpPr txBox="1"/>
          <p:nvPr/>
        </p:nvSpPr>
        <p:spPr>
          <a:xfrm>
            <a:off x="2729495" y="2321004"/>
            <a:ext cx="244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2baf9e5dadc_0_1305"/>
          <p:cNvSpPr txBox="1"/>
          <p:nvPr/>
        </p:nvSpPr>
        <p:spPr>
          <a:xfrm>
            <a:off x="4360477" y="1337162"/>
            <a:ext cx="3251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b="1" i="0" lang="en-US" sz="1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2baf9e5dadc_0_1305"/>
          <p:cNvSpPr txBox="1"/>
          <p:nvPr/>
        </p:nvSpPr>
        <p:spPr>
          <a:xfrm>
            <a:off x="6583633" y="2321004"/>
            <a:ext cx="303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RING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g2baf9e5dadc_0_13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3375" y="3884347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content T3">
  <p:cSld name="1_Title with content T3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baf9e5dadc_0_1310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54" name="Google Shape;754;g2baf9e5dadc_0_1310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755" name="Google Shape;755;g2baf9e5dadc_0_1310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2baf9e5dadc_0_1310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g2baf9e5dadc_0_1310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8" name="Google Shape;758;g2baf9e5dadc_0_1310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baf9e5dadc_0_1317"/>
          <p:cNvSpPr/>
          <p:nvPr/>
        </p:nvSpPr>
        <p:spPr>
          <a:xfrm>
            <a:off x="-15279338" y="-6822541"/>
            <a:ext cx="0" cy="25658117"/>
          </a:xfrm>
          <a:custGeom>
            <a:rect b="b" l="l" r="r" t="t"/>
            <a:pathLst>
              <a:path extrusionOk="0" h="13191834" w="120000">
                <a:moveTo>
                  <a:pt x="0" y="0"/>
                </a:moveTo>
                <a:lnTo>
                  <a:pt x="0" y="13191834"/>
                </a:lnTo>
              </a:path>
            </a:pathLst>
          </a:custGeom>
          <a:noFill/>
          <a:ln cap="rnd" cmpd="sng" w="44450">
            <a:solidFill>
              <a:schemeClr val="dk1"/>
            </a:solidFill>
            <a:prstDash val="lg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761" name="Google Shape;761;g2baf9e5dadc_0_1317"/>
          <p:cNvSpPr/>
          <p:nvPr/>
        </p:nvSpPr>
        <p:spPr>
          <a:xfrm>
            <a:off x="-13303054" y="-11895986"/>
            <a:ext cx="0" cy="25658117"/>
          </a:xfrm>
          <a:custGeom>
            <a:rect b="b" l="l" r="r" t="t"/>
            <a:pathLst>
              <a:path extrusionOk="0" h="13191834" w="120000">
                <a:moveTo>
                  <a:pt x="0" y="0"/>
                </a:moveTo>
                <a:lnTo>
                  <a:pt x="0" y="13191834"/>
                </a:lnTo>
              </a:path>
            </a:pathLst>
          </a:custGeom>
          <a:noFill/>
          <a:ln cap="rnd" cmpd="sng" w="44450">
            <a:solidFill>
              <a:schemeClr val="dk1"/>
            </a:solidFill>
            <a:prstDash val="lg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762" name="Google Shape;762;g2baf9e5dadc_0_1317"/>
          <p:cNvSpPr txBox="1"/>
          <p:nvPr>
            <p:ph idx="1" type="body"/>
          </p:nvPr>
        </p:nvSpPr>
        <p:spPr>
          <a:xfrm>
            <a:off x="3480620" y="2300748"/>
            <a:ext cx="5230800" cy="22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4" name="Google Shape;764;g2baf9e5dadc_0_1321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765" name="Google Shape;765;g2baf9e5dadc_0_1321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766" name="Google Shape;766;g2baf9e5dadc_0_1321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767" name="Google Shape;767;g2baf9e5dadc_0_132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68" name="Google Shape;768;g2baf9e5dadc_0_1321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69" name="Google Shape;769;g2baf9e5dadc_0_1321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70" name="Google Shape;770;g2baf9e5dadc_0_1321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771" name="Google Shape;771;g2baf9e5dadc_0_132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772" name="Google Shape;772;g2baf9e5dadc_0_1321"/>
          <p:cNvSpPr txBox="1"/>
          <p:nvPr/>
        </p:nvSpPr>
        <p:spPr>
          <a:xfrm>
            <a:off x="639545" y="777563"/>
            <a:ext cx="455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773" name="Google Shape;773;g2baf9e5dadc_0_13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8431" y="498639"/>
            <a:ext cx="5860720" cy="58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2baf9e5dadc_0_132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baf9e5dadc_0_1333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_1st_Text">
  <p:cSld name="Learn_1st_Text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baf9e5dadc_0_1335"/>
          <p:cNvSpPr/>
          <p:nvPr>
            <p:ph idx="2" type="pic"/>
          </p:nvPr>
        </p:nvSpPr>
        <p:spPr>
          <a:xfrm>
            <a:off x="2792006" y="1591499"/>
            <a:ext cx="6897300" cy="3423300"/>
          </a:xfrm>
          <a:prstGeom prst="rect">
            <a:avLst/>
          </a:prstGeom>
          <a:noFill/>
          <a:ln>
            <a:noFill/>
          </a:ln>
        </p:spPr>
      </p:sp>
      <p:sp>
        <p:nvSpPr>
          <p:cNvPr id="779" name="Google Shape;779;g2baf9e5dadc_0_1335"/>
          <p:cNvSpPr/>
          <p:nvPr/>
        </p:nvSpPr>
        <p:spPr>
          <a:xfrm>
            <a:off x="1391125" y="5139925"/>
            <a:ext cx="9699000" cy="789600"/>
          </a:xfrm>
          <a:prstGeom prst="roundRect">
            <a:avLst>
              <a:gd fmla="val 2616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80" name="Google Shape;780;g2baf9e5dadc_0_1335"/>
          <p:cNvSpPr txBox="1"/>
          <p:nvPr>
            <p:ph idx="1" type="body"/>
          </p:nvPr>
        </p:nvSpPr>
        <p:spPr>
          <a:xfrm>
            <a:off x="438675" y="245925"/>
            <a:ext cx="43851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781" name="Google Shape;781;g2baf9e5dadc_0_1335"/>
          <p:cNvSpPr txBox="1"/>
          <p:nvPr>
            <p:ph idx="3" type="body"/>
          </p:nvPr>
        </p:nvSpPr>
        <p:spPr>
          <a:xfrm>
            <a:off x="1628908" y="5325182"/>
            <a:ext cx="922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782" name="Google Shape;782;g2baf9e5dadc_0_1335">
            <a:hlinkClick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73501" y="2920585"/>
            <a:ext cx="570099" cy="961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 (H+P/V+KEY)">
  <p:cSld name="Learn (H+P/V+KEY)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baf9e5dadc_0_1341"/>
          <p:cNvSpPr txBox="1"/>
          <p:nvPr>
            <p:ph idx="1" type="body"/>
          </p:nvPr>
        </p:nvSpPr>
        <p:spPr>
          <a:xfrm>
            <a:off x="467859" y="426852"/>
            <a:ext cx="4164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grpSp>
        <p:nvGrpSpPr>
          <p:cNvPr id="785" name="Google Shape;785;g2baf9e5dadc_0_1341"/>
          <p:cNvGrpSpPr/>
          <p:nvPr/>
        </p:nvGrpSpPr>
        <p:grpSpPr>
          <a:xfrm>
            <a:off x="8831541" y="5253832"/>
            <a:ext cx="256344" cy="68100"/>
            <a:chOff x="781167" y="5836673"/>
            <a:chExt cx="256344" cy="68100"/>
          </a:xfrm>
        </p:grpSpPr>
        <p:sp>
          <p:nvSpPr>
            <p:cNvPr id="786" name="Google Shape;786;g2baf9e5dadc_0_1341"/>
            <p:cNvSpPr/>
            <p:nvPr/>
          </p:nvSpPr>
          <p:spPr>
            <a:xfrm>
              <a:off x="781167" y="5836673"/>
              <a:ext cx="68100" cy="681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787" name="Google Shape;787;g2baf9e5dadc_0_1341"/>
            <p:cNvCxnSpPr/>
            <p:nvPr/>
          </p:nvCxnSpPr>
          <p:spPr>
            <a:xfrm>
              <a:off x="882411" y="5870679"/>
              <a:ext cx="1551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88" name="Google Shape;788;g2baf9e5dadc_0_1341"/>
          <p:cNvSpPr txBox="1"/>
          <p:nvPr>
            <p:ph idx="2" type="body"/>
          </p:nvPr>
        </p:nvSpPr>
        <p:spPr>
          <a:xfrm>
            <a:off x="9089375" y="5198950"/>
            <a:ext cx="2787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grpSp>
        <p:nvGrpSpPr>
          <p:cNvPr id="789" name="Google Shape;789;g2baf9e5dadc_0_1341"/>
          <p:cNvGrpSpPr/>
          <p:nvPr/>
        </p:nvGrpSpPr>
        <p:grpSpPr>
          <a:xfrm>
            <a:off x="1033741" y="5253832"/>
            <a:ext cx="256344" cy="68100"/>
            <a:chOff x="781167" y="5836673"/>
            <a:chExt cx="256344" cy="68100"/>
          </a:xfrm>
        </p:grpSpPr>
        <p:sp>
          <p:nvSpPr>
            <p:cNvPr id="790" name="Google Shape;790;g2baf9e5dadc_0_1341"/>
            <p:cNvSpPr/>
            <p:nvPr/>
          </p:nvSpPr>
          <p:spPr>
            <a:xfrm>
              <a:off x="781167" y="5836673"/>
              <a:ext cx="68100" cy="681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791" name="Google Shape;791;g2baf9e5dadc_0_1341"/>
            <p:cNvCxnSpPr/>
            <p:nvPr/>
          </p:nvCxnSpPr>
          <p:spPr>
            <a:xfrm>
              <a:off x="882411" y="5870679"/>
              <a:ext cx="1551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2" name="Google Shape;792;g2baf9e5dadc_0_1341"/>
          <p:cNvSpPr txBox="1"/>
          <p:nvPr>
            <p:ph idx="3" type="body"/>
          </p:nvPr>
        </p:nvSpPr>
        <p:spPr>
          <a:xfrm>
            <a:off x="1291575" y="5198950"/>
            <a:ext cx="2787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grpSp>
        <p:nvGrpSpPr>
          <p:cNvPr id="793" name="Google Shape;793;g2baf9e5dadc_0_1341"/>
          <p:cNvGrpSpPr/>
          <p:nvPr/>
        </p:nvGrpSpPr>
        <p:grpSpPr>
          <a:xfrm>
            <a:off x="4932641" y="5253832"/>
            <a:ext cx="256344" cy="68100"/>
            <a:chOff x="781167" y="5836673"/>
            <a:chExt cx="256344" cy="68100"/>
          </a:xfrm>
        </p:grpSpPr>
        <p:sp>
          <p:nvSpPr>
            <p:cNvPr id="794" name="Google Shape;794;g2baf9e5dadc_0_1341"/>
            <p:cNvSpPr/>
            <p:nvPr/>
          </p:nvSpPr>
          <p:spPr>
            <a:xfrm>
              <a:off x="781167" y="5836673"/>
              <a:ext cx="68100" cy="68100"/>
            </a:xfrm>
            <a:prstGeom prst="ellipse">
              <a:avLst/>
            </a:prstGeom>
            <a:solidFill>
              <a:schemeClr val="accent2"/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795" name="Google Shape;795;g2baf9e5dadc_0_1341"/>
            <p:cNvCxnSpPr/>
            <p:nvPr/>
          </p:nvCxnSpPr>
          <p:spPr>
            <a:xfrm>
              <a:off x="882411" y="5870679"/>
              <a:ext cx="1551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6" name="Google Shape;796;g2baf9e5dadc_0_1341"/>
          <p:cNvSpPr txBox="1"/>
          <p:nvPr>
            <p:ph idx="4" type="body"/>
          </p:nvPr>
        </p:nvSpPr>
        <p:spPr>
          <a:xfrm>
            <a:off x="5190475" y="5198950"/>
            <a:ext cx="2787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797" name="Google Shape;797;g2baf9e5dadc_0_1341"/>
          <p:cNvSpPr txBox="1"/>
          <p:nvPr>
            <p:ph idx="5" type="body"/>
          </p:nvPr>
        </p:nvSpPr>
        <p:spPr>
          <a:xfrm>
            <a:off x="850950" y="1041250"/>
            <a:ext cx="10490100" cy="39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 (H+P/V)">
  <p:cSld name="Learn (H+P/V)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baf9e5dadc_0_1356"/>
          <p:cNvSpPr txBox="1"/>
          <p:nvPr>
            <p:ph idx="1" type="body"/>
          </p:nvPr>
        </p:nvSpPr>
        <p:spPr>
          <a:xfrm>
            <a:off x="467859" y="426852"/>
            <a:ext cx="45741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800" name="Google Shape;800;g2baf9e5dadc_0_1356"/>
          <p:cNvSpPr txBox="1"/>
          <p:nvPr>
            <p:ph idx="2" type="body"/>
          </p:nvPr>
        </p:nvSpPr>
        <p:spPr>
          <a:xfrm>
            <a:off x="850900" y="1219202"/>
            <a:ext cx="104901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cussion/Question+pic">
  <p:cSld name="1_Discussion/Question+pic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802;g2baf9e5dadc_0_1359"/>
          <p:cNvGrpSpPr/>
          <p:nvPr/>
        </p:nvGrpSpPr>
        <p:grpSpPr>
          <a:xfrm>
            <a:off x="5803720" y="1118298"/>
            <a:ext cx="5561352" cy="5357067"/>
            <a:chOff x="7462727" y="2117289"/>
            <a:chExt cx="4121046" cy="3969668"/>
          </a:xfrm>
        </p:grpSpPr>
        <p:sp>
          <p:nvSpPr>
            <p:cNvPr id="803" name="Google Shape;803;g2baf9e5dadc_0_1359"/>
            <p:cNvSpPr/>
            <p:nvPr/>
          </p:nvSpPr>
          <p:spPr>
            <a:xfrm flipH="1">
              <a:off x="9570823" y="4074007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2baf9e5dadc_0_1359"/>
            <p:cNvSpPr/>
            <p:nvPr/>
          </p:nvSpPr>
          <p:spPr>
            <a:xfrm flipH="1" rot="10800000">
              <a:off x="7462727" y="2117289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g2baf9e5dadc_0_1359"/>
          <p:cNvGrpSpPr/>
          <p:nvPr/>
        </p:nvGrpSpPr>
        <p:grpSpPr>
          <a:xfrm rot="-3106431">
            <a:off x="5586244" y="948752"/>
            <a:ext cx="5561179" cy="5356900"/>
            <a:chOff x="7462727" y="2117289"/>
            <a:chExt cx="4121046" cy="3969668"/>
          </a:xfrm>
        </p:grpSpPr>
        <p:sp>
          <p:nvSpPr>
            <p:cNvPr id="806" name="Google Shape;806;g2baf9e5dadc_0_1359"/>
            <p:cNvSpPr/>
            <p:nvPr/>
          </p:nvSpPr>
          <p:spPr>
            <a:xfrm flipH="1">
              <a:off x="9570823" y="4074007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2baf9e5dadc_0_1359"/>
            <p:cNvSpPr/>
            <p:nvPr/>
          </p:nvSpPr>
          <p:spPr>
            <a:xfrm flipH="1" rot="10800000">
              <a:off x="7462727" y="2117289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g2baf9e5dadc_0_1359"/>
          <p:cNvGrpSpPr/>
          <p:nvPr/>
        </p:nvGrpSpPr>
        <p:grpSpPr>
          <a:xfrm rot="-6988776">
            <a:off x="5722404" y="776297"/>
            <a:ext cx="5561222" cy="5356942"/>
            <a:chOff x="7462727" y="2117289"/>
            <a:chExt cx="4121046" cy="3969668"/>
          </a:xfrm>
        </p:grpSpPr>
        <p:sp>
          <p:nvSpPr>
            <p:cNvPr id="809" name="Google Shape;809;g2baf9e5dadc_0_1359"/>
            <p:cNvSpPr/>
            <p:nvPr/>
          </p:nvSpPr>
          <p:spPr>
            <a:xfrm flipH="1">
              <a:off x="9570823" y="4074007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2baf9e5dadc_0_1359"/>
            <p:cNvSpPr/>
            <p:nvPr/>
          </p:nvSpPr>
          <p:spPr>
            <a:xfrm flipH="1" rot="10800000">
              <a:off x="7462727" y="2117289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g2baf9e5dadc_0_1359"/>
          <p:cNvSpPr/>
          <p:nvPr>
            <p:ph idx="2" type="pic"/>
          </p:nvPr>
        </p:nvSpPr>
        <p:spPr>
          <a:xfrm>
            <a:off x="6188049" y="1305317"/>
            <a:ext cx="4649400" cy="4651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2" name="Google Shape;812;g2baf9e5dadc_0_1359"/>
          <p:cNvSpPr txBox="1"/>
          <p:nvPr>
            <p:ph idx="1" type="body"/>
          </p:nvPr>
        </p:nvSpPr>
        <p:spPr>
          <a:xfrm>
            <a:off x="356775" y="537578"/>
            <a:ext cx="53184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1900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ation Complete">
  <p:cSld name="Exploration Complete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baf9e5dadc_0_1371"/>
          <p:cNvSpPr txBox="1"/>
          <p:nvPr/>
        </p:nvSpPr>
        <p:spPr>
          <a:xfrm>
            <a:off x="3159315" y="3914214"/>
            <a:ext cx="587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2baf9e5dadc_0_1371"/>
          <p:cNvSpPr txBox="1"/>
          <p:nvPr/>
        </p:nvSpPr>
        <p:spPr>
          <a:xfrm>
            <a:off x="2698800" y="1743190"/>
            <a:ext cx="6794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</a:t>
            </a:r>
            <a:r>
              <a:rPr b="1" i="0" lang="en-US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7" name="Google Shape;817;g2baf9e5dadc_0_137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818" name="Google Shape;818;g2baf9e5dadc_0_137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819" name="Google Shape;819;g2baf9e5dadc_0_137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820" name="Google Shape;820;g2baf9e5dadc_0_137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1" name="Google Shape;821;g2baf9e5dadc_0_137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2" name="Google Shape;822;g2baf9e5dadc_0_137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3" name="Google Shape;823;g2baf9e5dadc_0_137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824" name="Google Shape;824;g2baf9e5dadc_0_137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825" name="Google Shape;825;g2baf9e5dadc_0_1374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g2baf9e5dadc_0_1374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827" name="Google Shape;827;g2baf9e5dadc_0_1374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828" name="Google Shape;828;g2baf9e5dadc_0_1374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9" name="Google Shape;829;g2baf9e5dadc_0_1374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7058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830" name="Google Shape;830;g2baf9e5dadc_0_1374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831" name="Google Shape;831;g2baf9e5dadc_0_1374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2" name="Google Shape;832;g2baf9e5dadc_0_1374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7058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833" name="Google Shape;833;g2baf9e5dadc_0_1374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834" name="Google Shape;834;g2baf9e5dadc_0_1374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5" name="Google Shape;835;g2baf9e5dadc_0_1374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6" name="Google Shape;836;g2baf9e5dadc_0_1374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7" name="Google Shape;837;g2baf9e5dadc_0_1374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8" name="Google Shape;838;g2baf9e5dadc_0_1374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9" name="Google Shape;839;g2baf9e5dadc_0_1374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0" name="Google Shape;840;g2baf9e5dadc_0_1374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1" name="Google Shape;841;g2baf9e5dadc_0_1374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2" name="Google Shape;842;g2baf9e5dadc_0_1374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3" name="Google Shape;843;g2baf9e5dadc_0_1374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844" name="Google Shape;844;g2baf9e5dadc_0_1374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845" name="Google Shape;845;g2baf9e5dadc_0_1374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6" name="Google Shape;846;g2baf9e5dadc_0_1374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7" name="Google Shape;847;g2baf9e5dadc_0_1374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8" name="Google Shape;848;g2baf9e5dadc_0_1374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9" name="Google Shape;849;g2baf9e5dadc_0_1374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850" name="Google Shape;850;g2baf9e5dadc_0_1374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851" name="Google Shape;851;g2baf9e5dadc_0_1374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2" name="Google Shape;852;g2baf9e5dadc_0_1374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3" name="Google Shape;853;g2baf9e5dadc_0_1374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4" name="Google Shape;854;g2baf9e5dadc_0_1374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855" name="Google Shape;855;g2baf9e5dadc_0_1374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856" name="Google Shape;856;g2baf9e5dadc_0_1374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7" name="Google Shape;857;g2baf9e5dadc_0_1374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8" name="Google Shape;858;g2baf9e5dadc_0_1374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9" name="Google Shape;859;g2baf9e5dadc_0_1374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0" name="Google Shape;860;g2baf9e5dadc_0_1374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1" name="Google Shape;861;g2baf9e5dadc_0_1374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2" name="Google Shape;862;g2baf9e5dadc_0_1374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3" name="Google Shape;863;g2baf9e5dadc_0_1374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4" name="Google Shape;864;g2baf9e5dadc_0_1374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5" name="Google Shape;865;g2baf9e5dadc_0_1374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6" name="Google Shape;866;g2baf9e5dadc_0_1374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7" name="Google Shape;867;g2baf9e5dadc_0_1374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8" name="Google Shape;868;g2baf9e5dadc_0_1374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9" name="Google Shape;869;g2baf9e5dadc_0_1374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0" name="Google Shape;870;g2baf9e5dadc_0_1374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1" name="Google Shape;871;g2baf9e5dadc_0_1374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2" name="Google Shape;872;g2baf9e5dadc_0_1374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3" name="Google Shape;873;g2baf9e5dadc_0_1374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4" name="Google Shape;874;g2baf9e5dadc_0_1374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5" name="Google Shape;875;g2baf9e5dadc_0_1374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6" name="Google Shape;876;g2baf9e5dadc_0_1374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7" name="Google Shape;877;g2baf9e5dadc_0_1374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8" name="Google Shape;878;g2baf9e5dadc_0_1374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9" name="Google Shape;879;g2baf9e5dadc_0_1374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0" name="Google Shape;880;g2baf9e5dadc_0_1374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1" name="Google Shape;881;g2baf9e5dadc_0_1374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2" name="Google Shape;882;g2baf9e5dadc_0_1374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83" name="Google Shape;883;g2baf9e5dadc_0_1374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884" name="Google Shape;884;g2baf9e5dadc_0_1374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85" name="Google Shape;885;g2baf9e5dadc_0_1374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705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886" name="Google Shape;886;g2baf9e5dadc_0_1374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7" name="Google Shape;887;g2baf9e5dadc_0_1374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8" name="Google Shape;888;g2baf9e5dadc_0_1374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9" name="Google Shape;889;g2baf9e5dadc_0_1374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90" name="Google Shape;890;g2baf9e5dadc_0_1374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891" name="Google Shape;891;g2baf9e5dadc_0_1374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92" name="Google Shape;892;g2baf9e5dadc_0_1374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705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893" name="Google Shape;893;g2baf9e5dadc_0_1374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94" name="Google Shape;894;g2baf9e5dadc_0_1374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95" name="Google Shape;895;g2baf9e5dadc_0_1374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96" name="Google Shape;896;g2baf9e5dadc_0_1374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97" name="Google Shape;897;g2baf9e5dadc_0_1374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898" name="Google Shape;898;g2baf9e5dadc_0_1374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99" name="Google Shape;899;g2baf9e5dadc_0_1374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705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900" name="Google Shape;900;g2baf9e5dadc_0_1374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1" name="Google Shape;901;g2baf9e5dadc_0_1374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2" name="Google Shape;902;g2baf9e5dadc_0_1374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3" name="Google Shape;903;g2baf9e5dadc_0_1374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4" name="Google Shape;904;g2baf9e5dadc_0_1374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5" name="Google Shape;905;g2baf9e5dadc_0_1374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6" name="Google Shape;906;g2baf9e5dadc_0_1374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7" name="Google Shape;907;g2baf9e5dadc_0_1374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8" name="Google Shape;908;g2baf9e5dadc_0_1374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9" name="Google Shape;909;g2baf9e5dadc_0_1374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0" name="Google Shape;910;g2baf9e5dadc_0_1374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1" name="Google Shape;911;g2baf9e5dadc_0_1374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2" name="Google Shape;912;g2baf9e5dadc_0_1374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3" name="Google Shape;913;g2baf9e5dadc_0_1374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914" name="Google Shape;914;g2baf9e5dadc_0_1374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915" name="Google Shape;915;g2baf9e5dadc_0_1374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916" name="Google Shape;916;g2baf9e5dadc_0_1374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7058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917" name="Google Shape;917;g2baf9e5dadc_0_1374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8" name="Google Shape;918;g2baf9e5dadc_0_1374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9" name="Google Shape;919;g2baf9e5dadc_0_1374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0" name="Google Shape;920;g2baf9e5dadc_0_1374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1" name="Google Shape;921;g2baf9e5dadc_0_1374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2" name="Google Shape;922;g2baf9e5dadc_0_1374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3" name="Google Shape;923;g2baf9e5dadc_0_1374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4" name="Google Shape;924;g2baf9e5dadc_0_1374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5" name="Google Shape;925;g2baf9e5dadc_0_1374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6" name="Google Shape;926;g2baf9e5dadc_0_1374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7" name="Google Shape;927;g2baf9e5dadc_0_1374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8" name="Google Shape;928;g2baf9e5dadc_0_1374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9" name="Google Shape;929;g2baf9e5dadc_0_1374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30" name="Google Shape;930;g2baf9e5dadc_0_1374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31" name="Google Shape;931;g2baf9e5dadc_0_1374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932" name="Google Shape;932;g2baf9e5dadc_0_1374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earn (H+P/V)">
  <p:cSld name="1_Learn (H+P/V)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baf9e5dadc_0_1491"/>
          <p:cNvSpPr txBox="1"/>
          <p:nvPr>
            <p:ph idx="1" type="body"/>
          </p:nvPr>
        </p:nvSpPr>
        <p:spPr>
          <a:xfrm>
            <a:off x="467859" y="426852"/>
            <a:ext cx="45741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35" name="Google Shape;935;g2baf9e5dadc_0_1491"/>
          <p:cNvSpPr txBox="1"/>
          <p:nvPr>
            <p:ph idx="2" type="body"/>
          </p:nvPr>
        </p:nvSpPr>
        <p:spPr>
          <a:xfrm>
            <a:off x="850900" y="1600202"/>
            <a:ext cx="27135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36" name="Google Shape;936;g2baf9e5dadc_0_1491"/>
          <p:cNvSpPr txBox="1"/>
          <p:nvPr>
            <p:ph idx="3" type="body"/>
          </p:nvPr>
        </p:nvSpPr>
        <p:spPr>
          <a:xfrm>
            <a:off x="3881535" y="1600202"/>
            <a:ext cx="7459500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llenge+Text">
  <p:cSld name="Challenge+Text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g2baf9e5dadc_0_1495"/>
          <p:cNvGrpSpPr/>
          <p:nvPr/>
        </p:nvGrpSpPr>
        <p:grpSpPr>
          <a:xfrm>
            <a:off x="2034251" y="1632358"/>
            <a:ext cx="8123475" cy="4020734"/>
            <a:chOff x="-413326" y="937285"/>
            <a:chExt cx="4433003" cy="4433003"/>
          </a:xfrm>
        </p:grpSpPr>
        <p:sp>
          <p:nvSpPr>
            <p:cNvPr id="939" name="Google Shape;939;g2baf9e5dadc_0_1495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40" name="Google Shape;940;g2baf9e5dadc_0_1495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41" name="Google Shape;941;g2baf9e5dadc_0_1495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42" name="Google Shape;942;g2baf9e5dadc_0_1495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943" name="Google Shape;943;g2baf9e5dadc_0_1495"/>
          <p:cNvSpPr txBox="1"/>
          <p:nvPr>
            <p:ph idx="1" type="body"/>
          </p:nvPr>
        </p:nvSpPr>
        <p:spPr>
          <a:xfrm>
            <a:off x="2799191" y="235804"/>
            <a:ext cx="37647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44" name="Google Shape;944;g2baf9e5dadc_0_1495"/>
          <p:cNvSpPr txBox="1"/>
          <p:nvPr>
            <p:ph idx="2" type="body"/>
          </p:nvPr>
        </p:nvSpPr>
        <p:spPr>
          <a:xfrm>
            <a:off x="2849922" y="1899734"/>
            <a:ext cx="6492000" cy="34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45" name="Google Shape;945;g2baf9e5dadc_0_1495"/>
          <p:cNvSpPr txBox="1"/>
          <p:nvPr/>
        </p:nvSpPr>
        <p:spPr>
          <a:xfrm>
            <a:off x="482600" y="314232"/>
            <a:ext cx="472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accent2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Challenge 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_3Step (H+PIC+NO.+HINT)">
  <p:cSld name="WA_3Step (H+PIC+NO.+HINT)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g2baf9e5dadc_0_1504"/>
          <p:cNvGrpSpPr/>
          <p:nvPr/>
        </p:nvGrpSpPr>
        <p:grpSpPr>
          <a:xfrm>
            <a:off x="1984028" y="1412082"/>
            <a:ext cx="8449744" cy="4433003"/>
            <a:chOff x="-413326" y="937285"/>
            <a:chExt cx="4433003" cy="4433003"/>
          </a:xfrm>
        </p:grpSpPr>
        <p:sp>
          <p:nvSpPr>
            <p:cNvPr id="948" name="Google Shape;948;g2baf9e5dadc_0_1504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49" name="Google Shape;949;g2baf9e5dadc_0_1504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50" name="Google Shape;950;g2baf9e5dadc_0_1504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51" name="Google Shape;951;g2baf9e5dadc_0_1504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952" name="Google Shape;952;g2baf9e5dadc_0_1504"/>
          <p:cNvSpPr txBox="1"/>
          <p:nvPr/>
        </p:nvSpPr>
        <p:spPr>
          <a:xfrm>
            <a:off x="7719261" y="426851"/>
            <a:ext cx="3337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Step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2baf9e5dadc_0_1504"/>
          <p:cNvSpPr/>
          <p:nvPr>
            <p:ph idx="2" type="pic"/>
          </p:nvPr>
        </p:nvSpPr>
        <p:spPr>
          <a:xfrm>
            <a:off x="2547257" y="1671815"/>
            <a:ext cx="7323300" cy="3913500"/>
          </a:xfrm>
          <a:prstGeom prst="rect">
            <a:avLst/>
          </a:prstGeom>
          <a:noFill/>
          <a:ln>
            <a:noFill/>
          </a:ln>
        </p:spPr>
      </p:sp>
      <p:sp>
        <p:nvSpPr>
          <p:cNvPr id="954" name="Google Shape;954;g2baf9e5dadc_0_1504"/>
          <p:cNvSpPr txBox="1"/>
          <p:nvPr>
            <p:ph idx="1" type="body"/>
          </p:nvPr>
        </p:nvSpPr>
        <p:spPr>
          <a:xfrm>
            <a:off x="467859" y="235804"/>
            <a:ext cx="4578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55" name="Google Shape;955;g2baf9e5dadc_0_1504"/>
          <p:cNvSpPr txBox="1"/>
          <p:nvPr>
            <p:ph idx="3" type="body"/>
          </p:nvPr>
        </p:nvSpPr>
        <p:spPr>
          <a:xfrm>
            <a:off x="10881625" y="594841"/>
            <a:ext cx="908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baf9e5dadc_0_1514"/>
          <p:cNvSpPr/>
          <p:nvPr/>
        </p:nvSpPr>
        <p:spPr>
          <a:xfrm>
            <a:off x="7139332" y="4800600"/>
            <a:ext cx="4580188" cy="1143436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58" name="Google Shape;958;g2baf9e5dadc_0_1514"/>
          <p:cNvSpPr/>
          <p:nvPr/>
        </p:nvSpPr>
        <p:spPr>
          <a:xfrm>
            <a:off x="5588000" y="-3009900"/>
            <a:ext cx="1016100" cy="9334500"/>
          </a:xfrm>
          <a:prstGeom prst="ellipse">
            <a:avLst/>
          </a:prstGeom>
          <a:solidFill>
            <a:srgbClr val="FC7C00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959" name="Google Shape;959;g2baf9e5dadc_0_1514"/>
          <p:cNvGrpSpPr/>
          <p:nvPr/>
        </p:nvGrpSpPr>
        <p:grpSpPr>
          <a:xfrm>
            <a:off x="4736945" y="4926810"/>
            <a:ext cx="2896817" cy="2898554"/>
            <a:chOff x="4460241" y="4926810"/>
            <a:chExt cx="2896817" cy="2898554"/>
          </a:xfrm>
        </p:grpSpPr>
        <p:sp>
          <p:nvSpPr>
            <p:cNvPr id="960" name="Google Shape;960;g2baf9e5dadc_0_1514"/>
            <p:cNvSpPr txBox="1"/>
            <p:nvPr/>
          </p:nvSpPr>
          <p:spPr>
            <a:xfrm>
              <a:off x="4460241" y="4926810"/>
              <a:ext cx="2522100" cy="26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600"/>
                <a:buFont typeface="Arial"/>
                <a:buNone/>
              </a:pPr>
              <a:r>
                <a:rPr b="0" i="0" lang="en-US" sz="9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2baf9e5dadc_0_1514"/>
            <p:cNvSpPr txBox="1"/>
            <p:nvPr/>
          </p:nvSpPr>
          <p:spPr>
            <a:xfrm>
              <a:off x="4834958" y="5181164"/>
              <a:ext cx="2522100" cy="26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600"/>
                <a:buFont typeface="Arial"/>
                <a:buNone/>
              </a:pPr>
              <a:r>
                <a:rPr b="0" i="0" lang="en-US" sz="9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2" name="Google Shape;962;g2baf9e5dadc_0_1514"/>
          <p:cNvSpPr/>
          <p:nvPr/>
        </p:nvSpPr>
        <p:spPr>
          <a:xfrm flipH="1">
            <a:off x="472480" y="4800600"/>
            <a:ext cx="4580188" cy="1143436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63" name="Google Shape;963;g2baf9e5dadc_0_1514"/>
          <p:cNvSpPr txBox="1"/>
          <p:nvPr>
            <p:ph idx="1" type="body"/>
          </p:nvPr>
        </p:nvSpPr>
        <p:spPr>
          <a:xfrm>
            <a:off x="472480" y="5056432"/>
            <a:ext cx="4578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FBDB1F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64" name="Google Shape;964;g2baf9e5dadc_0_1514"/>
          <p:cNvSpPr txBox="1"/>
          <p:nvPr>
            <p:ph idx="2" type="body"/>
          </p:nvPr>
        </p:nvSpPr>
        <p:spPr>
          <a:xfrm>
            <a:off x="7139332" y="5056432"/>
            <a:ext cx="4578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FBDB1F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65" name="Google Shape;965;g2baf9e5dadc_0_1514"/>
          <p:cNvSpPr txBox="1"/>
          <p:nvPr>
            <p:ph idx="3" type="body"/>
          </p:nvPr>
        </p:nvSpPr>
        <p:spPr>
          <a:xfrm>
            <a:off x="621905" y="448078"/>
            <a:ext cx="42798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66" name="Google Shape;966;g2baf9e5dadc_0_1514"/>
          <p:cNvSpPr txBox="1"/>
          <p:nvPr>
            <p:ph idx="4" type="body"/>
          </p:nvPr>
        </p:nvSpPr>
        <p:spPr>
          <a:xfrm>
            <a:off x="7290195" y="448078"/>
            <a:ext cx="42798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Step (H+PIC+NO.+HINT)">
  <p:cSld name="3Step (H+PIC+NO.+HINT)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8" name="Google Shape;968;g2baf9e5dadc_0_1525"/>
          <p:cNvGrpSpPr/>
          <p:nvPr/>
        </p:nvGrpSpPr>
        <p:grpSpPr>
          <a:xfrm>
            <a:off x="2148128" y="1620732"/>
            <a:ext cx="8449744" cy="4433003"/>
            <a:chOff x="-413326" y="937285"/>
            <a:chExt cx="4433003" cy="4433003"/>
          </a:xfrm>
        </p:grpSpPr>
        <p:sp>
          <p:nvSpPr>
            <p:cNvPr id="969" name="Google Shape;969;g2baf9e5dadc_0_1525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70" name="Google Shape;970;g2baf9e5dadc_0_1525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71" name="Google Shape;971;g2baf9e5dadc_0_1525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72" name="Google Shape;972;g2baf9e5dadc_0_1525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973" name="Google Shape;973;g2baf9e5dadc_0_1525"/>
          <p:cNvSpPr txBox="1"/>
          <p:nvPr/>
        </p:nvSpPr>
        <p:spPr>
          <a:xfrm>
            <a:off x="7719261" y="426851"/>
            <a:ext cx="3337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Step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2baf9e5dadc_0_1525"/>
          <p:cNvSpPr/>
          <p:nvPr>
            <p:ph idx="2" type="pic"/>
          </p:nvPr>
        </p:nvSpPr>
        <p:spPr>
          <a:xfrm>
            <a:off x="2699657" y="1900415"/>
            <a:ext cx="7323300" cy="391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g2baf9e5dadc_0_1525"/>
          <p:cNvSpPr txBox="1"/>
          <p:nvPr>
            <p:ph idx="1" type="body"/>
          </p:nvPr>
        </p:nvSpPr>
        <p:spPr>
          <a:xfrm>
            <a:off x="467859" y="235804"/>
            <a:ext cx="4578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976" name="Google Shape;976;g2baf9e5dadc_0_1525"/>
          <p:cNvSpPr txBox="1"/>
          <p:nvPr>
            <p:ph idx="3" type="body"/>
          </p:nvPr>
        </p:nvSpPr>
        <p:spPr>
          <a:xfrm>
            <a:off x="10998200" y="439516"/>
            <a:ext cx="908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ng Completed">
  <p:cSld name="Testing Completed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baf9e5dadc_0_1535"/>
          <p:cNvSpPr txBox="1"/>
          <p:nvPr/>
        </p:nvSpPr>
        <p:spPr>
          <a:xfrm>
            <a:off x="381000" y="157375"/>
            <a:ext cx="4737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Completed 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2baf9e5dadc_0_1535"/>
          <p:cNvSpPr/>
          <p:nvPr/>
        </p:nvSpPr>
        <p:spPr>
          <a:xfrm rot="-1782754">
            <a:off x="10532613" y="3057460"/>
            <a:ext cx="1152318" cy="1084353"/>
          </a:xfrm>
          <a:custGeom>
            <a:rect b="b" l="l" r="r" t="t"/>
            <a:pathLst>
              <a:path extrusionOk="0" h="1972325" w="2095947">
                <a:moveTo>
                  <a:pt x="1207211" y="660929"/>
                </a:moveTo>
                <a:cubicBezTo>
                  <a:pt x="1102223" y="610125"/>
                  <a:pt x="974784" y="610474"/>
                  <a:pt x="866133" y="672956"/>
                </a:cubicBezTo>
                <a:cubicBezTo>
                  <a:pt x="865479" y="673330"/>
                  <a:pt x="864826" y="673706"/>
                  <a:pt x="864175" y="674083"/>
                </a:cubicBezTo>
                <a:cubicBezTo>
                  <a:pt x="691790" y="773974"/>
                  <a:pt x="633022" y="994696"/>
                  <a:pt x="732913" y="1167082"/>
                </a:cubicBezTo>
                <a:cubicBezTo>
                  <a:pt x="833985" y="1340254"/>
                  <a:pt x="1055902" y="1399350"/>
                  <a:pt x="1229711" y="1299375"/>
                </a:cubicBezTo>
                <a:cubicBezTo>
                  <a:pt x="1230357" y="1299008"/>
                  <a:pt x="1231003" y="1298636"/>
                  <a:pt x="1231646" y="1298264"/>
                </a:cubicBezTo>
                <a:cubicBezTo>
                  <a:pt x="1404069" y="1198404"/>
                  <a:pt x="1462894" y="977675"/>
                  <a:pt x="1363033" y="805250"/>
                </a:cubicBezTo>
                <a:cubicBezTo>
                  <a:pt x="1325114" y="740309"/>
                  <a:pt x="1270203" y="691412"/>
                  <a:pt x="1207211" y="660929"/>
                </a:cubicBezTo>
                <a:close/>
                <a:moveTo>
                  <a:pt x="1450613" y="13643"/>
                </a:moveTo>
                <a:lnTo>
                  <a:pt x="1553483" y="72713"/>
                </a:lnTo>
                <a:lnTo>
                  <a:pt x="1692983" y="152786"/>
                </a:lnTo>
                <a:cubicBezTo>
                  <a:pt x="1704136" y="159188"/>
                  <a:pt x="1713676" y="167404"/>
                  <a:pt x="1721411" y="176872"/>
                </a:cubicBezTo>
                <a:lnTo>
                  <a:pt x="1721423" y="176895"/>
                </a:lnTo>
                <a:lnTo>
                  <a:pt x="1721432" y="176902"/>
                </a:lnTo>
                <a:cubicBezTo>
                  <a:pt x="1729167" y="186369"/>
                  <a:pt x="1735094" y="197088"/>
                  <a:pt x="1739019" y="208496"/>
                </a:cubicBezTo>
                <a:lnTo>
                  <a:pt x="1743058" y="234383"/>
                </a:lnTo>
                <a:lnTo>
                  <a:pt x="1744594" y="244195"/>
                </a:lnTo>
                <a:lnTo>
                  <a:pt x="1744592" y="244208"/>
                </a:lnTo>
                <a:lnTo>
                  <a:pt x="1744594" y="244223"/>
                </a:lnTo>
                <a:lnTo>
                  <a:pt x="1743221" y="250812"/>
                </a:lnTo>
                <a:lnTo>
                  <a:pt x="1737024" y="280677"/>
                </a:lnTo>
                <a:lnTo>
                  <a:pt x="1715725" y="333022"/>
                </a:lnTo>
                <a:lnTo>
                  <a:pt x="1688065" y="401070"/>
                </a:lnTo>
                <a:lnTo>
                  <a:pt x="1682909" y="441239"/>
                </a:lnTo>
                <a:lnTo>
                  <a:pt x="1681392" y="453141"/>
                </a:lnTo>
                <a:lnTo>
                  <a:pt x="1691837" y="478722"/>
                </a:lnTo>
                <a:lnTo>
                  <a:pt x="1701254" y="501750"/>
                </a:lnTo>
                <a:lnTo>
                  <a:pt x="1750706" y="576574"/>
                </a:lnTo>
                <a:lnTo>
                  <a:pt x="1753602" y="580954"/>
                </a:lnTo>
                <a:lnTo>
                  <a:pt x="1753602" y="580955"/>
                </a:lnTo>
                <a:lnTo>
                  <a:pt x="1753622" y="580985"/>
                </a:lnTo>
                <a:lnTo>
                  <a:pt x="1764252" y="602054"/>
                </a:lnTo>
                <a:lnTo>
                  <a:pt x="1796408" y="665761"/>
                </a:lnTo>
                <a:lnTo>
                  <a:pt x="1817180" y="692444"/>
                </a:lnTo>
                <a:lnTo>
                  <a:pt x="1828498" y="706969"/>
                </a:lnTo>
                <a:lnTo>
                  <a:pt x="1847963" y="715119"/>
                </a:lnTo>
                <a:lnTo>
                  <a:pt x="1876690" y="727128"/>
                </a:lnTo>
                <a:lnTo>
                  <a:pt x="1961530" y="738943"/>
                </a:lnTo>
                <a:lnTo>
                  <a:pt x="2007293" y="745311"/>
                </a:lnTo>
                <a:lnTo>
                  <a:pt x="2007320" y="745320"/>
                </a:lnTo>
                <a:lnTo>
                  <a:pt x="2007339" y="745323"/>
                </a:lnTo>
                <a:lnTo>
                  <a:pt x="2021741" y="750093"/>
                </a:lnTo>
                <a:lnTo>
                  <a:pt x="2042582" y="756992"/>
                </a:lnTo>
                <a:lnTo>
                  <a:pt x="2042593" y="757001"/>
                </a:lnTo>
                <a:lnTo>
                  <a:pt x="2042627" y="757012"/>
                </a:lnTo>
                <a:cubicBezTo>
                  <a:pt x="2074700" y="774632"/>
                  <a:pt x="2095966" y="808707"/>
                  <a:pt x="2095947" y="847190"/>
                </a:cubicBezTo>
                <a:lnTo>
                  <a:pt x="2095844" y="1124628"/>
                </a:lnTo>
                <a:lnTo>
                  <a:pt x="2095839" y="1124651"/>
                </a:lnTo>
                <a:lnTo>
                  <a:pt x="2095839" y="1124679"/>
                </a:lnTo>
                <a:lnTo>
                  <a:pt x="2090268" y="1155030"/>
                </a:lnTo>
                <a:lnTo>
                  <a:pt x="2089139" y="1161186"/>
                </a:lnTo>
                <a:lnTo>
                  <a:pt x="2089138" y="1161188"/>
                </a:lnTo>
                <a:lnTo>
                  <a:pt x="2089134" y="1161211"/>
                </a:lnTo>
                <a:cubicBezTo>
                  <a:pt x="2084796" y="1172601"/>
                  <a:pt x="2078485" y="1183056"/>
                  <a:pt x="2070588" y="1192131"/>
                </a:cubicBezTo>
                <a:lnTo>
                  <a:pt x="2070033" y="1192579"/>
                </a:lnTo>
                <a:lnTo>
                  <a:pt x="2042512" y="1214791"/>
                </a:lnTo>
                <a:cubicBezTo>
                  <a:pt x="2031825" y="1220667"/>
                  <a:pt x="2019937" y="1224717"/>
                  <a:pt x="2007236" y="1226496"/>
                </a:cubicBezTo>
                <a:lnTo>
                  <a:pt x="1950363" y="1234404"/>
                </a:lnTo>
                <a:lnTo>
                  <a:pt x="1876427" y="1244733"/>
                </a:lnTo>
                <a:cubicBezTo>
                  <a:pt x="1858610" y="1247259"/>
                  <a:pt x="1842097" y="1254343"/>
                  <a:pt x="1828266" y="1264930"/>
                </a:cubicBezTo>
                <a:lnTo>
                  <a:pt x="1807884" y="1291126"/>
                </a:lnTo>
                <a:lnTo>
                  <a:pt x="1796202" y="1306160"/>
                </a:lnTo>
                <a:lnTo>
                  <a:pt x="1778069" y="1342140"/>
                </a:lnTo>
                <a:lnTo>
                  <a:pt x="1753411" y="1391097"/>
                </a:lnTo>
                <a:cubicBezTo>
                  <a:pt x="1737509" y="1418526"/>
                  <a:pt x="1719994" y="1445020"/>
                  <a:pt x="1700947" y="1470436"/>
                </a:cubicBezTo>
                <a:cubicBezTo>
                  <a:pt x="1690074" y="1484872"/>
                  <a:pt x="1683384" y="1501631"/>
                  <a:pt x="1681105" y="1518970"/>
                </a:cubicBezTo>
                <a:lnTo>
                  <a:pt x="1684507" y="1545650"/>
                </a:lnTo>
                <a:lnTo>
                  <a:pt x="1687757" y="1570956"/>
                </a:lnTo>
                <a:lnTo>
                  <a:pt x="1703486" y="1609731"/>
                </a:lnTo>
                <a:lnTo>
                  <a:pt x="1736629" y="1691283"/>
                </a:lnTo>
                <a:cubicBezTo>
                  <a:pt x="1741468" y="1703190"/>
                  <a:pt x="1743922" y="1715533"/>
                  <a:pt x="1744185" y="1727750"/>
                </a:cubicBezTo>
                <a:lnTo>
                  <a:pt x="1741109" y="1747380"/>
                </a:lnTo>
                <a:lnTo>
                  <a:pt x="1738594" y="1763478"/>
                </a:lnTo>
                <a:cubicBezTo>
                  <a:pt x="1734669" y="1774878"/>
                  <a:pt x="1728743" y="1785589"/>
                  <a:pt x="1721010" y="1795046"/>
                </a:cubicBezTo>
                <a:lnTo>
                  <a:pt x="1716471" y="1798887"/>
                </a:lnTo>
                <a:lnTo>
                  <a:pt x="1692599" y="1819121"/>
                </a:lnTo>
                <a:lnTo>
                  <a:pt x="1528712" y="1913256"/>
                </a:lnTo>
                <a:lnTo>
                  <a:pt x="1449996" y="1958484"/>
                </a:lnTo>
                <a:cubicBezTo>
                  <a:pt x="1427861" y="1971190"/>
                  <a:pt x="1402740" y="1974807"/>
                  <a:pt x="1379215" y="1970227"/>
                </a:cubicBezTo>
                <a:lnTo>
                  <a:pt x="1362759" y="1963890"/>
                </a:lnTo>
                <a:lnTo>
                  <a:pt x="1345679" y="1957319"/>
                </a:lnTo>
                <a:cubicBezTo>
                  <a:pt x="1335280" y="1951042"/>
                  <a:pt x="1325853" y="1942826"/>
                  <a:pt x="1317970" y="1932783"/>
                </a:cubicBezTo>
                <a:lnTo>
                  <a:pt x="1293113" y="1901114"/>
                </a:lnTo>
                <a:lnTo>
                  <a:pt x="1293131" y="1901104"/>
                </a:lnTo>
                <a:lnTo>
                  <a:pt x="1236804" y="1829375"/>
                </a:lnTo>
                <a:cubicBezTo>
                  <a:pt x="1214609" y="1801161"/>
                  <a:pt x="1179316" y="1786552"/>
                  <a:pt x="1143674" y="1790828"/>
                </a:cubicBezTo>
                <a:cubicBezTo>
                  <a:pt x="1079611" y="1798368"/>
                  <a:pt x="1014881" y="1798299"/>
                  <a:pt x="950835" y="1790624"/>
                </a:cubicBezTo>
                <a:cubicBezTo>
                  <a:pt x="915496" y="1786583"/>
                  <a:pt x="880603" y="1801226"/>
                  <a:pt x="858732" y="1829273"/>
                </a:cubicBezTo>
                <a:lnTo>
                  <a:pt x="777321" y="1932991"/>
                </a:lnTo>
                <a:cubicBezTo>
                  <a:pt x="745812" y="1973148"/>
                  <a:pt x="689606" y="1984091"/>
                  <a:pt x="645333" y="1958689"/>
                </a:cubicBezTo>
                <a:lnTo>
                  <a:pt x="402949" y="1819508"/>
                </a:lnTo>
                <a:cubicBezTo>
                  <a:pt x="358341" y="1793908"/>
                  <a:pt x="339505" y="1739290"/>
                  <a:pt x="358850" y="1691634"/>
                </a:cubicBezTo>
                <a:lnTo>
                  <a:pt x="407882" y="1571262"/>
                </a:lnTo>
                <a:cubicBezTo>
                  <a:pt x="421447" y="1537718"/>
                  <a:pt x="416414" y="1499515"/>
                  <a:pt x="394622" y="1470629"/>
                </a:cubicBezTo>
                <a:cubicBezTo>
                  <a:pt x="375710" y="1445248"/>
                  <a:pt x="358242" y="1418822"/>
                  <a:pt x="342300" y="1391478"/>
                </a:cubicBezTo>
                <a:cubicBezTo>
                  <a:pt x="326438" y="1364015"/>
                  <a:pt x="312160" y="1335667"/>
                  <a:pt x="299538" y="1306571"/>
                </a:cubicBezTo>
                <a:cubicBezTo>
                  <a:pt x="285334" y="1273497"/>
                  <a:pt x="254899" y="1250234"/>
                  <a:pt x="219257" y="1245205"/>
                </a:cubicBezTo>
                <a:lnTo>
                  <a:pt x="88608" y="1227009"/>
                </a:lnTo>
                <a:cubicBezTo>
                  <a:pt x="37788" y="1219926"/>
                  <a:pt x="-26" y="1176453"/>
                  <a:pt x="0" y="1125142"/>
                </a:cubicBezTo>
                <a:lnTo>
                  <a:pt x="104" y="847704"/>
                </a:lnTo>
                <a:cubicBezTo>
                  <a:pt x="64" y="796425"/>
                  <a:pt x="37826" y="752962"/>
                  <a:pt x="88608" y="745837"/>
                </a:cubicBezTo>
                <a:lnTo>
                  <a:pt x="219463" y="727643"/>
                </a:lnTo>
                <a:cubicBezTo>
                  <a:pt x="255113" y="722561"/>
                  <a:pt x="285541" y="699264"/>
                  <a:pt x="299745" y="666172"/>
                </a:cubicBezTo>
                <a:cubicBezTo>
                  <a:pt x="324911" y="607870"/>
                  <a:pt x="356860" y="552735"/>
                  <a:pt x="394930" y="501909"/>
                </a:cubicBezTo>
                <a:cubicBezTo>
                  <a:pt x="416666" y="473040"/>
                  <a:pt x="421697" y="434896"/>
                  <a:pt x="408190" y="401378"/>
                </a:cubicBezTo>
                <a:lnTo>
                  <a:pt x="359261" y="281008"/>
                </a:lnTo>
                <a:cubicBezTo>
                  <a:pt x="339947" y="233406"/>
                  <a:pt x="358730" y="178854"/>
                  <a:pt x="403257" y="153236"/>
                </a:cubicBezTo>
                <a:lnTo>
                  <a:pt x="645847" y="13848"/>
                </a:lnTo>
                <a:cubicBezTo>
                  <a:pt x="690151" y="-11562"/>
                  <a:pt x="746390" y="-621"/>
                  <a:pt x="777937" y="39546"/>
                </a:cubicBezTo>
                <a:lnTo>
                  <a:pt x="859143" y="142957"/>
                </a:lnTo>
                <a:cubicBezTo>
                  <a:pt x="881295" y="171167"/>
                  <a:pt x="916557" y="185778"/>
                  <a:pt x="952170" y="181504"/>
                </a:cubicBezTo>
                <a:cubicBezTo>
                  <a:pt x="1016233" y="173966"/>
                  <a:pt x="1080964" y="174033"/>
                  <a:pt x="1145011" y="181710"/>
                </a:cubicBezTo>
                <a:cubicBezTo>
                  <a:pt x="1180353" y="185791"/>
                  <a:pt x="1215265" y="171140"/>
                  <a:pt x="1237113" y="143060"/>
                </a:cubicBezTo>
                <a:lnTo>
                  <a:pt x="1318523" y="39341"/>
                </a:lnTo>
                <a:cubicBezTo>
                  <a:pt x="1350070" y="-827"/>
                  <a:pt x="1406309" y="-11769"/>
                  <a:pt x="1450613" y="13643"/>
                </a:cubicBezTo>
                <a:close/>
              </a:path>
            </a:pathLst>
          </a:custGeom>
          <a:solidFill>
            <a:srgbClr val="F5B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80" name="Google Shape;980;g2baf9e5dadc_0_1535"/>
          <p:cNvSpPr/>
          <p:nvPr/>
        </p:nvSpPr>
        <p:spPr>
          <a:xfrm rot="3703889">
            <a:off x="9849664" y="1881879"/>
            <a:ext cx="1356672" cy="1289116"/>
          </a:xfrm>
          <a:custGeom>
            <a:rect b="b" l="l" r="r" t="t"/>
            <a:pathLst>
              <a:path extrusionOk="0" h="2142214" w="2254476">
                <a:moveTo>
                  <a:pt x="1156285" y="654560"/>
                </a:moveTo>
                <a:cubicBezTo>
                  <a:pt x="1075739" y="648942"/>
                  <a:pt x="992720" y="666404"/>
                  <a:pt x="917514" y="709684"/>
                </a:cubicBezTo>
                <a:cubicBezTo>
                  <a:pt x="916758" y="710116"/>
                  <a:pt x="916004" y="710550"/>
                  <a:pt x="915251" y="710986"/>
                </a:cubicBezTo>
                <a:cubicBezTo>
                  <a:pt x="716288" y="826242"/>
                  <a:pt x="648430" y="1080968"/>
                  <a:pt x="763686" y="1279931"/>
                </a:cubicBezTo>
                <a:cubicBezTo>
                  <a:pt x="880354" y="1479717"/>
                  <a:pt x="1136403" y="1547881"/>
                  <a:pt x="1336962" y="1432547"/>
                </a:cubicBezTo>
                <a:cubicBezTo>
                  <a:pt x="1337696" y="1432127"/>
                  <a:pt x="1338430" y="1431705"/>
                  <a:pt x="1339162" y="1431281"/>
                </a:cubicBezTo>
                <a:cubicBezTo>
                  <a:pt x="1538152" y="1316033"/>
                  <a:pt x="1606039" y="1061291"/>
                  <a:pt x="1490790" y="862300"/>
                </a:cubicBezTo>
                <a:cubicBezTo>
                  <a:pt x="1417902" y="737394"/>
                  <a:pt x="1290528" y="663922"/>
                  <a:pt x="1156285" y="654560"/>
                </a:cubicBezTo>
                <a:close/>
                <a:moveTo>
                  <a:pt x="1508503" y="952"/>
                </a:moveTo>
                <a:cubicBezTo>
                  <a:pt x="1517337" y="2368"/>
                  <a:pt x="1526043" y="5376"/>
                  <a:pt x="1534199" y="10057"/>
                </a:cubicBezTo>
                <a:lnTo>
                  <a:pt x="1847433" y="189853"/>
                </a:lnTo>
                <a:cubicBezTo>
                  <a:pt x="1855651" y="194570"/>
                  <a:pt x="1862680" y="200624"/>
                  <a:pt x="1868379" y="207600"/>
                </a:cubicBezTo>
                <a:lnTo>
                  <a:pt x="1868383" y="207608"/>
                </a:lnTo>
                <a:lnTo>
                  <a:pt x="1868400" y="207622"/>
                </a:lnTo>
                <a:cubicBezTo>
                  <a:pt x="1879798" y="221572"/>
                  <a:pt x="1885868" y="239215"/>
                  <a:pt x="1885466" y="257226"/>
                </a:cubicBezTo>
                <a:lnTo>
                  <a:pt x="1883185" y="268176"/>
                </a:lnTo>
                <a:lnTo>
                  <a:pt x="1879883" y="284086"/>
                </a:lnTo>
                <a:lnTo>
                  <a:pt x="1808217" y="460214"/>
                </a:lnTo>
                <a:lnTo>
                  <a:pt x="1807341" y="467032"/>
                </a:lnTo>
                <a:lnTo>
                  <a:pt x="1803261" y="498900"/>
                </a:lnTo>
                <a:cubicBezTo>
                  <a:pt x="1805013" y="511795"/>
                  <a:pt x="1810109" y="524237"/>
                  <a:pt x="1818365" y="534876"/>
                </a:cubicBezTo>
                <a:cubicBezTo>
                  <a:pt x="1843242" y="566719"/>
                  <a:pt x="1865916" y="600224"/>
                  <a:pt x="1886228" y="635156"/>
                </a:cubicBezTo>
                <a:lnTo>
                  <a:pt x="1918029" y="699976"/>
                </a:lnTo>
                <a:lnTo>
                  <a:pt x="1939635" y="743978"/>
                </a:lnTo>
                <a:cubicBezTo>
                  <a:pt x="1944752" y="756356"/>
                  <a:pt x="1952968" y="766904"/>
                  <a:pt x="1963223" y="774807"/>
                </a:cubicBezTo>
                <a:lnTo>
                  <a:pt x="1973786" y="779216"/>
                </a:lnTo>
                <a:lnTo>
                  <a:pt x="1999081" y="789741"/>
                </a:lnTo>
                <a:lnTo>
                  <a:pt x="2189188" y="816175"/>
                </a:lnTo>
                <a:cubicBezTo>
                  <a:pt x="2226620" y="821417"/>
                  <a:pt x="2254471" y="853435"/>
                  <a:pt x="2254476" y="891233"/>
                </a:cubicBezTo>
                <a:lnTo>
                  <a:pt x="2254414" y="1037795"/>
                </a:lnTo>
                <a:lnTo>
                  <a:pt x="2254353" y="1250376"/>
                </a:lnTo>
                <a:cubicBezTo>
                  <a:pt x="2254350" y="1259819"/>
                  <a:pt x="2252608" y="1268901"/>
                  <a:pt x="2249412" y="1277294"/>
                </a:cubicBezTo>
                <a:lnTo>
                  <a:pt x="2249405" y="1277305"/>
                </a:lnTo>
                <a:lnTo>
                  <a:pt x="2249405" y="1277308"/>
                </a:lnTo>
                <a:cubicBezTo>
                  <a:pt x="2239834" y="1302485"/>
                  <a:pt x="2217166" y="1321464"/>
                  <a:pt x="2189112" y="1325375"/>
                </a:cubicBezTo>
                <a:lnTo>
                  <a:pt x="1998778" y="1351959"/>
                </a:lnTo>
                <a:cubicBezTo>
                  <a:pt x="1972237" y="1355571"/>
                  <a:pt x="1949620" y="1373024"/>
                  <a:pt x="1939398" y="1397782"/>
                </a:cubicBezTo>
                <a:lnTo>
                  <a:pt x="1932528" y="1411794"/>
                </a:lnTo>
                <a:lnTo>
                  <a:pt x="1886020" y="1506686"/>
                </a:lnTo>
                <a:cubicBezTo>
                  <a:pt x="1865739" y="1541662"/>
                  <a:pt x="1843020" y="1575223"/>
                  <a:pt x="1818011" y="1607115"/>
                </a:cubicBezTo>
                <a:lnTo>
                  <a:pt x="1804699" y="1638881"/>
                </a:lnTo>
                <a:lnTo>
                  <a:pt x="1802945" y="1643074"/>
                </a:lnTo>
                <a:lnTo>
                  <a:pt x="1807922" y="1681733"/>
                </a:lnTo>
                <a:lnTo>
                  <a:pt x="1879438" y="1857700"/>
                </a:lnTo>
                <a:lnTo>
                  <a:pt x="1883021" y="1874992"/>
                </a:lnTo>
                <a:lnTo>
                  <a:pt x="1885012" y="1884551"/>
                </a:lnTo>
                <a:cubicBezTo>
                  <a:pt x="1885615" y="1911566"/>
                  <a:pt x="1871656" y="1937755"/>
                  <a:pt x="1846995" y="1951895"/>
                </a:cubicBezTo>
                <a:lnTo>
                  <a:pt x="1533583" y="2131929"/>
                </a:lnTo>
                <a:cubicBezTo>
                  <a:pt x="1525422" y="2136610"/>
                  <a:pt x="1516711" y="2139617"/>
                  <a:pt x="1507873" y="2141032"/>
                </a:cubicBezTo>
                <a:lnTo>
                  <a:pt x="1487647" y="2140688"/>
                </a:lnTo>
                <a:lnTo>
                  <a:pt x="1481410" y="2140584"/>
                </a:lnTo>
                <a:lnTo>
                  <a:pt x="1481405" y="2140582"/>
                </a:lnTo>
                <a:lnTo>
                  <a:pt x="1481395" y="2140582"/>
                </a:lnTo>
                <a:cubicBezTo>
                  <a:pt x="1464049" y="2137207"/>
                  <a:pt x="1447879" y="2127793"/>
                  <a:pt x="1436257" y="2112994"/>
                </a:cubicBezTo>
                <a:lnTo>
                  <a:pt x="1318179" y="1962575"/>
                </a:lnTo>
                <a:cubicBezTo>
                  <a:pt x="1301782" y="1941489"/>
                  <a:pt x="1275434" y="1930678"/>
                  <a:pt x="1248952" y="1934172"/>
                </a:cubicBezTo>
                <a:cubicBezTo>
                  <a:pt x="1168103" y="1945496"/>
                  <a:pt x="1086070" y="1945496"/>
                  <a:pt x="1005221" y="1934172"/>
                </a:cubicBezTo>
                <a:cubicBezTo>
                  <a:pt x="978723" y="1930591"/>
                  <a:pt x="952322" y="1941383"/>
                  <a:pt x="935919" y="1962499"/>
                </a:cubicBezTo>
                <a:lnTo>
                  <a:pt x="817537" y="2113222"/>
                </a:lnTo>
                <a:cubicBezTo>
                  <a:pt x="794330" y="2142823"/>
                  <a:pt x="752905" y="2150888"/>
                  <a:pt x="720287" y="2132157"/>
                </a:cubicBezTo>
                <a:lnTo>
                  <a:pt x="407027" y="1952350"/>
                </a:lnTo>
                <a:cubicBezTo>
                  <a:pt x="374156" y="1933488"/>
                  <a:pt x="360303" y="1893223"/>
                  <a:pt x="374610" y="1858129"/>
                </a:cubicBezTo>
                <a:lnTo>
                  <a:pt x="446260" y="1681958"/>
                </a:lnTo>
                <a:cubicBezTo>
                  <a:pt x="456494" y="1657044"/>
                  <a:pt x="452623" y="1628558"/>
                  <a:pt x="436111" y="1607279"/>
                </a:cubicBezTo>
                <a:cubicBezTo>
                  <a:pt x="411234" y="1575462"/>
                  <a:pt x="388560" y="1541982"/>
                  <a:pt x="368248" y="1507075"/>
                </a:cubicBezTo>
                <a:cubicBezTo>
                  <a:pt x="347957" y="1472072"/>
                  <a:pt x="330116" y="1435705"/>
                  <a:pt x="314851" y="1398236"/>
                </a:cubicBezTo>
                <a:cubicBezTo>
                  <a:pt x="304596" y="1373472"/>
                  <a:pt x="281955" y="1356022"/>
                  <a:pt x="255395" y="1352414"/>
                </a:cubicBezTo>
                <a:lnTo>
                  <a:pt x="65288" y="1325980"/>
                </a:lnTo>
                <a:cubicBezTo>
                  <a:pt x="27843" y="1320761"/>
                  <a:pt x="-19" y="1288729"/>
                  <a:pt x="0" y="1250922"/>
                </a:cubicBezTo>
                <a:lnTo>
                  <a:pt x="151" y="891839"/>
                </a:lnTo>
                <a:cubicBezTo>
                  <a:pt x="127" y="854072"/>
                  <a:pt x="27958" y="822071"/>
                  <a:pt x="65364" y="816856"/>
                </a:cubicBezTo>
                <a:lnTo>
                  <a:pt x="255698" y="790272"/>
                </a:lnTo>
                <a:cubicBezTo>
                  <a:pt x="282239" y="786660"/>
                  <a:pt x="304856" y="769207"/>
                  <a:pt x="315078" y="744449"/>
                </a:cubicBezTo>
                <a:cubicBezTo>
                  <a:pt x="345594" y="669350"/>
                  <a:pt x="386460" y="598886"/>
                  <a:pt x="436489" y="535104"/>
                </a:cubicBezTo>
                <a:cubicBezTo>
                  <a:pt x="452943" y="513825"/>
                  <a:pt x="456784" y="485380"/>
                  <a:pt x="446563" y="460500"/>
                </a:cubicBezTo>
                <a:lnTo>
                  <a:pt x="375064" y="284480"/>
                </a:lnTo>
                <a:cubicBezTo>
                  <a:pt x="360757" y="249409"/>
                  <a:pt x="374615" y="209163"/>
                  <a:pt x="407481" y="190335"/>
                </a:cubicBezTo>
                <a:lnTo>
                  <a:pt x="720893" y="10301"/>
                </a:lnTo>
                <a:cubicBezTo>
                  <a:pt x="753531" y="-8461"/>
                  <a:pt x="794996" y="-394"/>
                  <a:pt x="818219" y="29236"/>
                </a:cubicBezTo>
                <a:lnTo>
                  <a:pt x="936298" y="179656"/>
                </a:lnTo>
                <a:cubicBezTo>
                  <a:pt x="952682" y="200752"/>
                  <a:pt x="979051" y="211542"/>
                  <a:pt x="1005524" y="207983"/>
                </a:cubicBezTo>
                <a:cubicBezTo>
                  <a:pt x="1086379" y="196722"/>
                  <a:pt x="1168407" y="196748"/>
                  <a:pt x="1249255" y="208059"/>
                </a:cubicBezTo>
                <a:cubicBezTo>
                  <a:pt x="1275748" y="211603"/>
                  <a:pt x="1302132" y="200819"/>
                  <a:pt x="1318557" y="179732"/>
                </a:cubicBezTo>
                <a:lnTo>
                  <a:pt x="1406815" y="67363"/>
                </a:lnTo>
                <a:lnTo>
                  <a:pt x="1406791" y="67349"/>
                </a:lnTo>
                <a:lnTo>
                  <a:pt x="1436921" y="28973"/>
                </a:lnTo>
                <a:cubicBezTo>
                  <a:pt x="1454344" y="6783"/>
                  <a:pt x="1482000" y="-3296"/>
                  <a:pt x="1508503" y="952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81" name="Google Shape;981;g2baf9e5dadc_0_1535"/>
          <p:cNvSpPr/>
          <p:nvPr/>
        </p:nvSpPr>
        <p:spPr>
          <a:xfrm rot="-3421140">
            <a:off x="10065462" y="4005339"/>
            <a:ext cx="996065" cy="937316"/>
          </a:xfrm>
          <a:custGeom>
            <a:rect b="b" l="l" r="r" t="t"/>
            <a:pathLst>
              <a:path extrusionOk="0" h="1672912" w="1777767">
                <a:moveTo>
                  <a:pt x="1156116" y="683008"/>
                </a:moveTo>
                <a:cubicBezTo>
                  <a:pt x="1070346" y="536121"/>
                  <a:pt x="882099" y="486002"/>
                  <a:pt x="734647" y="570797"/>
                </a:cubicBezTo>
                <a:cubicBezTo>
                  <a:pt x="734093" y="571114"/>
                  <a:pt x="733539" y="571433"/>
                  <a:pt x="732987" y="571753"/>
                </a:cubicBezTo>
                <a:cubicBezTo>
                  <a:pt x="586771" y="656480"/>
                  <a:pt x="536925" y="843695"/>
                  <a:pt x="621652" y="989911"/>
                </a:cubicBezTo>
                <a:cubicBezTo>
                  <a:pt x="707380" y="1136794"/>
                  <a:pt x="895609" y="1186919"/>
                  <a:pt x="1043032" y="1102122"/>
                </a:cubicBezTo>
                <a:cubicBezTo>
                  <a:pt x="1043580" y="1101810"/>
                  <a:pt x="1044128" y="1101494"/>
                  <a:pt x="1044673" y="1101179"/>
                </a:cubicBezTo>
                <a:cubicBezTo>
                  <a:pt x="1190921" y="1016478"/>
                  <a:pt x="1240816" y="829257"/>
                  <a:pt x="1156116" y="683008"/>
                </a:cubicBezTo>
                <a:close/>
                <a:moveTo>
                  <a:pt x="1772095" y="687565"/>
                </a:moveTo>
                <a:cubicBezTo>
                  <a:pt x="1775772" y="697236"/>
                  <a:pt x="1777772" y="707701"/>
                  <a:pt x="1777767" y="718581"/>
                </a:cubicBezTo>
                <a:lnTo>
                  <a:pt x="1777680" y="953902"/>
                </a:lnTo>
                <a:lnTo>
                  <a:pt x="1777676" y="953921"/>
                </a:lnTo>
                <a:lnTo>
                  <a:pt x="1777676" y="953945"/>
                </a:lnTo>
                <a:lnTo>
                  <a:pt x="1772809" y="980461"/>
                </a:lnTo>
                <a:lnTo>
                  <a:pt x="1771993" y="984910"/>
                </a:lnTo>
                <a:lnTo>
                  <a:pt x="1771992" y="984912"/>
                </a:lnTo>
                <a:lnTo>
                  <a:pt x="1771989" y="984931"/>
                </a:lnTo>
                <a:cubicBezTo>
                  <a:pt x="1768309" y="994593"/>
                  <a:pt x="1762957" y="1003460"/>
                  <a:pt x="1756258" y="1011157"/>
                </a:cubicBezTo>
                <a:lnTo>
                  <a:pt x="1756237" y="1011174"/>
                </a:lnTo>
                <a:lnTo>
                  <a:pt x="1732444" y="1030378"/>
                </a:lnTo>
                <a:cubicBezTo>
                  <a:pt x="1723379" y="1035362"/>
                  <a:pt x="1713296" y="1038797"/>
                  <a:pt x="1702523" y="1040306"/>
                </a:cubicBezTo>
                <a:lnTo>
                  <a:pt x="1653735" y="1047089"/>
                </a:lnTo>
                <a:lnTo>
                  <a:pt x="1591572" y="1055774"/>
                </a:lnTo>
                <a:cubicBezTo>
                  <a:pt x="1576459" y="1057916"/>
                  <a:pt x="1562454" y="1063925"/>
                  <a:pt x="1550723" y="1072905"/>
                </a:cubicBezTo>
                <a:lnTo>
                  <a:pt x="1533512" y="1095025"/>
                </a:lnTo>
                <a:lnTo>
                  <a:pt x="1523526" y="1107876"/>
                </a:lnTo>
                <a:lnTo>
                  <a:pt x="1507989" y="1138704"/>
                </a:lnTo>
                <a:lnTo>
                  <a:pt x="1487231" y="1179919"/>
                </a:lnTo>
                <a:cubicBezTo>
                  <a:pt x="1473742" y="1203184"/>
                  <a:pt x="1458886" y="1225656"/>
                  <a:pt x="1442731" y="1247213"/>
                </a:cubicBezTo>
                <a:cubicBezTo>
                  <a:pt x="1433508" y="1259458"/>
                  <a:pt x="1427834" y="1273673"/>
                  <a:pt x="1425901" y="1288380"/>
                </a:cubicBezTo>
                <a:lnTo>
                  <a:pt x="1428786" y="1311007"/>
                </a:lnTo>
                <a:lnTo>
                  <a:pt x="1431543" y="1332474"/>
                </a:lnTo>
                <a:lnTo>
                  <a:pt x="1444863" y="1365311"/>
                </a:lnTo>
                <a:lnTo>
                  <a:pt x="1472996" y="1434534"/>
                </a:lnTo>
                <a:cubicBezTo>
                  <a:pt x="1477101" y="1444634"/>
                  <a:pt x="1479183" y="1455103"/>
                  <a:pt x="1479405" y="1465465"/>
                </a:cubicBezTo>
                <a:lnTo>
                  <a:pt x="1476788" y="1482173"/>
                </a:lnTo>
                <a:lnTo>
                  <a:pt x="1474663" y="1495770"/>
                </a:lnTo>
                <a:cubicBezTo>
                  <a:pt x="1471333" y="1505439"/>
                  <a:pt x="1466307" y="1514524"/>
                  <a:pt x="1459748" y="1522546"/>
                </a:cubicBezTo>
                <a:lnTo>
                  <a:pt x="1455448" y="1526185"/>
                </a:lnTo>
                <a:lnTo>
                  <a:pt x="1435650" y="1542965"/>
                </a:lnTo>
                <a:lnTo>
                  <a:pt x="1296749" y="1622749"/>
                </a:lnTo>
                <a:lnTo>
                  <a:pt x="1229876" y="1661172"/>
                </a:lnTo>
                <a:cubicBezTo>
                  <a:pt x="1211102" y="1671950"/>
                  <a:pt x="1189794" y="1675017"/>
                  <a:pt x="1169841" y="1671132"/>
                </a:cubicBezTo>
                <a:lnTo>
                  <a:pt x="1155181" y="1665487"/>
                </a:lnTo>
                <a:lnTo>
                  <a:pt x="1141395" y="1660185"/>
                </a:lnTo>
                <a:cubicBezTo>
                  <a:pt x="1132575" y="1654860"/>
                  <a:pt x="1124579" y="1647892"/>
                  <a:pt x="1117893" y="1639372"/>
                </a:cubicBezTo>
                <a:lnTo>
                  <a:pt x="1096809" y="1612512"/>
                </a:lnTo>
                <a:lnTo>
                  <a:pt x="1096824" y="1612503"/>
                </a:lnTo>
                <a:lnTo>
                  <a:pt x="1049048" y="1551663"/>
                </a:lnTo>
                <a:cubicBezTo>
                  <a:pt x="1030223" y="1527733"/>
                  <a:pt x="1000287" y="1515341"/>
                  <a:pt x="970056" y="1518969"/>
                </a:cubicBezTo>
                <a:cubicBezTo>
                  <a:pt x="915718" y="1525363"/>
                  <a:pt x="860815" y="1525304"/>
                  <a:pt x="806491" y="1518795"/>
                </a:cubicBezTo>
                <a:cubicBezTo>
                  <a:pt x="776518" y="1515368"/>
                  <a:pt x="746921" y="1527788"/>
                  <a:pt x="728371" y="1551577"/>
                </a:cubicBezTo>
                <a:lnTo>
                  <a:pt x="659318" y="1639549"/>
                </a:lnTo>
                <a:cubicBezTo>
                  <a:pt x="632592" y="1673611"/>
                  <a:pt x="584919" y="1682892"/>
                  <a:pt x="547367" y="1661347"/>
                </a:cubicBezTo>
                <a:lnTo>
                  <a:pt x="341778" y="1543295"/>
                </a:lnTo>
                <a:cubicBezTo>
                  <a:pt x="303942" y="1521581"/>
                  <a:pt x="287965" y="1475254"/>
                  <a:pt x="304374" y="1434832"/>
                </a:cubicBezTo>
                <a:lnTo>
                  <a:pt x="345963" y="1332734"/>
                </a:lnTo>
                <a:cubicBezTo>
                  <a:pt x="357468" y="1304282"/>
                  <a:pt x="353198" y="1271879"/>
                  <a:pt x="334716" y="1247378"/>
                </a:cubicBezTo>
                <a:cubicBezTo>
                  <a:pt x="318674" y="1225850"/>
                  <a:pt x="303858" y="1203435"/>
                  <a:pt x="290336" y="1180242"/>
                </a:cubicBezTo>
                <a:cubicBezTo>
                  <a:pt x="276882" y="1156949"/>
                  <a:pt x="264772" y="1132904"/>
                  <a:pt x="254066" y="1108225"/>
                </a:cubicBezTo>
                <a:cubicBezTo>
                  <a:pt x="242018" y="1080172"/>
                  <a:pt x="216204" y="1060440"/>
                  <a:pt x="185972" y="1056174"/>
                </a:cubicBezTo>
                <a:lnTo>
                  <a:pt x="75156" y="1040741"/>
                </a:lnTo>
                <a:cubicBezTo>
                  <a:pt x="32051" y="1034734"/>
                  <a:pt x="-22" y="997860"/>
                  <a:pt x="0" y="954338"/>
                </a:cubicBezTo>
                <a:lnTo>
                  <a:pt x="88" y="719018"/>
                </a:lnTo>
                <a:cubicBezTo>
                  <a:pt x="54" y="675522"/>
                  <a:pt x="32084" y="638658"/>
                  <a:pt x="75156" y="632614"/>
                </a:cubicBezTo>
                <a:lnTo>
                  <a:pt x="186147" y="617182"/>
                </a:lnTo>
                <a:cubicBezTo>
                  <a:pt x="216385" y="612872"/>
                  <a:pt x="242193" y="593111"/>
                  <a:pt x="254241" y="565043"/>
                </a:cubicBezTo>
                <a:cubicBezTo>
                  <a:pt x="275587" y="515592"/>
                  <a:pt x="302686" y="468826"/>
                  <a:pt x="334977" y="425717"/>
                </a:cubicBezTo>
                <a:cubicBezTo>
                  <a:pt x="353413" y="401229"/>
                  <a:pt x="357680" y="368876"/>
                  <a:pt x="346224" y="340446"/>
                </a:cubicBezTo>
                <a:lnTo>
                  <a:pt x="304722" y="238350"/>
                </a:lnTo>
                <a:cubicBezTo>
                  <a:pt x="288340" y="197974"/>
                  <a:pt x="304272" y="151704"/>
                  <a:pt x="342039" y="129974"/>
                </a:cubicBezTo>
                <a:lnTo>
                  <a:pt x="547803" y="11746"/>
                </a:lnTo>
                <a:cubicBezTo>
                  <a:pt x="585381" y="-9807"/>
                  <a:pt x="633083" y="-526"/>
                  <a:pt x="659840" y="33544"/>
                </a:cubicBezTo>
                <a:lnTo>
                  <a:pt x="728719" y="121255"/>
                </a:lnTo>
                <a:cubicBezTo>
                  <a:pt x="747508" y="145183"/>
                  <a:pt x="777417" y="157577"/>
                  <a:pt x="807624" y="153950"/>
                </a:cubicBezTo>
                <a:cubicBezTo>
                  <a:pt x="861961" y="147557"/>
                  <a:pt x="916866" y="147615"/>
                  <a:pt x="971190" y="154126"/>
                </a:cubicBezTo>
                <a:cubicBezTo>
                  <a:pt x="1001167" y="157587"/>
                  <a:pt x="1030779" y="145160"/>
                  <a:pt x="1049310" y="121343"/>
                </a:cubicBezTo>
                <a:lnTo>
                  <a:pt x="1118362" y="33369"/>
                </a:lnTo>
                <a:cubicBezTo>
                  <a:pt x="1145119" y="-701"/>
                  <a:pt x="1192821" y="-9982"/>
                  <a:pt x="1230399" y="11572"/>
                </a:cubicBezTo>
                <a:lnTo>
                  <a:pt x="1317893" y="61813"/>
                </a:lnTo>
                <a:lnTo>
                  <a:pt x="1435976" y="129593"/>
                </a:lnTo>
                <a:cubicBezTo>
                  <a:pt x="1445436" y="135023"/>
                  <a:pt x="1453528" y="141992"/>
                  <a:pt x="1460088" y="150022"/>
                </a:cubicBezTo>
                <a:lnTo>
                  <a:pt x="1460099" y="150042"/>
                </a:lnTo>
                <a:lnTo>
                  <a:pt x="1460106" y="150047"/>
                </a:lnTo>
                <a:cubicBezTo>
                  <a:pt x="1466667" y="158077"/>
                  <a:pt x="1471694" y="167169"/>
                  <a:pt x="1475023" y="176846"/>
                </a:cubicBezTo>
                <a:lnTo>
                  <a:pt x="1478457" y="198851"/>
                </a:lnTo>
                <a:lnTo>
                  <a:pt x="1479753" y="207126"/>
                </a:lnTo>
                <a:lnTo>
                  <a:pt x="1479750" y="207136"/>
                </a:lnTo>
                <a:lnTo>
                  <a:pt x="1479752" y="207149"/>
                </a:lnTo>
                <a:lnTo>
                  <a:pt x="1478594" y="212710"/>
                </a:lnTo>
                <a:lnTo>
                  <a:pt x="1473331" y="238069"/>
                </a:lnTo>
                <a:lnTo>
                  <a:pt x="1455277" y="282441"/>
                </a:lnTo>
                <a:lnTo>
                  <a:pt x="1431805" y="340185"/>
                </a:lnTo>
                <a:lnTo>
                  <a:pt x="1427417" y="374362"/>
                </a:lnTo>
                <a:lnTo>
                  <a:pt x="1426144" y="384352"/>
                </a:lnTo>
                <a:lnTo>
                  <a:pt x="1434971" y="405967"/>
                </a:lnTo>
                <a:lnTo>
                  <a:pt x="1442992" y="425581"/>
                </a:lnTo>
                <a:cubicBezTo>
                  <a:pt x="1459107" y="447118"/>
                  <a:pt x="1473936" y="469560"/>
                  <a:pt x="1487410" y="492788"/>
                </a:cubicBezTo>
                <a:lnTo>
                  <a:pt x="1496769" y="511337"/>
                </a:lnTo>
                <a:lnTo>
                  <a:pt x="1523701" y="564694"/>
                </a:lnTo>
                <a:lnTo>
                  <a:pt x="1541138" y="587093"/>
                </a:lnTo>
                <a:lnTo>
                  <a:pt x="1550919" y="599646"/>
                </a:lnTo>
                <a:lnTo>
                  <a:pt x="1567834" y="606728"/>
                </a:lnTo>
                <a:lnTo>
                  <a:pt x="1591795" y="616746"/>
                </a:lnTo>
                <a:lnTo>
                  <a:pt x="1662829" y="626638"/>
                </a:lnTo>
                <a:lnTo>
                  <a:pt x="1702572" y="632168"/>
                </a:lnTo>
                <a:lnTo>
                  <a:pt x="1702595" y="632176"/>
                </a:lnTo>
                <a:lnTo>
                  <a:pt x="1702611" y="632178"/>
                </a:lnTo>
                <a:lnTo>
                  <a:pt x="1714021" y="635958"/>
                </a:lnTo>
                <a:lnTo>
                  <a:pt x="1732503" y="642075"/>
                </a:lnTo>
                <a:lnTo>
                  <a:pt x="1732514" y="642084"/>
                </a:lnTo>
                <a:lnTo>
                  <a:pt x="1732542" y="642093"/>
                </a:lnTo>
                <a:cubicBezTo>
                  <a:pt x="1750678" y="652056"/>
                  <a:pt x="1764740" y="668223"/>
                  <a:pt x="1772095" y="687565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982" name="Google Shape;982;g2baf9e5dadc_0_15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43050" y="4357022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 SECTION">
  <p:cSld name="Q&amp;A SECTION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g2baf9e5dadc_0_1541"/>
          <p:cNvGrpSpPr/>
          <p:nvPr/>
        </p:nvGrpSpPr>
        <p:grpSpPr>
          <a:xfrm>
            <a:off x="-86305" y="232839"/>
            <a:ext cx="2794159" cy="390024"/>
            <a:chOff x="948349" y="814223"/>
            <a:chExt cx="2794159" cy="390024"/>
          </a:xfrm>
        </p:grpSpPr>
        <p:sp>
          <p:nvSpPr>
            <p:cNvPr id="985" name="Google Shape;985;g2baf9e5dadc_0_1541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86" name="Google Shape;986;g2baf9e5dadc_0_1541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987" name="Google Shape;987;g2baf9e5dadc_0_1541"/>
          <p:cNvGrpSpPr/>
          <p:nvPr/>
        </p:nvGrpSpPr>
        <p:grpSpPr>
          <a:xfrm flipH="1" rot="10800000">
            <a:off x="-86305" y="1933581"/>
            <a:ext cx="2794159" cy="390024"/>
            <a:chOff x="948349" y="814223"/>
            <a:chExt cx="2794159" cy="390024"/>
          </a:xfrm>
        </p:grpSpPr>
        <p:sp>
          <p:nvSpPr>
            <p:cNvPr id="988" name="Google Shape;988;g2baf9e5dadc_0_1541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989" name="Google Shape;989;g2baf9e5dadc_0_1541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990" name="Google Shape;990;g2baf9e5dadc_0_1541"/>
          <p:cNvSpPr/>
          <p:nvPr/>
        </p:nvSpPr>
        <p:spPr>
          <a:xfrm>
            <a:off x="-1066665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1" name="Google Shape;991;g2baf9e5dadc_0_1541"/>
          <p:cNvSpPr/>
          <p:nvPr/>
        </p:nvSpPr>
        <p:spPr>
          <a:xfrm>
            <a:off x="-92350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2" name="Google Shape;992;g2baf9e5dadc_0_1541"/>
          <p:cNvSpPr/>
          <p:nvPr/>
        </p:nvSpPr>
        <p:spPr>
          <a:xfrm>
            <a:off x="-780341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3" name="Google Shape;993;g2baf9e5dadc_0_1541"/>
          <p:cNvSpPr/>
          <p:nvPr/>
        </p:nvSpPr>
        <p:spPr>
          <a:xfrm>
            <a:off x="-637179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4" name="Google Shape;994;g2baf9e5dadc_0_1541"/>
          <p:cNvSpPr/>
          <p:nvPr/>
        </p:nvSpPr>
        <p:spPr>
          <a:xfrm>
            <a:off x="-494017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5" name="Google Shape;995;g2baf9e5dadc_0_1541"/>
          <p:cNvSpPr/>
          <p:nvPr/>
        </p:nvSpPr>
        <p:spPr>
          <a:xfrm>
            <a:off x="-35085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996" name="Google Shape;996;g2baf9e5dadc_0_1541"/>
          <p:cNvSpPr txBox="1"/>
          <p:nvPr/>
        </p:nvSpPr>
        <p:spPr>
          <a:xfrm>
            <a:off x="866153" y="1083922"/>
            <a:ext cx="20133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accent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Q &amp; A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+HIELP BUTTON">
  <p:cSld name="Q&amp;A+HIELP BUTTON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baf9e5dadc_0_1555"/>
          <p:cNvSpPr/>
          <p:nvPr/>
        </p:nvSpPr>
        <p:spPr>
          <a:xfrm rot="5400000">
            <a:off x="-313698" y="-1313719"/>
            <a:ext cx="1110000" cy="5257800"/>
          </a:xfrm>
          <a:prstGeom prst="rect">
            <a:avLst/>
          </a:pr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3921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999" name="Google Shape;999;g2baf9e5dadc_0_1555"/>
          <p:cNvGrpSpPr/>
          <p:nvPr/>
        </p:nvGrpSpPr>
        <p:grpSpPr>
          <a:xfrm>
            <a:off x="-86314" y="851932"/>
            <a:ext cx="324402" cy="390024"/>
            <a:chOff x="948349" y="814223"/>
            <a:chExt cx="2794159" cy="390024"/>
          </a:xfrm>
        </p:grpSpPr>
        <p:sp>
          <p:nvSpPr>
            <p:cNvPr id="1000" name="Google Shape;1000;g2baf9e5dadc_0_1555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01" name="Google Shape;1001;g2baf9e5dadc_0_1555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002" name="Google Shape;1002;g2baf9e5dadc_0_1555"/>
          <p:cNvGrpSpPr/>
          <p:nvPr/>
        </p:nvGrpSpPr>
        <p:grpSpPr>
          <a:xfrm flipH="1" rot="10800000">
            <a:off x="-86314" y="2415356"/>
            <a:ext cx="324402" cy="390024"/>
            <a:chOff x="948349" y="814223"/>
            <a:chExt cx="2794159" cy="390024"/>
          </a:xfrm>
        </p:grpSpPr>
        <p:sp>
          <p:nvSpPr>
            <p:cNvPr id="1003" name="Google Shape;1003;g2baf9e5dadc_0_1555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04" name="Google Shape;1004;g2baf9e5dadc_0_1555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005" name="Google Shape;1005;g2baf9e5dadc_0_1555"/>
          <p:cNvSpPr/>
          <p:nvPr/>
        </p:nvSpPr>
        <p:spPr>
          <a:xfrm>
            <a:off x="-1066665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06" name="Google Shape;1006;g2baf9e5dadc_0_1555"/>
          <p:cNvSpPr/>
          <p:nvPr/>
        </p:nvSpPr>
        <p:spPr>
          <a:xfrm>
            <a:off x="-923503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07" name="Google Shape;1007;g2baf9e5dadc_0_1555"/>
          <p:cNvSpPr/>
          <p:nvPr/>
        </p:nvSpPr>
        <p:spPr>
          <a:xfrm>
            <a:off x="-780341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08" name="Google Shape;1008;g2baf9e5dadc_0_1555"/>
          <p:cNvSpPr/>
          <p:nvPr/>
        </p:nvSpPr>
        <p:spPr>
          <a:xfrm>
            <a:off x="-637179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09" name="Google Shape;1009;g2baf9e5dadc_0_1555"/>
          <p:cNvSpPr/>
          <p:nvPr/>
        </p:nvSpPr>
        <p:spPr>
          <a:xfrm>
            <a:off x="-494017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10" name="Google Shape;1010;g2baf9e5dadc_0_1555"/>
          <p:cNvSpPr/>
          <p:nvPr/>
        </p:nvSpPr>
        <p:spPr>
          <a:xfrm>
            <a:off x="-350853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011" name="Google Shape;1011;g2baf9e5dadc_0_1555"/>
          <p:cNvGrpSpPr/>
          <p:nvPr/>
        </p:nvGrpSpPr>
        <p:grpSpPr>
          <a:xfrm>
            <a:off x="976070" y="2631155"/>
            <a:ext cx="256344" cy="68100"/>
            <a:chOff x="781167" y="5925573"/>
            <a:chExt cx="256344" cy="68100"/>
          </a:xfrm>
        </p:grpSpPr>
        <p:sp>
          <p:nvSpPr>
            <p:cNvPr id="1012" name="Google Shape;1012;g2baf9e5dadc_0_1555"/>
            <p:cNvSpPr/>
            <p:nvPr/>
          </p:nvSpPr>
          <p:spPr>
            <a:xfrm>
              <a:off x="781167" y="5925573"/>
              <a:ext cx="68100" cy="68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1013" name="Google Shape;1013;g2baf9e5dadc_0_1555"/>
            <p:cNvCxnSpPr/>
            <p:nvPr/>
          </p:nvCxnSpPr>
          <p:spPr>
            <a:xfrm>
              <a:off x="882411" y="5959579"/>
              <a:ext cx="155100" cy="0"/>
            </a:xfrm>
            <a:prstGeom prst="straightConnector1">
              <a:avLst/>
            </a:pr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4" name="Google Shape;1014;g2baf9e5dadc_0_1555"/>
          <p:cNvSpPr txBox="1"/>
          <p:nvPr>
            <p:ph idx="1" type="body"/>
          </p:nvPr>
        </p:nvSpPr>
        <p:spPr>
          <a:xfrm>
            <a:off x="694703" y="1434582"/>
            <a:ext cx="10908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015" name="Google Shape;1015;g2baf9e5dadc_0_1555"/>
          <p:cNvSpPr txBox="1"/>
          <p:nvPr>
            <p:ph idx="2" type="body"/>
          </p:nvPr>
        </p:nvSpPr>
        <p:spPr>
          <a:xfrm>
            <a:off x="1319622" y="2530531"/>
            <a:ext cx="50091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6EDED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016" name="Google Shape;1016;g2baf9e5dadc_0_1555"/>
          <p:cNvSpPr txBox="1"/>
          <p:nvPr/>
        </p:nvSpPr>
        <p:spPr>
          <a:xfrm>
            <a:off x="11154788" y="404846"/>
            <a:ext cx="547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">
  <p:cSld name="TASK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oogle Shape;1018;g2baf9e5dadc_0_1575"/>
          <p:cNvGrpSpPr/>
          <p:nvPr/>
        </p:nvGrpSpPr>
        <p:grpSpPr>
          <a:xfrm>
            <a:off x="-86305" y="232839"/>
            <a:ext cx="2794159" cy="390024"/>
            <a:chOff x="948349" y="814223"/>
            <a:chExt cx="2794159" cy="390024"/>
          </a:xfrm>
        </p:grpSpPr>
        <p:sp>
          <p:nvSpPr>
            <p:cNvPr id="1019" name="Google Shape;1019;g2baf9e5dadc_0_1575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20" name="Google Shape;1020;g2baf9e5dadc_0_1575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021" name="Google Shape;1021;g2baf9e5dadc_0_1575"/>
          <p:cNvGrpSpPr/>
          <p:nvPr/>
        </p:nvGrpSpPr>
        <p:grpSpPr>
          <a:xfrm flipH="1" rot="10800000">
            <a:off x="-86305" y="1933581"/>
            <a:ext cx="2794159" cy="390024"/>
            <a:chOff x="948349" y="814223"/>
            <a:chExt cx="2794159" cy="390024"/>
          </a:xfrm>
        </p:grpSpPr>
        <p:sp>
          <p:nvSpPr>
            <p:cNvPr id="1022" name="Google Shape;1022;g2baf9e5dadc_0_1575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23" name="Google Shape;1023;g2baf9e5dadc_0_1575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024" name="Google Shape;1024;g2baf9e5dadc_0_1575"/>
          <p:cNvSpPr/>
          <p:nvPr/>
        </p:nvSpPr>
        <p:spPr>
          <a:xfrm>
            <a:off x="-1066665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25" name="Google Shape;1025;g2baf9e5dadc_0_1575"/>
          <p:cNvSpPr/>
          <p:nvPr/>
        </p:nvSpPr>
        <p:spPr>
          <a:xfrm>
            <a:off x="-92350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26" name="Google Shape;1026;g2baf9e5dadc_0_1575"/>
          <p:cNvSpPr/>
          <p:nvPr/>
        </p:nvSpPr>
        <p:spPr>
          <a:xfrm>
            <a:off x="-780341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27" name="Google Shape;1027;g2baf9e5dadc_0_1575"/>
          <p:cNvSpPr/>
          <p:nvPr/>
        </p:nvSpPr>
        <p:spPr>
          <a:xfrm>
            <a:off x="-637179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28" name="Google Shape;1028;g2baf9e5dadc_0_1575"/>
          <p:cNvSpPr/>
          <p:nvPr/>
        </p:nvSpPr>
        <p:spPr>
          <a:xfrm>
            <a:off x="-494017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29" name="Google Shape;1029;g2baf9e5dadc_0_1575"/>
          <p:cNvSpPr/>
          <p:nvPr/>
        </p:nvSpPr>
        <p:spPr>
          <a:xfrm>
            <a:off x="-35085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030" name="Google Shape;1030;g2baf9e5dadc_0_1575"/>
          <p:cNvSpPr txBox="1"/>
          <p:nvPr/>
        </p:nvSpPr>
        <p:spPr>
          <a:xfrm>
            <a:off x="1272674" y="920595"/>
            <a:ext cx="24999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accent1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Task</a:t>
            </a:r>
            <a:endParaRPr b="0" i="0" sz="7200" u="none" cap="none" strike="noStrike">
              <a:solidFill>
                <a:schemeClr val="accent1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031" name="Google Shape;1031;g2baf9e5dadc_0_1575"/>
          <p:cNvGrpSpPr/>
          <p:nvPr/>
        </p:nvGrpSpPr>
        <p:grpSpPr>
          <a:xfrm>
            <a:off x="7362778" y="1529289"/>
            <a:ext cx="4433002" cy="4433003"/>
            <a:chOff x="-413326" y="937285"/>
            <a:chExt cx="4433003" cy="4433003"/>
          </a:xfrm>
        </p:grpSpPr>
        <p:sp>
          <p:nvSpPr>
            <p:cNvPr id="1032" name="Google Shape;1032;g2baf9e5dadc_0_1575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33" name="Google Shape;1033;g2baf9e5dadc_0_1575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34" name="Google Shape;1034;g2baf9e5dadc_0_1575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035" name="Google Shape;1035;g2baf9e5dadc_0_1575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036" name="Google Shape;1036;g2baf9e5dadc_0_1575"/>
          <p:cNvSpPr txBox="1"/>
          <p:nvPr>
            <p:ph idx="1" type="body"/>
          </p:nvPr>
        </p:nvSpPr>
        <p:spPr>
          <a:xfrm>
            <a:off x="7899288" y="1742630"/>
            <a:ext cx="3396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FDFF"/>
              </a:buClr>
              <a:buSzPts val="360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baf9e5dadc_0_1595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Two contetns T3">
  <p:cSld name="1_Title with Two contetns T3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oogle Shape;1040;g2baf9e5dadc_0_1597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1041" name="Google Shape;1041;g2baf9e5dadc_0_1597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2baf9e5dadc_0_1597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g2baf9e5dadc_0_1597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4" name="Google Shape;1044;g2baf9e5dadc_0_1597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5" name="Google Shape;1045;g2baf9e5dadc_0_1597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6" name="Google Shape;1046;g2baf9e5dadc_0_1597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 intro">
  <p:cSld name="lesson intro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baf9e5dadc_0_1605"/>
          <p:cNvSpPr txBox="1"/>
          <p:nvPr>
            <p:ph idx="1" type="body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b="0" i="0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esson intro">
  <p:cSld name="1_lesson intro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baf9e5dadc_0_1607"/>
          <p:cNvSpPr txBox="1"/>
          <p:nvPr>
            <p:ph idx="1" type="body"/>
          </p:nvPr>
        </p:nvSpPr>
        <p:spPr>
          <a:xfrm>
            <a:off x="377850" y="794601"/>
            <a:ext cx="114363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b="0" i="0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51" name="Google Shape;1051;g2baf9e5dadc_0_1607"/>
          <p:cNvSpPr txBox="1"/>
          <p:nvPr>
            <p:ph idx="2" type="body"/>
          </p:nvPr>
        </p:nvSpPr>
        <p:spPr>
          <a:xfrm>
            <a:off x="1560000" y="3618276"/>
            <a:ext cx="90720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b="0" i="0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_1st">
  <p:cSld name="Learn_1st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baf9e5dadc_0_1610"/>
          <p:cNvSpPr/>
          <p:nvPr>
            <p:ph idx="2" type="pic"/>
          </p:nvPr>
        </p:nvSpPr>
        <p:spPr>
          <a:xfrm>
            <a:off x="2114230" y="1920640"/>
            <a:ext cx="7963500" cy="410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g2baf9e5dadc_0_1610"/>
          <p:cNvSpPr txBox="1"/>
          <p:nvPr>
            <p:ph idx="1" type="body"/>
          </p:nvPr>
        </p:nvSpPr>
        <p:spPr>
          <a:xfrm>
            <a:off x="409575" y="347725"/>
            <a:ext cx="46023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055" name="Google Shape;1055;g2baf9e5dadc_0_1610">
            <a:hlinkClick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3427" y="3445697"/>
            <a:ext cx="598343" cy="105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+ Text">
  <p:cSld name="Learn+ Text"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baf9e5dadc_0_1614"/>
          <p:cNvSpPr/>
          <p:nvPr>
            <p:ph idx="2" type="pic"/>
          </p:nvPr>
        </p:nvSpPr>
        <p:spPr>
          <a:xfrm>
            <a:off x="2476500" y="1263511"/>
            <a:ext cx="7239000" cy="3767700"/>
          </a:xfrm>
          <a:prstGeom prst="rect">
            <a:avLst/>
          </a:prstGeom>
          <a:noFill/>
          <a:ln>
            <a:noFill/>
          </a:ln>
        </p:spPr>
      </p:sp>
      <p:sp>
        <p:nvSpPr>
          <p:cNvPr id="1058" name="Google Shape;1058;g2baf9e5dadc_0_1614"/>
          <p:cNvSpPr/>
          <p:nvPr/>
        </p:nvSpPr>
        <p:spPr>
          <a:xfrm>
            <a:off x="1006200" y="5180373"/>
            <a:ext cx="10179600" cy="755400"/>
          </a:xfrm>
          <a:prstGeom prst="roundRect">
            <a:avLst>
              <a:gd fmla="val 26163" name="adj"/>
            </a:avLst>
          </a:prstGeom>
          <a:solidFill>
            <a:srgbClr val="2A4E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9" name="Google Shape;1059;g2baf9e5dadc_0_1614"/>
          <p:cNvSpPr txBox="1"/>
          <p:nvPr>
            <p:ph idx="1" type="body"/>
          </p:nvPr>
        </p:nvSpPr>
        <p:spPr>
          <a:xfrm>
            <a:off x="305050" y="418150"/>
            <a:ext cx="46023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60" name="Google Shape;1060;g2baf9e5dadc_0_1614"/>
          <p:cNvSpPr txBox="1"/>
          <p:nvPr>
            <p:ph idx="3" type="body"/>
          </p:nvPr>
        </p:nvSpPr>
        <p:spPr>
          <a:xfrm>
            <a:off x="1255802" y="5327373"/>
            <a:ext cx="9680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061" name="Google Shape;1061;g2baf9e5dadc_0_1614">
            <a:hlinkClick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5352" y="2737872"/>
            <a:ext cx="598343" cy="10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g2baf9e5dadc_0_1614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678573" y="2737872"/>
            <a:ext cx="601925" cy="105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/Question">
  <p:cSld name="Discussion/Question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g2baf9e5dadc_0_1621"/>
          <p:cNvGrpSpPr/>
          <p:nvPr/>
        </p:nvGrpSpPr>
        <p:grpSpPr>
          <a:xfrm>
            <a:off x="5663558" y="1184007"/>
            <a:ext cx="5110509" cy="4807268"/>
            <a:chOff x="7462727" y="2117289"/>
            <a:chExt cx="4121046" cy="3969668"/>
          </a:xfrm>
        </p:grpSpPr>
        <p:sp>
          <p:nvSpPr>
            <p:cNvPr id="1065" name="Google Shape;1065;g2baf9e5dadc_0_1621"/>
            <p:cNvSpPr/>
            <p:nvPr/>
          </p:nvSpPr>
          <p:spPr>
            <a:xfrm flipH="1">
              <a:off x="9570823" y="4074007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66" name="Google Shape;1066;g2baf9e5dadc_0_1621"/>
            <p:cNvSpPr/>
            <p:nvPr/>
          </p:nvSpPr>
          <p:spPr>
            <a:xfrm flipH="1" rot="10800000">
              <a:off x="7462727" y="2117289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067" name="Google Shape;1067;g2baf9e5dadc_0_1621"/>
          <p:cNvGrpSpPr/>
          <p:nvPr/>
        </p:nvGrpSpPr>
        <p:grpSpPr>
          <a:xfrm rot="-3066662">
            <a:off x="5500462" y="996410"/>
            <a:ext cx="5036655" cy="4878737"/>
            <a:chOff x="7462727" y="2117289"/>
            <a:chExt cx="4121046" cy="3969668"/>
          </a:xfrm>
        </p:grpSpPr>
        <p:sp>
          <p:nvSpPr>
            <p:cNvPr id="1068" name="Google Shape;1068;g2baf9e5dadc_0_1621"/>
            <p:cNvSpPr/>
            <p:nvPr/>
          </p:nvSpPr>
          <p:spPr>
            <a:xfrm flipH="1">
              <a:off x="9570823" y="4074007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69" name="Google Shape;1069;g2baf9e5dadc_0_1621"/>
            <p:cNvSpPr/>
            <p:nvPr/>
          </p:nvSpPr>
          <p:spPr>
            <a:xfrm flipH="1" rot="10800000">
              <a:off x="7462727" y="2117289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070" name="Google Shape;1070;g2baf9e5dadc_0_1621"/>
          <p:cNvGrpSpPr/>
          <p:nvPr/>
        </p:nvGrpSpPr>
        <p:grpSpPr>
          <a:xfrm rot="-7021446">
            <a:off x="5637349" y="829930"/>
            <a:ext cx="5014746" cy="4900135"/>
            <a:chOff x="7462727" y="2117289"/>
            <a:chExt cx="4121046" cy="3969668"/>
          </a:xfrm>
        </p:grpSpPr>
        <p:sp>
          <p:nvSpPr>
            <p:cNvPr id="1071" name="Google Shape;1071;g2baf9e5dadc_0_1621"/>
            <p:cNvSpPr/>
            <p:nvPr/>
          </p:nvSpPr>
          <p:spPr>
            <a:xfrm flipH="1">
              <a:off x="9570823" y="4074007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72" name="Google Shape;1072;g2baf9e5dadc_0_1621"/>
            <p:cNvSpPr/>
            <p:nvPr/>
          </p:nvSpPr>
          <p:spPr>
            <a:xfrm flipH="1" rot="10800000">
              <a:off x="7462727" y="2117289"/>
              <a:ext cx="2012950" cy="2012950"/>
            </a:xfrm>
            <a:custGeom>
              <a:rect b="b" l="l" r="r" t="t"/>
              <a:pathLst>
                <a:path extrusionOk="0" h="2012950" w="2012950">
                  <a:moveTo>
                    <a:pt x="2012950" y="2012950"/>
                  </a:moveTo>
                  <a:cubicBezTo>
                    <a:pt x="901228" y="2012950"/>
                    <a:pt x="0" y="1111722"/>
                    <a:pt x="0" y="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073" name="Google Shape;1073;g2baf9e5dadc_0_1621"/>
          <p:cNvSpPr txBox="1"/>
          <p:nvPr>
            <p:ph idx="1" type="body"/>
          </p:nvPr>
        </p:nvSpPr>
        <p:spPr>
          <a:xfrm>
            <a:off x="309875" y="372569"/>
            <a:ext cx="48873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74" name="Google Shape;1074;g2baf9e5dadc_0_1621"/>
          <p:cNvSpPr txBox="1"/>
          <p:nvPr>
            <p:ph idx="2" type="body"/>
          </p:nvPr>
        </p:nvSpPr>
        <p:spPr>
          <a:xfrm>
            <a:off x="6678476" y="2016359"/>
            <a:ext cx="29793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+Topic+pic">
  <p:cSld name="Brainstorming+Topic+pic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baf9e5dadc_0_1633"/>
          <p:cNvSpPr txBox="1"/>
          <p:nvPr/>
        </p:nvSpPr>
        <p:spPr>
          <a:xfrm>
            <a:off x="294968" y="303255"/>
            <a:ext cx="560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2baf9e5dadc_0_1633"/>
          <p:cNvSpPr txBox="1"/>
          <p:nvPr>
            <p:ph idx="1" type="body"/>
          </p:nvPr>
        </p:nvSpPr>
        <p:spPr>
          <a:xfrm>
            <a:off x="294968" y="939474"/>
            <a:ext cx="81213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78" name="Google Shape;1078;g2baf9e5dadc_0_1633"/>
          <p:cNvSpPr txBox="1"/>
          <p:nvPr>
            <p:ph idx="2" type="body"/>
          </p:nvPr>
        </p:nvSpPr>
        <p:spPr>
          <a:xfrm>
            <a:off x="294975" y="2857500"/>
            <a:ext cx="8121300" cy="30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">
  <p:cSld name="Learn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baf9e5dadc_0_1637"/>
          <p:cNvSpPr/>
          <p:nvPr>
            <p:ph idx="2" type="pic"/>
          </p:nvPr>
        </p:nvSpPr>
        <p:spPr>
          <a:xfrm>
            <a:off x="2114255" y="1427165"/>
            <a:ext cx="7963500" cy="410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81" name="Google Shape;1081;g2baf9e5dadc_0_1637"/>
          <p:cNvSpPr txBox="1"/>
          <p:nvPr>
            <p:ph idx="1" type="body"/>
          </p:nvPr>
        </p:nvSpPr>
        <p:spPr>
          <a:xfrm>
            <a:off x="409575" y="347725"/>
            <a:ext cx="46023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082" name="Google Shape;1082;g2baf9e5dadc_0_1637">
            <a:hlinkClick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3427" y="3217097"/>
            <a:ext cx="598343" cy="10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g2baf9e5dadc_0_1637">
            <a:hlinkClick action="ppaction://hlinkshowjump?jump=previousslide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36648" y="3217097"/>
            <a:ext cx="601925" cy="105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ng">
  <p:cSld name="Testing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g2baf9e5dadc_0_16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60400" y="695862"/>
            <a:ext cx="741875" cy="7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g2baf9e5dadc_0_1642"/>
          <p:cNvSpPr txBox="1"/>
          <p:nvPr/>
        </p:nvSpPr>
        <p:spPr>
          <a:xfrm>
            <a:off x="452100" y="515275"/>
            <a:ext cx="339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&amp; Testing 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2baf9e5dadc_0_1642"/>
          <p:cNvSpPr/>
          <p:nvPr/>
        </p:nvSpPr>
        <p:spPr>
          <a:xfrm rot="-1782754">
            <a:off x="10499163" y="2267585"/>
            <a:ext cx="1152318" cy="1084353"/>
          </a:xfrm>
          <a:custGeom>
            <a:rect b="b" l="l" r="r" t="t"/>
            <a:pathLst>
              <a:path extrusionOk="0" h="1972325" w="2095947">
                <a:moveTo>
                  <a:pt x="1207211" y="660929"/>
                </a:moveTo>
                <a:cubicBezTo>
                  <a:pt x="1102223" y="610125"/>
                  <a:pt x="974784" y="610474"/>
                  <a:pt x="866133" y="672956"/>
                </a:cubicBezTo>
                <a:cubicBezTo>
                  <a:pt x="865479" y="673330"/>
                  <a:pt x="864826" y="673706"/>
                  <a:pt x="864175" y="674083"/>
                </a:cubicBezTo>
                <a:cubicBezTo>
                  <a:pt x="691790" y="773974"/>
                  <a:pt x="633022" y="994696"/>
                  <a:pt x="732913" y="1167082"/>
                </a:cubicBezTo>
                <a:cubicBezTo>
                  <a:pt x="833985" y="1340254"/>
                  <a:pt x="1055902" y="1399350"/>
                  <a:pt x="1229711" y="1299375"/>
                </a:cubicBezTo>
                <a:cubicBezTo>
                  <a:pt x="1230357" y="1299008"/>
                  <a:pt x="1231003" y="1298636"/>
                  <a:pt x="1231646" y="1298264"/>
                </a:cubicBezTo>
                <a:cubicBezTo>
                  <a:pt x="1404069" y="1198404"/>
                  <a:pt x="1462894" y="977675"/>
                  <a:pt x="1363033" y="805250"/>
                </a:cubicBezTo>
                <a:cubicBezTo>
                  <a:pt x="1325114" y="740309"/>
                  <a:pt x="1270203" y="691412"/>
                  <a:pt x="1207211" y="660929"/>
                </a:cubicBezTo>
                <a:close/>
                <a:moveTo>
                  <a:pt x="1450613" y="13643"/>
                </a:moveTo>
                <a:lnTo>
                  <a:pt x="1553483" y="72713"/>
                </a:lnTo>
                <a:lnTo>
                  <a:pt x="1692983" y="152786"/>
                </a:lnTo>
                <a:cubicBezTo>
                  <a:pt x="1704136" y="159188"/>
                  <a:pt x="1713676" y="167404"/>
                  <a:pt x="1721411" y="176872"/>
                </a:cubicBezTo>
                <a:lnTo>
                  <a:pt x="1721423" y="176895"/>
                </a:lnTo>
                <a:lnTo>
                  <a:pt x="1721432" y="176902"/>
                </a:lnTo>
                <a:cubicBezTo>
                  <a:pt x="1729167" y="186369"/>
                  <a:pt x="1735094" y="197088"/>
                  <a:pt x="1739019" y="208496"/>
                </a:cubicBezTo>
                <a:lnTo>
                  <a:pt x="1743058" y="234383"/>
                </a:lnTo>
                <a:lnTo>
                  <a:pt x="1744594" y="244195"/>
                </a:lnTo>
                <a:lnTo>
                  <a:pt x="1744592" y="244208"/>
                </a:lnTo>
                <a:lnTo>
                  <a:pt x="1744594" y="244223"/>
                </a:lnTo>
                <a:lnTo>
                  <a:pt x="1743221" y="250812"/>
                </a:lnTo>
                <a:lnTo>
                  <a:pt x="1737024" y="280677"/>
                </a:lnTo>
                <a:lnTo>
                  <a:pt x="1715725" y="333022"/>
                </a:lnTo>
                <a:lnTo>
                  <a:pt x="1688065" y="401070"/>
                </a:lnTo>
                <a:lnTo>
                  <a:pt x="1682909" y="441239"/>
                </a:lnTo>
                <a:lnTo>
                  <a:pt x="1681392" y="453141"/>
                </a:lnTo>
                <a:lnTo>
                  <a:pt x="1691837" y="478722"/>
                </a:lnTo>
                <a:lnTo>
                  <a:pt x="1701254" y="501750"/>
                </a:lnTo>
                <a:lnTo>
                  <a:pt x="1750706" y="576574"/>
                </a:lnTo>
                <a:lnTo>
                  <a:pt x="1753602" y="580954"/>
                </a:lnTo>
                <a:lnTo>
                  <a:pt x="1753602" y="580955"/>
                </a:lnTo>
                <a:lnTo>
                  <a:pt x="1753622" y="580985"/>
                </a:lnTo>
                <a:lnTo>
                  <a:pt x="1764252" y="602054"/>
                </a:lnTo>
                <a:lnTo>
                  <a:pt x="1796408" y="665761"/>
                </a:lnTo>
                <a:lnTo>
                  <a:pt x="1817180" y="692444"/>
                </a:lnTo>
                <a:lnTo>
                  <a:pt x="1828498" y="706969"/>
                </a:lnTo>
                <a:lnTo>
                  <a:pt x="1847963" y="715119"/>
                </a:lnTo>
                <a:lnTo>
                  <a:pt x="1876690" y="727128"/>
                </a:lnTo>
                <a:lnTo>
                  <a:pt x="1961530" y="738943"/>
                </a:lnTo>
                <a:lnTo>
                  <a:pt x="2007293" y="745311"/>
                </a:lnTo>
                <a:lnTo>
                  <a:pt x="2007320" y="745320"/>
                </a:lnTo>
                <a:lnTo>
                  <a:pt x="2007339" y="745323"/>
                </a:lnTo>
                <a:lnTo>
                  <a:pt x="2021741" y="750093"/>
                </a:lnTo>
                <a:lnTo>
                  <a:pt x="2042582" y="756992"/>
                </a:lnTo>
                <a:lnTo>
                  <a:pt x="2042593" y="757001"/>
                </a:lnTo>
                <a:lnTo>
                  <a:pt x="2042627" y="757012"/>
                </a:lnTo>
                <a:cubicBezTo>
                  <a:pt x="2074700" y="774632"/>
                  <a:pt x="2095966" y="808707"/>
                  <a:pt x="2095947" y="847190"/>
                </a:cubicBezTo>
                <a:lnTo>
                  <a:pt x="2095844" y="1124628"/>
                </a:lnTo>
                <a:lnTo>
                  <a:pt x="2095839" y="1124651"/>
                </a:lnTo>
                <a:lnTo>
                  <a:pt x="2095839" y="1124679"/>
                </a:lnTo>
                <a:lnTo>
                  <a:pt x="2090268" y="1155030"/>
                </a:lnTo>
                <a:lnTo>
                  <a:pt x="2089139" y="1161186"/>
                </a:lnTo>
                <a:lnTo>
                  <a:pt x="2089138" y="1161188"/>
                </a:lnTo>
                <a:lnTo>
                  <a:pt x="2089134" y="1161211"/>
                </a:lnTo>
                <a:cubicBezTo>
                  <a:pt x="2084796" y="1172601"/>
                  <a:pt x="2078485" y="1183056"/>
                  <a:pt x="2070588" y="1192131"/>
                </a:cubicBezTo>
                <a:lnTo>
                  <a:pt x="2070033" y="1192579"/>
                </a:lnTo>
                <a:lnTo>
                  <a:pt x="2042512" y="1214791"/>
                </a:lnTo>
                <a:cubicBezTo>
                  <a:pt x="2031825" y="1220667"/>
                  <a:pt x="2019937" y="1224717"/>
                  <a:pt x="2007236" y="1226496"/>
                </a:cubicBezTo>
                <a:lnTo>
                  <a:pt x="1950363" y="1234404"/>
                </a:lnTo>
                <a:lnTo>
                  <a:pt x="1876427" y="1244733"/>
                </a:lnTo>
                <a:cubicBezTo>
                  <a:pt x="1858610" y="1247259"/>
                  <a:pt x="1842097" y="1254343"/>
                  <a:pt x="1828266" y="1264930"/>
                </a:cubicBezTo>
                <a:lnTo>
                  <a:pt x="1807884" y="1291126"/>
                </a:lnTo>
                <a:lnTo>
                  <a:pt x="1796202" y="1306160"/>
                </a:lnTo>
                <a:lnTo>
                  <a:pt x="1778069" y="1342140"/>
                </a:lnTo>
                <a:lnTo>
                  <a:pt x="1753411" y="1391097"/>
                </a:lnTo>
                <a:cubicBezTo>
                  <a:pt x="1737509" y="1418526"/>
                  <a:pt x="1719994" y="1445020"/>
                  <a:pt x="1700947" y="1470436"/>
                </a:cubicBezTo>
                <a:cubicBezTo>
                  <a:pt x="1690074" y="1484872"/>
                  <a:pt x="1683384" y="1501631"/>
                  <a:pt x="1681105" y="1518970"/>
                </a:cubicBezTo>
                <a:lnTo>
                  <a:pt x="1684507" y="1545650"/>
                </a:lnTo>
                <a:lnTo>
                  <a:pt x="1687757" y="1570956"/>
                </a:lnTo>
                <a:lnTo>
                  <a:pt x="1703486" y="1609731"/>
                </a:lnTo>
                <a:lnTo>
                  <a:pt x="1736629" y="1691283"/>
                </a:lnTo>
                <a:cubicBezTo>
                  <a:pt x="1741468" y="1703190"/>
                  <a:pt x="1743922" y="1715533"/>
                  <a:pt x="1744185" y="1727750"/>
                </a:cubicBezTo>
                <a:lnTo>
                  <a:pt x="1741109" y="1747380"/>
                </a:lnTo>
                <a:lnTo>
                  <a:pt x="1738594" y="1763478"/>
                </a:lnTo>
                <a:cubicBezTo>
                  <a:pt x="1734669" y="1774878"/>
                  <a:pt x="1728743" y="1785589"/>
                  <a:pt x="1721010" y="1795046"/>
                </a:cubicBezTo>
                <a:lnTo>
                  <a:pt x="1716471" y="1798887"/>
                </a:lnTo>
                <a:lnTo>
                  <a:pt x="1692599" y="1819121"/>
                </a:lnTo>
                <a:lnTo>
                  <a:pt x="1528712" y="1913256"/>
                </a:lnTo>
                <a:lnTo>
                  <a:pt x="1449996" y="1958484"/>
                </a:lnTo>
                <a:cubicBezTo>
                  <a:pt x="1427861" y="1971190"/>
                  <a:pt x="1402740" y="1974807"/>
                  <a:pt x="1379215" y="1970227"/>
                </a:cubicBezTo>
                <a:lnTo>
                  <a:pt x="1362759" y="1963890"/>
                </a:lnTo>
                <a:lnTo>
                  <a:pt x="1345679" y="1957319"/>
                </a:lnTo>
                <a:cubicBezTo>
                  <a:pt x="1335280" y="1951042"/>
                  <a:pt x="1325853" y="1942826"/>
                  <a:pt x="1317970" y="1932783"/>
                </a:cubicBezTo>
                <a:lnTo>
                  <a:pt x="1293113" y="1901114"/>
                </a:lnTo>
                <a:lnTo>
                  <a:pt x="1293131" y="1901104"/>
                </a:lnTo>
                <a:lnTo>
                  <a:pt x="1236804" y="1829375"/>
                </a:lnTo>
                <a:cubicBezTo>
                  <a:pt x="1214609" y="1801161"/>
                  <a:pt x="1179316" y="1786552"/>
                  <a:pt x="1143674" y="1790828"/>
                </a:cubicBezTo>
                <a:cubicBezTo>
                  <a:pt x="1079611" y="1798368"/>
                  <a:pt x="1014881" y="1798299"/>
                  <a:pt x="950835" y="1790624"/>
                </a:cubicBezTo>
                <a:cubicBezTo>
                  <a:pt x="915496" y="1786583"/>
                  <a:pt x="880603" y="1801226"/>
                  <a:pt x="858732" y="1829273"/>
                </a:cubicBezTo>
                <a:lnTo>
                  <a:pt x="777321" y="1932991"/>
                </a:lnTo>
                <a:cubicBezTo>
                  <a:pt x="745812" y="1973148"/>
                  <a:pt x="689606" y="1984091"/>
                  <a:pt x="645333" y="1958689"/>
                </a:cubicBezTo>
                <a:lnTo>
                  <a:pt x="402949" y="1819508"/>
                </a:lnTo>
                <a:cubicBezTo>
                  <a:pt x="358341" y="1793908"/>
                  <a:pt x="339505" y="1739290"/>
                  <a:pt x="358850" y="1691634"/>
                </a:cubicBezTo>
                <a:lnTo>
                  <a:pt x="407882" y="1571262"/>
                </a:lnTo>
                <a:cubicBezTo>
                  <a:pt x="421447" y="1537718"/>
                  <a:pt x="416414" y="1499515"/>
                  <a:pt x="394622" y="1470629"/>
                </a:cubicBezTo>
                <a:cubicBezTo>
                  <a:pt x="375710" y="1445248"/>
                  <a:pt x="358242" y="1418822"/>
                  <a:pt x="342300" y="1391478"/>
                </a:cubicBezTo>
                <a:cubicBezTo>
                  <a:pt x="326438" y="1364015"/>
                  <a:pt x="312160" y="1335667"/>
                  <a:pt x="299538" y="1306571"/>
                </a:cubicBezTo>
                <a:cubicBezTo>
                  <a:pt x="285334" y="1273497"/>
                  <a:pt x="254899" y="1250234"/>
                  <a:pt x="219257" y="1245205"/>
                </a:cubicBezTo>
                <a:lnTo>
                  <a:pt x="88608" y="1227009"/>
                </a:lnTo>
                <a:cubicBezTo>
                  <a:pt x="37788" y="1219926"/>
                  <a:pt x="-26" y="1176453"/>
                  <a:pt x="0" y="1125142"/>
                </a:cubicBezTo>
                <a:lnTo>
                  <a:pt x="104" y="847704"/>
                </a:lnTo>
                <a:cubicBezTo>
                  <a:pt x="64" y="796425"/>
                  <a:pt x="37826" y="752962"/>
                  <a:pt x="88608" y="745837"/>
                </a:cubicBezTo>
                <a:lnTo>
                  <a:pt x="219463" y="727643"/>
                </a:lnTo>
                <a:cubicBezTo>
                  <a:pt x="255113" y="722561"/>
                  <a:pt x="285541" y="699264"/>
                  <a:pt x="299745" y="666172"/>
                </a:cubicBezTo>
                <a:cubicBezTo>
                  <a:pt x="324911" y="607870"/>
                  <a:pt x="356860" y="552735"/>
                  <a:pt x="394930" y="501909"/>
                </a:cubicBezTo>
                <a:cubicBezTo>
                  <a:pt x="416666" y="473040"/>
                  <a:pt x="421697" y="434896"/>
                  <a:pt x="408190" y="401378"/>
                </a:cubicBezTo>
                <a:lnTo>
                  <a:pt x="359261" y="281008"/>
                </a:lnTo>
                <a:cubicBezTo>
                  <a:pt x="339947" y="233406"/>
                  <a:pt x="358730" y="178854"/>
                  <a:pt x="403257" y="153236"/>
                </a:cubicBezTo>
                <a:lnTo>
                  <a:pt x="645847" y="13848"/>
                </a:lnTo>
                <a:cubicBezTo>
                  <a:pt x="690151" y="-11562"/>
                  <a:pt x="746390" y="-621"/>
                  <a:pt x="777937" y="39546"/>
                </a:cubicBezTo>
                <a:lnTo>
                  <a:pt x="859143" y="142957"/>
                </a:lnTo>
                <a:cubicBezTo>
                  <a:pt x="881295" y="171167"/>
                  <a:pt x="916557" y="185778"/>
                  <a:pt x="952170" y="181504"/>
                </a:cubicBezTo>
                <a:cubicBezTo>
                  <a:pt x="1016233" y="173966"/>
                  <a:pt x="1080964" y="174033"/>
                  <a:pt x="1145011" y="181710"/>
                </a:cubicBezTo>
                <a:cubicBezTo>
                  <a:pt x="1180353" y="185791"/>
                  <a:pt x="1215265" y="171140"/>
                  <a:pt x="1237113" y="143060"/>
                </a:cubicBezTo>
                <a:lnTo>
                  <a:pt x="1318523" y="39341"/>
                </a:lnTo>
                <a:cubicBezTo>
                  <a:pt x="1350070" y="-827"/>
                  <a:pt x="1406309" y="-11769"/>
                  <a:pt x="1450613" y="13643"/>
                </a:cubicBezTo>
                <a:close/>
              </a:path>
            </a:pathLst>
          </a:custGeom>
          <a:solidFill>
            <a:srgbClr val="F5B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88" name="Google Shape;1088;g2baf9e5dadc_0_1642"/>
          <p:cNvSpPr/>
          <p:nvPr/>
        </p:nvSpPr>
        <p:spPr>
          <a:xfrm rot="3703889">
            <a:off x="9816214" y="1092004"/>
            <a:ext cx="1356672" cy="1289116"/>
          </a:xfrm>
          <a:custGeom>
            <a:rect b="b" l="l" r="r" t="t"/>
            <a:pathLst>
              <a:path extrusionOk="0" h="2142214" w="2254476">
                <a:moveTo>
                  <a:pt x="1156285" y="654560"/>
                </a:moveTo>
                <a:cubicBezTo>
                  <a:pt x="1075739" y="648942"/>
                  <a:pt x="992720" y="666404"/>
                  <a:pt x="917514" y="709684"/>
                </a:cubicBezTo>
                <a:cubicBezTo>
                  <a:pt x="916758" y="710116"/>
                  <a:pt x="916004" y="710550"/>
                  <a:pt x="915251" y="710986"/>
                </a:cubicBezTo>
                <a:cubicBezTo>
                  <a:pt x="716288" y="826242"/>
                  <a:pt x="648430" y="1080968"/>
                  <a:pt x="763686" y="1279931"/>
                </a:cubicBezTo>
                <a:cubicBezTo>
                  <a:pt x="880354" y="1479717"/>
                  <a:pt x="1136403" y="1547881"/>
                  <a:pt x="1336962" y="1432547"/>
                </a:cubicBezTo>
                <a:cubicBezTo>
                  <a:pt x="1337696" y="1432127"/>
                  <a:pt x="1338430" y="1431705"/>
                  <a:pt x="1339162" y="1431281"/>
                </a:cubicBezTo>
                <a:cubicBezTo>
                  <a:pt x="1538152" y="1316033"/>
                  <a:pt x="1606039" y="1061291"/>
                  <a:pt x="1490790" y="862300"/>
                </a:cubicBezTo>
                <a:cubicBezTo>
                  <a:pt x="1417902" y="737394"/>
                  <a:pt x="1290528" y="663922"/>
                  <a:pt x="1156285" y="654560"/>
                </a:cubicBezTo>
                <a:close/>
                <a:moveTo>
                  <a:pt x="1508503" y="952"/>
                </a:moveTo>
                <a:cubicBezTo>
                  <a:pt x="1517337" y="2368"/>
                  <a:pt x="1526043" y="5376"/>
                  <a:pt x="1534199" y="10057"/>
                </a:cubicBezTo>
                <a:lnTo>
                  <a:pt x="1847433" y="189853"/>
                </a:lnTo>
                <a:cubicBezTo>
                  <a:pt x="1855651" y="194570"/>
                  <a:pt x="1862680" y="200624"/>
                  <a:pt x="1868379" y="207600"/>
                </a:cubicBezTo>
                <a:lnTo>
                  <a:pt x="1868383" y="207608"/>
                </a:lnTo>
                <a:lnTo>
                  <a:pt x="1868400" y="207622"/>
                </a:lnTo>
                <a:cubicBezTo>
                  <a:pt x="1879798" y="221572"/>
                  <a:pt x="1885868" y="239215"/>
                  <a:pt x="1885466" y="257226"/>
                </a:cubicBezTo>
                <a:lnTo>
                  <a:pt x="1883185" y="268176"/>
                </a:lnTo>
                <a:lnTo>
                  <a:pt x="1879883" y="284086"/>
                </a:lnTo>
                <a:lnTo>
                  <a:pt x="1808217" y="460214"/>
                </a:lnTo>
                <a:lnTo>
                  <a:pt x="1807341" y="467032"/>
                </a:lnTo>
                <a:lnTo>
                  <a:pt x="1803261" y="498900"/>
                </a:lnTo>
                <a:cubicBezTo>
                  <a:pt x="1805013" y="511795"/>
                  <a:pt x="1810109" y="524237"/>
                  <a:pt x="1818365" y="534876"/>
                </a:cubicBezTo>
                <a:cubicBezTo>
                  <a:pt x="1843242" y="566719"/>
                  <a:pt x="1865916" y="600224"/>
                  <a:pt x="1886228" y="635156"/>
                </a:cubicBezTo>
                <a:lnTo>
                  <a:pt x="1918029" y="699976"/>
                </a:lnTo>
                <a:lnTo>
                  <a:pt x="1939635" y="743978"/>
                </a:lnTo>
                <a:cubicBezTo>
                  <a:pt x="1944752" y="756356"/>
                  <a:pt x="1952968" y="766904"/>
                  <a:pt x="1963223" y="774807"/>
                </a:cubicBezTo>
                <a:lnTo>
                  <a:pt x="1973786" y="779216"/>
                </a:lnTo>
                <a:lnTo>
                  <a:pt x="1999081" y="789741"/>
                </a:lnTo>
                <a:lnTo>
                  <a:pt x="2189188" y="816175"/>
                </a:lnTo>
                <a:cubicBezTo>
                  <a:pt x="2226620" y="821417"/>
                  <a:pt x="2254471" y="853435"/>
                  <a:pt x="2254476" y="891233"/>
                </a:cubicBezTo>
                <a:lnTo>
                  <a:pt x="2254414" y="1037795"/>
                </a:lnTo>
                <a:lnTo>
                  <a:pt x="2254353" y="1250376"/>
                </a:lnTo>
                <a:cubicBezTo>
                  <a:pt x="2254350" y="1259819"/>
                  <a:pt x="2252608" y="1268901"/>
                  <a:pt x="2249412" y="1277294"/>
                </a:cubicBezTo>
                <a:lnTo>
                  <a:pt x="2249405" y="1277305"/>
                </a:lnTo>
                <a:lnTo>
                  <a:pt x="2249405" y="1277308"/>
                </a:lnTo>
                <a:cubicBezTo>
                  <a:pt x="2239834" y="1302485"/>
                  <a:pt x="2217166" y="1321464"/>
                  <a:pt x="2189112" y="1325375"/>
                </a:cubicBezTo>
                <a:lnTo>
                  <a:pt x="1998778" y="1351959"/>
                </a:lnTo>
                <a:cubicBezTo>
                  <a:pt x="1972237" y="1355571"/>
                  <a:pt x="1949620" y="1373024"/>
                  <a:pt x="1939398" y="1397782"/>
                </a:cubicBezTo>
                <a:lnTo>
                  <a:pt x="1932528" y="1411794"/>
                </a:lnTo>
                <a:lnTo>
                  <a:pt x="1886020" y="1506686"/>
                </a:lnTo>
                <a:cubicBezTo>
                  <a:pt x="1865739" y="1541662"/>
                  <a:pt x="1843020" y="1575223"/>
                  <a:pt x="1818011" y="1607115"/>
                </a:cubicBezTo>
                <a:lnTo>
                  <a:pt x="1804699" y="1638881"/>
                </a:lnTo>
                <a:lnTo>
                  <a:pt x="1802945" y="1643074"/>
                </a:lnTo>
                <a:lnTo>
                  <a:pt x="1807922" y="1681733"/>
                </a:lnTo>
                <a:lnTo>
                  <a:pt x="1879438" y="1857700"/>
                </a:lnTo>
                <a:lnTo>
                  <a:pt x="1883021" y="1874992"/>
                </a:lnTo>
                <a:lnTo>
                  <a:pt x="1885012" y="1884551"/>
                </a:lnTo>
                <a:cubicBezTo>
                  <a:pt x="1885615" y="1911566"/>
                  <a:pt x="1871656" y="1937755"/>
                  <a:pt x="1846995" y="1951895"/>
                </a:cubicBezTo>
                <a:lnTo>
                  <a:pt x="1533583" y="2131929"/>
                </a:lnTo>
                <a:cubicBezTo>
                  <a:pt x="1525422" y="2136610"/>
                  <a:pt x="1516711" y="2139617"/>
                  <a:pt x="1507873" y="2141032"/>
                </a:cubicBezTo>
                <a:lnTo>
                  <a:pt x="1487647" y="2140688"/>
                </a:lnTo>
                <a:lnTo>
                  <a:pt x="1481410" y="2140584"/>
                </a:lnTo>
                <a:lnTo>
                  <a:pt x="1481405" y="2140582"/>
                </a:lnTo>
                <a:lnTo>
                  <a:pt x="1481395" y="2140582"/>
                </a:lnTo>
                <a:cubicBezTo>
                  <a:pt x="1464049" y="2137207"/>
                  <a:pt x="1447879" y="2127793"/>
                  <a:pt x="1436257" y="2112994"/>
                </a:cubicBezTo>
                <a:lnTo>
                  <a:pt x="1318179" y="1962575"/>
                </a:lnTo>
                <a:cubicBezTo>
                  <a:pt x="1301782" y="1941489"/>
                  <a:pt x="1275434" y="1930678"/>
                  <a:pt x="1248952" y="1934172"/>
                </a:cubicBezTo>
                <a:cubicBezTo>
                  <a:pt x="1168103" y="1945496"/>
                  <a:pt x="1086070" y="1945496"/>
                  <a:pt x="1005221" y="1934172"/>
                </a:cubicBezTo>
                <a:cubicBezTo>
                  <a:pt x="978723" y="1930591"/>
                  <a:pt x="952322" y="1941383"/>
                  <a:pt x="935919" y="1962499"/>
                </a:cubicBezTo>
                <a:lnTo>
                  <a:pt x="817537" y="2113222"/>
                </a:lnTo>
                <a:cubicBezTo>
                  <a:pt x="794330" y="2142823"/>
                  <a:pt x="752905" y="2150888"/>
                  <a:pt x="720287" y="2132157"/>
                </a:cubicBezTo>
                <a:lnTo>
                  <a:pt x="407027" y="1952350"/>
                </a:lnTo>
                <a:cubicBezTo>
                  <a:pt x="374156" y="1933488"/>
                  <a:pt x="360303" y="1893223"/>
                  <a:pt x="374610" y="1858129"/>
                </a:cubicBezTo>
                <a:lnTo>
                  <a:pt x="446260" y="1681958"/>
                </a:lnTo>
                <a:cubicBezTo>
                  <a:pt x="456494" y="1657044"/>
                  <a:pt x="452623" y="1628558"/>
                  <a:pt x="436111" y="1607279"/>
                </a:cubicBezTo>
                <a:cubicBezTo>
                  <a:pt x="411234" y="1575462"/>
                  <a:pt x="388560" y="1541982"/>
                  <a:pt x="368248" y="1507075"/>
                </a:cubicBezTo>
                <a:cubicBezTo>
                  <a:pt x="347957" y="1472072"/>
                  <a:pt x="330116" y="1435705"/>
                  <a:pt x="314851" y="1398236"/>
                </a:cubicBezTo>
                <a:cubicBezTo>
                  <a:pt x="304596" y="1373472"/>
                  <a:pt x="281955" y="1356022"/>
                  <a:pt x="255395" y="1352414"/>
                </a:cubicBezTo>
                <a:lnTo>
                  <a:pt x="65288" y="1325980"/>
                </a:lnTo>
                <a:cubicBezTo>
                  <a:pt x="27843" y="1320761"/>
                  <a:pt x="-19" y="1288729"/>
                  <a:pt x="0" y="1250922"/>
                </a:cubicBezTo>
                <a:lnTo>
                  <a:pt x="151" y="891839"/>
                </a:lnTo>
                <a:cubicBezTo>
                  <a:pt x="127" y="854072"/>
                  <a:pt x="27958" y="822071"/>
                  <a:pt x="65364" y="816856"/>
                </a:cubicBezTo>
                <a:lnTo>
                  <a:pt x="255698" y="790272"/>
                </a:lnTo>
                <a:cubicBezTo>
                  <a:pt x="282239" y="786660"/>
                  <a:pt x="304856" y="769207"/>
                  <a:pt x="315078" y="744449"/>
                </a:cubicBezTo>
                <a:cubicBezTo>
                  <a:pt x="345594" y="669350"/>
                  <a:pt x="386460" y="598886"/>
                  <a:pt x="436489" y="535104"/>
                </a:cubicBezTo>
                <a:cubicBezTo>
                  <a:pt x="452943" y="513825"/>
                  <a:pt x="456784" y="485380"/>
                  <a:pt x="446563" y="460500"/>
                </a:cubicBezTo>
                <a:lnTo>
                  <a:pt x="375064" y="284480"/>
                </a:lnTo>
                <a:cubicBezTo>
                  <a:pt x="360757" y="249409"/>
                  <a:pt x="374615" y="209163"/>
                  <a:pt x="407481" y="190335"/>
                </a:cubicBezTo>
                <a:lnTo>
                  <a:pt x="720893" y="10301"/>
                </a:lnTo>
                <a:cubicBezTo>
                  <a:pt x="753531" y="-8461"/>
                  <a:pt x="794996" y="-394"/>
                  <a:pt x="818219" y="29236"/>
                </a:cubicBezTo>
                <a:lnTo>
                  <a:pt x="936298" y="179656"/>
                </a:lnTo>
                <a:cubicBezTo>
                  <a:pt x="952682" y="200752"/>
                  <a:pt x="979051" y="211542"/>
                  <a:pt x="1005524" y="207983"/>
                </a:cubicBezTo>
                <a:cubicBezTo>
                  <a:pt x="1086379" y="196722"/>
                  <a:pt x="1168407" y="196748"/>
                  <a:pt x="1249255" y="208059"/>
                </a:cubicBezTo>
                <a:cubicBezTo>
                  <a:pt x="1275748" y="211603"/>
                  <a:pt x="1302132" y="200819"/>
                  <a:pt x="1318557" y="179732"/>
                </a:cubicBezTo>
                <a:lnTo>
                  <a:pt x="1406815" y="67363"/>
                </a:lnTo>
                <a:lnTo>
                  <a:pt x="1406791" y="67349"/>
                </a:lnTo>
                <a:lnTo>
                  <a:pt x="1436921" y="28973"/>
                </a:lnTo>
                <a:cubicBezTo>
                  <a:pt x="1454344" y="6783"/>
                  <a:pt x="1482000" y="-3296"/>
                  <a:pt x="1508503" y="952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89" name="Google Shape;1089;g2baf9e5dadc_0_1642"/>
          <p:cNvSpPr/>
          <p:nvPr/>
        </p:nvSpPr>
        <p:spPr>
          <a:xfrm rot="-3421140">
            <a:off x="10032012" y="3215464"/>
            <a:ext cx="996065" cy="937316"/>
          </a:xfrm>
          <a:custGeom>
            <a:rect b="b" l="l" r="r" t="t"/>
            <a:pathLst>
              <a:path extrusionOk="0" h="1672912" w="1777767">
                <a:moveTo>
                  <a:pt x="1156116" y="683008"/>
                </a:moveTo>
                <a:cubicBezTo>
                  <a:pt x="1070346" y="536121"/>
                  <a:pt x="882099" y="486002"/>
                  <a:pt x="734647" y="570797"/>
                </a:cubicBezTo>
                <a:cubicBezTo>
                  <a:pt x="734093" y="571114"/>
                  <a:pt x="733539" y="571433"/>
                  <a:pt x="732987" y="571753"/>
                </a:cubicBezTo>
                <a:cubicBezTo>
                  <a:pt x="586771" y="656480"/>
                  <a:pt x="536925" y="843695"/>
                  <a:pt x="621652" y="989911"/>
                </a:cubicBezTo>
                <a:cubicBezTo>
                  <a:pt x="707380" y="1136794"/>
                  <a:pt x="895609" y="1186919"/>
                  <a:pt x="1043032" y="1102122"/>
                </a:cubicBezTo>
                <a:cubicBezTo>
                  <a:pt x="1043580" y="1101810"/>
                  <a:pt x="1044128" y="1101494"/>
                  <a:pt x="1044673" y="1101179"/>
                </a:cubicBezTo>
                <a:cubicBezTo>
                  <a:pt x="1190921" y="1016478"/>
                  <a:pt x="1240816" y="829257"/>
                  <a:pt x="1156116" y="683008"/>
                </a:cubicBezTo>
                <a:close/>
                <a:moveTo>
                  <a:pt x="1772095" y="687565"/>
                </a:moveTo>
                <a:cubicBezTo>
                  <a:pt x="1775772" y="697236"/>
                  <a:pt x="1777772" y="707701"/>
                  <a:pt x="1777767" y="718581"/>
                </a:cubicBezTo>
                <a:lnTo>
                  <a:pt x="1777680" y="953902"/>
                </a:lnTo>
                <a:lnTo>
                  <a:pt x="1777676" y="953921"/>
                </a:lnTo>
                <a:lnTo>
                  <a:pt x="1777676" y="953945"/>
                </a:lnTo>
                <a:lnTo>
                  <a:pt x="1772809" y="980461"/>
                </a:lnTo>
                <a:lnTo>
                  <a:pt x="1771993" y="984910"/>
                </a:lnTo>
                <a:lnTo>
                  <a:pt x="1771992" y="984912"/>
                </a:lnTo>
                <a:lnTo>
                  <a:pt x="1771989" y="984931"/>
                </a:lnTo>
                <a:cubicBezTo>
                  <a:pt x="1768309" y="994593"/>
                  <a:pt x="1762957" y="1003460"/>
                  <a:pt x="1756258" y="1011157"/>
                </a:cubicBezTo>
                <a:lnTo>
                  <a:pt x="1756237" y="1011174"/>
                </a:lnTo>
                <a:lnTo>
                  <a:pt x="1732444" y="1030378"/>
                </a:lnTo>
                <a:cubicBezTo>
                  <a:pt x="1723379" y="1035362"/>
                  <a:pt x="1713296" y="1038797"/>
                  <a:pt x="1702523" y="1040306"/>
                </a:cubicBezTo>
                <a:lnTo>
                  <a:pt x="1653735" y="1047089"/>
                </a:lnTo>
                <a:lnTo>
                  <a:pt x="1591572" y="1055774"/>
                </a:lnTo>
                <a:cubicBezTo>
                  <a:pt x="1576459" y="1057916"/>
                  <a:pt x="1562454" y="1063925"/>
                  <a:pt x="1550723" y="1072905"/>
                </a:cubicBezTo>
                <a:lnTo>
                  <a:pt x="1533512" y="1095025"/>
                </a:lnTo>
                <a:lnTo>
                  <a:pt x="1523526" y="1107876"/>
                </a:lnTo>
                <a:lnTo>
                  <a:pt x="1507989" y="1138704"/>
                </a:lnTo>
                <a:lnTo>
                  <a:pt x="1487231" y="1179919"/>
                </a:lnTo>
                <a:cubicBezTo>
                  <a:pt x="1473742" y="1203184"/>
                  <a:pt x="1458886" y="1225656"/>
                  <a:pt x="1442731" y="1247213"/>
                </a:cubicBezTo>
                <a:cubicBezTo>
                  <a:pt x="1433508" y="1259458"/>
                  <a:pt x="1427834" y="1273673"/>
                  <a:pt x="1425901" y="1288380"/>
                </a:cubicBezTo>
                <a:lnTo>
                  <a:pt x="1428786" y="1311007"/>
                </a:lnTo>
                <a:lnTo>
                  <a:pt x="1431543" y="1332474"/>
                </a:lnTo>
                <a:lnTo>
                  <a:pt x="1444863" y="1365311"/>
                </a:lnTo>
                <a:lnTo>
                  <a:pt x="1472996" y="1434534"/>
                </a:lnTo>
                <a:cubicBezTo>
                  <a:pt x="1477101" y="1444634"/>
                  <a:pt x="1479183" y="1455103"/>
                  <a:pt x="1479405" y="1465465"/>
                </a:cubicBezTo>
                <a:lnTo>
                  <a:pt x="1476788" y="1482173"/>
                </a:lnTo>
                <a:lnTo>
                  <a:pt x="1474663" y="1495770"/>
                </a:lnTo>
                <a:cubicBezTo>
                  <a:pt x="1471333" y="1505439"/>
                  <a:pt x="1466307" y="1514524"/>
                  <a:pt x="1459748" y="1522546"/>
                </a:cubicBezTo>
                <a:lnTo>
                  <a:pt x="1455448" y="1526185"/>
                </a:lnTo>
                <a:lnTo>
                  <a:pt x="1435650" y="1542965"/>
                </a:lnTo>
                <a:lnTo>
                  <a:pt x="1296749" y="1622749"/>
                </a:lnTo>
                <a:lnTo>
                  <a:pt x="1229876" y="1661172"/>
                </a:lnTo>
                <a:cubicBezTo>
                  <a:pt x="1211102" y="1671950"/>
                  <a:pt x="1189794" y="1675017"/>
                  <a:pt x="1169841" y="1671132"/>
                </a:cubicBezTo>
                <a:lnTo>
                  <a:pt x="1155181" y="1665487"/>
                </a:lnTo>
                <a:lnTo>
                  <a:pt x="1141395" y="1660185"/>
                </a:lnTo>
                <a:cubicBezTo>
                  <a:pt x="1132575" y="1654860"/>
                  <a:pt x="1124579" y="1647892"/>
                  <a:pt x="1117893" y="1639372"/>
                </a:cubicBezTo>
                <a:lnTo>
                  <a:pt x="1096809" y="1612512"/>
                </a:lnTo>
                <a:lnTo>
                  <a:pt x="1096824" y="1612503"/>
                </a:lnTo>
                <a:lnTo>
                  <a:pt x="1049048" y="1551663"/>
                </a:lnTo>
                <a:cubicBezTo>
                  <a:pt x="1030223" y="1527733"/>
                  <a:pt x="1000287" y="1515341"/>
                  <a:pt x="970056" y="1518969"/>
                </a:cubicBezTo>
                <a:cubicBezTo>
                  <a:pt x="915718" y="1525363"/>
                  <a:pt x="860815" y="1525304"/>
                  <a:pt x="806491" y="1518795"/>
                </a:cubicBezTo>
                <a:cubicBezTo>
                  <a:pt x="776518" y="1515368"/>
                  <a:pt x="746921" y="1527788"/>
                  <a:pt x="728371" y="1551577"/>
                </a:cubicBezTo>
                <a:lnTo>
                  <a:pt x="659318" y="1639549"/>
                </a:lnTo>
                <a:cubicBezTo>
                  <a:pt x="632592" y="1673611"/>
                  <a:pt x="584919" y="1682892"/>
                  <a:pt x="547367" y="1661347"/>
                </a:cubicBezTo>
                <a:lnTo>
                  <a:pt x="341778" y="1543295"/>
                </a:lnTo>
                <a:cubicBezTo>
                  <a:pt x="303942" y="1521581"/>
                  <a:pt x="287965" y="1475254"/>
                  <a:pt x="304374" y="1434832"/>
                </a:cubicBezTo>
                <a:lnTo>
                  <a:pt x="345963" y="1332734"/>
                </a:lnTo>
                <a:cubicBezTo>
                  <a:pt x="357468" y="1304282"/>
                  <a:pt x="353198" y="1271879"/>
                  <a:pt x="334716" y="1247378"/>
                </a:cubicBezTo>
                <a:cubicBezTo>
                  <a:pt x="318674" y="1225850"/>
                  <a:pt x="303858" y="1203435"/>
                  <a:pt x="290336" y="1180242"/>
                </a:cubicBezTo>
                <a:cubicBezTo>
                  <a:pt x="276882" y="1156949"/>
                  <a:pt x="264772" y="1132904"/>
                  <a:pt x="254066" y="1108225"/>
                </a:cubicBezTo>
                <a:cubicBezTo>
                  <a:pt x="242018" y="1080172"/>
                  <a:pt x="216204" y="1060440"/>
                  <a:pt x="185972" y="1056174"/>
                </a:cubicBezTo>
                <a:lnTo>
                  <a:pt x="75156" y="1040741"/>
                </a:lnTo>
                <a:cubicBezTo>
                  <a:pt x="32051" y="1034734"/>
                  <a:pt x="-22" y="997860"/>
                  <a:pt x="0" y="954338"/>
                </a:cubicBezTo>
                <a:lnTo>
                  <a:pt x="88" y="719018"/>
                </a:lnTo>
                <a:cubicBezTo>
                  <a:pt x="54" y="675522"/>
                  <a:pt x="32084" y="638658"/>
                  <a:pt x="75156" y="632614"/>
                </a:cubicBezTo>
                <a:lnTo>
                  <a:pt x="186147" y="617182"/>
                </a:lnTo>
                <a:cubicBezTo>
                  <a:pt x="216385" y="612872"/>
                  <a:pt x="242193" y="593111"/>
                  <a:pt x="254241" y="565043"/>
                </a:cubicBezTo>
                <a:cubicBezTo>
                  <a:pt x="275587" y="515592"/>
                  <a:pt x="302686" y="468826"/>
                  <a:pt x="334977" y="425717"/>
                </a:cubicBezTo>
                <a:cubicBezTo>
                  <a:pt x="353413" y="401229"/>
                  <a:pt x="357680" y="368876"/>
                  <a:pt x="346224" y="340446"/>
                </a:cubicBezTo>
                <a:lnTo>
                  <a:pt x="304722" y="238350"/>
                </a:lnTo>
                <a:cubicBezTo>
                  <a:pt x="288340" y="197974"/>
                  <a:pt x="304272" y="151704"/>
                  <a:pt x="342039" y="129974"/>
                </a:cubicBezTo>
                <a:lnTo>
                  <a:pt x="547803" y="11746"/>
                </a:lnTo>
                <a:cubicBezTo>
                  <a:pt x="585381" y="-9807"/>
                  <a:pt x="633083" y="-526"/>
                  <a:pt x="659840" y="33544"/>
                </a:cubicBezTo>
                <a:lnTo>
                  <a:pt x="728719" y="121255"/>
                </a:lnTo>
                <a:cubicBezTo>
                  <a:pt x="747508" y="145183"/>
                  <a:pt x="777417" y="157577"/>
                  <a:pt x="807624" y="153950"/>
                </a:cubicBezTo>
                <a:cubicBezTo>
                  <a:pt x="861961" y="147557"/>
                  <a:pt x="916866" y="147615"/>
                  <a:pt x="971190" y="154126"/>
                </a:cubicBezTo>
                <a:cubicBezTo>
                  <a:pt x="1001167" y="157587"/>
                  <a:pt x="1030779" y="145160"/>
                  <a:pt x="1049310" y="121343"/>
                </a:cubicBezTo>
                <a:lnTo>
                  <a:pt x="1118362" y="33369"/>
                </a:lnTo>
                <a:cubicBezTo>
                  <a:pt x="1145119" y="-701"/>
                  <a:pt x="1192821" y="-9982"/>
                  <a:pt x="1230399" y="11572"/>
                </a:cubicBezTo>
                <a:lnTo>
                  <a:pt x="1317893" y="61813"/>
                </a:lnTo>
                <a:lnTo>
                  <a:pt x="1435976" y="129593"/>
                </a:lnTo>
                <a:cubicBezTo>
                  <a:pt x="1445436" y="135023"/>
                  <a:pt x="1453528" y="141992"/>
                  <a:pt x="1460088" y="150022"/>
                </a:cubicBezTo>
                <a:lnTo>
                  <a:pt x="1460099" y="150042"/>
                </a:lnTo>
                <a:lnTo>
                  <a:pt x="1460106" y="150047"/>
                </a:lnTo>
                <a:cubicBezTo>
                  <a:pt x="1466667" y="158077"/>
                  <a:pt x="1471694" y="167169"/>
                  <a:pt x="1475023" y="176846"/>
                </a:cubicBezTo>
                <a:lnTo>
                  <a:pt x="1478457" y="198851"/>
                </a:lnTo>
                <a:lnTo>
                  <a:pt x="1479753" y="207126"/>
                </a:lnTo>
                <a:lnTo>
                  <a:pt x="1479750" y="207136"/>
                </a:lnTo>
                <a:lnTo>
                  <a:pt x="1479752" y="207149"/>
                </a:lnTo>
                <a:lnTo>
                  <a:pt x="1478594" y="212710"/>
                </a:lnTo>
                <a:lnTo>
                  <a:pt x="1473331" y="238069"/>
                </a:lnTo>
                <a:lnTo>
                  <a:pt x="1455277" y="282441"/>
                </a:lnTo>
                <a:lnTo>
                  <a:pt x="1431805" y="340185"/>
                </a:lnTo>
                <a:lnTo>
                  <a:pt x="1427417" y="374362"/>
                </a:lnTo>
                <a:lnTo>
                  <a:pt x="1426144" y="384352"/>
                </a:lnTo>
                <a:lnTo>
                  <a:pt x="1434971" y="405967"/>
                </a:lnTo>
                <a:lnTo>
                  <a:pt x="1442992" y="425581"/>
                </a:lnTo>
                <a:cubicBezTo>
                  <a:pt x="1459107" y="447118"/>
                  <a:pt x="1473936" y="469560"/>
                  <a:pt x="1487410" y="492788"/>
                </a:cubicBezTo>
                <a:lnTo>
                  <a:pt x="1496769" y="511337"/>
                </a:lnTo>
                <a:lnTo>
                  <a:pt x="1523701" y="564694"/>
                </a:lnTo>
                <a:lnTo>
                  <a:pt x="1541138" y="587093"/>
                </a:lnTo>
                <a:lnTo>
                  <a:pt x="1550919" y="599646"/>
                </a:lnTo>
                <a:lnTo>
                  <a:pt x="1567834" y="606728"/>
                </a:lnTo>
                <a:lnTo>
                  <a:pt x="1591795" y="616746"/>
                </a:lnTo>
                <a:lnTo>
                  <a:pt x="1662829" y="626638"/>
                </a:lnTo>
                <a:lnTo>
                  <a:pt x="1702572" y="632168"/>
                </a:lnTo>
                <a:lnTo>
                  <a:pt x="1702595" y="632176"/>
                </a:lnTo>
                <a:lnTo>
                  <a:pt x="1702611" y="632178"/>
                </a:lnTo>
                <a:lnTo>
                  <a:pt x="1714021" y="635958"/>
                </a:lnTo>
                <a:lnTo>
                  <a:pt x="1732503" y="642075"/>
                </a:lnTo>
                <a:lnTo>
                  <a:pt x="1732514" y="642084"/>
                </a:lnTo>
                <a:lnTo>
                  <a:pt x="1732542" y="642093"/>
                </a:lnTo>
                <a:cubicBezTo>
                  <a:pt x="1750678" y="652056"/>
                  <a:pt x="1764740" y="668223"/>
                  <a:pt x="1772095" y="687565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090" name="Google Shape;1090;g2baf9e5dadc_0_16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4357022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scription_Make">
  <p:cSld name="Description_Make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baf9e5dadc_0_1649"/>
          <p:cNvSpPr/>
          <p:nvPr>
            <p:ph idx="2" type="pic"/>
          </p:nvPr>
        </p:nvSpPr>
        <p:spPr>
          <a:xfrm>
            <a:off x="5070753" y="622807"/>
            <a:ext cx="6214800" cy="3464700"/>
          </a:xfrm>
          <a:prstGeom prst="roundRect">
            <a:avLst>
              <a:gd fmla="val 12486" name="adj"/>
            </a:avLst>
          </a:prstGeom>
          <a:noFill/>
          <a:ln>
            <a:noFill/>
          </a:ln>
          <a:effectLst>
            <a:reflection blurRad="0" dir="0" dist="0" endA="300" endPos="55000" fadeDir="5400012" kx="0" rotWithShape="0" algn="bl" stA="50000" stPos="0" sy="-100000" ky="0"/>
          </a:effectLst>
        </p:spPr>
      </p:sp>
      <p:sp>
        <p:nvSpPr>
          <p:cNvPr id="1093" name="Google Shape;1093;g2baf9e5dadc_0_1649"/>
          <p:cNvSpPr/>
          <p:nvPr/>
        </p:nvSpPr>
        <p:spPr>
          <a:xfrm>
            <a:off x="981893" y="791712"/>
            <a:ext cx="2770200" cy="2597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094" name="Google Shape;1094;g2baf9e5dadc_0_16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351" y="522675"/>
            <a:ext cx="1972813" cy="79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g2baf9e5dadc_0_1649"/>
          <p:cNvSpPr txBox="1"/>
          <p:nvPr/>
        </p:nvSpPr>
        <p:spPr>
          <a:xfrm>
            <a:off x="451412" y="688300"/>
            <a:ext cx="221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3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2baf9e5dadc_0_1649"/>
          <p:cNvSpPr txBox="1"/>
          <p:nvPr>
            <p:ph idx="1" type="body"/>
          </p:nvPr>
        </p:nvSpPr>
        <p:spPr>
          <a:xfrm>
            <a:off x="1011725" y="1325265"/>
            <a:ext cx="26982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097" name="Google Shape;1097;g2baf9e5dadc_0_16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4368647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st Step">
  <p:cSld name="1st Step"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g2baf9e5dadc_0_16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351" y="522675"/>
            <a:ext cx="1972813" cy="79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g2baf9e5dadc_0_16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8970" y="2319770"/>
            <a:ext cx="700404" cy="858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g2baf9e5dadc_0_16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445" y="2458610"/>
            <a:ext cx="513629" cy="625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g2baf9e5dadc_0_16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0527" y="1764344"/>
            <a:ext cx="330744" cy="405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g2baf9e5dadc_0_16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6898" y="444576"/>
            <a:ext cx="941654" cy="115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g2baf9e5dadc_0_16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9297" y="1229470"/>
            <a:ext cx="513629" cy="625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g2baf9e5dadc_0_1656"/>
          <p:cNvSpPr txBox="1"/>
          <p:nvPr>
            <p:ph idx="1" type="body"/>
          </p:nvPr>
        </p:nvSpPr>
        <p:spPr>
          <a:xfrm>
            <a:off x="1448422" y="1223882"/>
            <a:ext cx="696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06" name="Google Shape;1106;g2baf9e5dadc_0_1656"/>
          <p:cNvSpPr txBox="1"/>
          <p:nvPr/>
        </p:nvSpPr>
        <p:spPr>
          <a:xfrm>
            <a:off x="891953" y="127674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g2baf9e5dadc_0_1656"/>
          <p:cNvSpPr/>
          <p:nvPr>
            <p:ph idx="2" type="pic"/>
          </p:nvPr>
        </p:nvSpPr>
        <p:spPr>
          <a:xfrm>
            <a:off x="3138756" y="1760068"/>
            <a:ext cx="5914500" cy="3296700"/>
          </a:xfrm>
          <a:prstGeom prst="rect">
            <a:avLst/>
          </a:prstGeom>
          <a:noFill/>
          <a:ln>
            <a:noFill/>
          </a:ln>
        </p:spPr>
      </p:sp>
      <p:sp>
        <p:nvSpPr>
          <p:cNvPr id="1108" name="Google Shape;1108;g2baf9e5dadc_0_1656"/>
          <p:cNvSpPr/>
          <p:nvPr/>
        </p:nvSpPr>
        <p:spPr>
          <a:xfrm>
            <a:off x="1937400" y="5260127"/>
            <a:ext cx="8317200" cy="625200"/>
          </a:xfrm>
          <a:prstGeom prst="roundRect">
            <a:avLst>
              <a:gd fmla="val 2616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09" name="Google Shape;1109;g2baf9e5dadc_0_1656"/>
          <p:cNvSpPr txBox="1"/>
          <p:nvPr>
            <p:ph idx="3" type="body"/>
          </p:nvPr>
        </p:nvSpPr>
        <p:spPr>
          <a:xfrm>
            <a:off x="2141397" y="5370816"/>
            <a:ext cx="79092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10" name="Google Shape;1110;g2baf9e5dadc_0_1656"/>
          <p:cNvSpPr txBox="1"/>
          <p:nvPr/>
        </p:nvSpPr>
        <p:spPr>
          <a:xfrm>
            <a:off x="318277" y="611453"/>
            <a:ext cx="206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1" name="Google Shape;1111;g2baf9e5dadc_0_1656">
            <a:hlinkClick action="ppaction://hlinkshowjump?jump=nextslide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28983" y="3099935"/>
            <a:ext cx="488868" cy="925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Steps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baf9e5dadc_0_1670"/>
          <p:cNvSpPr/>
          <p:nvPr/>
        </p:nvSpPr>
        <p:spPr>
          <a:xfrm>
            <a:off x="1937400" y="5260127"/>
            <a:ext cx="8317200" cy="625200"/>
          </a:xfrm>
          <a:prstGeom prst="roundRect">
            <a:avLst>
              <a:gd fmla="val 2616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14" name="Google Shape;1114;g2baf9e5dadc_0_16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4271" y="2305057"/>
            <a:ext cx="757299" cy="824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g2baf9e5dadc_0_16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896" y="2513229"/>
            <a:ext cx="555352" cy="60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g2baf9e5dadc_0_16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483" y="1771464"/>
            <a:ext cx="357611" cy="38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g2baf9e5dadc_0_16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7905" y="503575"/>
            <a:ext cx="1018145" cy="1104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g2baf9e5dadc_0_16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8159" y="1257616"/>
            <a:ext cx="555352" cy="600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g2baf9e5dadc_0_1670"/>
          <p:cNvSpPr/>
          <p:nvPr>
            <p:ph idx="2" type="pic"/>
          </p:nvPr>
        </p:nvSpPr>
        <p:spPr>
          <a:xfrm>
            <a:off x="2716195" y="1898203"/>
            <a:ext cx="6395100" cy="3167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0" name="Google Shape;1120;g2baf9e5dadc_0_1670"/>
          <p:cNvSpPr txBox="1"/>
          <p:nvPr>
            <p:ph idx="1" type="body"/>
          </p:nvPr>
        </p:nvSpPr>
        <p:spPr>
          <a:xfrm>
            <a:off x="1637862" y="5378787"/>
            <a:ext cx="8551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121" name="Google Shape;1121;g2baf9e5dadc_0_1670">
            <a:hlinkClick action="ppaction://hlinkshowjump?jump=nextslide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16406" y="3127759"/>
            <a:ext cx="528579" cy="88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g2baf9e5dadc_0_1670">
            <a:hlinkClick action="ppaction://hlinkshowjump?jump=previousslide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10800000">
            <a:off x="1179203" y="3127759"/>
            <a:ext cx="531743" cy="88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g2baf9e5dadc_0_16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351" y="522675"/>
            <a:ext cx="1972813" cy="79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g2baf9e5dadc_0_16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445" y="2458610"/>
            <a:ext cx="513629" cy="625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g2baf9e5dadc_0_1670"/>
          <p:cNvSpPr txBox="1"/>
          <p:nvPr>
            <p:ph idx="3" type="body"/>
          </p:nvPr>
        </p:nvSpPr>
        <p:spPr>
          <a:xfrm>
            <a:off x="1448422" y="1223882"/>
            <a:ext cx="696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26" name="Google Shape;1126;g2baf9e5dadc_0_1670"/>
          <p:cNvSpPr txBox="1"/>
          <p:nvPr/>
        </p:nvSpPr>
        <p:spPr>
          <a:xfrm>
            <a:off x="318277" y="611453"/>
            <a:ext cx="206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earn_1st">
  <p:cSld name="1_Learn_1st"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baf9e5dadc_0_1685"/>
          <p:cNvSpPr/>
          <p:nvPr>
            <p:ph idx="2" type="pic"/>
          </p:nvPr>
        </p:nvSpPr>
        <p:spPr>
          <a:xfrm>
            <a:off x="1469546" y="1374890"/>
            <a:ext cx="9252900" cy="4108200"/>
          </a:xfrm>
          <a:prstGeom prst="rect">
            <a:avLst/>
          </a:prstGeom>
          <a:noFill/>
          <a:ln>
            <a:noFill/>
          </a:ln>
        </p:spPr>
      </p:sp>
      <p:sp>
        <p:nvSpPr>
          <p:cNvPr id="1129" name="Google Shape;1129;g2baf9e5dadc_0_1685"/>
          <p:cNvSpPr txBox="1"/>
          <p:nvPr>
            <p:ph idx="1" type="body"/>
          </p:nvPr>
        </p:nvSpPr>
        <p:spPr>
          <a:xfrm>
            <a:off x="409575" y="347725"/>
            <a:ext cx="4602300" cy="14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30" name="Google Shape;1130;g2baf9e5dadc_0_1685"/>
          <p:cNvGrpSpPr/>
          <p:nvPr/>
        </p:nvGrpSpPr>
        <p:grpSpPr>
          <a:xfrm>
            <a:off x="11328101" y="3193891"/>
            <a:ext cx="285129" cy="641391"/>
            <a:chOff x="9089236" y="2726129"/>
            <a:chExt cx="285129" cy="641391"/>
          </a:xfrm>
        </p:grpSpPr>
        <p:sp>
          <p:nvSpPr>
            <p:cNvPr id="1131" name="Google Shape;1131;g2baf9e5dadc_0_1685"/>
            <p:cNvSpPr/>
            <p:nvPr/>
          </p:nvSpPr>
          <p:spPr>
            <a:xfrm>
              <a:off x="9125553" y="2927370"/>
              <a:ext cx="15000" cy="285129"/>
            </a:xfrm>
            <a:custGeom>
              <a:rect b="b" l="l" r="r" t="t"/>
              <a:pathLst>
                <a:path extrusionOk="0" h="285129" w="120000">
                  <a:moveTo>
                    <a:pt x="0" y="292933"/>
                  </a:moveTo>
                  <a:lnTo>
                    <a:pt x="118801" y="255266"/>
                  </a:lnTo>
                  <a:lnTo>
                    <a:pt x="118801" y="0"/>
                  </a:lnTo>
                  <a:lnTo>
                    <a:pt x="0" y="39618"/>
                  </a:lnTo>
                  <a:lnTo>
                    <a:pt x="0" y="292933"/>
                  </a:lnTo>
                  <a:close/>
                </a:path>
              </a:pathLst>
            </a:custGeom>
            <a:solidFill>
              <a:srgbClr val="E7353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g2baf9e5dadc_0_1685">
              <a:hlinkClick action="ppaction://hlinkshowjump?jump=nextslide"/>
            </p:cNvPr>
            <p:cNvSpPr/>
            <p:nvPr/>
          </p:nvSpPr>
          <p:spPr>
            <a:xfrm>
              <a:off x="9089236" y="2767248"/>
              <a:ext cx="270122" cy="600272"/>
            </a:xfrm>
            <a:custGeom>
              <a:rect b="b" l="l" r="r" t="t"/>
              <a:pathLst>
                <a:path extrusionOk="0" h="600272" w="270122">
                  <a:moveTo>
                    <a:pt x="284379" y="306589"/>
                  </a:moveTo>
                  <a:lnTo>
                    <a:pt x="0" y="0"/>
                  </a:lnTo>
                  <a:lnTo>
                    <a:pt x="0" y="613179"/>
                  </a:lnTo>
                  <a:lnTo>
                    <a:pt x="284379" y="306589"/>
                  </a:lnTo>
                  <a:close/>
                </a:path>
              </a:pathLst>
            </a:custGeom>
            <a:solidFill>
              <a:srgbClr val="19009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g2baf9e5dadc_0_1685"/>
            <p:cNvSpPr/>
            <p:nvPr/>
          </p:nvSpPr>
          <p:spPr>
            <a:xfrm>
              <a:off x="9089236" y="2726129"/>
              <a:ext cx="285129" cy="345156"/>
            </a:xfrm>
            <a:custGeom>
              <a:rect b="b" l="l" r="r" t="t"/>
              <a:pathLst>
                <a:path extrusionOk="0" h="345156" w="285129">
                  <a:moveTo>
                    <a:pt x="284379" y="345757"/>
                  </a:moveTo>
                  <a:lnTo>
                    <a:pt x="292933" y="306589"/>
                  </a:lnTo>
                  <a:lnTo>
                    <a:pt x="8554" y="0"/>
                  </a:lnTo>
                  <a:lnTo>
                    <a:pt x="0" y="39168"/>
                  </a:lnTo>
                  <a:lnTo>
                    <a:pt x="284379" y="345757"/>
                  </a:lnTo>
                  <a:close/>
                </a:path>
              </a:pathLst>
            </a:custGeom>
            <a:solidFill>
              <a:srgbClr val="423E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ainstorming+Topic">
  <p:cSld name="1_Brainstorming+Topic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baf9e5dadc_0_1692"/>
          <p:cNvSpPr txBox="1"/>
          <p:nvPr/>
        </p:nvSpPr>
        <p:spPr>
          <a:xfrm>
            <a:off x="3294945" y="303255"/>
            <a:ext cx="560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g2baf9e5dadc_0_1692"/>
          <p:cNvSpPr txBox="1"/>
          <p:nvPr>
            <p:ph idx="1" type="body"/>
          </p:nvPr>
        </p:nvSpPr>
        <p:spPr>
          <a:xfrm>
            <a:off x="2035277" y="939474"/>
            <a:ext cx="81213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1900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37" name="Google Shape;1137;g2baf9e5dadc_0_1692"/>
          <p:cNvGrpSpPr/>
          <p:nvPr/>
        </p:nvGrpSpPr>
        <p:grpSpPr>
          <a:xfrm>
            <a:off x="5897482" y="3686547"/>
            <a:ext cx="397913" cy="2441768"/>
            <a:chOff x="8734426" y="1856356"/>
            <a:chExt cx="337500" cy="2071050"/>
          </a:xfrm>
        </p:grpSpPr>
        <p:sp>
          <p:nvSpPr>
            <p:cNvPr id="1138" name="Google Shape;1138;g2baf9e5dadc_0_1692"/>
            <p:cNvSpPr/>
            <p:nvPr/>
          </p:nvSpPr>
          <p:spPr>
            <a:xfrm>
              <a:off x="8734426" y="1856356"/>
              <a:ext cx="337500" cy="337500"/>
            </a:xfrm>
            <a:prstGeom prst="ellipse">
              <a:avLst/>
            </a:prstGeom>
            <a:solidFill>
              <a:srgbClr val="2F05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g2baf9e5dadc_0_1692"/>
            <p:cNvSpPr/>
            <p:nvPr/>
          </p:nvSpPr>
          <p:spPr>
            <a:xfrm>
              <a:off x="8734426" y="3589906"/>
              <a:ext cx="337500" cy="337500"/>
            </a:xfrm>
            <a:prstGeom prst="ellipse">
              <a:avLst/>
            </a:prstGeom>
            <a:solidFill>
              <a:srgbClr val="2F05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0" name="Google Shape;1140;g2baf9e5dadc_0_1692"/>
          <p:cNvGrpSpPr/>
          <p:nvPr/>
        </p:nvGrpSpPr>
        <p:grpSpPr>
          <a:xfrm>
            <a:off x="5897482" y="3686547"/>
            <a:ext cx="397913" cy="2441768"/>
            <a:chOff x="8734426" y="1856356"/>
            <a:chExt cx="337500" cy="2071050"/>
          </a:xfrm>
        </p:grpSpPr>
        <p:sp>
          <p:nvSpPr>
            <p:cNvPr id="1141" name="Google Shape;1141;g2baf9e5dadc_0_1692"/>
            <p:cNvSpPr/>
            <p:nvPr/>
          </p:nvSpPr>
          <p:spPr>
            <a:xfrm>
              <a:off x="8734426" y="1856356"/>
              <a:ext cx="337500" cy="337500"/>
            </a:xfrm>
            <a:prstGeom prst="ellipse">
              <a:avLst/>
            </a:prstGeom>
            <a:solidFill>
              <a:srgbClr val="1E00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2baf9e5dadc_0_1692"/>
            <p:cNvSpPr/>
            <p:nvPr/>
          </p:nvSpPr>
          <p:spPr>
            <a:xfrm>
              <a:off x="8734426" y="3589906"/>
              <a:ext cx="337500" cy="337500"/>
            </a:xfrm>
            <a:prstGeom prst="ellipse">
              <a:avLst/>
            </a:prstGeom>
            <a:solidFill>
              <a:srgbClr val="1E00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3" name="Google Shape;1143;g2baf9e5dadc_0_1692"/>
          <p:cNvGrpSpPr/>
          <p:nvPr/>
        </p:nvGrpSpPr>
        <p:grpSpPr>
          <a:xfrm>
            <a:off x="5897590" y="3686547"/>
            <a:ext cx="397913" cy="2441768"/>
            <a:chOff x="11049001" y="1856356"/>
            <a:chExt cx="337500" cy="2071050"/>
          </a:xfrm>
        </p:grpSpPr>
        <p:sp>
          <p:nvSpPr>
            <p:cNvPr id="1144" name="Google Shape;1144;g2baf9e5dadc_0_1692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EBE7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2baf9e5dadc_0_1692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EBE7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g2baf9e5dadc_0_1692"/>
          <p:cNvGrpSpPr/>
          <p:nvPr/>
        </p:nvGrpSpPr>
        <p:grpSpPr>
          <a:xfrm>
            <a:off x="5897590" y="3686547"/>
            <a:ext cx="397913" cy="2441768"/>
            <a:chOff x="11049001" y="1856356"/>
            <a:chExt cx="337500" cy="2071050"/>
          </a:xfrm>
        </p:grpSpPr>
        <p:sp>
          <p:nvSpPr>
            <p:cNvPr id="1147" name="Google Shape;1147;g2baf9e5dadc_0_1692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B2A3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2baf9e5dadc_0_1692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B2A3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9" name="Google Shape;1149;g2baf9e5dadc_0_1692"/>
          <p:cNvGrpSpPr/>
          <p:nvPr/>
        </p:nvGrpSpPr>
        <p:grpSpPr>
          <a:xfrm>
            <a:off x="5897590" y="3686547"/>
            <a:ext cx="397913" cy="2441768"/>
            <a:chOff x="11049001" y="1856356"/>
            <a:chExt cx="337500" cy="2071050"/>
          </a:xfrm>
        </p:grpSpPr>
        <p:sp>
          <p:nvSpPr>
            <p:cNvPr id="1150" name="Google Shape;1150;g2baf9e5dadc_0_1692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7F65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2baf9e5dadc_0_1692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7F65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2" name="Google Shape;1152;g2baf9e5dadc_0_1692"/>
          <p:cNvGrpSpPr/>
          <p:nvPr/>
        </p:nvGrpSpPr>
        <p:grpSpPr>
          <a:xfrm>
            <a:off x="5897590" y="3686547"/>
            <a:ext cx="397913" cy="2441768"/>
            <a:chOff x="11049001" y="1856356"/>
            <a:chExt cx="337500" cy="2071050"/>
          </a:xfrm>
        </p:grpSpPr>
        <p:sp>
          <p:nvSpPr>
            <p:cNvPr id="1153" name="Google Shape;1153;g2baf9e5dadc_0_1692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2F05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2baf9e5dadc_0_1692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2F05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g2baf9e5dadc_0_1692"/>
          <p:cNvGrpSpPr/>
          <p:nvPr/>
        </p:nvGrpSpPr>
        <p:grpSpPr>
          <a:xfrm>
            <a:off x="5897590" y="3686547"/>
            <a:ext cx="397913" cy="2441768"/>
            <a:chOff x="11049001" y="1856356"/>
            <a:chExt cx="337500" cy="2071050"/>
          </a:xfrm>
        </p:grpSpPr>
        <p:sp>
          <p:nvSpPr>
            <p:cNvPr id="1156" name="Google Shape;1156;g2baf9e5dadc_0_1692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1E00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2baf9e5dadc_0_1692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1E00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g2baf9e5dadc_0_1692"/>
          <p:cNvGrpSpPr/>
          <p:nvPr/>
        </p:nvGrpSpPr>
        <p:grpSpPr>
          <a:xfrm>
            <a:off x="5897590" y="3686547"/>
            <a:ext cx="397913" cy="2441768"/>
            <a:chOff x="11049001" y="1856356"/>
            <a:chExt cx="337500" cy="2071050"/>
          </a:xfrm>
        </p:grpSpPr>
        <p:sp>
          <p:nvSpPr>
            <p:cNvPr id="1159" name="Google Shape;1159;g2baf9e5dadc_0_1692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19009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g2baf9e5dadc_0_1692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19009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10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1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20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2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3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3_OPTIONS">
  <p:cSld name="Comparison3_OPTIONS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baf9e5dadc_0_1719"/>
          <p:cNvSpPr/>
          <p:nvPr/>
        </p:nvSpPr>
        <p:spPr>
          <a:xfrm>
            <a:off x="7062909" y="4997414"/>
            <a:ext cx="4244692" cy="93490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63" name="Google Shape;1163;g2baf9e5dadc_0_1719"/>
          <p:cNvSpPr/>
          <p:nvPr/>
        </p:nvSpPr>
        <p:spPr>
          <a:xfrm>
            <a:off x="5555550" y="160800"/>
            <a:ext cx="941700" cy="5909100"/>
          </a:xfrm>
          <a:prstGeom prst="ellipse">
            <a:avLst/>
          </a:prstGeom>
          <a:solidFill>
            <a:srgbClr val="FC7C00">
              <a:alpha val="3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164" name="Google Shape;1164;g2baf9e5dadc_0_1719"/>
          <p:cNvGrpSpPr/>
          <p:nvPr/>
        </p:nvGrpSpPr>
        <p:grpSpPr>
          <a:xfrm>
            <a:off x="4836716" y="4851275"/>
            <a:ext cx="2684770" cy="2369858"/>
            <a:chOff x="4460241" y="4926810"/>
            <a:chExt cx="2896817" cy="2898554"/>
          </a:xfrm>
        </p:grpSpPr>
        <p:sp>
          <p:nvSpPr>
            <p:cNvPr id="1165" name="Google Shape;1165;g2baf9e5dadc_0_1719"/>
            <p:cNvSpPr txBox="1"/>
            <p:nvPr/>
          </p:nvSpPr>
          <p:spPr>
            <a:xfrm>
              <a:off x="4460241" y="4926810"/>
              <a:ext cx="2522100" cy="26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600"/>
                <a:buFont typeface="Arial"/>
                <a:buNone/>
              </a:pPr>
              <a:r>
                <a:rPr b="0" i="0" lang="en-US" sz="9600" u="none" cap="none" strike="noStrike">
                  <a:solidFill>
                    <a:schemeClr val="dk1"/>
                  </a:solidFill>
                  <a:latin typeface="Kdam Thmor Pro"/>
                  <a:ea typeface="Kdam Thmor Pro"/>
                  <a:cs typeface="Kdam Thmor Pro"/>
                  <a:sym typeface="Kdam Thmor Pro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2baf9e5dadc_0_1719"/>
            <p:cNvSpPr txBox="1"/>
            <p:nvPr/>
          </p:nvSpPr>
          <p:spPr>
            <a:xfrm>
              <a:off x="4834958" y="5181164"/>
              <a:ext cx="2522100" cy="26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600"/>
                <a:buFont typeface="Arial"/>
                <a:buNone/>
              </a:pPr>
              <a:r>
                <a:rPr b="0" i="0" lang="en-US" sz="9600" u="none" cap="none" strike="noStrike">
                  <a:solidFill>
                    <a:schemeClr val="dk1"/>
                  </a:solidFill>
                  <a:latin typeface="Kdam Thmor Pro"/>
                  <a:ea typeface="Kdam Thmor Pro"/>
                  <a:cs typeface="Kdam Thmor Pro"/>
                  <a:sym typeface="Kdam Thmor Pro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7" name="Google Shape;1167;g2baf9e5dadc_0_1719"/>
          <p:cNvSpPr/>
          <p:nvPr/>
        </p:nvSpPr>
        <p:spPr>
          <a:xfrm flipH="1">
            <a:off x="884400" y="4997414"/>
            <a:ext cx="4244692" cy="934901"/>
          </a:xfrm>
          <a:prstGeom prst="flowChartManualInput">
            <a:avLst/>
          </a:prstGeom>
          <a:solidFill>
            <a:srgbClr val="2A4E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68" name="Google Shape;1168;g2baf9e5dadc_0_1719"/>
          <p:cNvSpPr txBox="1"/>
          <p:nvPr>
            <p:ph idx="1" type="body"/>
          </p:nvPr>
        </p:nvSpPr>
        <p:spPr>
          <a:xfrm>
            <a:off x="884400" y="5206589"/>
            <a:ext cx="4243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69" name="Google Shape;1169;g2baf9e5dadc_0_1719"/>
          <p:cNvSpPr txBox="1"/>
          <p:nvPr>
            <p:ph idx="2" type="body"/>
          </p:nvPr>
        </p:nvSpPr>
        <p:spPr>
          <a:xfrm>
            <a:off x="7062909" y="5206589"/>
            <a:ext cx="42435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70" name="Google Shape;1170;g2baf9e5dadc_0_1719"/>
          <p:cNvSpPr txBox="1"/>
          <p:nvPr>
            <p:ph idx="3" type="body"/>
          </p:nvPr>
        </p:nvSpPr>
        <p:spPr>
          <a:xfrm>
            <a:off x="1173743" y="1101660"/>
            <a:ext cx="3664800" cy="3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71" name="Google Shape;1171;g2baf9e5dadc_0_1719"/>
          <p:cNvSpPr txBox="1"/>
          <p:nvPr>
            <p:ph idx="4" type="body"/>
          </p:nvPr>
        </p:nvSpPr>
        <p:spPr>
          <a:xfrm>
            <a:off x="7521477" y="1101660"/>
            <a:ext cx="3664800" cy="3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5">
  <p:cSld name="Section 5"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" name="Google Shape;1173;g2baf9e5dadc_0_17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43050" y="4357022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_section">
  <p:cSld name="Task_section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g2baf9e5dadc_0_17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43050" y="4290897"/>
            <a:ext cx="9105900" cy="182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g2baf9e5dadc_0_17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721" y="412824"/>
            <a:ext cx="2304016" cy="834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g2baf9e5dadc_0_1732"/>
          <p:cNvSpPr txBox="1"/>
          <p:nvPr/>
        </p:nvSpPr>
        <p:spPr>
          <a:xfrm>
            <a:off x="987675" y="536325"/>
            <a:ext cx="200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sion Completed">
  <p:cSld name="Mission Completed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baf9e5dadc_0_1736"/>
          <p:cNvSpPr txBox="1"/>
          <p:nvPr/>
        </p:nvSpPr>
        <p:spPr>
          <a:xfrm>
            <a:off x="3947250" y="1637492"/>
            <a:ext cx="4297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Mission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g2baf9e5dadc_0_1736"/>
          <p:cNvSpPr/>
          <p:nvPr/>
        </p:nvSpPr>
        <p:spPr>
          <a:xfrm>
            <a:off x="1554299" y="4741890"/>
            <a:ext cx="9083403" cy="466344"/>
          </a:xfrm>
          <a:custGeom>
            <a:rect b="b" l="l" r="r" t="t"/>
            <a:pathLst>
              <a:path extrusionOk="0" h="466344" w="9083403">
                <a:moveTo>
                  <a:pt x="233172" y="0"/>
                </a:moveTo>
                <a:lnTo>
                  <a:pt x="247000" y="1394"/>
                </a:lnTo>
                <a:lnTo>
                  <a:pt x="8836403" y="1394"/>
                </a:lnTo>
                <a:lnTo>
                  <a:pt x="8850231" y="0"/>
                </a:lnTo>
                <a:cubicBezTo>
                  <a:pt x="8979008" y="0"/>
                  <a:pt x="9083403" y="104395"/>
                  <a:pt x="9083403" y="233172"/>
                </a:cubicBezTo>
                <a:cubicBezTo>
                  <a:pt x="9083403" y="361949"/>
                  <a:pt x="8979008" y="466344"/>
                  <a:pt x="8850231" y="466344"/>
                </a:cubicBezTo>
                <a:lnTo>
                  <a:pt x="233172" y="466344"/>
                </a:lnTo>
                <a:cubicBezTo>
                  <a:pt x="104395" y="466344"/>
                  <a:pt x="0" y="361949"/>
                  <a:pt x="0" y="233172"/>
                </a:cubicBezTo>
                <a:cubicBezTo>
                  <a:pt x="0" y="104395"/>
                  <a:pt x="104395" y="0"/>
                  <a:pt x="233172" y="0"/>
                </a:cubicBezTo>
                <a:close/>
              </a:path>
            </a:pathLst>
          </a:custGeom>
          <a:solidFill>
            <a:srgbClr val="F9CC12"/>
          </a:solidFill>
          <a:ln cap="rnd" cmpd="sng" w="19050">
            <a:solidFill>
              <a:srgbClr val="FBA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81" name="Google Shape;1181;g2baf9e5dadc_0_1736"/>
          <p:cNvSpPr/>
          <p:nvPr/>
        </p:nvSpPr>
        <p:spPr>
          <a:xfrm>
            <a:off x="1554299" y="4754173"/>
            <a:ext cx="9083403" cy="466344"/>
          </a:xfrm>
          <a:custGeom>
            <a:rect b="b" l="l" r="r" t="t"/>
            <a:pathLst>
              <a:path extrusionOk="0" h="466344" w="9083403">
                <a:moveTo>
                  <a:pt x="233172" y="0"/>
                </a:moveTo>
                <a:lnTo>
                  <a:pt x="247000" y="1394"/>
                </a:lnTo>
                <a:lnTo>
                  <a:pt x="8836403" y="1394"/>
                </a:lnTo>
                <a:lnTo>
                  <a:pt x="8850231" y="0"/>
                </a:lnTo>
                <a:cubicBezTo>
                  <a:pt x="8979008" y="0"/>
                  <a:pt x="9083403" y="104395"/>
                  <a:pt x="9083403" y="233172"/>
                </a:cubicBezTo>
                <a:cubicBezTo>
                  <a:pt x="9083403" y="361949"/>
                  <a:pt x="8979008" y="466344"/>
                  <a:pt x="8850231" y="466344"/>
                </a:cubicBezTo>
                <a:lnTo>
                  <a:pt x="233172" y="466344"/>
                </a:lnTo>
                <a:cubicBezTo>
                  <a:pt x="104395" y="466344"/>
                  <a:pt x="0" y="361949"/>
                  <a:pt x="0" y="233172"/>
                </a:cubicBezTo>
                <a:cubicBezTo>
                  <a:pt x="0" y="104395"/>
                  <a:pt x="104395" y="0"/>
                  <a:pt x="233172" y="0"/>
                </a:cubicBezTo>
                <a:close/>
              </a:path>
            </a:pathLst>
          </a:custGeom>
          <a:solidFill>
            <a:schemeClr val="accent2"/>
          </a:solidFill>
          <a:ln cap="flat" cmpd="sng" w="5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7"/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25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25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25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baf9e5dadc_0_1740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84" name="Google Shape;1184;g2baf9e5dadc_0_1740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85" name="Google Shape;1185;g2baf9e5dadc_0_1740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2baf9e5dadc_0_1740"/>
          <p:cNvSpPr txBox="1"/>
          <p:nvPr>
            <p:ph idx="2" type="body"/>
          </p:nvPr>
        </p:nvSpPr>
        <p:spPr>
          <a:xfrm>
            <a:off x="1871003" y="1667167"/>
            <a:ext cx="87732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87" name="Google Shape;1187;g2baf9e5dadc_0_1740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">
  <p:cSld name="Explore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g2baf9e5dadc_0_1746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190" name="Google Shape;1190;g2baf9e5dadc_0_1746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191" name="Google Shape;1191;g2baf9e5dadc_0_1746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192" name="Google Shape;1192;g2baf9e5dadc_0_174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93" name="Google Shape;1193;g2baf9e5dadc_0_1746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94" name="Google Shape;1194;g2baf9e5dadc_0_1746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95" name="Google Shape;1195;g2baf9e5dadc_0_1746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196" name="Google Shape;1196;g2baf9e5dadc_0_174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197" name="Google Shape;1197;g2baf9e5dadc_0_1746"/>
          <p:cNvGrpSpPr/>
          <p:nvPr/>
        </p:nvGrpSpPr>
        <p:grpSpPr>
          <a:xfrm>
            <a:off x="4978675" y="230124"/>
            <a:ext cx="6585927" cy="6481913"/>
            <a:chOff x="4481529" y="255149"/>
            <a:chExt cx="6585927" cy="6481913"/>
          </a:xfrm>
        </p:grpSpPr>
        <p:sp>
          <p:nvSpPr>
            <p:cNvPr id="1198" name="Google Shape;1198;g2baf9e5dadc_0_1746"/>
            <p:cNvSpPr/>
            <p:nvPr/>
          </p:nvSpPr>
          <p:spPr>
            <a:xfrm rot="1850363">
              <a:off x="5316848" y="1188781"/>
              <a:ext cx="4915289" cy="4614648"/>
            </a:xfrm>
            <a:custGeom>
              <a:rect b="b" l="l" r="r" t="t"/>
              <a:pathLst>
                <a:path extrusionOk="0" h="3894027" w="4147720">
                  <a:moveTo>
                    <a:pt x="3657049" y="1315659"/>
                  </a:moveTo>
                  <a:cubicBezTo>
                    <a:pt x="3546876" y="1183842"/>
                    <a:pt x="3430966" y="1054894"/>
                    <a:pt x="3325356" y="919165"/>
                  </a:cubicBezTo>
                  <a:cubicBezTo>
                    <a:pt x="3016087" y="520976"/>
                    <a:pt x="2609293" y="137520"/>
                    <a:pt x="2095585" y="30345"/>
                  </a:cubicBezTo>
                  <a:cubicBezTo>
                    <a:pt x="1575488" y="-78133"/>
                    <a:pt x="956430" y="106358"/>
                    <a:pt x="642598" y="549660"/>
                  </a:cubicBezTo>
                  <a:cubicBezTo>
                    <a:pt x="433986" y="844195"/>
                    <a:pt x="352497" y="1210179"/>
                    <a:pt x="345195" y="1566646"/>
                  </a:cubicBezTo>
                  <a:cubicBezTo>
                    <a:pt x="341936" y="1729364"/>
                    <a:pt x="369838" y="1893777"/>
                    <a:pt x="343631" y="2055582"/>
                  </a:cubicBezTo>
                  <a:cubicBezTo>
                    <a:pt x="314686" y="2233554"/>
                    <a:pt x="214812" y="2389622"/>
                    <a:pt x="127456" y="2543866"/>
                  </a:cubicBezTo>
                  <a:cubicBezTo>
                    <a:pt x="11937" y="2747915"/>
                    <a:pt x="-37869" y="2972564"/>
                    <a:pt x="32276" y="3202559"/>
                  </a:cubicBezTo>
                  <a:cubicBezTo>
                    <a:pt x="190952" y="3722135"/>
                    <a:pt x="907406" y="3963604"/>
                    <a:pt x="1399601" y="3876639"/>
                  </a:cubicBezTo>
                  <a:cubicBezTo>
                    <a:pt x="1667929" y="3829179"/>
                    <a:pt x="1913831" y="3699188"/>
                    <a:pt x="2173814" y="3617177"/>
                  </a:cubicBezTo>
                  <a:cubicBezTo>
                    <a:pt x="2388164" y="3549508"/>
                    <a:pt x="2608771" y="3529820"/>
                    <a:pt x="2826641" y="3594490"/>
                  </a:cubicBezTo>
                  <a:cubicBezTo>
                    <a:pt x="3323139" y="3741823"/>
                    <a:pt x="3831632" y="3487837"/>
                    <a:pt x="4041939" y="3020806"/>
                  </a:cubicBezTo>
                  <a:cubicBezTo>
                    <a:pt x="4295795" y="2457030"/>
                    <a:pt x="4058237" y="1816851"/>
                    <a:pt x="3694600" y="1361945"/>
                  </a:cubicBezTo>
                  <a:cubicBezTo>
                    <a:pt x="3682213" y="1346038"/>
                    <a:pt x="3669827" y="1330784"/>
                    <a:pt x="3657049" y="1315659"/>
                  </a:cubicBezTo>
                  <a:close/>
                </a:path>
              </a:pathLst>
            </a:custGeom>
            <a:solidFill>
              <a:srgbClr val="DDEAF6">
                <a:alpha val="67058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199" name="Google Shape;1199;g2baf9e5dadc_0_1746"/>
            <p:cNvGrpSpPr/>
            <p:nvPr/>
          </p:nvGrpSpPr>
          <p:grpSpPr>
            <a:xfrm>
              <a:off x="5620321" y="1114016"/>
              <a:ext cx="3943959" cy="4769708"/>
              <a:chOff x="6160168" y="1922225"/>
              <a:chExt cx="3328796" cy="4025749"/>
            </a:xfrm>
          </p:grpSpPr>
          <p:sp>
            <p:nvSpPr>
              <p:cNvPr id="1200" name="Google Shape;1200;g2baf9e5dadc_0_1746"/>
              <p:cNvSpPr/>
              <p:nvPr/>
            </p:nvSpPr>
            <p:spPr>
              <a:xfrm rot="-2150259">
                <a:off x="8450480" y="4694665"/>
                <a:ext cx="781100" cy="1131780"/>
              </a:xfrm>
              <a:custGeom>
                <a:rect b="b" l="l" r="r" t="t"/>
                <a:pathLst>
                  <a:path extrusionOk="0" h="1132729" w="781755">
                    <a:moveTo>
                      <a:pt x="222339" y="21638"/>
                    </a:moveTo>
                    <a:cubicBezTo>
                      <a:pt x="-18685" y="149782"/>
                      <a:pt x="-62846" y="511644"/>
                      <a:pt x="85454" y="760887"/>
                    </a:cubicBezTo>
                    <a:cubicBezTo>
                      <a:pt x="126483" y="566372"/>
                      <a:pt x="222958" y="461222"/>
                      <a:pt x="222958" y="461222"/>
                    </a:cubicBezTo>
                    <a:cubicBezTo>
                      <a:pt x="162001" y="880779"/>
                      <a:pt x="359615" y="1132729"/>
                      <a:pt x="359615" y="1132729"/>
                    </a:cubicBezTo>
                    <a:cubicBezTo>
                      <a:pt x="738274" y="758832"/>
                      <a:pt x="580809" y="312856"/>
                      <a:pt x="580809" y="312856"/>
                    </a:cubicBezTo>
                    <a:cubicBezTo>
                      <a:pt x="697538" y="487477"/>
                      <a:pt x="672555" y="650453"/>
                      <a:pt x="672555" y="650453"/>
                    </a:cubicBezTo>
                    <a:cubicBezTo>
                      <a:pt x="940486" y="293940"/>
                      <a:pt x="631068" y="28976"/>
                      <a:pt x="631068" y="28976"/>
                    </a:cubicBezTo>
                    <a:cubicBezTo>
                      <a:pt x="359582" y="-31622"/>
                      <a:pt x="222339" y="21638"/>
                      <a:pt x="222339" y="21638"/>
                    </a:cubicBezTo>
                    <a:close/>
                  </a:path>
                </a:pathLst>
              </a:custGeom>
              <a:solidFill>
                <a:srgbClr val="004C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01" name="Google Shape;1201;g2baf9e5dadc_0_1746"/>
              <p:cNvSpPr/>
              <p:nvPr/>
            </p:nvSpPr>
            <p:spPr>
              <a:xfrm rot="-2193268">
                <a:off x="8498300" y="4761272"/>
                <a:ext cx="389684" cy="515924"/>
              </a:xfrm>
              <a:custGeom>
                <a:rect b="b" l="l" r="r" t="t"/>
                <a:pathLst>
                  <a:path extrusionOk="0" h="516433" w="390068">
                    <a:moveTo>
                      <a:pt x="81987" y="2194"/>
                    </a:moveTo>
                    <a:cubicBezTo>
                      <a:pt x="-44200" y="98930"/>
                      <a:pt x="12876" y="259819"/>
                      <a:pt x="12876" y="259819"/>
                    </a:cubicBezTo>
                    <a:cubicBezTo>
                      <a:pt x="60200" y="146254"/>
                      <a:pt x="93043" y="116248"/>
                      <a:pt x="93043" y="116248"/>
                    </a:cubicBezTo>
                    <a:cubicBezTo>
                      <a:pt x="39392" y="324494"/>
                      <a:pt x="168155" y="516433"/>
                      <a:pt x="168155" y="516433"/>
                    </a:cubicBezTo>
                    <a:cubicBezTo>
                      <a:pt x="386414" y="308709"/>
                      <a:pt x="285373" y="105746"/>
                      <a:pt x="285373" y="105746"/>
                    </a:cubicBezTo>
                    <a:cubicBezTo>
                      <a:pt x="372912" y="145960"/>
                      <a:pt x="370824" y="261645"/>
                      <a:pt x="370824" y="261645"/>
                    </a:cubicBezTo>
                    <a:cubicBezTo>
                      <a:pt x="430803" y="117292"/>
                      <a:pt x="331425" y="8456"/>
                      <a:pt x="331425" y="8456"/>
                    </a:cubicBezTo>
                    <a:cubicBezTo>
                      <a:pt x="217828" y="-5699"/>
                      <a:pt x="81987" y="2194"/>
                      <a:pt x="81987" y="2194"/>
                    </a:cubicBezTo>
                    <a:close/>
                  </a:path>
                </a:pathLst>
              </a:custGeom>
              <a:solidFill>
                <a:srgbClr val="66A3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202" name="Google Shape;1202;g2baf9e5dadc_0_1746"/>
              <p:cNvGrpSpPr/>
              <p:nvPr/>
            </p:nvGrpSpPr>
            <p:grpSpPr>
              <a:xfrm rot="-2084623">
                <a:off x="6852796" y="2171734"/>
                <a:ext cx="1813520" cy="2998018"/>
                <a:chOff x="6852949" y="2172109"/>
                <a:chExt cx="1813541" cy="2998053"/>
              </a:xfrm>
            </p:grpSpPr>
            <p:sp>
              <p:nvSpPr>
                <p:cNvPr id="1203" name="Google Shape;1203;g2baf9e5dadc_0_1746"/>
                <p:cNvSpPr/>
                <p:nvPr/>
              </p:nvSpPr>
              <p:spPr>
                <a:xfrm>
                  <a:off x="6852949" y="4281803"/>
                  <a:ext cx="906787" cy="888359"/>
                </a:xfrm>
                <a:custGeom>
                  <a:rect b="b" l="l" r="r" t="t"/>
                  <a:pathLst>
                    <a:path extrusionOk="0" h="888359" w="906787">
                      <a:moveTo>
                        <a:pt x="906754" y="0"/>
                      </a:moveTo>
                      <a:lnTo>
                        <a:pt x="448124" y="0"/>
                      </a:lnTo>
                      <a:cubicBezTo>
                        <a:pt x="281592" y="0"/>
                        <a:pt x="138739" y="118784"/>
                        <a:pt x="108375" y="282510"/>
                      </a:cubicBezTo>
                      <a:lnTo>
                        <a:pt x="354" y="864719"/>
                      </a:lnTo>
                      <a:cubicBezTo>
                        <a:pt x="-2842" y="882005"/>
                        <a:pt x="16270" y="894692"/>
                        <a:pt x="30947" y="885005"/>
                      </a:cubicBezTo>
                      <a:lnTo>
                        <a:pt x="906787" y="307330"/>
                      </a:lnTo>
                      <a:lnTo>
                        <a:pt x="906787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04" name="Google Shape;1204;g2baf9e5dadc_0_1746"/>
                <p:cNvSpPr/>
                <p:nvPr/>
              </p:nvSpPr>
              <p:spPr>
                <a:xfrm>
                  <a:off x="6852949" y="4316798"/>
                  <a:ext cx="631941" cy="853330"/>
                </a:xfrm>
                <a:custGeom>
                  <a:rect b="b" l="l" r="r" t="t"/>
                  <a:pathLst>
                    <a:path extrusionOk="0" h="853330" w="631941">
                      <a:moveTo>
                        <a:pt x="608361" y="299666"/>
                      </a:moveTo>
                      <a:cubicBezTo>
                        <a:pt x="568701" y="115196"/>
                        <a:pt x="337559" y="0"/>
                        <a:pt x="337559" y="0"/>
                      </a:cubicBezTo>
                      <a:cubicBezTo>
                        <a:pt x="461007" y="397706"/>
                        <a:pt x="205730" y="627837"/>
                        <a:pt x="18129" y="733933"/>
                      </a:cubicBezTo>
                      <a:lnTo>
                        <a:pt x="354" y="829690"/>
                      </a:lnTo>
                      <a:cubicBezTo>
                        <a:pt x="-2842" y="846976"/>
                        <a:pt x="16270" y="859663"/>
                        <a:pt x="30947" y="849977"/>
                      </a:cubicBezTo>
                      <a:lnTo>
                        <a:pt x="631941" y="453575"/>
                      </a:lnTo>
                      <a:cubicBezTo>
                        <a:pt x="627212" y="394869"/>
                        <a:pt x="617558" y="342424"/>
                        <a:pt x="608361" y="299666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05" name="Google Shape;1205;g2baf9e5dadc_0_1746"/>
                <p:cNvSpPr/>
                <p:nvPr/>
              </p:nvSpPr>
              <p:spPr>
                <a:xfrm>
                  <a:off x="7759704" y="4281803"/>
                  <a:ext cx="906754" cy="888359"/>
                </a:xfrm>
                <a:custGeom>
                  <a:rect b="b" l="l" r="r" t="t"/>
                  <a:pathLst>
                    <a:path extrusionOk="0" h="888359" w="906754">
                      <a:moveTo>
                        <a:pt x="0" y="0"/>
                      </a:moveTo>
                      <a:lnTo>
                        <a:pt x="458631" y="0"/>
                      </a:lnTo>
                      <a:cubicBezTo>
                        <a:pt x="625162" y="0"/>
                        <a:pt x="768016" y="118784"/>
                        <a:pt x="798380" y="282510"/>
                      </a:cubicBezTo>
                      <a:lnTo>
                        <a:pt x="906401" y="864719"/>
                      </a:lnTo>
                      <a:cubicBezTo>
                        <a:pt x="909597" y="882005"/>
                        <a:pt x="890484" y="894692"/>
                        <a:pt x="875808" y="885005"/>
                      </a:cubicBezTo>
                      <a:lnTo>
                        <a:pt x="0" y="307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06" name="Google Shape;1206;g2baf9e5dadc_0_1746"/>
                <p:cNvSpPr/>
                <p:nvPr/>
              </p:nvSpPr>
              <p:spPr>
                <a:xfrm>
                  <a:off x="7956926" y="4435158"/>
                  <a:ext cx="709564" cy="735003"/>
                </a:xfrm>
                <a:custGeom>
                  <a:rect b="b" l="l" r="r" t="t"/>
                  <a:pathLst>
                    <a:path extrusionOk="0" h="735003" w="709564">
                      <a:moveTo>
                        <a:pt x="678618" y="731650"/>
                      </a:moveTo>
                      <a:cubicBezTo>
                        <a:pt x="693295" y="741336"/>
                        <a:pt x="712407" y="728649"/>
                        <a:pt x="709211" y="711363"/>
                      </a:cubicBezTo>
                      <a:lnTo>
                        <a:pt x="601190" y="129155"/>
                      </a:lnTo>
                      <a:cubicBezTo>
                        <a:pt x="592384" y="81733"/>
                        <a:pt x="574153" y="38094"/>
                        <a:pt x="548615" y="0"/>
                      </a:cubicBezTo>
                      <a:cubicBezTo>
                        <a:pt x="633773" y="427581"/>
                        <a:pt x="572652" y="606670"/>
                        <a:pt x="383127" y="484005"/>
                      </a:cubicBezTo>
                      <a:cubicBezTo>
                        <a:pt x="193602" y="361308"/>
                        <a:pt x="146278" y="239132"/>
                        <a:pt x="165195" y="98040"/>
                      </a:cubicBezTo>
                      <a:cubicBezTo>
                        <a:pt x="85973" y="155214"/>
                        <a:pt x="32517" y="218422"/>
                        <a:pt x="0" y="284076"/>
                      </a:cubicBezTo>
                      <a:lnTo>
                        <a:pt x="678618" y="731650"/>
                      </a:ln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07" name="Google Shape;1207;g2baf9e5dadc_0_1746"/>
                <p:cNvSpPr/>
                <p:nvPr/>
              </p:nvSpPr>
              <p:spPr>
                <a:xfrm>
                  <a:off x="7034055" y="2172109"/>
                  <a:ext cx="1451297" cy="2835734"/>
                </a:xfrm>
                <a:custGeom>
                  <a:rect b="b" l="l" r="r" t="t"/>
                  <a:pathLst>
                    <a:path extrusionOk="0" h="2835734" w="1451297">
                      <a:moveTo>
                        <a:pt x="540103" y="2835734"/>
                      </a:moveTo>
                      <a:lnTo>
                        <a:pt x="911195" y="2835734"/>
                      </a:lnTo>
                      <a:cubicBezTo>
                        <a:pt x="1117484" y="2629445"/>
                        <a:pt x="1451298" y="1971211"/>
                        <a:pt x="1451298" y="1252542"/>
                      </a:cubicBezTo>
                      <a:cubicBezTo>
                        <a:pt x="1451330" y="396988"/>
                        <a:pt x="725649" y="0"/>
                        <a:pt x="725649" y="0"/>
                      </a:cubicBezTo>
                      <a:cubicBezTo>
                        <a:pt x="725649" y="0"/>
                        <a:pt x="0" y="396988"/>
                        <a:pt x="0" y="1252575"/>
                      </a:cubicBezTo>
                      <a:cubicBezTo>
                        <a:pt x="0" y="1971211"/>
                        <a:pt x="323018" y="2618650"/>
                        <a:pt x="540103" y="2835734"/>
                      </a:cubicBezTo>
                      <a:close/>
                    </a:path>
                  </a:pathLst>
                </a:custGeom>
                <a:solidFill>
                  <a:srgbClr val="99C1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08" name="Google Shape;1208;g2baf9e5dadc_0_1746"/>
                <p:cNvSpPr/>
                <p:nvPr/>
              </p:nvSpPr>
              <p:spPr>
                <a:xfrm>
                  <a:off x="7397320" y="2172110"/>
                  <a:ext cx="1088032" cy="2835734"/>
                </a:xfrm>
                <a:custGeom>
                  <a:rect b="b" l="l" r="r" t="t"/>
                  <a:pathLst>
                    <a:path extrusionOk="0" h="2835734" w="1088032">
                      <a:moveTo>
                        <a:pt x="589579" y="2435517"/>
                      </a:moveTo>
                      <a:cubicBezTo>
                        <a:pt x="387530" y="2679900"/>
                        <a:pt x="246895" y="2746794"/>
                        <a:pt x="0" y="2596374"/>
                      </a:cubicBezTo>
                      <a:cubicBezTo>
                        <a:pt x="61088" y="2699535"/>
                        <a:pt x="122306" y="2781202"/>
                        <a:pt x="176838" y="2835734"/>
                      </a:cubicBezTo>
                      <a:lnTo>
                        <a:pt x="547930" y="2835734"/>
                      </a:lnTo>
                      <a:cubicBezTo>
                        <a:pt x="754219" y="2629445"/>
                        <a:pt x="1088033" y="1971211"/>
                        <a:pt x="1088033" y="1252542"/>
                      </a:cubicBezTo>
                      <a:cubicBezTo>
                        <a:pt x="1088065" y="396988"/>
                        <a:pt x="362384" y="0"/>
                        <a:pt x="362384" y="0"/>
                      </a:cubicBezTo>
                      <a:cubicBezTo>
                        <a:pt x="1176419" y="572457"/>
                        <a:pt x="942929" y="1993814"/>
                        <a:pt x="589579" y="2435517"/>
                      </a:cubicBezTo>
                      <a:close/>
                    </a:path>
                  </a:pathLst>
                </a:custGeom>
                <a:solidFill>
                  <a:srgbClr val="66A3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09" name="Google Shape;1209;g2baf9e5dadc_0_1746"/>
                <p:cNvSpPr/>
                <p:nvPr/>
              </p:nvSpPr>
              <p:spPr>
                <a:xfrm>
                  <a:off x="7349800" y="2784094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0" name="Google Shape;1210;g2baf9e5dadc_0_1746"/>
                <p:cNvSpPr/>
                <p:nvPr/>
              </p:nvSpPr>
              <p:spPr>
                <a:xfrm>
                  <a:off x="7323512" y="2768341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1" name="Google Shape;1211;g2baf9e5dadc_0_1746"/>
                <p:cNvSpPr/>
                <p:nvPr/>
              </p:nvSpPr>
              <p:spPr>
                <a:xfrm>
                  <a:off x="7709412" y="2804413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2" name="Google Shape;1212;g2baf9e5dadc_0_1746"/>
                <p:cNvSpPr/>
                <p:nvPr/>
              </p:nvSpPr>
              <p:spPr>
                <a:xfrm rot="-4040824">
                  <a:off x="7709401" y="3503999"/>
                  <a:ext cx="59923" cy="59923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3" name="Google Shape;1213;g2baf9e5dadc_0_1746"/>
                <p:cNvSpPr/>
                <p:nvPr/>
              </p:nvSpPr>
              <p:spPr>
                <a:xfrm>
                  <a:off x="7359617" y="3154241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4" name="Google Shape;1214;g2baf9e5dadc_0_1746"/>
                <p:cNvSpPr/>
                <p:nvPr/>
              </p:nvSpPr>
              <p:spPr>
                <a:xfrm rot="-4059997">
                  <a:off x="8059192" y="3154122"/>
                  <a:ext cx="59948" cy="59948"/>
                </a:xfrm>
                <a:custGeom>
                  <a:rect b="b" l="l" r="r" t="t"/>
                  <a:pathLst>
                    <a:path extrusionOk="0" h="59947" w="59947">
                      <a:moveTo>
                        <a:pt x="59947" y="29974"/>
                      </a:moveTo>
                      <a:cubicBezTo>
                        <a:pt x="59947" y="46528"/>
                        <a:pt x="46528" y="59947"/>
                        <a:pt x="29974" y="59947"/>
                      </a:cubicBezTo>
                      <a:cubicBezTo>
                        <a:pt x="13420" y="59947"/>
                        <a:pt x="0" y="46528"/>
                        <a:pt x="0" y="29974"/>
                      </a:cubicBezTo>
                      <a:cubicBezTo>
                        <a:pt x="0" y="13420"/>
                        <a:pt x="13420" y="0"/>
                        <a:pt x="29974" y="0"/>
                      </a:cubicBezTo>
                      <a:cubicBezTo>
                        <a:pt x="46528" y="0"/>
                        <a:pt x="59947" y="13420"/>
                        <a:pt x="59947" y="29974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5" name="Google Shape;1215;g2baf9e5dadc_0_1746"/>
                <p:cNvSpPr/>
                <p:nvPr/>
              </p:nvSpPr>
              <p:spPr>
                <a:xfrm>
                  <a:off x="7462052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ubicBezTo>
                        <a:pt x="20490" y="-2927"/>
                        <a:pt x="39472" y="-2927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6" name="Google Shape;1216;g2baf9e5dadc_0_1746"/>
                <p:cNvSpPr/>
                <p:nvPr/>
              </p:nvSpPr>
              <p:spPr>
                <a:xfrm>
                  <a:off x="7956755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39472" y="-2927"/>
                        <a:pt x="20490" y="-2927"/>
                        <a:pt x="8782" y="8782"/>
                      </a:cubicBez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7" name="Google Shape;1217;g2baf9e5dadc_0_1746"/>
                <p:cNvSpPr/>
                <p:nvPr/>
              </p:nvSpPr>
              <p:spPr>
                <a:xfrm>
                  <a:off x="7462052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20490" y="-2927"/>
                        <a:pt x="39472" y="-2927"/>
                        <a:pt x="51181" y="8782"/>
                      </a:cubicBez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8" name="Google Shape;1218;g2baf9e5dadc_0_1746"/>
                <p:cNvSpPr/>
                <p:nvPr/>
              </p:nvSpPr>
              <p:spPr>
                <a:xfrm>
                  <a:off x="7956755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ubicBezTo>
                        <a:pt x="39472" y="-2927"/>
                        <a:pt x="20490" y="-2927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19" name="Google Shape;1219;g2baf9e5dadc_0_1746"/>
                <p:cNvSpPr/>
                <p:nvPr/>
              </p:nvSpPr>
              <p:spPr>
                <a:xfrm rot="-2700000">
                  <a:off x="7475039" y="2914399"/>
                  <a:ext cx="556452" cy="556452"/>
                </a:xfrm>
                <a:custGeom>
                  <a:rect b="b" l="l" r="r" t="t"/>
                  <a:pathLst>
                    <a:path extrusionOk="0" h="556143" w="556143">
                      <a:moveTo>
                        <a:pt x="556144" y="278072"/>
                      </a:moveTo>
                      <a:cubicBezTo>
                        <a:pt x="556144" y="431647"/>
                        <a:pt x="431647" y="556144"/>
                        <a:pt x="278072" y="556144"/>
                      </a:cubicBezTo>
                      <a:cubicBezTo>
                        <a:pt x="124497" y="556144"/>
                        <a:pt x="0" y="431647"/>
                        <a:pt x="0" y="278072"/>
                      </a:cubicBezTo>
                      <a:cubicBezTo>
                        <a:pt x="0" y="124497"/>
                        <a:pt x="124497" y="0"/>
                        <a:pt x="278072" y="0"/>
                      </a:cubicBezTo>
                      <a:cubicBezTo>
                        <a:pt x="431647" y="0"/>
                        <a:pt x="556144" y="124497"/>
                        <a:pt x="556144" y="278072"/>
                      </a:cubicBezTo>
                      <a:close/>
                    </a:path>
                  </a:pathLst>
                </a:custGeom>
                <a:solidFill>
                  <a:srgbClr val="77A4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20" name="Google Shape;1220;g2baf9e5dadc_0_1746"/>
                <p:cNvSpPr/>
                <p:nvPr/>
              </p:nvSpPr>
              <p:spPr>
                <a:xfrm>
                  <a:off x="7461277" y="2906139"/>
                  <a:ext cx="430125" cy="519326"/>
                </a:xfrm>
                <a:custGeom>
                  <a:rect b="b" l="l" r="r" t="t"/>
                  <a:pathLst>
                    <a:path extrusionOk="0" h="519326" w="430125">
                      <a:moveTo>
                        <a:pt x="13698" y="286489"/>
                      </a:moveTo>
                      <a:cubicBezTo>
                        <a:pt x="13698" y="132906"/>
                        <a:pt x="138189" y="8415"/>
                        <a:pt x="291773" y="8415"/>
                      </a:cubicBezTo>
                      <a:cubicBezTo>
                        <a:pt x="342130" y="8415"/>
                        <a:pt x="389389" y="21819"/>
                        <a:pt x="430125" y="45237"/>
                      </a:cubicBezTo>
                      <a:cubicBezTo>
                        <a:pt x="386421" y="16634"/>
                        <a:pt x="334205" y="0"/>
                        <a:pt x="278075" y="0"/>
                      </a:cubicBezTo>
                      <a:cubicBezTo>
                        <a:pt x="124491" y="0"/>
                        <a:pt x="0" y="124491"/>
                        <a:pt x="0" y="278075"/>
                      </a:cubicBezTo>
                      <a:cubicBezTo>
                        <a:pt x="0" y="381268"/>
                        <a:pt x="56228" y="471350"/>
                        <a:pt x="139722" y="519327"/>
                      </a:cubicBezTo>
                      <a:cubicBezTo>
                        <a:pt x="63860" y="469687"/>
                        <a:pt x="13698" y="383942"/>
                        <a:pt x="13698" y="286489"/>
                      </a:cubicBezTo>
                      <a:close/>
                    </a:path>
                  </a:pathLst>
                </a:custGeom>
                <a:solidFill>
                  <a:srgbClr val="5D8D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21" name="Google Shape;1221;g2baf9e5dadc_0_1746"/>
                <p:cNvSpPr/>
                <p:nvPr/>
              </p:nvSpPr>
              <p:spPr>
                <a:xfrm>
                  <a:off x="7505471" y="2950300"/>
                  <a:ext cx="330421" cy="330421"/>
                </a:xfrm>
                <a:custGeom>
                  <a:rect b="b" l="l" r="r" t="t"/>
                  <a:pathLst>
                    <a:path extrusionOk="0" h="330421" w="330421">
                      <a:moveTo>
                        <a:pt x="17351" y="320604"/>
                      </a:moveTo>
                      <a:cubicBezTo>
                        <a:pt x="17351" y="153127"/>
                        <a:pt x="153127" y="17351"/>
                        <a:pt x="320604" y="17351"/>
                      </a:cubicBezTo>
                      <a:cubicBezTo>
                        <a:pt x="323899" y="17351"/>
                        <a:pt x="327160" y="17416"/>
                        <a:pt x="330421" y="17514"/>
                      </a:cubicBezTo>
                      <a:cubicBezTo>
                        <a:pt x="302568" y="6229"/>
                        <a:pt x="272139" y="0"/>
                        <a:pt x="240209" y="0"/>
                      </a:cubicBezTo>
                      <a:cubicBezTo>
                        <a:pt x="107531" y="0"/>
                        <a:pt x="0" y="107564"/>
                        <a:pt x="0" y="240209"/>
                      </a:cubicBezTo>
                      <a:cubicBezTo>
                        <a:pt x="0" y="272106"/>
                        <a:pt x="6229" y="302568"/>
                        <a:pt x="17514" y="330421"/>
                      </a:cubicBezTo>
                      <a:cubicBezTo>
                        <a:pt x="17416" y="327160"/>
                        <a:pt x="17351" y="323898"/>
                        <a:pt x="17351" y="320604"/>
                      </a:cubicBezTo>
                      <a:close/>
                    </a:path>
                  </a:pathLst>
                </a:custGeom>
                <a:solidFill>
                  <a:srgbClr val="8EB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22" name="Google Shape;1222;g2baf9e5dadc_0_1746"/>
                <p:cNvSpPr/>
                <p:nvPr/>
              </p:nvSpPr>
              <p:spPr>
                <a:xfrm>
                  <a:off x="7499111" y="4966357"/>
                  <a:ext cx="521251" cy="82972"/>
                </a:xfrm>
                <a:custGeom>
                  <a:rect b="b" l="l" r="r" t="t"/>
                  <a:pathLst>
                    <a:path extrusionOk="0" h="82972" w="521251">
                      <a:moveTo>
                        <a:pt x="479732" y="82972"/>
                      </a:moveTo>
                      <a:lnTo>
                        <a:pt x="41486" y="82972"/>
                      </a:lnTo>
                      <a:cubicBezTo>
                        <a:pt x="18558" y="82972"/>
                        <a:pt x="0" y="64382"/>
                        <a:pt x="0" y="41486"/>
                      </a:cubicBezTo>
                      <a:lnTo>
                        <a:pt x="0" y="41486"/>
                      </a:lnTo>
                      <a:cubicBezTo>
                        <a:pt x="0" y="18558"/>
                        <a:pt x="18591" y="0"/>
                        <a:pt x="41486" y="0"/>
                      </a:cubicBezTo>
                      <a:lnTo>
                        <a:pt x="479765" y="0"/>
                      </a:lnTo>
                      <a:cubicBezTo>
                        <a:pt x="502693" y="0"/>
                        <a:pt x="521251" y="18591"/>
                        <a:pt x="521251" y="41486"/>
                      </a:cubicBezTo>
                      <a:lnTo>
                        <a:pt x="521251" y="41486"/>
                      </a:lnTo>
                      <a:cubicBezTo>
                        <a:pt x="521219" y="64414"/>
                        <a:pt x="502661" y="82972"/>
                        <a:pt x="479732" y="829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223" name="Google Shape;1223;g2baf9e5dadc_0_1746"/>
                <p:cNvSpPr/>
                <p:nvPr/>
              </p:nvSpPr>
              <p:spPr>
                <a:xfrm>
                  <a:off x="7509808" y="4966357"/>
                  <a:ext cx="510553" cy="82972"/>
                </a:xfrm>
                <a:custGeom>
                  <a:rect b="b" l="l" r="r" t="t"/>
                  <a:pathLst>
                    <a:path extrusionOk="0" h="82972" w="510553">
                      <a:moveTo>
                        <a:pt x="469035" y="0"/>
                      </a:moveTo>
                      <a:lnTo>
                        <a:pt x="461957" y="0"/>
                      </a:lnTo>
                      <a:cubicBezTo>
                        <a:pt x="468611" y="7371"/>
                        <a:pt x="472655" y="17123"/>
                        <a:pt x="472655" y="27821"/>
                      </a:cubicBezTo>
                      <a:cubicBezTo>
                        <a:pt x="472655" y="50749"/>
                        <a:pt x="454097" y="69307"/>
                        <a:pt x="431169" y="69307"/>
                      </a:cubicBezTo>
                      <a:lnTo>
                        <a:pt x="0" y="69307"/>
                      </a:lnTo>
                      <a:cubicBezTo>
                        <a:pt x="7599" y="77689"/>
                        <a:pt x="18558" y="82972"/>
                        <a:pt x="30788" y="82972"/>
                      </a:cubicBezTo>
                      <a:lnTo>
                        <a:pt x="469067" y="82972"/>
                      </a:lnTo>
                      <a:cubicBezTo>
                        <a:pt x="491996" y="82972"/>
                        <a:pt x="510554" y="64382"/>
                        <a:pt x="510554" y="41486"/>
                      </a:cubicBezTo>
                      <a:lnTo>
                        <a:pt x="510554" y="41486"/>
                      </a:lnTo>
                      <a:cubicBezTo>
                        <a:pt x="510521" y="18591"/>
                        <a:pt x="491963" y="0"/>
                        <a:pt x="469035" y="0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</p:grpSp>
      </p:grpSp>
      <p:sp>
        <p:nvSpPr>
          <p:cNvPr id="1224" name="Google Shape;1224;g2baf9e5dadc_0_1746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2baf9e5dadc_0_1746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7" name="Google Shape;1227;g2baf9e5dadc_0_1784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1228" name="Google Shape;1228;g2baf9e5dadc_0_1784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1229" name="Google Shape;1229;g2baf9e5dadc_0_1784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g2baf9e5dadc_0_1784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1" name="Google Shape;1231;g2baf9e5dadc_0_1784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2" name="Google Shape;1232;g2baf9e5dadc_0_1784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1233" name="Google Shape;1233;g2baf9e5dadc_0_1784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1234" name="Google Shape;1234;g2baf9e5dadc_0_1784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g2baf9e5dadc_0_1784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6" name="Google Shape;1236;g2baf9e5dadc_0_1784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7" name="Google Shape;1237;g2baf9e5dadc_0_1784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8" name="Google Shape;1238;g2baf9e5dadc_0_1784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baf9e5dadc_0_1797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41" name="Google Shape;1241;g2baf9e5dadc_0_1797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42" name="Google Shape;1242;g2baf9e5dadc_0_1797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243" name="Google Shape;1243;g2baf9e5dadc_0_1797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1244" name="Google Shape;1244;g2baf9e5dadc_0_1797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5" name="Google Shape;1245;g2baf9e5dadc_0_1797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246" name="Google Shape;1246;g2baf9e5dadc_0_1797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47" name="Google Shape;1247;g2baf9e5dadc_0_1797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" name="Google Shape;1249;g2baf9e5dadc_0_1806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250" name="Google Shape;1250;g2baf9e5dadc_0_1806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251" name="Google Shape;1251;g2baf9e5dadc_0_1806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252" name="Google Shape;1252;g2baf9e5dadc_0_180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53" name="Google Shape;1253;g2baf9e5dadc_0_1806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54" name="Google Shape;1254;g2baf9e5dadc_0_1806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55" name="Google Shape;1255;g2baf9e5dadc_0_1806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256" name="Google Shape;1256;g2baf9e5dadc_0_180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257" name="Google Shape;1257;g2baf9e5dadc_0_1806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258" name="Google Shape;1258;g2baf9e5dadc_0_18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g2baf9e5dadc_0_18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g2baf9e5dadc_0_1817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baf9e5dadc_0_1820"/>
          <p:cNvSpPr txBox="1"/>
          <p:nvPr>
            <p:ph idx="1" type="body"/>
          </p:nvPr>
        </p:nvSpPr>
        <p:spPr>
          <a:xfrm>
            <a:off x="2704330" y="1163553"/>
            <a:ext cx="100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264" name="Google Shape;1264;g2baf9e5dadc_0_1820"/>
          <p:cNvSpPr txBox="1"/>
          <p:nvPr>
            <p:ph idx="2" type="body"/>
          </p:nvPr>
        </p:nvSpPr>
        <p:spPr>
          <a:xfrm>
            <a:off x="2568593" y="1667167"/>
            <a:ext cx="82857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265" name="Google Shape;1265;g2baf9e5dadc_0_182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g2baf9e5dadc_0_1820"/>
          <p:cNvSpPr txBox="1"/>
          <p:nvPr/>
        </p:nvSpPr>
        <p:spPr>
          <a:xfrm>
            <a:off x="996843" y="968220"/>
            <a:ext cx="4207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67" name="Google Shape;1267;g2baf9e5dadc_0_1820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g2baf9e5dadc_0_1820"/>
          <p:cNvSpPr txBox="1"/>
          <p:nvPr>
            <p:ph idx="3" type="body"/>
          </p:nvPr>
        </p:nvSpPr>
        <p:spPr>
          <a:xfrm>
            <a:off x="2333229" y="654684"/>
            <a:ext cx="57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ection Seprator ">
  <p:cSld name="blank Section Seprator 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0" name="Google Shape;1270;g2baf9e5dadc_0_182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271" name="Google Shape;1271;g2baf9e5dadc_0_182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272" name="Google Shape;1272;g2baf9e5dadc_0_182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273" name="Google Shape;1273;g2baf9e5dadc_0_182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74" name="Google Shape;1274;g2baf9e5dadc_0_182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75" name="Google Shape;1275;g2baf9e5dadc_0_182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76" name="Google Shape;1276;g2baf9e5dadc_0_182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277" name="Google Shape;1277;g2baf9e5dadc_0_182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278" name="Google Shape;1278;g2baf9e5dadc_0_1827"/>
          <p:cNvSpPr txBox="1"/>
          <p:nvPr>
            <p:ph type="title"/>
          </p:nvPr>
        </p:nvSpPr>
        <p:spPr>
          <a:xfrm>
            <a:off x="680025" y="642115"/>
            <a:ext cx="30180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91425" spcFirstLastPara="1" rIns="9142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1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9" name="Google Shape;1279;g2baf9e5dadc_0_1827"/>
          <p:cNvSpPr/>
          <p:nvPr>
            <p:ph idx="2" type="pic"/>
          </p:nvPr>
        </p:nvSpPr>
        <p:spPr>
          <a:xfrm>
            <a:off x="6174558" y="1357460"/>
            <a:ext cx="5081100" cy="45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280" name="Google Shape;1280;g2baf9e5dadc_0_1827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g2baf9e5dadc_0_1827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282" name="Google Shape;1282;g2baf9e5dadc_0_1827"/>
          <p:cNvSpPr txBox="1"/>
          <p:nvPr>
            <p:ph idx="3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baf9e5dadc_0_1841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g2baf9e5dadc_0_1841"/>
          <p:cNvSpPr txBox="1"/>
          <p:nvPr/>
        </p:nvSpPr>
        <p:spPr>
          <a:xfrm>
            <a:off x="973639" y="2890391"/>
            <a:ext cx="409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6" name="Google Shape;1286;g2baf9e5dadc_0_18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0725" y="778588"/>
            <a:ext cx="5309935" cy="530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baf9e5dadc_0_184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g2baf9e5dadc_0_1845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290" name="Google Shape;1290;g2baf9e5dadc_0_1845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15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1" name="Google Shape;1291;g2baf9e5dadc_0_1845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1293;g2baf9e5dadc_0_1850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294" name="Google Shape;1294;g2baf9e5dadc_0_1850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95" name="Google Shape;1295;g2baf9e5dadc_0_1850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296" name="Google Shape;1296;g2baf9e5dadc_0_1850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297" name="Google Shape;1297;g2baf9e5dadc_0_185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g2baf9e5dadc_0_1850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299" name="Google Shape;1299;g2baf9e5dadc_0_1850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baf9e5dadc_0_1858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1302" name="Google Shape;1302;g2baf9e5dadc_0_1858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1303" name="Google Shape;1303;g2baf9e5dadc_0_1858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04" name="Google Shape;1304;g2baf9e5dadc_0_1858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05" name="Google Shape;1305;g2baf9e5dadc_0_1858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06" name="Google Shape;1306;g2baf9e5dadc_0_1858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g2baf9e5dadc_0_1865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309" name="Google Shape;1309;g2baf9e5dadc_0_1865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10" name="Google Shape;1310;g2baf9e5dadc_0_1865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11" name="Google Shape;1311;g2baf9e5dadc_0_186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2baf9e5dadc_0_1865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13" name="Google Shape;1313;g2baf9e5dadc_0_1865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14" name="Google Shape;1314;g2baf9e5dadc_0_1865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15" name="Google Shape;1315;g2baf9e5dadc_0_1865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g2baf9e5dadc_0_1874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1318" name="Google Shape;1318;g2baf9e5dadc_0_1874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19" name="Google Shape;1319;g2baf9e5dadc_0_1874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20" name="Google Shape;1320;g2baf9e5dadc_0_1874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g2baf9e5dadc_0_1874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22" name="Google Shape;1322;g2baf9e5dadc_0_1874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23" name="Google Shape;1323;g2baf9e5dadc_0_1874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24" name="Google Shape;1324;g2baf9e5dadc_0_1874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g2baf9e5dadc_0_1883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327" name="Google Shape;1327;g2baf9e5dadc_0_1883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28" name="Google Shape;1328;g2baf9e5dadc_0_1883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29" name="Google Shape;1329;g2baf9e5dadc_0_1883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g2baf9e5dadc_0_1883"/>
          <p:cNvSpPr txBox="1"/>
          <p:nvPr>
            <p:ph idx="1" type="body"/>
          </p:nvPr>
        </p:nvSpPr>
        <p:spPr>
          <a:xfrm>
            <a:off x="490194" y="1461565"/>
            <a:ext cx="55059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31" name="Google Shape;1331;g2baf9e5dadc_0_1883"/>
          <p:cNvSpPr txBox="1"/>
          <p:nvPr>
            <p:ph idx="2" type="body"/>
          </p:nvPr>
        </p:nvSpPr>
        <p:spPr>
          <a:xfrm>
            <a:off x="490194" y="2275952"/>
            <a:ext cx="55059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32" name="Google Shape;1332;g2baf9e5dadc_0_1883"/>
          <p:cNvSpPr txBox="1"/>
          <p:nvPr>
            <p:ph idx="3" type="body"/>
          </p:nvPr>
        </p:nvSpPr>
        <p:spPr>
          <a:xfrm>
            <a:off x="6170612" y="1461565"/>
            <a:ext cx="5462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33" name="Google Shape;1333;g2baf9e5dadc_0_1883"/>
          <p:cNvSpPr txBox="1"/>
          <p:nvPr>
            <p:ph idx="4" type="body"/>
          </p:nvPr>
        </p:nvSpPr>
        <p:spPr>
          <a:xfrm>
            <a:off x="6170611" y="2275952"/>
            <a:ext cx="5462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34" name="Google Shape;1334;g2baf9e5dadc_0_1883"/>
          <p:cNvSpPr txBox="1"/>
          <p:nvPr>
            <p:ph idx="5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35" name="Google Shape;1335;g2baf9e5dadc_0_1883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Discussion"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2baf9e5dadc_0_1894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8" name="Google Shape;1338;g2baf9e5dadc_0_18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495" y="918441"/>
            <a:ext cx="4762500" cy="47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9" name="Google Shape;1339;g2baf9e5dadc_0_1894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1340" name="Google Shape;1340;g2baf9e5dadc_0_1894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341" name="Google Shape;1341;g2baf9e5dadc_0_1894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1342" name="Google Shape;1342;g2baf9e5dadc_0_189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3" name="Google Shape;1343;g2baf9e5dadc_0_1894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4" name="Google Shape;1344;g2baf9e5dadc_0_1894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5" name="Google Shape;1345;g2baf9e5dadc_0_1894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346" name="Google Shape;1346;g2baf9e5dadc_0_189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47" name="Google Shape;1347;g2baf9e5dadc_0_1894"/>
          <p:cNvSpPr txBox="1"/>
          <p:nvPr/>
        </p:nvSpPr>
        <p:spPr>
          <a:xfrm>
            <a:off x="680025" y="702888"/>
            <a:ext cx="455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g2baf9e5dadc_0_1894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baf9e5dadc_0_1907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1" name="Google Shape;1351;g2baf9e5dadc_0_19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g2baf9e5dadc_0_1907"/>
          <p:cNvSpPr txBox="1"/>
          <p:nvPr>
            <p:ph idx="1" type="body"/>
          </p:nvPr>
        </p:nvSpPr>
        <p:spPr>
          <a:xfrm>
            <a:off x="3789363" y="5721350"/>
            <a:ext cx="509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baf9e5dadc_0_1911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g2baf9e5dadc_0_1911"/>
          <p:cNvSpPr txBox="1"/>
          <p:nvPr/>
        </p:nvSpPr>
        <p:spPr>
          <a:xfrm>
            <a:off x="3987293" y="5751951"/>
            <a:ext cx="4191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</a:t>
            </a:r>
            <a:r>
              <a:rPr b="1" baseline="-25000" i="0" lang="en-US" sz="3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Y</a:t>
            </a: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g2baf9e5dadc_0_1911"/>
          <p:cNvSpPr/>
          <p:nvPr/>
        </p:nvSpPr>
        <p:spPr>
          <a:xfrm>
            <a:off x="2316544" y="2334255"/>
            <a:ext cx="496171" cy="1881101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57" name="Google Shape;1357;g2baf9e5dadc_0_1911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58" name="Google Shape;1358;g2baf9e5dadc_0_1911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59" name="Google Shape;1359;g2baf9e5dadc_0_1911"/>
          <p:cNvSpPr/>
          <p:nvPr/>
        </p:nvSpPr>
        <p:spPr>
          <a:xfrm>
            <a:off x="1959874" y="1620270"/>
            <a:ext cx="637167" cy="773882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0" name="Google Shape;1360;g2baf9e5dadc_0_1911"/>
          <p:cNvSpPr/>
          <p:nvPr/>
        </p:nvSpPr>
        <p:spPr>
          <a:xfrm>
            <a:off x="1959922" y="1928368"/>
            <a:ext cx="635481" cy="465789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1" name="Google Shape;1361;g2baf9e5dadc_0_1911"/>
          <p:cNvSpPr/>
          <p:nvPr/>
        </p:nvSpPr>
        <p:spPr>
          <a:xfrm>
            <a:off x="7635445" y="3025135"/>
            <a:ext cx="453209" cy="1702189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2" name="Google Shape;1362;g2baf9e5dadc_0_1911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3" name="Google Shape;1363;g2baf9e5dadc_0_1911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4" name="Google Shape;1364;g2baf9e5dadc_0_1911"/>
          <p:cNvSpPr/>
          <p:nvPr/>
        </p:nvSpPr>
        <p:spPr>
          <a:xfrm>
            <a:off x="7832107" y="2316556"/>
            <a:ext cx="638590" cy="768205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5" name="Google Shape;1365;g2baf9e5dadc_0_1911"/>
          <p:cNvSpPr/>
          <p:nvPr/>
        </p:nvSpPr>
        <p:spPr>
          <a:xfrm>
            <a:off x="7832424" y="2643673"/>
            <a:ext cx="638367" cy="440384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156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366" name="Google Shape;1366;g2baf9e5dadc_0_1911"/>
          <p:cNvGrpSpPr/>
          <p:nvPr/>
        </p:nvGrpSpPr>
        <p:grpSpPr>
          <a:xfrm>
            <a:off x="5457739" y="1333256"/>
            <a:ext cx="1594947" cy="4101702"/>
            <a:chOff x="5652866" y="1771703"/>
            <a:chExt cx="1133902" cy="2916040"/>
          </a:xfrm>
        </p:grpSpPr>
        <p:sp>
          <p:nvSpPr>
            <p:cNvPr id="1367" name="Google Shape;1367;g2baf9e5dadc_0_1911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68" name="Google Shape;1368;g2baf9e5dadc_0_1911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69" name="Google Shape;1369;g2baf9e5dadc_0_1911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0" name="Google Shape;1370;g2baf9e5dadc_0_1911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1" name="Google Shape;1371;g2baf9e5dadc_0_1911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2" name="Google Shape;1372;g2baf9e5dadc_0_1911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3" name="Google Shape;1373;g2baf9e5dadc_0_1911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4" name="Google Shape;1374;g2baf9e5dadc_0_1911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5" name="Google Shape;1375;g2baf9e5dadc_0_1911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6" name="Google Shape;1376;g2baf9e5dadc_0_1911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7" name="Google Shape;1377;g2baf9e5dadc_0_1911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8" name="Google Shape;1378;g2baf9e5dadc_0_1911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79" name="Google Shape;1379;g2baf9e5dadc_0_1911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0" name="Google Shape;1380;g2baf9e5dadc_0_1911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1" name="Google Shape;1381;g2baf9e5dadc_0_1911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2" name="Google Shape;1382;g2baf9e5dadc_0_1911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7058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3" name="Google Shape;1383;g2baf9e5dadc_0_1911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4" name="Google Shape;1384;g2baf9e5dadc_0_1911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5" name="Google Shape;1385;g2baf9e5dadc_0_1911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6" name="Google Shape;1386;g2baf9e5dadc_0_1911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7" name="Google Shape;1387;g2baf9e5dadc_0_1911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8" name="Google Shape;1388;g2baf9e5dadc_0_1911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7058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89" name="Google Shape;1389;g2baf9e5dadc_0_1911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0" name="Google Shape;1390;g2baf9e5dadc_0_1911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1" name="Google Shape;1391;g2baf9e5dadc_0_1911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2" name="Google Shape;1392;g2baf9e5dadc_0_1911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3" name="Google Shape;1393;g2baf9e5dadc_0_1911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4" name="Google Shape;1394;g2baf9e5dadc_0_1911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5" name="Google Shape;1395;g2baf9e5dadc_0_1911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6" name="Google Shape;1396;g2baf9e5dadc_0_1911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7" name="Google Shape;1397;g2baf9e5dadc_0_1911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8" name="Google Shape;1398;g2baf9e5dadc_0_1911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399" name="Google Shape;1399;g2baf9e5dadc_0_1911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0" name="Google Shape;1400;g2baf9e5dadc_0_1911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1" name="Google Shape;1401;g2baf9e5dadc_0_1911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402" name="Google Shape;1402;g2baf9e5dadc_0_1911"/>
          <p:cNvGrpSpPr/>
          <p:nvPr/>
        </p:nvGrpSpPr>
        <p:grpSpPr>
          <a:xfrm>
            <a:off x="335406" y="217184"/>
            <a:ext cx="11376424" cy="5726587"/>
            <a:chOff x="3962400" y="1361312"/>
            <a:chExt cx="4234979" cy="2131775"/>
          </a:xfrm>
        </p:grpSpPr>
        <p:sp>
          <p:nvSpPr>
            <p:cNvPr id="1403" name="Google Shape;1403;g2baf9e5dadc_0_1911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4" name="Google Shape;1404;g2baf9e5dadc_0_1911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5" name="Google Shape;1405;g2baf9e5dadc_0_1911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6" name="Google Shape;1406;g2baf9e5dadc_0_1911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7" name="Google Shape;1407;g2baf9e5dadc_0_1911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8" name="Google Shape;1408;g2baf9e5dadc_0_1911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09" name="Google Shape;1409;g2baf9e5dadc_0_1911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0" name="Google Shape;1410;g2baf9e5dadc_0_1911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1" name="Google Shape;1411;g2baf9e5dadc_0_1911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2" name="Google Shape;1412;g2baf9e5dadc_0_1911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3" name="Google Shape;1413;g2baf9e5dadc_0_1911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4" name="Google Shape;1414;g2baf9e5dadc_0_1911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5" name="Google Shape;1415;g2baf9e5dadc_0_1911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6" name="Google Shape;1416;g2baf9e5dadc_0_1911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7" name="Google Shape;1417;g2baf9e5dadc_0_1911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8" name="Google Shape;1418;g2baf9e5dadc_0_1911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19" name="Google Shape;1419;g2baf9e5dadc_0_1911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0" name="Google Shape;1420;g2baf9e5dadc_0_1911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1" name="Google Shape;1421;g2baf9e5dadc_0_1911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2" name="Google Shape;1422;g2baf9e5dadc_0_1911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3" name="Google Shape;1423;g2baf9e5dadc_0_1911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4" name="Google Shape;1424;g2baf9e5dadc_0_1911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5" name="Google Shape;1425;g2baf9e5dadc_0_1911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6" name="Google Shape;1426;g2baf9e5dadc_0_1911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7" name="Google Shape;1427;g2baf9e5dadc_0_1911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8" name="Google Shape;1428;g2baf9e5dadc_0_1911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29" name="Google Shape;1429;g2baf9e5dadc_0_1911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0" name="Google Shape;1430;g2baf9e5dadc_0_1911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1" name="Google Shape;1431;g2baf9e5dadc_0_1911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2" name="Google Shape;1432;g2baf9e5dadc_0_1911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3" name="Google Shape;1433;g2baf9e5dadc_0_1911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4" name="Google Shape;1434;g2baf9e5dadc_0_1911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5" name="Google Shape;1435;g2baf9e5dadc_0_1911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6" name="Google Shape;1436;g2baf9e5dadc_0_1911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7" name="Google Shape;1437;g2baf9e5dadc_0_1911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8" name="Google Shape;1438;g2baf9e5dadc_0_1911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9" name="Google Shape;1439;g2baf9e5dadc_0_1911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40" name="Google Shape;1440;g2baf9e5dadc_0_1911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41" name="Google Shape;1441;g2baf9e5dadc_0_1911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42" name="Google Shape;1442;g2baf9e5dadc_0_1911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43" name="Google Shape;1443;g2baf9e5dadc_0_1911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44" name="Google Shape;1444;g2baf9e5dadc_0_1911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baf9e5dadc_0_200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7" name="Google Shape;1447;g2baf9e5dadc_0_200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48" name="Google Shape;1448;g2baf9e5dadc_0_200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49" name="Google Shape;1449;g2baf9e5dadc_0_2003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baf9e5dadc_0_2008"/>
          <p:cNvSpPr txBox="1"/>
          <p:nvPr>
            <p:ph type="ctrTitle"/>
          </p:nvPr>
        </p:nvSpPr>
        <p:spPr>
          <a:xfrm>
            <a:off x="959999" y="1748091"/>
            <a:ext cx="51360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2" name="Google Shape;1452;g2baf9e5dadc_0_2008"/>
          <p:cNvSpPr txBox="1"/>
          <p:nvPr>
            <p:ph idx="1" type="subTitle"/>
          </p:nvPr>
        </p:nvSpPr>
        <p:spPr>
          <a:xfrm>
            <a:off x="959999" y="4366658"/>
            <a:ext cx="5136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53" name="Google Shape;1453;g2baf9e5dadc_0_2008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g2baf9e5dadc_0_2008"/>
          <p:cNvSpPr txBox="1"/>
          <p:nvPr>
            <p:ph idx="2" type="body"/>
          </p:nvPr>
        </p:nvSpPr>
        <p:spPr>
          <a:xfrm>
            <a:off x="6618288" y="1296988"/>
            <a:ext cx="47991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55" name="Google Shape;1455;g2baf9e5dadc_0_2008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baf9e5dadc_0_2014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8" name="Google Shape;1458;g2baf9e5dadc_0_2014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59" name="Google Shape;1459;g2baf9e5dadc_0_2014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g2baf9e5dadc_0_2014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baf9e5dadc_0_2019"/>
          <p:cNvSpPr txBox="1"/>
          <p:nvPr>
            <p:ph type="ctrTitle"/>
          </p:nvPr>
        </p:nvSpPr>
        <p:spPr>
          <a:xfrm>
            <a:off x="579432" y="1300532"/>
            <a:ext cx="24300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3" name="Google Shape;1463;g2baf9e5dadc_0_201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g2baf9e5dadc_0_2019"/>
          <p:cNvSpPr txBox="1"/>
          <p:nvPr>
            <p:ph idx="1" type="body"/>
          </p:nvPr>
        </p:nvSpPr>
        <p:spPr>
          <a:xfrm>
            <a:off x="579432" y="548057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65" name="Google Shape;1465;g2baf9e5dadc_0_2019"/>
          <p:cNvSpPr txBox="1"/>
          <p:nvPr>
            <p:ph idx="2" type="body"/>
          </p:nvPr>
        </p:nvSpPr>
        <p:spPr>
          <a:xfrm>
            <a:off x="579431" y="5019996"/>
            <a:ext cx="2430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66" name="Google Shape;1466;g2baf9e5dadc_0_2019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67" name="Google Shape;1467;g2baf9e5dadc_0_2019"/>
          <p:cNvSpPr txBox="1"/>
          <p:nvPr>
            <p:ph idx="4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baf9e5dadc_0_202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0" name="Google Shape;1470;g2baf9e5dadc_0_202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71" name="Google Shape;1471;g2baf9e5dadc_0_2026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g2baf9e5dadc_0_2026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baf9e5dadc_0_2031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5" name="Google Shape;1475;g2baf9e5dadc_0_2031"/>
          <p:cNvSpPr txBox="1"/>
          <p:nvPr>
            <p:ph idx="1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76" name="Google Shape;1476;g2baf9e5dadc_0_2031"/>
          <p:cNvSpPr txBox="1"/>
          <p:nvPr>
            <p:ph idx="2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77" name="Google Shape;1477;g2baf9e5dadc_0_2031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baf9e5dadc_0_203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0" name="Google Shape;1480;g2baf9e5dadc_0_203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81" name="Google Shape;1481;g2baf9e5dadc_0_203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82" name="Google Shape;1482;g2baf9e5dadc_0_203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83" name="Google Shape;1483;g2baf9e5dadc_0_203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baf9e5dadc_0_2042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86" name="Google Shape;1486;g2baf9e5dadc_0_2042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7" name="Google Shape;1487;g2baf9e5dadc_0_2042"/>
          <p:cNvSpPr txBox="1"/>
          <p:nvPr>
            <p:ph idx="12" type="sldNum"/>
          </p:nvPr>
        </p:nvSpPr>
        <p:spPr>
          <a:xfrm>
            <a:off x="11776267" y="6439067"/>
            <a:ext cx="415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8" name="Google Shape;1488;g2baf9e5dadc_0_2042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descr="Logo&#10;&#10;Description automatically generated" id="1489" name="Google Shape;1489;g2baf9e5dadc_0_20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3034" y="5955144"/>
            <a:ext cx="1303100" cy="4838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me page">
  <p:cSld name="Home page">
    <p:bg>
      <p:bgPr>
        <a:solidFill>
          <a:srgbClr val="DDDCDC"/>
        </a:solidFill>
      </p:bgPr>
    </p:bg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baf9e5dadc_0_2048"/>
          <p:cNvSpPr/>
          <p:nvPr/>
        </p:nvSpPr>
        <p:spPr>
          <a:xfrm>
            <a:off x="579288" y="338734"/>
            <a:ext cx="3404700" cy="646200"/>
          </a:xfrm>
          <a:prstGeom prst="rect">
            <a:avLst/>
          </a:prstGeom>
          <a:gradFill>
            <a:gsLst>
              <a:gs pos="0">
                <a:srgbClr val="EEF5FF">
                  <a:alpha val="0"/>
                </a:srgbClr>
              </a:gs>
              <a:gs pos="100000">
                <a:srgbClr val="FFFFFF">
                  <a:alpha val="90588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92" name="Google Shape;1492;g2baf9e5dadc_0_20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150" y="255241"/>
            <a:ext cx="1059698" cy="825327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g2baf9e5dadc_0_2048"/>
          <p:cNvSpPr txBox="1"/>
          <p:nvPr/>
        </p:nvSpPr>
        <p:spPr>
          <a:xfrm>
            <a:off x="1007622" y="341150"/>
            <a:ext cx="75171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Game &amp; chatbot Development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g2baf9e5dadc_0_2048"/>
          <p:cNvSpPr txBox="1"/>
          <p:nvPr/>
        </p:nvSpPr>
        <p:spPr>
          <a:xfrm>
            <a:off x="922275" y="1256450"/>
            <a:ext cx="17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Semester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g2baf9e5dadc_0_2048"/>
          <p:cNvSpPr txBox="1"/>
          <p:nvPr/>
        </p:nvSpPr>
        <p:spPr>
          <a:xfrm>
            <a:off x="922274" y="2016078"/>
            <a:ext cx="11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g2baf9e5dadc_0_2048"/>
          <p:cNvSpPr/>
          <p:nvPr/>
        </p:nvSpPr>
        <p:spPr>
          <a:xfrm>
            <a:off x="550801" y="1024711"/>
            <a:ext cx="305282" cy="556451"/>
          </a:xfrm>
          <a:custGeom>
            <a:rect b="b" l="l" r="r" t="t"/>
            <a:pathLst>
              <a:path extrusionOk="0" h="876300" w="2304013">
                <a:moveTo>
                  <a:pt x="2304013" y="876300"/>
                </a:moveTo>
                <a:lnTo>
                  <a:pt x="0" y="87630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>
                <a:alpha val="9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97" name="Google Shape;1497;g2baf9e5dadc_0_2048"/>
          <p:cNvSpPr/>
          <p:nvPr/>
        </p:nvSpPr>
        <p:spPr>
          <a:xfrm>
            <a:off x="550802" y="1581151"/>
            <a:ext cx="305282" cy="685705"/>
          </a:xfrm>
          <a:custGeom>
            <a:rect b="b" l="l" r="r" t="t"/>
            <a:pathLst>
              <a:path extrusionOk="0" h="876300" w="2304013">
                <a:moveTo>
                  <a:pt x="2304013" y="876300"/>
                </a:moveTo>
                <a:lnTo>
                  <a:pt x="0" y="87630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>
                <a:alpha val="9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98" name="Google Shape;1498;g2baf9e5dadc_0_2048"/>
          <p:cNvSpPr/>
          <p:nvPr/>
        </p:nvSpPr>
        <p:spPr>
          <a:xfrm>
            <a:off x="550802" y="2266951"/>
            <a:ext cx="305282" cy="641890"/>
          </a:xfrm>
          <a:custGeom>
            <a:rect b="b" l="l" r="r" t="t"/>
            <a:pathLst>
              <a:path extrusionOk="0" h="876300" w="2304013">
                <a:moveTo>
                  <a:pt x="2304013" y="876300"/>
                </a:moveTo>
                <a:lnTo>
                  <a:pt x="0" y="87630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>
                <a:alpha val="94117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99" name="Google Shape;1499;g2baf9e5dadc_0_20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035" y="-1013776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g2baf9e5dadc_0_20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9481" y="-1013776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g2baf9e5dadc_0_20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488" y="-1013776"/>
            <a:ext cx="609600" cy="60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2" name="Google Shape;1502;g2baf9e5dadc_0_2048"/>
          <p:cNvGrpSpPr/>
          <p:nvPr/>
        </p:nvGrpSpPr>
        <p:grpSpPr>
          <a:xfrm>
            <a:off x="9288255" y="1685151"/>
            <a:ext cx="2641800" cy="2954703"/>
            <a:chOff x="9288255" y="1685151"/>
            <a:chExt cx="2641800" cy="2954703"/>
          </a:xfrm>
        </p:grpSpPr>
        <p:pic>
          <p:nvPicPr>
            <p:cNvPr id="1503" name="Google Shape;1503;g2baf9e5dadc_0_20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18129" y="1685151"/>
              <a:ext cx="2304016" cy="834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4" name="Google Shape;1504;g2baf9e5dadc_0_2048"/>
            <p:cNvSpPr txBox="1"/>
            <p:nvPr/>
          </p:nvSpPr>
          <p:spPr>
            <a:xfrm>
              <a:off x="9288255" y="1795795"/>
              <a:ext cx="264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Task review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05" name="Google Shape;1505;g2baf9e5dadc_0_20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18129" y="2790042"/>
              <a:ext cx="2304016" cy="834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6" name="Google Shape;1506;g2baf9e5dadc_0_20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18129" y="3805642"/>
              <a:ext cx="2304016" cy="8342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7" name="Google Shape;1507;g2baf9e5dadc_0_2048"/>
          <p:cNvSpPr txBox="1"/>
          <p:nvPr>
            <p:ph idx="1" type="body"/>
          </p:nvPr>
        </p:nvSpPr>
        <p:spPr>
          <a:xfrm>
            <a:off x="1788815" y="1230572"/>
            <a:ext cx="735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08" name="Google Shape;1508;g2baf9e5dadc_0_2048"/>
          <p:cNvSpPr txBox="1"/>
          <p:nvPr>
            <p:ph idx="2" type="body"/>
          </p:nvPr>
        </p:nvSpPr>
        <p:spPr>
          <a:xfrm>
            <a:off x="1932061" y="2001129"/>
            <a:ext cx="735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09" name="Google Shape;1509;g2baf9e5dadc_0_2048"/>
          <p:cNvSpPr txBox="1"/>
          <p:nvPr>
            <p:ph idx="3" type="body"/>
          </p:nvPr>
        </p:nvSpPr>
        <p:spPr>
          <a:xfrm>
            <a:off x="940826" y="2709192"/>
            <a:ext cx="2876400" cy="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10" name="Google Shape;1510;g2baf9e5dadc_0_2048"/>
          <p:cNvSpPr txBox="1"/>
          <p:nvPr/>
        </p:nvSpPr>
        <p:spPr>
          <a:xfrm>
            <a:off x="9349215" y="2903356"/>
            <a:ext cx="264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checkup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g2baf9e5dadc_0_2048"/>
          <p:cNvSpPr txBox="1"/>
          <p:nvPr/>
        </p:nvSpPr>
        <p:spPr>
          <a:xfrm>
            <a:off x="9349215" y="3919146"/>
            <a:ext cx="264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2" name="Google Shape;1512;g2baf9e5dadc_0_20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6850" y="5034322"/>
            <a:ext cx="9105900" cy="182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g2baf9e5dadc_0_20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41019" y="229761"/>
            <a:ext cx="996981" cy="733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5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5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5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me2">
  <p:cSld name="Home2"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baf9e5dadc_0_2072"/>
          <p:cNvSpPr/>
          <p:nvPr/>
        </p:nvSpPr>
        <p:spPr>
          <a:xfrm>
            <a:off x="4560889" y="6313235"/>
            <a:ext cx="3070200" cy="281100"/>
          </a:xfrm>
          <a:prstGeom prst="ellipse">
            <a:avLst/>
          </a:prstGeom>
          <a:solidFill>
            <a:srgbClr val="05FDFF"/>
          </a:solidFill>
          <a:ln cap="rnd" cmpd="sng" w="19050">
            <a:solidFill>
              <a:srgbClr val="002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16" name="Google Shape;1516;g2baf9e5dadc_0_2072"/>
          <p:cNvSpPr/>
          <p:nvPr/>
        </p:nvSpPr>
        <p:spPr>
          <a:xfrm>
            <a:off x="3409950" y="1171203"/>
            <a:ext cx="5370912" cy="5282593"/>
          </a:xfrm>
          <a:custGeom>
            <a:rect b="b" l="l" r="r" t="t"/>
            <a:pathLst>
              <a:path extrusionOk="0" h="2898542" w="3320502">
                <a:moveTo>
                  <a:pt x="0" y="0"/>
                </a:moveTo>
                <a:lnTo>
                  <a:pt x="3320502" y="9292"/>
                </a:lnTo>
                <a:lnTo>
                  <a:pt x="2545056" y="2898542"/>
                </a:lnTo>
                <a:lnTo>
                  <a:pt x="801981" y="289854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5019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17" name="Google Shape;1517;g2baf9e5dadc_0_2072"/>
          <p:cNvSpPr/>
          <p:nvPr/>
        </p:nvSpPr>
        <p:spPr>
          <a:xfrm>
            <a:off x="3270250" y="2046935"/>
            <a:ext cx="5653155" cy="4442016"/>
          </a:xfrm>
          <a:custGeom>
            <a:rect b="b" l="l" r="r" t="t"/>
            <a:pathLst>
              <a:path extrusionOk="0" h="2898542" w="3320502">
                <a:moveTo>
                  <a:pt x="0" y="0"/>
                </a:moveTo>
                <a:lnTo>
                  <a:pt x="3320502" y="9292"/>
                </a:lnTo>
                <a:lnTo>
                  <a:pt x="2545056" y="2898542"/>
                </a:lnTo>
                <a:lnTo>
                  <a:pt x="801981" y="289854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5019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18" name="Google Shape;1518;g2baf9e5dadc_0_2072"/>
          <p:cNvSpPr txBox="1"/>
          <p:nvPr>
            <p:ph idx="1" type="body"/>
          </p:nvPr>
        </p:nvSpPr>
        <p:spPr>
          <a:xfrm>
            <a:off x="261144" y="4876800"/>
            <a:ext cx="42300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FD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519" name="Google Shape;1519;g2baf9e5dadc_0_2072"/>
          <p:cNvSpPr/>
          <p:nvPr>
            <p:ph idx="2" type="pic"/>
          </p:nvPr>
        </p:nvSpPr>
        <p:spPr>
          <a:xfrm>
            <a:off x="5034756" y="2505468"/>
            <a:ext cx="2122500" cy="2090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20" name="Google Shape;1520;g2baf9e5dadc_0_2072"/>
          <p:cNvSpPr txBox="1"/>
          <p:nvPr/>
        </p:nvSpPr>
        <p:spPr>
          <a:xfrm>
            <a:off x="9548930" y="263563"/>
            <a:ext cx="2937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2F2F2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Module</a:t>
            </a:r>
            <a:r>
              <a:rPr b="0" i="0" lang="en-US" sz="16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   </a:t>
            </a:r>
            <a:r>
              <a:rPr b="0" i="0" lang="en-US" sz="1600" u="none" cap="none" strike="noStrike">
                <a:solidFill>
                  <a:srgbClr val="F2F2F2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Unit</a:t>
            </a:r>
            <a:r>
              <a:rPr b="0" i="0" lang="en-US" sz="16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   </a:t>
            </a:r>
            <a:r>
              <a:rPr b="0" i="0" lang="en-US" sz="1600" u="none" cap="none" strike="noStrike">
                <a:solidFill>
                  <a:srgbClr val="F2F2F2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lesson  </a:t>
            </a:r>
            <a:endParaRPr b="0" i="0" sz="2400" u="none" cap="none" strike="noStrike">
              <a:solidFill>
                <a:srgbClr val="FFFFFF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21" name="Google Shape;1521;g2baf9e5dadc_0_2072"/>
          <p:cNvSpPr txBox="1"/>
          <p:nvPr>
            <p:ph idx="3" type="body"/>
          </p:nvPr>
        </p:nvSpPr>
        <p:spPr>
          <a:xfrm>
            <a:off x="6972371" y="703615"/>
            <a:ext cx="49149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522" name="Google Shape;1522;g2baf9e5dadc_0_2072"/>
          <p:cNvSpPr txBox="1"/>
          <p:nvPr>
            <p:ph idx="4" type="body"/>
          </p:nvPr>
        </p:nvSpPr>
        <p:spPr>
          <a:xfrm>
            <a:off x="10263304" y="244152"/>
            <a:ext cx="2946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523" name="Google Shape;1523;g2baf9e5dadc_0_2072"/>
          <p:cNvSpPr txBox="1"/>
          <p:nvPr>
            <p:ph idx="5" type="body"/>
          </p:nvPr>
        </p:nvSpPr>
        <p:spPr>
          <a:xfrm>
            <a:off x="10850679" y="244152"/>
            <a:ext cx="2946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524" name="Google Shape;1524;g2baf9e5dadc_0_2072"/>
          <p:cNvSpPr txBox="1"/>
          <p:nvPr>
            <p:ph idx="6" type="body"/>
          </p:nvPr>
        </p:nvSpPr>
        <p:spPr>
          <a:xfrm>
            <a:off x="11642808" y="244152"/>
            <a:ext cx="4836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section">
  <p:cSld name="Make section"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baf9e5dadc_0_2083"/>
          <p:cNvSpPr txBox="1"/>
          <p:nvPr/>
        </p:nvSpPr>
        <p:spPr>
          <a:xfrm>
            <a:off x="866153" y="1083922"/>
            <a:ext cx="20133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7" name="Google Shape;1527;g2baf9e5dadc_0_2083"/>
          <p:cNvGrpSpPr/>
          <p:nvPr/>
        </p:nvGrpSpPr>
        <p:grpSpPr>
          <a:xfrm>
            <a:off x="-86305" y="232839"/>
            <a:ext cx="2794159" cy="390024"/>
            <a:chOff x="948349" y="814223"/>
            <a:chExt cx="2794159" cy="390024"/>
          </a:xfrm>
        </p:grpSpPr>
        <p:sp>
          <p:nvSpPr>
            <p:cNvPr id="1528" name="Google Shape;1528;g2baf9e5dadc_0_2083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29" name="Google Shape;1529;g2baf9e5dadc_0_2083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530" name="Google Shape;1530;g2baf9e5dadc_0_2083"/>
          <p:cNvGrpSpPr/>
          <p:nvPr/>
        </p:nvGrpSpPr>
        <p:grpSpPr>
          <a:xfrm flipH="1" rot="10800000">
            <a:off x="-86305" y="1933581"/>
            <a:ext cx="2794159" cy="390024"/>
            <a:chOff x="948349" y="814223"/>
            <a:chExt cx="2794159" cy="390024"/>
          </a:xfrm>
        </p:grpSpPr>
        <p:sp>
          <p:nvSpPr>
            <p:cNvPr id="1531" name="Google Shape;1531;g2baf9e5dadc_0_2083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32" name="Google Shape;1532;g2baf9e5dadc_0_2083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533" name="Google Shape;1533;g2baf9e5dadc_0_2083"/>
          <p:cNvSpPr/>
          <p:nvPr/>
        </p:nvSpPr>
        <p:spPr>
          <a:xfrm>
            <a:off x="-1066665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34" name="Google Shape;1534;g2baf9e5dadc_0_2083"/>
          <p:cNvSpPr/>
          <p:nvPr/>
        </p:nvSpPr>
        <p:spPr>
          <a:xfrm>
            <a:off x="-92350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35" name="Google Shape;1535;g2baf9e5dadc_0_2083"/>
          <p:cNvSpPr/>
          <p:nvPr/>
        </p:nvSpPr>
        <p:spPr>
          <a:xfrm>
            <a:off x="-780341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36" name="Google Shape;1536;g2baf9e5dadc_0_2083"/>
          <p:cNvSpPr/>
          <p:nvPr/>
        </p:nvSpPr>
        <p:spPr>
          <a:xfrm>
            <a:off x="-637179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37" name="Google Shape;1537;g2baf9e5dadc_0_2083"/>
          <p:cNvSpPr/>
          <p:nvPr/>
        </p:nvSpPr>
        <p:spPr>
          <a:xfrm>
            <a:off x="-494017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38" name="Google Shape;1538;g2baf9e5dadc_0_2083"/>
          <p:cNvSpPr/>
          <p:nvPr/>
        </p:nvSpPr>
        <p:spPr>
          <a:xfrm>
            <a:off x="-35085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ION">
  <p:cSld name="PRESENTAION"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2baf9e5dadc_0_2097"/>
          <p:cNvSpPr/>
          <p:nvPr/>
        </p:nvSpPr>
        <p:spPr>
          <a:xfrm rot="-5400000">
            <a:off x="3523599" y="3250372"/>
            <a:ext cx="5144700" cy="281100"/>
          </a:xfrm>
          <a:prstGeom prst="ellipse">
            <a:avLst/>
          </a:prstGeom>
          <a:solidFill>
            <a:srgbClr val="05FDFF"/>
          </a:solidFill>
          <a:ln cap="rnd" cmpd="sng" w="19050">
            <a:solidFill>
              <a:srgbClr val="002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41" name="Google Shape;1541;g2baf9e5dadc_0_2097"/>
          <p:cNvSpPr/>
          <p:nvPr/>
        </p:nvSpPr>
        <p:spPr>
          <a:xfrm flipH="1" rot="5400000">
            <a:off x="3523701" y="3250372"/>
            <a:ext cx="5144700" cy="281100"/>
          </a:xfrm>
          <a:prstGeom prst="ellipse">
            <a:avLst/>
          </a:prstGeom>
          <a:solidFill>
            <a:srgbClr val="05FDFF"/>
          </a:solidFill>
          <a:ln cap="rnd" cmpd="sng" w="19050">
            <a:solidFill>
              <a:srgbClr val="002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42" name="Google Shape;1542;g2baf9e5dadc_0_2097"/>
          <p:cNvSpPr/>
          <p:nvPr/>
        </p:nvSpPr>
        <p:spPr>
          <a:xfrm rot="-5400000">
            <a:off x="3517337" y="-1556956"/>
            <a:ext cx="5144700" cy="9973200"/>
          </a:xfrm>
          <a:prstGeom prst="rect">
            <a:avLst/>
          </a:prstGeom>
          <a:gradFill>
            <a:gsLst>
              <a:gs pos="0">
                <a:srgbClr val="05FDFF">
                  <a:alpha val="32156"/>
                </a:srgbClr>
              </a:gs>
              <a:gs pos="50000">
                <a:srgbClr val="F1FEFE">
                  <a:alpha val="0"/>
                </a:srgbClr>
              </a:gs>
              <a:gs pos="100000">
                <a:srgbClr val="05FDFF">
                  <a:alpha val="3215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+Bonus Task Review">
  <p:cSld name="+Bonus Task Review"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baf9e5dadc_0_2101"/>
          <p:cNvSpPr/>
          <p:nvPr/>
        </p:nvSpPr>
        <p:spPr>
          <a:xfrm rot="5400000">
            <a:off x="-313698" y="-1313719"/>
            <a:ext cx="1110000" cy="5257800"/>
          </a:xfrm>
          <a:prstGeom prst="rect">
            <a:avLst/>
          </a:pr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3921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545" name="Google Shape;1545;g2baf9e5dadc_0_2101"/>
          <p:cNvGrpSpPr/>
          <p:nvPr/>
        </p:nvGrpSpPr>
        <p:grpSpPr>
          <a:xfrm>
            <a:off x="7362778" y="2144139"/>
            <a:ext cx="4433002" cy="4433003"/>
            <a:chOff x="-413326" y="937285"/>
            <a:chExt cx="4433003" cy="4433003"/>
          </a:xfrm>
        </p:grpSpPr>
        <p:sp>
          <p:nvSpPr>
            <p:cNvPr id="1546" name="Google Shape;1546;g2baf9e5dadc_0_2101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47" name="Google Shape;1547;g2baf9e5dadc_0_2101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48" name="Google Shape;1548;g2baf9e5dadc_0_2101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49" name="Google Shape;1549;g2baf9e5dadc_0_2101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550" name="Google Shape;1550;g2baf9e5dadc_0_2101"/>
          <p:cNvSpPr/>
          <p:nvPr/>
        </p:nvSpPr>
        <p:spPr>
          <a:xfrm rot="5400000">
            <a:off x="-313698" y="-1313719"/>
            <a:ext cx="1110000" cy="5257800"/>
          </a:xfrm>
          <a:prstGeom prst="rect">
            <a:avLst/>
          </a:pr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3921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51" name="Google Shape;1551;g2baf9e5dadc_0_2101"/>
          <p:cNvSpPr txBox="1"/>
          <p:nvPr/>
        </p:nvSpPr>
        <p:spPr>
          <a:xfrm>
            <a:off x="1108604" y="760181"/>
            <a:ext cx="24999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Bonus</a:t>
            </a:r>
            <a:r>
              <a:rPr b="0" i="0" lang="en-US" sz="24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Task</a:t>
            </a:r>
            <a:r>
              <a:rPr b="0" i="0" lang="en-US" sz="36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g2baf9e5dadc_0_2101"/>
          <p:cNvSpPr txBox="1"/>
          <p:nvPr>
            <p:ph idx="1" type="body"/>
          </p:nvPr>
        </p:nvSpPr>
        <p:spPr>
          <a:xfrm>
            <a:off x="7899288" y="2357480"/>
            <a:ext cx="3396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FDFF"/>
              </a:buClr>
              <a:buSzPts val="2700"/>
              <a:buFont typeface="Kdam Thmor Pro"/>
              <a:buChar char="+"/>
              <a:defRPr b="0" i="0" sz="18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553" name="Google Shape;1553;g2baf9e5dadc_0_2101"/>
          <p:cNvSpPr txBox="1"/>
          <p:nvPr/>
        </p:nvSpPr>
        <p:spPr>
          <a:xfrm>
            <a:off x="2631654" y="432524"/>
            <a:ext cx="9675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+</a:t>
            </a:r>
            <a:endParaRPr b="0" i="0" sz="7200" u="none" cap="none" strike="noStrike">
              <a:solidFill>
                <a:srgbClr val="05FDFF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554" name="Google Shape;1554;g2baf9e5dadc_0_2101"/>
          <p:cNvGrpSpPr/>
          <p:nvPr/>
        </p:nvGrpSpPr>
        <p:grpSpPr>
          <a:xfrm>
            <a:off x="-86305" y="232839"/>
            <a:ext cx="2794159" cy="390024"/>
            <a:chOff x="948349" y="814223"/>
            <a:chExt cx="2794159" cy="390024"/>
          </a:xfrm>
        </p:grpSpPr>
        <p:sp>
          <p:nvSpPr>
            <p:cNvPr id="1555" name="Google Shape;1555;g2baf9e5dadc_0_2101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56" name="Google Shape;1556;g2baf9e5dadc_0_2101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557" name="Google Shape;1557;g2baf9e5dadc_0_2101"/>
          <p:cNvGrpSpPr/>
          <p:nvPr/>
        </p:nvGrpSpPr>
        <p:grpSpPr>
          <a:xfrm flipH="1" rot="10800000">
            <a:off x="-86305" y="1933581"/>
            <a:ext cx="2794159" cy="390024"/>
            <a:chOff x="948349" y="814223"/>
            <a:chExt cx="2794159" cy="390024"/>
          </a:xfrm>
        </p:grpSpPr>
        <p:sp>
          <p:nvSpPr>
            <p:cNvPr id="1558" name="Google Shape;1558;g2baf9e5dadc_0_2101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59" name="Google Shape;1559;g2baf9e5dadc_0_2101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560" name="Google Shape;1560;g2baf9e5dadc_0_2101"/>
          <p:cNvSpPr/>
          <p:nvPr/>
        </p:nvSpPr>
        <p:spPr>
          <a:xfrm>
            <a:off x="-1066665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1" name="Google Shape;1561;g2baf9e5dadc_0_2101"/>
          <p:cNvSpPr/>
          <p:nvPr/>
        </p:nvSpPr>
        <p:spPr>
          <a:xfrm>
            <a:off x="-92350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2" name="Google Shape;1562;g2baf9e5dadc_0_2101"/>
          <p:cNvSpPr/>
          <p:nvPr/>
        </p:nvSpPr>
        <p:spPr>
          <a:xfrm>
            <a:off x="-780341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3" name="Google Shape;1563;g2baf9e5dadc_0_2101"/>
          <p:cNvSpPr/>
          <p:nvPr/>
        </p:nvSpPr>
        <p:spPr>
          <a:xfrm>
            <a:off x="-637179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4" name="Google Shape;1564;g2baf9e5dadc_0_2101"/>
          <p:cNvSpPr/>
          <p:nvPr/>
        </p:nvSpPr>
        <p:spPr>
          <a:xfrm>
            <a:off x="-494017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5" name="Google Shape;1565;g2baf9e5dadc_0_2101"/>
          <p:cNvSpPr/>
          <p:nvPr/>
        </p:nvSpPr>
        <p:spPr>
          <a:xfrm>
            <a:off x="-35085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COMPLETED">
  <p:cSld name="SESSION COMPLETED"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baf9e5dadc_0_2124"/>
          <p:cNvSpPr/>
          <p:nvPr/>
        </p:nvSpPr>
        <p:spPr>
          <a:xfrm rot="-1671989">
            <a:off x="6649811" y="5111202"/>
            <a:ext cx="1016018" cy="9334190"/>
          </a:xfrm>
          <a:prstGeom prst="ellipse">
            <a:avLst/>
          </a:prstGeom>
          <a:solidFill>
            <a:srgbClr val="05FD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8" name="Google Shape;1568;g2baf9e5dadc_0_2124"/>
          <p:cNvSpPr/>
          <p:nvPr/>
        </p:nvSpPr>
        <p:spPr>
          <a:xfrm rot="-1671989">
            <a:off x="6354843" y="5937112"/>
            <a:ext cx="1016018" cy="9334190"/>
          </a:xfrm>
          <a:prstGeom prst="ellipse">
            <a:avLst/>
          </a:prstGeom>
          <a:solidFill>
            <a:srgbClr val="05FD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69" name="Google Shape;1569;g2baf9e5dadc_0_2124"/>
          <p:cNvSpPr/>
          <p:nvPr/>
        </p:nvSpPr>
        <p:spPr>
          <a:xfrm rot="-1671989">
            <a:off x="7835738" y="5278475"/>
            <a:ext cx="1016018" cy="9334190"/>
          </a:xfrm>
          <a:prstGeom prst="ellipse">
            <a:avLst/>
          </a:prstGeom>
          <a:solidFill>
            <a:srgbClr val="05FD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70" name="Google Shape;1570;g2baf9e5dadc_0_2124"/>
          <p:cNvSpPr/>
          <p:nvPr/>
        </p:nvSpPr>
        <p:spPr>
          <a:xfrm flipH="1" rot="1671989">
            <a:off x="4220673" y="5362111"/>
            <a:ext cx="1016018" cy="9334190"/>
          </a:xfrm>
          <a:prstGeom prst="ellipse">
            <a:avLst/>
          </a:prstGeom>
          <a:solidFill>
            <a:srgbClr val="05FD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71" name="Google Shape;1571;g2baf9e5dadc_0_2124"/>
          <p:cNvSpPr/>
          <p:nvPr/>
        </p:nvSpPr>
        <p:spPr>
          <a:xfrm flipH="1" rot="1671989">
            <a:off x="3121885" y="5775066"/>
            <a:ext cx="1016018" cy="9334190"/>
          </a:xfrm>
          <a:prstGeom prst="ellipse">
            <a:avLst/>
          </a:prstGeom>
          <a:solidFill>
            <a:srgbClr val="05FD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72" name="Google Shape;1572;g2baf9e5dadc_0_2124"/>
          <p:cNvSpPr/>
          <p:nvPr/>
        </p:nvSpPr>
        <p:spPr>
          <a:xfrm flipH="1" rot="1671989">
            <a:off x="4738381" y="5937112"/>
            <a:ext cx="1016018" cy="9334190"/>
          </a:xfrm>
          <a:prstGeom prst="ellipse">
            <a:avLst/>
          </a:prstGeom>
          <a:solidFill>
            <a:srgbClr val="05FDFF">
              <a:alpha val="2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573" name="Google Shape;1573;g2baf9e5dadc_0_2124"/>
          <p:cNvSpPr txBox="1"/>
          <p:nvPr/>
        </p:nvSpPr>
        <p:spPr>
          <a:xfrm>
            <a:off x="3955439" y="2145041"/>
            <a:ext cx="42810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g2baf9e5dadc_0_2124"/>
          <p:cNvSpPr txBox="1"/>
          <p:nvPr/>
        </p:nvSpPr>
        <p:spPr>
          <a:xfrm>
            <a:off x="3955439" y="2839068"/>
            <a:ext cx="42810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Completed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g2baf9e5dadc_0_2124"/>
          <p:cNvSpPr/>
          <p:nvPr/>
        </p:nvSpPr>
        <p:spPr>
          <a:xfrm>
            <a:off x="-629232" y="1812082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_1"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baf9e5dadc_0_2136"/>
          <p:cNvSpPr txBox="1"/>
          <p:nvPr/>
        </p:nvSpPr>
        <p:spPr>
          <a:xfrm>
            <a:off x="794875" y="2957438"/>
            <a:ext cx="586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8" name="Google Shape;1578;g2baf9e5dadc_0_21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17600" y="1120700"/>
            <a:ext cx="6773626" cy="461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_3Step (H+PIC+NO.+HINT) 1">
  <p:cSld name="WA_3Step (H+PIC+NO.+HINT)_1"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0" name="Google Shape;1580;g2baf9e5dadc_0_2139"/>
          <p:cNvGrpSpPr/>
          <p:nvPr/>
        </p:nvGrpSpPr>
        <p:grpSpPr>
          <a:xfrm>
            <a:off x="1843328" y="1239732"/>
            <a:ext cx="8449744" cy="4433003"/>
            <a:chOff x="-413326" y="937285"/>
            <a:chExt cx="4433003" cy="4433003"/>
          </a:xfrm>
        </p:grpSpPr>
        <p:sp>
          <p:nvSpPr>
            <p:cNvPr id="1581" name="Google Shape;1581;g2baf9e5dadc_0_2139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82" name="Google Shape;1582;g2baf9e5dadc_0_2139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83" name="Google Shape;1583;g2baf9e5dadc_0_2139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84" name="Google Shape;1584;g2baf9e5dadc_0_2139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585" name="Google Shape;1585;g2baf9e5dadc_0_2139"/>
          <p:cNvSpPr txBox="1"/>
          <p:nvPr/>
        </p:nvSpPr>
        <p:spPr>
          <a:xfrm>
            <a:off x="7719261" y="426851"/>
            <a:ext cx="3337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Step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g2baf9e5dadc_0_2139"/>
          <p:cNvSpPr/>
          <p:nvPr>
            <p:ph idx="2" type="pic"/>
          </p:nvPr>
        </p:nvSpPr>
        <p:spPr>
          <a:xfrm>
            <a:off x="2394857" y="1519415"/>
            <a:ext cx="7323300" cy="391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87" name="Google Shape;1587;g2baf9e5dadc_0_2139"/>
          <p:cNvSpPr txBox="1"/>
          <p:nvPr>
            <p:ph idx="1" type="body"/>
          </p:nvPr>
        </p:nvSpPr>
        <p:spPr>
          <a:xfrm>
            <a:off x="467859" y="235804"/>
            <a:ext cx="4578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588" name="Google Shape;1588;g2baf9e5dadc_0_2139"/>
          <p:cNvSpPr txBox="1"/>
          <p:nvPr>
            <p:ph idx="3" type="body"/>
          </p:nvPr>
        </p:nvSpPr>
        <p:spPr>
          <a:xfrm>
            <a:off x="10998200" y="439516"/>
            <a:ext cx="908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grpSp>
        <p:nvGrpSpPr>
          <p:cNvPr id="1589" name="Google Shape;1589;g2baf9e5dadc_0_2139"/>
          <p:cNvGrpSpPr/>
          <p:nvPr/>
        </p:nvGrpSpPr>
        <p:grpSpPr>
          <a:xfrm>
            <a:off x="7637533" y="5702161"/>
            <a:ext cx="256344" cy="68100"/>
            <a:chOff x="781167" y="5836673"/>
            <a:chExt cx="256344" cy="68100"/>
          </a:xfrm>
        </p:grpSpPr>
        <p:sp>
          <p:nvSpPr>
            <p:cNvPr id="1590" name="Google Shape;1590;g2baf9e5dadc_0_2139"/>
            <p:cNvSpPr/>
            <p:nvPr/>
          </p:nvSpPr>
          <p:spPr>
            <a:xfrm>
              <a:off x="781167" y="5836673"/>
              <a:ext cx="68100" cy="681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1591" name="Google Shape;1591;g2baf9e5dadc_0_2139"/>
            <p:cNvCxnSpPr/>
            <p:nvPr/>
          </p:nvCxnSpPr>
          <p:spPr>
            <a:xfrm>
              <a:off x="882411" y="5870679"/>
              <a:ext cx="155100" cy="0"/>
            </a:xfrm>
            <a:prstGeom prst="straightConnector1">
              <a:avLst/>
            </a:prstGeom>
            <a:noFill/>
            <a:ln cap="rnd" cmpd="sng" w="9525">
              <a:solidFill>
                <a:srgbClr val="05FD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92" name="Google Shape;1592;g2baf9e5dadc_0_2139"/>
          <p:cNvSpPr txBox="1"/>
          <p:nvPr>
            <p:ph idx="4" type="body"/>
          </p:nvPr>
        </p:nvSpPr>
        <p:spPr>
          <a:xfrm>
            <a:off x="7893884" y="5640733"/>
            <a:ext cx="30603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Step (H+PIC+NO.+HINT) 1">
  <p:cSld name="3Step (H+PIC+NO.+HINT)_1"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4" name="Google Shape;1594;g2baf9e5dadc_0_2153"/>
          <p:cNvGrpSpPr/>
          <p:nvPr/>
        </p:nvGrpSpPr>
        <p:grpSpPr>
          <a:xfrm>
            <a:off x="2148128" y="1620732"/>
            <a:ext cx="8449744" cy="4433003"/>
            <a:chOff x="-413326" y="937285"/>
            <a:chExt cx="4433003" cy="4433003"/>
          </a:xfrm>
        </p:grpSpPr>
        <p:sp>
          <p:nvSpPr>
            <p:cNvPr id="1595" name="Google Shape;1595;g2baf9e5dadc_0_2153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96" name="Google Shape;1596;g2baf9e5dadc_0_2153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97" name="Google Shape;1597;g2baf9e5dadc_0_2153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598" name="Google Shape;1598;g2baf9e5dadc_0_2153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599" name="Google Shape;1599;g2baf9e5dadc_0_2153"/>
          <p:cNvSpPr txBox="1"/>
          <p:nvPr/>
        </p:nvSpPr>
        <p:spPr>
          <a:xfrm>
            <a:off x="7719261" y="426851"/>
            <a:ext cx="3337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Step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g2baf9e5dadc_0_2153"/>
          <p:cNvSpPr/>
          <p:nvPr>
            <p:ph idx="2" type="pic"/>
          </p:nvPr>
        </p:nvSpPr>
        <p:spPr>
          <a:xfrm>
            <a:off x="2699657" y="1900415"/>
            <a:ext cx="7323300" cy="391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01" name="Google Shape;1601;g2baf9e5dadc_0_2153"/>
          <p:cNvSpPr txBox="1"/>
          <p:nvPr>
            <p:ph idx="1" type="body"/>
          </p:nvPr>
        </p:nvSpPr>
        <p:spPr>
          <a:xfrm>
            <a:off x="467859" y="235804"/>
            <a:ext cx="45789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02" name="Google Shape;1602;g2baf9e5dadc_0_2153"/>
          <p:cNvSpPr txBox="1"/>
          <p:nvPr>
            <p:ph idx="3" type="body"/>
          </p:nvPr>
        </p:nvSpPr>
        <p:spPr>
          <a:xfrm>
            <a:off x="10998200" y="439516"/>
            <a:ext cx="908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grpSp>
        <p:nvGrpSpPr>
          <p:cNvPr id="1603" name="Google Shape;1603;g2baf9e5dadc_0_2153"/>
          <p:cNvGrpSpPr/>
          <p:nvPr/>
        </p:nvGrpSpPr>
        <p:grpSpPr>
          <a:xfrm>
            <a:off x="8589558" y="6331536"/>
            <a:ext cx="256344" cy="68100"/>
            <a:chOff x="781167" y="5836673"/>
            <a:chExt cx="256344" cy="68100"/>
          </a:xfrm>
        </p:grpSpPr>
        <p:sp>
          <p:nvSpPr>
            <p:cNvPr id="1604" name="Google Shape;1604;g2baf9e5dadc_0_2153"/>
            <p:cNvSpPr/>
            <p:nvPr/>
          </p:nvSpPr>
          <p:spPr>
            <a:xfrm>
              <a:off x="781167" y="5836673"/>
              <a:ext cx="68100" cy="681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1605" name="Google Shape;1605;g2baf9e5dadc_0_2153"/>
            <p:cNvCxnSpPr/>
            <p:nvPr/>
          </p:nvCxnSpPr>
          <p:spPr>
            <a:xfrm>
              <a:off x="882411" y="5870679"/>
              <a:ext cx="155100" cy="0"/>
            </a:xfrm>
            <a:prstGeom prst="straightConnector1">
              <a:avLst/>
            </a:prstGeom>
            <a:noFill/>
            <a:ln cap="rnd" cmpd="sng" w="9525">
              <a:solidFill>
                <a:srgbClr val="05FD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06" name="Google Shape;1606;g2baf9e5dadc_0_2153"/>
          <p:cNvSpPr txBox="1"/>
          <p:nvPr>
            <p:ph idx="4" type="body"/>
          </p:nvPr>
        </p:nvSpPr>
        <p:spPr>
          <a:xfrm>
            <a:off x="8845909" y="6270108"/>
            <a:ext cx="30603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grpSp>
        <p:nvGrpSpPr>
          <p:cNvPr id="1607" name="Google Shape;1607;g2baf9e5dadc_0_2153"/>
          <p:cNvGrpSpPr/>
          <p:nvPr/>
        </p:nvGrpSpPr>
        <p:grpSpPr>
          <a:xfrm>
            <a:off x="11722369" y="5812872"/>
            <a:ext cx="315939" cy="409183"/>
            <a:chOff x="11575262" y="5512453"/>
            <a:chExt cx="315939" cy="409183"/>
          </a:xfrm>
        </p:grpSpPr>
        <p:sp>
          <p:nvSpPr>
            <p:cNvPr id="1608" name="Google Shape;1608;g2baf9e5dadc_0_2153"/>
            <p:cNvSpPr/>
            <p:nvPr/>
          </p:nvSpPr>
          <p:spPr>
            <a:xfrm>
              <a:off x="11589701" y="5608436"/>
              <a:ext cx="301500" cy="3132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09" name="Google Shape;1609;g2baf9e5dadc_0_2153"/>
            <p:cNvSpPr/>
            <p:nvPr/>
          </p:nvSpPr>
          <p:spPr>
            <a:xfrm>
              <a:off x="11584939" y="5513432"/>
              <a:ext cx="182975" cy="340518"/>
            </a:xfrm>
            <a:custGeom>
              <a:rect b="b" l="l" r="r" t="t"/>
              <a:pathLst>
                <a:path extrusionOk="0" h="340518" w="182975">
                  <a:moveTo>
                    <a:pt x="102013" y="340519"/>
                  </a:moveTo>
                  <a:lnTo>
                    <a:pt x="76200" y="340519"/>
                  </a:lnTo>
                  <a:lnTo>
                    <a:pt x="76200" y="281464"/>
                  </a:lnTo>
                  <a:lnTo>
                    <a:pt x="102394" y="281464"/>
                  </a:lnTo>
                  <a:close/>
                  <a:moveTo>
                    <a:pt x="78200" y="338138"/>
                  </a:moveTo>
                  <a:lnTo>
                    <a:pt x="99632" y="338138"/>
                  </a:lnTo>
                  <a:lnTo>
                    <a:pt x="99632" y="283845"/>
                  </a:lnTo>
                  <a:lnTo>
                    <a:pt x="78200" y="283845"/>
                  </a:lnTo>
                  <a:close/>
                  <a:moveTo>
                    <a:pt x="102013" y="242888"/>
                  </a:moveTo>
                  <a:lnTo>
                    <a:pt x="76200" y="242888"/>
                  </a:lnTo>
                  <a:lnTo>
                    <a:pt x="76200" y="235553"/>
                  </a:lnTo>
                  <a:cubicBezTo>
                    <a:pt x="76200" y="215456"/>
                    <a:pt x="79534" y="190976"/>
                    <a:pt x="119920" y="155067"/>
                  </a:cubicBezTo>
                  <a:cubicBezTo>
                    <a:pt x="152972" y="125444"/>
                    <a:pt x="155734" y="103727"/>
                    <a:pt x="155734" y="84106"/>
                  </a:cubicBezTo>
                  <a:cubicBezTo>
                    <a:pt x="156702" y="52242"/>
                    <a:pt x="131656" y="25626"/>
                    <a:pt x="99792" y="24658"/>
                  </a:cubicBezTo>
                  <a:cubicBezTo>
                    <a:pt x="97897" y="24600"/>
                    <a:pt x="96000" y="24636"/>
                    <a:pt x="94107" y="24765"/>
                  </a:cubicBezTo>
                  <a:cubicBezTo>
                    <a:pt x="56007" y="24765"/>
                    <a:pt x="33338" y="45720"/>
                    <a:pt x="26289" y="87154"/>
                  </a:cubicBezTo>
                  <a:lnTo>
                    <a:pt x="26289" y="88106"/>
                  </a:lnTo>
                  <a:lnTo>
                    <a:pt x="0" y="88106"/>
                  </a:lnTo>
                  <a:lnTo>
                    <a:pt x="0" y="86868"/>
                  </a:lnTo>
                  <a:cubicBezTo>
                    <a:pt x="0" y="83344"/>
                    <a:pt x="6763" y="0"/>
                    <a:pt x="94583" y="0"/>
                  </a:cubicBezTo>
                  <a:cubicBezTo>
                    <a:pt x="155353" y="0"/>
                    <a:pt x="182975" y="43339"/>
                    <a:pt x="182975" y="83630"/>
                  </a:cubicBezTo>
                  <a:cubicBezTo>
                    <a:pt x="182975" y="119825"/>
                    <a:pt x="171069" y="142589"/>
                    <a:pt x="135922" y="174022"/>
                  </a:cubicBezTo>
                  <a:cubicBezTo>
                    <a:pt x="110871" y="196310"/>
                    <a:pt x="102013" y="213169"/>
                    <a:pt x="102013" y="238411"/>
                  </a:cubicBezTo>
                  <a:close/>
                  <a:moveTo>
                    <a:pt x="78200" y="240506"/>
                  </a:moveTo>
                  <a:lnTo>
                    <a:pt x="99632" y="240506"/>
                  </a:lnTo>
                  <a:lnTo>
                    <a:pt x="99632" y="238125"/>
                  </a:lnTo>
                  <a:cubicBezTo>
                    <a:pt x="99632" y="212122"/>
                    <a:pt x="108680" y="194786"/>
                    <a:pt x="134303" y="171450"/>
                  </a:cubicBezTo>
                  <a:cubicBezTo>
                    <a:pt x="168878" y="141351"/>
                    <a:pt x="180975" y="118967"/>
                    <a:pt x="180975" y="83630"/>
                  </a:cubicBezTo>
                  <a:cubicBezTo>
                    <a:pt x="180975" y="44482"/>
                    <a:pt x="154115" y="2381"/>
                    <a:pt x="95250" y="2381"/>
                  </a:cubicBezTo>
                  <a:cubicBezTo>
                    <a:pt x="13716" y="2381"/>
                    <a:pt x="3620" y="74771"/>
                    <a:pt x="2572" y="85725"/>
                  </a:cubicBezTo>
                  <a:lnTo>
                    <a:pt x="24098" y="85725"/>
                  </a:lnTo>
                  <a:cubicBezTo>
                    <a:pt x="31528" y="43720"/>
                    <a:pt x="55150" y="22384"/>
                    <a:pt x="94107" y="22384"/>
                  </a:cubicBezTo>
                  <a:cubicBezTo>
                    <a:pt x="127187" y="20369"/>
                    <a:pt x="155637" y="45553"/>
                    <a:pt x="157651" y="78633"/>
                  </a:cubicBezTo>
                  <a:cubicBezTo>
                    <a:pt x="157762" y="80455"/>
                    <a:pt x="157789" y="82281"/>
                    <a:pt x="157734" y="84106"/>
                  </a:cubicBezTo>
                  <a:cubicBezTo>
                    <a:pt x="157734" y="104299"/>
                    <a:pt x="154877" y="126587"/>
                    <a:pt x="121158" y="156877"/>
                  </a:cubicBezTo>
                  <a:cubicBezTo>
                    <a:pt x="81534" y="192119"/>
                    <a:pt x="78200" y="215932"/>
                    <a:pt x="78200" y="235553"/>
                  </a:cubicBezTo>
                  <a:close/>
                </a:path>
              </a:pathLst>
            </a:custGeom>
            <a:solidFill>
              <a:srgbClr val="05FDFF"/>
            </a:solidFill>
            <a:ln cap="flat" cmpd="sng" w="9525">
              <a:solidFill>
                <a:schemeClr val="dk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10" name="Google Shape;1610;g2baf9e5dadc_0_2153"/>
            <p:cNvSpPr/>
            <p:nvPr/>
          </p:nvSpPr>
          <p:spPr>
            <a:xfrm>
              <a:off x="11575262" y="5512453"/>
              <a:ext cx="180498" cy="338137"/>
            </a:xfrm>
            <a:custGeom>
              <a:rect b="b" l="l" r="r" t="t"/>
              <a:pathLst>
                <a:path extrusionOk="0" h="338137" w="180498">
                  <a:moveTo>
                    <a:pt x="75724" y="240506"/>
                  </a:moveTo>
                  <a:lnTo>
                    <a:pt x="75724" y="234315"/>
                  </a:lnTo>
                  <a:cubicBezTo>
                    <a:pt x="75724" y="213360"/>
                    <a:pt x="80010" y="189548"/>
                    <a:pt x="119063" y="154781"/>
                  </a:cubicBezTo>
                  <a:cubicBezTo>
                    <a:pt x="151448" y="126206"/>
                    <a:pt x="155258" y="104299"/>
                    <a:pt x="155258" y="82868"/>
                  </a:cubicBezTo>
                  <a:cubicBezTo>
                    <a:pt x="156152" y="50265"/>
                    <a:pt x="130447" y="23110"/>
                    <a:pt x="97845" y="22215"/>
                  </a:cubicBezTo>
                  <a:cubicBezTo>
                    <a:pt x="96185" y="22170"/>
                    <a:pt x="94525" y="22194"/>
                    <a:pt x="92869" y="22289"/>
                  </a:cubicBezTo>
                  <a:cubicBezTo>
                    <a:pt x="51911" y="22289"/>
                    <a:pt x="30480" y="46387"/>
                    <a:pt x="23813" y="85725"/>
                  </a:cubicBezTo>
                  <a:lnTo>
                    <a:pt x="0" y="85725"/>
                  </a:lnTo>
                  <a:cubicBezTo>
                    <a:pt x="1429" y="63818"/>
                    <a:pt x="17145" y="0"/>
                    <a:pt x="93345" y="0"/>
                  </a:cubicBezTo>
                  <a:cubicBezTo>
                    <a:pt x="157162" y="0"/>
                    <a:pt x="180499" y="46673"/>
                    <a:pt x="180499" y="82487"/>
                  </a:cubicBezTo>
                  <a:cubicBezTo>
                    <a:pt x="180499" y="118301"/>
                    <a:pt x="169069" y="140589"/>
                    <a:pt x="133826" y="172022"/>
                  </a:cubicBezTo>
                  <a:cubicBezTo>
                    <a:pt x="107633" y="195358"/>
                    <a:pt x="99536" y="212503"/>
                    <a:pt x="99536" y="237268"/>
                  </a:cubicBezTo>
                  <a:lnTo>
                    <a:pt x="99536" y="240602"/>
                  </a:lnTo>
                  <a:close/>
                  <a:moveTo>
                    <a:pt x="75724" y="338138"/>
                  </a:moveTo>
                  <a:lnTo>
                    <a:pt x="75724" y="280988"/>
                  </a:lnTo>
                  <a:lnTo>
                    <a:pt x="99536" y="280988"/>
                  </a:lnTo>
                  <a:lnTo>
                    <a:pt x="99536" y="338138"/>
                  </a:lnTo>
                  <a:close/>
                </a:path>
              </a:pathLst>
            </a:cu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25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baf9e5dadc_0_2172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Kdam Thmor Pro"/>
              <a:buNone/>
              <a:defRPr b="0" i="0" sz="3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4" name="Google Shape;1614;g2baf9e5dadc_0_2172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15" name="Google Shape;1615;g2baf9e5dadc_0_217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16" name="Google Shape;1616;g2baf9e5dadc_0_217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17" name="Google Shape;1617;g2baf9e5dadc_0_217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out Activity" type="blank">
  <p:cSld name="BLANK"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_Learn (H+P+S)">
  <p:cSld name="WA_Learn (H+P+S)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baf9e5dadc_0_2179"/>
          <p:cNvSpPr/>
          <p:nvPr/>
        </p:nvSpPr>
        <p:spPr>
          <a:xfrm>
            <a:off x="8653918" y="553356"/>
            <a:ext cx="3070200" cy="5752500"/>
          </a:xfrm>
          <a:prstGeom prst="rect">
            <a:avLst/>
          </a:pr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3215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21" name="Google Shape;1621;g2baf9e5dadc_0_2179"/>
          <p:cNvSpPr/>
          <p:nvPr/>
        </p:nvSpPr>
        <p:spPr>
          <a:xfrm>
            <a:off x="8660269" y="6164043"/>
            <a:ext cx="3070200" cy="281100"/>
          </a:xfrm>
          <a:prstGeom prst="ellipse">
            <a:avLst/>
          </a:prstGeom>
          <a:solidFill>
            <a:srgbClr val="05FDFF"/>
          </a:solidFill>
          <a:ln cap="rnd" cmpd="sng" w="19050">
            <a:solidFill>
              <a:srgbClr val="002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22" name="Google Shape;1622;g2baf9e5dadc_0_2179"/>
          <p:cNvSpPr/>
          <p:nvPr/>
        </p:nvSpPr>
        <p:spPr>
          <a:xfrm flipH="1" rot="10800000">
            <a:off x="8660269" y="426953"/>
            <a:ext cx="3070200" cy="281100"/>
          </a:xfrm>
          <a:prstGeom prst="ellipse">
            <a:avLst/>
          </a:prstGeom>
          <a:solidFill>
            <a:srgbClr val="05FDFF"/>
          </a:solidFill>
          <a:ln cap="rnd" cmpd="sng" w="19050">
            <a:solidFill>
              <a:srgbClr val="002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623" name="Google Shape;1623;g2baf9e5dadc_0_2179"/>
          <p:cNvGrpSpPr/>
          <p:nvPr/>
        </p:nvGrpSpPr>
        <p:grpSpPr>
          <a:xfrm>
            <a:off x="781167" y="5836673"/>
            <a:ext cx="256344" cy="68100"/>
            <a:chOff x="781167" y="5836673"/>
            <a:chExt cx="256344" cy="68100"/>
          </a:xfrm>
        </p:grpSpPr>
        <p:sp>
          <p:nvSpPr>
            <p:cNvPr id="1624" name="Google Shape;1624;g2baf9e5dadc_0_2179"/>
            <p:cNvSpPr/>
            <p:nvPr/>
          </p:nvSpPr>
          <p:spPr>
            <a:xfrm>
              <a:off x="781167" y="5836673"/>
              <a:ext cx="68100" cy="681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1625" name="Google Shape;1625;g2baf9e5dadc_0_2179"/>
            <p:cNvCxnSpPr/>
            <p:nvPr/>
          </p:nvCxnSpPr>
          <p:spPr>
            <a:xfrm>
              <a:off x="882411" y="5870679"/>
              <a:ext cx="155100" cy="0"/>
            </a:xfrm>
            <a:prstGeom prst="straightConnector1">
              <a:avLst/>
            </a:prstGeom>
            <a:noFill/>
            <a:ln cap="rnd" cmpd="sng" w="9525">
              <a:solidFill>
                <a:srgbClr val="05FD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26" name="Google Shape;1626;g2baf9e5dadc_0_2179"/>
          <p:cNvSpPr txBox="1"/>
          <p:nvPr>
            <p:ph idx="1" type="body"/>
          </p:nvPr>
        </p:nvSpPr>
        <p:spPr>
          <a:xfrm>
            <a:off x="467859" y="426851"/>
            <a:ext cx="41643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27" name="Google Shape;1627;g2baf9e5dadc_0_2179"/>
          <p:cNvSpPr txBox="1"/>
          <p:nvPr>
            <p:ph idx="2" type="body"/>
          </p:nvPr>
        </p:nvSpPr>
        <p:spPr>
          <a:xfrm>
            <a:off x="1037518" y="5775245"/>
            <a:ext cx="38334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28" name="Google Shape;1628;g2baf9e5dadc_0_2179"/>
          <p:cNvSpPr txBox="1"/>
          <p:nvPr>
            <p:ph idx="3" type="body"/>
          </p:nvPr>
        </p:nvSpPr>
        <p:spPr>
          <a:xfrm>
            <a:off x="8760422" y="1959082"/>
            <a:ext cx="2869800" cy="31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_Challenge+Text+pic">
  <p:cSld name="WA_Challenge+Text+pic"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0" name="Google Shape;1630;g2baf9e5dadc_0_2189"/>
          <p:cNvGrpSpPr/>
          <p:nvPr/>
        </p:nvGrpSpPr>
        <p:grpSpPr>
          <a:xfrm>
            <a:off x="1901129" y="1620732"/>
            <a:ext cx="8944024" cy="4433003"/>
            <a:chOff x="-413326" y="937285"/>
            <a:chExt cx="4433003" cy="4433003"/>
          </a:xfrm>
        </p:grpSpPr>
        <p:sp>
          <p:nvSpPr>
            <p:cNvPr id="1631" name="Google Shape;1631;g2baf9e5dadc_0_2189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32" name="Google Shape;1632;g2baf9e5dadc_0_2189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33" name="Google Shape;1633;g2baf9e5dadc_0_2189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34" name="Google Shape;1634;g2baf9e5dadc_0_2189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635" name="Google Shape;1635;g2baf9e5dadc_0_2189"/>
          <p:cNvSpPr txBox="1"/>
          <p:nvPr>
            <p:ph idx="1" type="body"/>
          </p:nvPr>
        </p:nvSpPr>
        <p:spPr>
          <a:xfrm>
            <a:off x="2799191" y="1915534"/>
            <a:ext cx="71478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36" name="Google Shape;1636;g2baf9e5dadc_0_2189"/>
          <p:cNvSpPr/>
          <p:nvPr>
            <p:ph idx="2" type="pic"/>
          </p:nvPr>
        </p:nvSpPr>
        <p:spPr>
          <a:xfrm>
            <a:off x="2596055" y="3428999"/>
            <a:ext cx="7694700" cy="2455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7" name="Google Shape;1637;g2baf9e5dadc_0_2189"/>
          <p:cNvSpPr txBox="1"/>
          <p:nvPr>
            <p:ph idx="3" type="body"/>
          </p:nvPr>
        </p:nvSpPr>
        <p:spPr>
          <a:xfrm>
            <a:off x="2799191" y="235804"/>
            <a:ext cx="37647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38" name="Google Shape;1638;g2baf9e5dadc_0_2189"/>
          <p:cNvSpPr txBox="1"/>
          <p:nvPr/>
        </p:nvSpPr>
        <p:spPr>
          <a:xfrm>
            <a:off x="482600" y="314232"/>
            <a:ext cx="472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Challenge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+Topic/P/V/S">
  <p:cSld name="Brainstorming+Topic/P/V/S"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" name="Google Shape;1640;g2baf9e5dadc_0_2199"/>
          <p:cNvGrpSpPr/>
          <p:nvPr/>
        </p:nvGrpSpPr>
        <p:grpSpPr>
          <a:xfrm>
            <a:off x="9966437" y="3263943"/>
            <a:ext cx="350865" cy="2153064"/>
            <a:chOff x="8734426" y="1856356"/>
            <a:chExt cx="337500" cy="2071050"/>
          </a:xfrm>
        </p:grpSpPr>
        <p:sp>
          <p:nvSpPr>
            <p:cNvPr id="1641" name="Google Shape;1641;g2baf9e5dadc_0_2199"/>
            <p:cNvSpPr/>
            <p:nvPr/>
          </p:nvSpPr>
          <p:spPr>
            <a:xfrm>
              <a:off x="8734426" y="1856356"/>
              <a:ext cx="337500" cy="3375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42" name="Google Shape;1642;g2baf9e5dadc_0_2199"/>
            <p:cNvSpPr/>
            <p:nvPr/>
          </p:nvSpPr>
          <p:spPr>
            <a:xfrm>
              <a:off x="8734426" y="3589906"/>
              <a:ext cx="337500" cy="3375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43" name="Google Shape;1643;g2baf9e5dadc_0_2199"/>
          <p:cNvGrpSpPr/>
          <p:nvPr/>
        </p:nvGrpSpPr>
        <p:grpSpPr>
          <a:xfrm>
            <a:off x="9966437" y="3263943"/>
            <a:ext cx="350865" cy="2153064"/>
            <a:chOff x="8734426" y="1856356"/>
            <a:chExt cx="337500" cy="2071050"/>
          </a:xfrm>
        </p:grpSpPr>
        <p:sp>
          <p:nvSpPr>
            <p:cNvPr id="1644" name="Google Shape;1644;g2baf9e5dadc_0_2199"/>
            <p:cNvSpPr/>
            <p:nvPr/>
          </p:nvSpPr>
          <p:spPr>
            <a:xfrm>
              <a:off x="8734426" y="1856356"/>
              <a:ext cx="337500" cy="337500"/>
            </a:xfrm>
            <a:prstGeom prst="ellipse">
              <a:avLst/>
            </a:prstGeom>
            <a:solidFill>
              <a:srgbClr val="25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45" name="Google Shape;1645;g2baf9e5dadc_0_2199"/>
            <p:cNvSpPr/>
            <p:nvPr/>
          </p:nvSpPr>
          <p:spPr>
            <a:xfrm>
              <a:off x="8734426" y="3589906"/>
              <a:ext cx="337500" cy="337500"/>
            </a:xfrm>
            <a:prstGeom prst="ellipse">
              <a:avLst/>
            </a:prstGeom>
            <a:solidFill>
              <a:srgbClr val="25FA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46" name="Google Shape;1646;g2baf9e5dadc_0_2199"/>
          <p:cNvGrpSpPr/>
          <p:nvPr/>
        </p:nvGrpSpPr>
        <p:grpSpPr>
          <a:xfrm>
            <a:off x="9966493" y="3263943"/>
            <a:ext cx="350865" cy="2153064"/>
            <a:chOff x="11049001" y="1856356"/>
            <a:chExt cx="337500" cy="2071050"/>
          </a:xfrm>
        </p:grpSpPr>
        <p:sp>
          <p:nvSpPr>
            <p:cNvPr id="1647" name="Google Shape;1647;g2baf9e5dadc_0_2199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48" name="Google Shape;1648;g2baf9e5dadc_0_2199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E7E6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49" name="Google Shape;1649;g2baf9e5dadc_0_2199"/>
          <p:cNvGrpSpPr/>
          <p:nvPr/>
        </p:nvGrpSpPr>
        <p:grpSpPr>
          <a:xfrm>
            <a:off x="9966493" y="3263943"/>
            <a:ext cx="350865" cy="2153064"/>
            <a:chOff x="11049001" y="1856356"/>
            <a:chExt cx="337500" cy="2071050"/>
          </a:xfrm>
        </p:grpSpPr>
        <p:sp>
          <p:nvSpPr>
            <p:cNvPr id="1650" name="Google Shape;1650;g2baf9e5dadc_0_2199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C7E9E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51" name="Google Shape;1651;g2baf9e5dadc_0_2199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C7E9E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52" name="Google Shape;1652;g2baf9e5dadc_0_2199"/>
          <p:cNvGrpSpPr/>
          <p:nvPr/>
        </p:nvGrpSpPr>
        <p:grpSpPr>
          <a:xfrm>
            <a:off x="9966493" y="3263943"/>
            <a:ext cx="350865" cy="2153064"/>
            <a:chOff x="11049001" y="1856356"/>
            <a:chExt cx="337500" cy="2071050"/>
          </a:xfrm>
        </p:grpSpPr>
        <p:sp>
          <p:nvSpPr>
            <p:cNvPr id="1653" name="Google Shape;1653;g2baf9e5dadc_0_2199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A6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54" name="Google Shape;1654;g2baf9e5dadc_0_2199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A6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55" name="Google Shape;1655;g2baf9e5dadc_0_2199"/>
          <p:cNvGrpSpPr/>
          <p:nvPr/>
        </p:nvGrpSpPr>
        <p:grpSpPr>
          <a:xfrm>
            <a:off x="9966493" y="3263943"/>
            <a:ext cx="350865" cy="2153064"/>
            <a:chOff x="11049001" y="1856356"/>
            <a:chExt cx="337500" cy="2071050"/>
          </a:xfrm>
        </p:grpSpPr>
        <p:sp>
          <p:nvSpPr>
            <p:cNvPr id="1656" name="Google Shape;1656;g2baf9e5dadc_0_2199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86F0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57" name="Google Shape;1657;g2baf9e5dadc_0_2199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86F0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58" name="Google Shape;1658;g2baf9e5dadc_0_2199"/>
          <p:cNvGrpSpPr/>
          <p:nvPr/>
        </p:nvGrpSpPr>
        <p:grpSpPr>
          <a:xfrm>
            <a:off x="9966493" y="3263943"/>
            <a:ext cx="350865" cy="2153064"/>
            <a:chOff x="11049001" y="1856356"/>
            <a:chExt cx="337500" cy="2071050"/>
          </a:xfrm>
        </p:grpSpPr>
        <p:sp>
          <p:nvSpPr>
            <p:cNvPr id="1659" name="Google Shape;1659;g2baf9e5dadc_0_2199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66F3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60" name="Google Shape;1660;g2baf9e5dadc_0_2199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66F3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61" name="Google Shape;1661;g2baf9e5dadc_0_2199"/>
          <p:cNvGrpSpPr/>
          <p:nvPr/>
        </p:nvGrpSpPr>
        <p:grpSpPr>
          <a:xfrm>
            <a:off x="9966493" y="3263943"/>
            <a:ext cx="350865" cy="2153064"/>
            <a:chOff x="11049001" y="1856356"/>
            <a:chExt cx="337500" cy="2071050"/>
          </a:xfrm>
        </p:grpSpPr>
        <p:sp>
          <p:nvSpPr>
            <p:cNvPr id="1662" name="Google Shape;1662;g2baf9e5dadc_0_2199"/>
            <p:cNvSpPr/>
            <p:nvPr/>
          </p:nvSpPr>
          <p:spPr>
            <a:xfrm>
              <a:off x="11049001" y="1856356"/>
              <a:ext cx="337500" cy="337500"/>
            </a:xfrm>
            <a:prstGeom prst="ellipse">
              <a:avLst/>
            </a:prstGeom>
            <a:solidFill>
              <a:srgbClr val="46F6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63" name="Google Shape;1663;g2baf9e5dadc_0_2199"/>
            <p:cNvSpPr/>
            <p:nvPr/>
          </p:nvSpPr>
          <p:spPr>
            <a:xfrm>
              <a:off x="11049001" y="3589906"/>
              <a:ext cx="337500" cy="337500"/>
            </a:xfrm>
            <a:prstGeom prst="ellipse">
              <a:avLst/>
            </a:prstGeom>
            <a:solidFill>
              <a:srgbClr val="46F6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664" name="Google Shape;1664;g2baf9e5dadc_0_2199"/>
          <p:cNvSpPr txBox="1"/>
          <p:nvPr/>
        </p:nvSpPr>
        <p:spPr>
          <a:xfrm>
            <a:off x="482600" y="729930"/>
            <a:ext cx="4724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Brainstorming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g2baf9e5dadc_0_2199"/>
          <p:cNvSpPr txBox="1"/>
          <p:nvPr>
            <p:ph idx="1" type="body"/>
          </p:nvPr>
        </p:nvSpPr>
        <p:spPr>
          <a:xfrm>
            <a:off x="998463" y="2192299"/>
            <a:ext cx="7091400" cy="39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10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1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20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2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350"/>
                                  </p:stCondLst>
                                  <p:childTnLst>
                                    <p:animRot by="-21600000">
                                      <p:cBhvr>
                                        <p:cTn dur="2500" fill="hold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+HIELP BUTTON 1">
  <p:cSld name="Q&amp;A+HIELP BUTTON_1"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2baf9e5dadc_0_2226"/>
          <p:cNvSpPr/>
          <p:nvPr/>
        </p:nvSpPr>
        <p:spPr>
          <a:xfrm rot="5400000">
            <a:off x="-313698" y="-1313719"/>
            <a:ext cx="1110000" cy="5257800"/>
          </a:xfrm>
          <a:prstGeom prst="rect">
            <a:avLst/>
          </a:pr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3921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668" name="Google Shape;1668;g2baf9e5dadc_0_2226"/>
          <p:cNvGrpSpPr/>
          <p:nvPr/>
        </p:nvGrpSpPr>
        <p:grpSpPr>
          <a:xfrm>
            <a:off x="-86314" y="851932"/>
            <a:ext cx="324402" cy="390024"/>
            <a:chOff x="948349" y="814223"/>
            <a:chExt cx="2794159" cy="390024"/>
          </a:xfrm>
        </p:grpSpPr>
        <p:sp>
          <p:nvSpPr>
            <p:cNvPr id="1669" name="Google Shape;1669;g2baf9e5dadc_0_2226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70" name="Google Shape;1670;g2baf9e5dadc_0_2226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71" name="Google Shape;1671;g2baf9e5dadc_0_2226"/>
          <p:cNvGrpSpPr/>
          <p:nvPr/>
        </p:nvGrpSpPr>
        <p:grpSpPr>
          <a:xfrm flipH="1" rot="10800000">
            <a:off x="-86314" y="2415356"/>
            <a:ext cx="324402" cy="390024"/>
            <a:chOff x="948349" y="814223"/>
            <a:chExt cx="2794159" cy="390024"/>
          </a:xfrm>
        </p:grpSpPr>
        <p:sp>
          <p:nvSpPr>
            <p:cNvPr id="1672" name="Google Shape;1672;g2baf9e5dadc_0_2226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73" name="Google Shape;1673;g2baf9e5dadc_0_2226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674" name="Google Shape;1674;g2baf9e5dadc_0_2226"/>
          <p:cNvSpPr/>
          <p:nvPr/>
        </p:nvSpPr>
        <p:spPr>
          <a:xfrm>
            <a:off x="-1066665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75" name="Google Shape;1675;g2baf9e5dadc_0_2226"/>
          <p:cNvSpPr/>
          <p:nvPr/>
        </p:nvSpPr>
        <p:spPr>
          <a:xfrm>
            <a:off x="-923503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76" name="Google Shape;1676;g2baf9e5dadc_0_2226"/>
          <p:cNvSpPr/>
          <p:nvPr/>
        </p:nvSpPr>
        <p:spPr>
          <a:xfrm>
            <a:off x="-780341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77" name="Google Shape;1677;g2baf9e5dadc_0_2226"/>
          <p:cNvSpPr/>
          <p:nvPr/>
        </p:nvSpPr>
        <p:spPr>
          <a:xfrm>
            <a:off x="-637179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78" name="Google Shape;1678;g2baf9e5dadc_0_2226"/>
          <p:cNvSpPr/>
          <p:nvPr/>
        </p:nvSpPr>
        <p:spPr>
          <a:xfrm>
            <a:off x="-494017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679" name="Google Shape;1679;g2baf9e5dadc_0_2226"/>
          <p:cNvSpPr/>
          <p:nvPr/>
        </p:nvSpPr>
        <p:spPr>
          <a:xfrm>
            <a:off x="-350853" y="588584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680" name="Google Shape;1680;g2baf9e5dadc_0_2226"/>
          <p:cNvGrpSpPr/>
          <p:nvPr/>
        </p:nvGrpSpPr>
        <p:grpSpPr>
          <a:xfrm>
            <a:off x="11490140" y="6059615"/>
            <a:ext cx="315939" cy="409183"/>
            <a:chOff x="11575262" y="5512453"/>
            <a:chExt cx="315939" cy="409183"/>
          </a:xfrm>
        </p:grpSpPr>
        <p:sp>
          <p:nvSpPr>
            <p:cNvPr id="1681" name="Google Shape;1681;g2baf9e5dadc_0_2226"/>
            <p:cNvSpPr/>
            <p:nvPr/>
          </p:nvSpPr>
          <p:spPr>
            <a:xfrm>
              <a:off x="11589701" y="5608436"/>
              <a:ext cx="301500" cy="313200"/>
            </a:xfrm>
            <a:prstGeom prst="ellipse">
              <a:avLst/>
            </a:pr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82" name="Google Shape;1682;g2baf9e5dadc_0_2226"/>
            <p:cNvSpPr/>
            <p:nvPr/>
          </p:nvSpPr>
          <p:spPr>
            <a:xfrm>
              <a:off x="11584939" y="5513432"/>
              <a:ext cx="182975" cy="340518"/>
            </a:xfrm>
            <a:custGeom>
              <a:rect b="b" l="l" r="r" t="t"/>
              <a:pathLst>
                <a:path extrusionOk="0" h="340518" w="182975">
                  <a:moveTo>
                    <a:pt x="102013" y="340519"/>
                  </a:moveTo>
                  <a:lnTo>
                    <a:pt x="76200" y="340519"/>
                  </a:lnTo>
                  <a:lnTo>
                    <a:pt x="76200" y="281464"/>
                  </a:lnTo>
                  <a:lnTo>
                    <a:pt x="102394" y="281464"/>
                  </a:lnTo>
                  <a:close/>
                  <a:moveTo>
                    <a:pt x="78200" y="338138"/>
                  </a:moveTo>
                  <a:lnTo>
                    <a:pt x="99632" y="338138"/>
                  </a:lnTo>
                  <a:lnTo>
                    <a:pt x="99632" y="283845"/>
                  </a:lnTo>
                  <a:lnTo>
                    <a:pt x="78200" y="283845"/>
                  </a:lnTo>
                  <a:close/>
                  <a:moveTo>
                    <a:pt x="102013" y="242888"/>
                  </a:moveTo>
                  <a:lnTo>
                    <a:pt x="76200" y="242888"/>
                  </a:lnTo>
                  <a:lnTo>
                    <a:pt x="76200" y="235553"/>
                  </a:lnTo>
                  <a:cubicBezTo>
                    <a:pt x="76200" y="215456"/>
                    <a:pt x="79534" y="190976"/>
                    <a:pt x="119920" y="155067"/>
                  </a:cubicBezTo>
                  <a:cubicBezTo>
                    <a:pt x="152972" y="125444"/>
                    <a:pt x="155734" y="103727"/>
                    <a:pt x="155734" y="84106"/>
                  </a:cubicBezTo>
                  <a:cubicBezTo>
                    <a:pt x="156702" y="52242"/>
                    <a:pt x="131656" y="25626"/>
                    <a:pt x="99792" y="24658"/>
                  </a:cubicBezTo>
                  <a:cubicBezTo>
                    <a:pt x="97897" y="24600"/>
                    <a:pt x="96000" y="24636"/>
                    <a:pt x="94107" y="24765"/>
                  </a:cubicBezTo>
                  <a:cubicBezTo>
                    <a:pt x="56007" y="24765"/>
                    <a:pt x="33338" y="45720"/>
                    <a:pt x="26289" y="87154"/>
                  </a:cubicBezTo>
                  <a:lnTo>
                    <a:pt x="26289" y="88106"/>
                  </a:lnTo>
                  <a:lnTo>
                    <a:pt x="0" y="88106"/>
                  </a:lnTo>
                  <a:lnTo>
                    <a:pt x="0" y="86868"/>
                  </a:lnTo>
                  <a:cubicBezTo>
                    <a:pt x="0" y="83344"/>
                    <a:pt x="6763" y="0"/>
                    <a:pt x="94583" y="0"/>
                  </a:cubicBezTo>
                  <a:cubicBezTo>
                    <a:pt x="155353" y="0"/>
                    <a:pt x="182975" y="43339"/>
                    <a:pt x="182975" y="83630"/>
                  </a:cubicBezTo>
                  <a:cubicBezTo>
                    <a:pt x="182975" y="119825"/>
                    <a:pt x="171069" y="142589"/>
                    <a:pt x="135922" y="174022"/>
                  </a:cubicBezTo>
                  <a:cubicBezTo>
                    <a:pt x="110871" y="196310"/>
                    <a:pt x="102013" y="213169"/>
                    <a:pt x="102013" y="238411"/>
                  </a:cubicBezTo>
                  <a:close/>
                  <a:moveTo>
                    <a:pt x="78200" y="240506"/>
                  </a:moveTo>
                  <a:lnTo>
                    <a:pt x="99632" y="240506"/>
                  </a:lnTo>
                  <a:lnTo>
                    <a:pt x="99632" y="238125"/>
                  </a:lnTo>
                  <a:cubicBezTo>
                    <a:pt x="99632" y="212122"/>
                    <a:pt x="108680" y="194786"/>
                    <a:pt x="134303" y="171450"/>
                  </a:cubicBezTo>
                  <a:cubicBezTo>
                    <a:pt x="168878" y="141351"/>
                    <a:pt x="180975" y="118967"/>
                    <a:pt x="180975" y="83630"/>
                  </a:cubicBezTo>
                  <a:cubicBezTo>
                    <a:pt x="180975" y="44482"/>
                    <a:pt x="154115" y="2381"/>
                    <a:pt x="95250" y="2381"/>
                  </a:cubicBezTo>
                  <a:cubicBezTo>
                    <a:pt x="13716" y="2381"/>
                    <a:pt x="3620" y="74771"/>
                    <a:pt x="2572" y="85725"/>
                  </a:cubicBezTo>
                  <a:lnTo>
                    <a:pt x="24098" y="85725"/>
                  </a:lnTo>
                  <a:cubicBezTo>
                    <a:pt x="31528" y="43720"/>
                    <a:pt x="55150" y="22384"/>
                    <a:pt x="94107" y="22384"/>
                  </a:cubicBezTo>
                  <a:cubicBezTo>
                    <a:pt x="127187" y="20369"/>
                    <a:pt x="155637" y="45553"/>
                    <a:pt x="157651" y="78633"/>
                  </a:cubicBezTo>
                  <a:cubicBezTo>
                    <a:pt x="157762" y="80455"/>
                    <a:pt x="157789" y="82281"/>
                    <a:pt x="157734" y="84106"/>
                  </a:cubicBezTo>
                  <a:cubicBezTo>
                    <a:pt x="157734" y="104299"/>
                    <a:pt x="154877" y="126587"/>
                    <a:pt x="121158" y="156877"/>
                  </a:cubicBezTo>
                  <a:cubicBezTo>
                    <a:pt x="81534" y="192119"/>
                    <a:pt x="78200" y="215932"/>
                    <a:pt x="78200" y="235553"/>
                  </a:cubicBezTo>
                  <a:close/>
                </a:path>
              </a:pathLst>
            </a:custGeom>
            <a:solidFill>
              <a:srgbClr val="05FDFF"/>
            </a:solidFill>
            <a:ln cap="flat" cmpd="sng" w="9525">
              <a:solidFill>
                <a:schemeClr val="dk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83" name="Google Shape;1683;g2baf9e5dadc_0_2226"/>
            <p:cNvSpPr/>
            <p:nvPr/>
          </p:nvSpPr>
          <p:spPr>
            <a:xfrm>
              <a:off x="11575262" y="5512453"/>
              <a:ext cx="180498" cy="338137"/>
            </a:xfrm>
            <a:custGeom>
              <a:rect b="b" l="l" r="r" t="t"/>
              <a:pathLst>
                <a:path extrusionOk="0" h="338137" w="180498">
                  <a:moveTo>
                    <a:pt x="75724" y="240506"/>
                  </a:moveTo>
                  <a:lnTo>
                    <a:pt x="75724" y="234315"/>
                  </a:lnTo>
                  <a:cubicBezTo>
                    <a:pt x="75724" y="213360"/>
                    <a:pt x="80010" y="189548"/>
                    <a:pt x="119063" y="154781"/>
                  </a:cubicBezTo>
                  <a:cubicBezTo>
                    <a:pt x="151448" y="126206"/>
                    <a:pt x="155258" y="104299"/>
                    <a:pt x="155258" y="82868"/>
                  </a:cubicBezTo>
                  <a:cubicBezTo>
                    <a:pt x="156152" y="50265"/>
                    <a:pt x="130447" y="23110"/>
                    <a:pt x="97845" y="22215"/>
                  </a:cubicBezTo>
                  <a:cubicBezTo>
                    <a:pt x="96185" y="22170"/>
                    <a:pt x="94525" y="22194"/>
                    <a:pt x="92869" y="22289"/>
                  </a:cubicBezTo>
                  <a:cubicBezTo>
                    <a:pt x="51911" y="22289"/>
                    <a:pt x="30480" y="46387"/>
                    <a:pt x="23813" y="85725"/>
                  </a:cubicBezTo>
                  <a:lnTo>
                    <a:pt x="0" y="85725"/>
                  </a:lnTo>
                  <a:cubicBezTo>
                    <a:pt x="1429" y="63818"/>
                    <a:pt x="17145" y="0"/>
                    <a:pt x="93345" y="0"/>
                  </a:cubicBezTo>
                  <a:cubicBezTo>
                    <a:pt x="157162" y="0"/>
                    <a:pt x="180499" y="46673"/>
                    <a:pt x="180499" y="82487"/>
                  </a:cubicBezTo>
                  <a:cubicBezTo>
                    <a:pt x="180499" y="118301"/>
                    <a:pt x="169069" y="140589"/>
                    <a:pt x="133826" y="172022"/>
                  </a:cubicBezTo>
                  <a:cubicBezTo>
                    <a:pt x="107633" y="195358"/>
                    <a:pt x="99536" y="212503"/>
                    <a:pt x="99536" y="237268"/>
                  </a:cubicBezTo>
                  <a:lnTo>
                    <a:pt x="99536" y="240602"/>
                  </a:lnTo>
                  <a:close/>
                  <a:moveTo>
                    <a:pt x="75724" y="338138"/>
                  </a:moveTo>
                  <a:lnTo>
                    <a:pt x="75724" y="280988"/>
                  </a:lnTo>
                  <a:lnTo>
                    <a:pt x="99536" y="280988"/>
                  </a:lnTo>
                  <a:lnTo>
                    <a:pt x="99536" y="338138"/>
                  </a:lnTo>
                  <a:close/>
                </a:path>
              </a:pathLst>
            </a:custGeom>
            <a:solidFill>
              <a:srgbClr val="05F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84" name="Google Shape;1684;g2baf9e5dadc_0_2226"/>
          <p:cNvGrpSpPr/>
          <p:nvPr/>
        </p:nvGrpSpPr>
        <p:grpSpPr>
          <a:xfrm>
            <a:off x="976070" y="2631155"/>
            <a:ext cx="256344" cy="68100"/>
            <a:chOff x="781167" y="5925573"/>
            <a:chExt cx="256344" cy="68100"/>
          </a:xfrm>
        </p:grpSpPr>
        <p:sp>
          <p:nvSpPr>
            <p:cNvPr id="1685" name="Google Shape;1685;g2baf9e5dadc_0_2226"/>
            <p:cNvSpPr/>
            <p:nvPr/>
          </p:nvSpPr>
          <p:spPr>
            <a:xfrm>
              <a:off x="781167" y="5925573"/>
              <a:ext cx="68100" cy="68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cxnSp>
          <p:nvCxnSpPr>
            <p:cNvPr id="1686" name="Google Shape;1686;g2baf9e5dadc_0_2226"/>
            <p:cNvCxnSpPr/>
            <p:nvPr/>
          </p:nvCxnSpPr>
          <p:spPr>
            <a:xfrm>
              <a:off x="882411" y="5959579"/>
              <a:ext cx="155100" cy="0"/>
            </a:xfrm>
            <a:prstGeom prst="straightConnector1">
              <a:avLst/>
            </a:pr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87" name="Google Shape;1687;g2baf9e5dadc_0_2226"/>
          <p:cNvSpPr txBox="1"/>
          <p:nvPr>
            <p:ph idx="1" type="body"/>
          </p:nvPr>
        </p:nvSpPr>
        <p:spPr>
          <a:xfrm>
            <a:off x="694703" y="1434582"/>
            <a:ext cx="10908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88" name="Google Shape;1688;g2baf9e5dadc_0_2226"/>
          <p:cNvSpPr/>
          <p:nvPr>
            <p:ph idx="2" type="pic"/>
          </p:nvPr>
        </p:nvSpPr>
        <p:spPr>
          <a:xfrm>
            <a:off x="6766850" y="2522830"/>
            <a:ext cx="4347900" cy="3970200"/>
          </a:xfrm>
          <a:prstGeom prst="rect">
            <a:avLst/>
          </a:prstGeom>
          <a:noFill/>
          <a:ln>
            <a:noFill/>
          </a:ln>
        </p:spPr>
      </p:sp>
      <p:sp>
        <p:nvSpPr>
          <p:cNvPr id="1689" name="Google Shape;1689;g2baf9e5dadc_0_2226"/>
          <p:cNvSpPr txBox="1"/>
          <p:nvPr>
            <p:ph idx="3" type="body"/>
          </p:nvPr>
        </p:nvSpPr>
        <p:spPr>
          <a:xfrm>
            <a:off x="1319622" y="2530531"/>
            <a:ext cx="50091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6EDED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690" name="Google Shape;1690;g2baf9e5dadc_0_2226"/>
          <p:cNvSpPr txBox="1"/>
          <p:nvPr/>
        </p:nvSpPr>
        <p:spPr>
          <a:xfrm>
            <a:off x="11154788" y="404846"/>
            <a:ext cx="547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g2baf9e5dadc_0_2226"/>
          <p:cNvSpPr txBox="1"/>
          <p:nvPr>
            <p:ph idx="4" type="body"/>
          </p:nvPr>
        </p:nvSpPr>
        <p:spPr>
          <a:xfrm>
            <a:off x="11644251" y="417511"/>
            <a:ext cx="5478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6EDED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NUS TASK">
  <p:cSld name="BONUS TASK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3" name="Google Shape;1693;g2baf9e5dadc_0_2252"/>
          <p:cNvGrpSpPr/>
          <p:nvPr/>
        </p:nvGrpSpPr>
        <p:grpSpPr>
          <a:xfrm>
            <a:off x="-86305" y="232839"/>
            <a:ext cx="2794159" cy="390024"/>
            <a:chOff x="948349" y="814223"/>
            <a:chExt cx="2794159" cy="390024"/>
          </a:xfrm>
        </p:grpSpPr>
        <p:sp>
          <p:nvSpPr>
            <p:cNvPr id="1694" name="Google Shape;1694;g2baf9e5dadc_0_2252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95" name="Google Shape;1695;g2baf9e5dadc_0_2252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grpSp>
        <p:nvGrpSpPr>
          <p:cNvPr id="1696" name="Google Shape;1696;g2baf9e5dadc_0_2252"/>
          <p:cNvGrpSpPr/>
          <p:nvPr/>
        </p:nvGrpSpPr>
        <p:grpSpPr>
          <a:xfrm flipH="1" rot="10800000">
            <a:off x="-86305" y="1933581"/>
            <a:ext cx="2794159" cy="390024"/>
            <a:chOff x="948349" y="814223"/>
            <a:chExt cx="2794159" cy="390024"/>
          </a:xfrm>
        </p:grpSpPr>
        <p:sp>
          <p:nvSpPr>
            <p:cNvPr id="1697" name="Google Shape;1697;g2baf9e5dadc_0_2252"/>
            <p:cNvSpPr/>
            <p:nvPr/>
          </p:nvSpPr>
          <p:spPr>
            <a:xfrm rot="10800000">
              <a:off x="1024549" y="814223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698" name="Google Shape;1698;g2baf9e5dadc_0_2252"/>
            <p:cNvSpPr/>
            <p:nvPr/>
          </p:nvSpPr>
          <p:spPr>
            <a:xfrm rot="10800000">
              <a:off x="948349" y="921697"/>
              <a:ext cx="2717959" cy="282550"/>
            </a:xfrm>
            <a:custGeom>
              <a:rect b="b" l="l" r="r" t="t"/>
              <a:pathLst>
                <a:path extrusionOk="0" h="548640" w="2717959">
                  <a:moveTo>
                    <a:pt x="0" y="0"/>
                  </a:moveTo>
                  <a:lnTo>
                    <a:pt x="1228376" y="7144"/>
                  </a:lnTo>
                  <a:lnTo>
                    <a:pt x="1611408" y="540544"/>
                  </a:lnTo>
                  <a:lnTo>
                    <a:pt x="2717959" y="548640"/>
                  </a:lnTo>
                </a:path>
              </a:pathLst>
            </a:custGeom>
            <a:noFill/>
            <a:ln cap="rnd" cmpd="sng" w="19050">
              <a:solidFill>
                <a:srgbClr val="F1FEFE">
                  <a:alpha val="1098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699" name="Google Shape;1699;g2baf9e5dadc_0_2252"/>
          <p:cNvSpPr/>
          <p:nvPr/>
        </p:nvSpPr>
        <p:spPr>
          <a:xfrm>
            <a:off x="-1066665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00" name="Google Shape;1700;g2baf9e5dadc_0_2252"/>
          <p:cNvSpPr/>
          <p:nvPr/>
        </p:nvSpPr>
        <p:spPr>
          <a:xfrm>
            <a:off x="-92350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01" name="Google Shape;1701;g2baf9e5dadc_0_2252"/>
          <p:cNvSpPr/>
          <p:nvPr/>
        </p:nvSpPr>
        <p:spPr>
          <a:xfrm>
            <a:off x="-780341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02" name="Google Shape;1702;g2baf9e5dadc_0_2252"/>
          <p:cNvSpPr/>
          <p:nvPr/>
        </p:nvSpPr>
        <p:spPr>
          <a:xfrm>
            <a:off x="-637179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03" name="Google Shape;1703;g2baf9e5dadc_0_2252"/>
          <p:cNvSpPr/>
          <p:nvPr/>
        </p:nvSpPr>
        <p:spPr>
          <a:xfrm>
            <a:off x="-494017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04" name="Google Shape;1704;g2baf9e5dadc_0_2252"/>
          <p:cNvSpPr/>
          <p:nvPr/>
        </p:nvSpPr>
        <p:spPr>
          <a:xfrm>
            <a:off x="-350853" y="106808"/>
            <a:ext cx="2377440" cy="2234794"/>
          </a:xfrm>
          <a:custGeom>
            <a:rect b="b" l="l" r="r" t="t"/>
            <a:pathLst>
              <a:path extrusionOk="0" h="2377440" w="2377440">
                <a:moveTo>
                  <a:pt x="1188720" y="0"/>
                </a:moveTo>
                <a:cubicBezTo>
                  <a:pt x="1845232" y="0"/>
                  <a:pt x="2377440" y="532208"/>
                  <a:pt x="2377440" y="1188720"/>
                </a:cubicBezTo>
                <a:cubicBezTo>
                  <a:pt x="2377440" y="1845232"/>
                  <a:pt x="1845232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  <a:moveTo>
                  <a:pt x="1188721" y="264697"/>
                </a:moveTo>
                <a:cubicBezTo>
                  <a:pt x="678396" y="264697"/>
                  <a:pt x="264696" y="678397"/>
                  <a:pt x="264696" y="1188721"/>
                </a:cubicBezTo>
                <a:cubicBezTo>
                  <a:pt x="264696" y="1699045"/>
                  <a:pt x="678396" y="2112745"/>
                  <a:pt x="1188721" y="2112745"/>
                </a:cubicBezTo>
                <a:cubicBezTo>
                  <a:pt x="1699046" y="2112745"/>
                  <a:pt x="2112746" y="1699045"/>
                  <a:pt x="2112746" y="1188721"/>
                </a:cubicBezTo>
                <a:cubicBezTo>
                  <a:pt x="2112746" y="678397"/>
                  <a:pt x="1699046" y="264697"/>
                  <a:pt x="1188721" y="264697"/>
                </a:cubicBezTo>
                <a:close/>
              </a:path>
            </a:pathLst>
          </a:cu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21176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05" name="Google Shape;1705;g2baf9e5dadc_0_2252"/>
          <p:cNvSpPr/>
          <p:nvPr/>
        </p:nvSpPr>
        <p:spPr>
          <a:xfrm rot="5400000">
            <a:off x="-313698" y="-1313719"/>
            <a:ext cx="1110000" cy="5257800"/>
          </a:xfrm>
          <a:prstGeom prst="rect">
            <a:avLst/>
          </a:prstGeom>
          <a:gradFill>
            <a:gsLst>
              <a:gs pos="0">
                <a:srgbClr val="F1FEFE">
                  <a:alpha val="0"/>
                </a:srgbClr>
              </a:gs>
              <a:gs pos="100000">
                <a:srgbClr val="05FDFF">
                  <a:alpha val="3921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Kdam Thmor Pro"/>
              <a:buNone/>
            </a:pPr>
            <a:r>
              <a:t/>
            </a:r>
            <a:endParaRPr b="0" i="0" sz="1800" u="none" cap="none" strike="noStrike">
              <a:solidFill>
                <a:srgbClr val="111229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grpSp>
        <p:nvGrpSpPr>
          <p:cNvPr id="1706" name="Google Shape;1706;g2baf9e5dadc_0_2252"/>
          <p:cNvGrpSpPr/>
          <p:nvPr/>
        </p:nvGrpSpPr>
        <p:grpSpPr>
          <a:xfrm>
            <a:off x="7362778" y="2144139"/>
            <a:ext cx="4433002" cy="4433003"/>
            <a:chOff x="-413326" y="937285"/>
            <a:chExt cx="4433003" cy="4433003"/>
          </a:xfrm>
        </p:grpSpPr>
        <p:sp>
          <p:nvSpPr>
            <p:cNvPr id="1707" name="Google Shape;1707;g2baf9e5dadc_0_2252"/>
            <p:cNvSpPr/>
            <p:nvPr/>
          </p:nvSpPr>
          <p:spPr>
            <a:xfrm rot="5400000">
              <a:off x="-413327" y="937286"/>
              <a:ext cx="617171" cy="617169"/>
            </a:xfrm>
            <a:custGeom>
              <a:rect b="b" l="l" r="r" t="t"/>
              <a:pathLst>
                <a:path extrusionOk="0" h="617169" w="617171">
                  <a:moveTo>
                    <a:pt x="617171" y="617169"/>
                  </a:moveTo>
                  <a:lnTo>
                    <a:pt x="0" y="617169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708" name="Google Shape;1708;g2baf9e5dadc_0_2252"/>
            <p:cNvSpPr/>
            <p:nvPr/>
          </p:nvSpPr>
          <p:spPr>
            <a:xfrm rot="5400000">
              <a:off x="3402507" y="937287"/>
              <a:ext cx="617170" cy="617168"/>
            </a:xfrm>
            <a:custGeom>
              <a:rect b="b" l="l" r="r" t="t"/>
              <a:pathLst>
                <a:path extrusionOk="0" h="617168" w="617170">
                  <a:moveTo>
                    <a:pt x="0" y="617168"/>
                  </a:moveTo>
                  <a:lnTo>
                    <a:pt x="0" y="0"/>
                  </a:lnTo>
                  <a:lnTo>
                    <a:pt x="617170" y="0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709" name="Google Shape;1709;g2baf9e5dadc_0_2252"/>
            <p:cNvSpPr/>
            <p:nvPr/>
          </p:nvSpPr>
          <p:spPr>
            <a:xfrm rot="5400000">
              <a:off x="-413325" y="4753120"/>
              <a:ext cx="617167" cy="617169"/>
            </a:xfrm>
            <a:custGeom>
              <a:rect b="b" l="l" r="r" t="t"/>
              <a:pathLst>
                <a:path extrusionOk="0" h="617169" w="617167">
                  <a:moveTo>
                    <a:pt x="617167" y="0"/>
                  </a:moveTo>
                  <a:lnTo>
                    <a:pt x="617167" y="617169"/>
                  </a:lnTo>
                  <a:lnTo>
                    <a:pt x="0" y="617169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  <p:sp>
          <p:nvSpPr>
            <p:cNvPr id="1710" name="Google Shape;1710;g2baf9e5dadc_0_2252"/>
            <p:cNvSpPr/>
            <p:nvPr/>
          </p:nvSpPr>
          <p:spPr>
            <a:xfrm rot="5400000">
              <a:off x="3402509" y="4753120"/>
              <a:ext cx="617167" cy="617168"/>
            </a:xfrm>
            <a:custGeom>
              <a:rect b="b" l="l" r="r" t="t"/>
              <a:pathLst>
                <a:path extrusionOk="0" h="617168" w="617167">
                  <a:moveTo>
                    <a:pt x="0" y="0"/>
                  </a:moveTo>
                  <a:lnTo>
                    <a:pt x="617167" y="0"/>
                  </a:lnTo>
                  <a:lnTo>
                    <a:pt x="617167" y="617168"/>
                  </a:lnTo>
                </a:path>
              </a:pathLst>
            </a:custGeom>
            <a:noFill/>
            <a:ln cap="rnd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Kdam Thmor Pro"/>
                <a:buNone/>
              </a:pPr>
              <a:r>
                <a:t/>
              </a:r>
              <a:endParaRPr b="0" i="0" sz="1800" u="none" cap="none" strike="noStrike">
                <a:solidFill>
                  <a:srgbClr val="111229"/>
                </a:solidFill>
                <a:latin typeface="Kdam Thmor Pro"/>
                <a:ea typeface="Kdam Thmor Pro"/>
                <a:cs typeface="Kdam Thmor Pro"/>
                <a:sym typeface="Kdam Thmor Pro"/>
              </a:endParaRPr>
            </a:p>
          </p:txBody>
        </p:sp>
      </p:grpSp>
      <p:sp>
        <p:nvSpPr>
          <p:cNvPr id="1711" name="Google Shape;1711;g2baf9e5dadc_0_2252"/>
          <p:cNvSpPr txBox="1"/>
          <p:nvPr>
            <p:ph idx="1" type="body"/>
          </p:nvPr>
        </p:nvSpPr>
        <p:spPr>
          <a:xfrm>
            <a:off x="7899288" y="2357480"/>
            <a:ext cx="3396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FDFF"/>
              </a:buClr>
              <a:buSzPts val="2700"/>
              <a:buFont typeface="Kdam Thmor Pro"/>
              <a:buChar char="+"/>
              <a:defRPr b="0" i="0" sz="1800" u="none" cap="none" strike="noStrike">
                <a:solidFill>
                  <a:schemeClr val="dk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Kdam Thmor Pro"/>
                <a:ea typeface="Kdam Thmor Pro"/>
                <a:cs typeface="Kdam Thmor Pro"/>
                <a:sym typeface="Kdam Thmor Pro"/>
              </a:defRPr>
            </a:lvl9pPr>
          </a:lstStyle>
          <a:p/>
        </p:txBody>
      </p:sp>
      <p:sp>
        <p:nvSpPr>
          <p:cNvPr id="1712" name="Google Shape;1712;g2baf9e5dadc_0_2252"/>
          <p:cNvSpPr txBox="1"/>
          <p:nvPr/>
        </p:nvSpPr>
        <p:spPr>
          <a:xfrm>
            <a:off x="1108604" y="718141"/>
            <a:ext cx="159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Bonus</a:t>
            </a:r>
            <a:r>
              <a:rPr b="0" i="0" lang="en-US" sz="36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 </a:t>
            </a:r>
            <a:br>
              <a:rPr b="0" i="0" lang="en-US" sz="36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</a:br>
            <a:r>
              <a:rPr b="0" i="0" lang="en-US" sz="4400" u="none" cap="none" strike="noStrike">
                <a:solidFill>
                  <a:srgbClr val="FFFF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Task</a:t>
            </a:r>
            <a:endParaRPr b="0" i="0" sz="4800" u="none" cap="none" strike="noStrike">
              <a:solidFill>
                <a:srgbClr val="FFFFFF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  <p:sp>
        <p:nvSpPr>
          <p:cNvPr id="1713" name="Google Shape;1713;g2baf9e5dadc_0_2252"/>
          <p:cNvSpPr txBox="1"/>
          <p:nvPr/>
        </p:nvSpPr>
        <p:spPr>
          <a:xfrm>
            <a:off x="2631654" y="432524"/>
            <a:ext cx="9675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229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5FDFF"/>
                </a:solidFill>
                <a:latin typeface="Kdam Thmor Pro"/>
                <a:ea typeface="Kdam Thmor Pro"/>
                <a:cs typeface="Kdam Thmor Pro"/>
                <a:sym typeface="Kdam Thmor Pro"/>
              </a:rPr>
              <a:t>+</a:t>
            </a:r>
            <a:endParaRPr b="0" i="0" sz="7200" u="none" cap="none" strike="noStrike">
              <a:solidFill>
                <a:srgbClr val="05FDFF"/>
              </a:solidFill>
              <a:latin typeface="Kdam Thmor Pro"/>
              <a:ea typeface="Kdam Thmor Pro"/>
              <a:cs typeface="Kdam Thmor Pro"/>
              <a:sym typeface="Kdam Thmor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3e84c60b4f6_0_677"/>
          <p:cNvSpPr/>
          <p:nvPr/>
        </p:nvSpPr>
        <p:spPr>
          <a:xfrm>
            <a:off x="204186" y="173736"/>
            <a:ext cx="11656500" cy="6382500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99996" ty="0" sy="99996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33" name="Google Shape;1733;g3e84c60b4f6_0_677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2750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4" name="Google Shape;1734;g3e84c60b4f6_0_677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940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1">
  <p:cSld name="Make_1"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6" name="Google Shape;1736;g3e84c60b4f6_0_68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737" name="Google Shape;1737;g3e84c60b4f6_0_68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738" name="Google Shape;1738;g3e84c60b4f6_0_68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739" name="Google Shape;1739;g3e84c60b4f6_0_68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0" name="Google Shape;1740;g3e84c60b4f6_0_68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1" name="Google Shape;1741;g3e84c60b4f6_0_68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2" name="Google Shape;1742;g3e84c60b4f6_0_68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743" name="Google Shape;1743;g3e84c60b4f6_0_68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44" name="Google Shape;1744;g3e84c60b4f6_0_681"/>
          <p:cNvSpPr txBox="1"/>
          <p:nvPr/>
        </p:nvSpPr>
        <p:spPr>
          <a:xfrm>
            <a:off x="628150" y="798475"/>
            <a:ext cx="319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Ice breaking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g3e84c60b4f6_0_68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746" name="Google Shape;1746;g3e84c60b4f6_0_6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6811" y="1485900"/>
            <a:ext cx="58293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e84c60b4f6_0_693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749" name="Google Shape;1749;g3e84c60b4f6_0_693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50" name="Google Shape;1750;g3e84c60b4f6_0_693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g3e84c60b4f6_0_693"/>
          <p:cNvSpPr txBox="1"/>
          <p:nvPr>
            <p:ph idx="2" type="body"/>
          </p:nvPr>
        </p:nvSpPr>
        <p:spPr>
          <a:xfrm>
            <a:off x="1871003" y="1667167"/>
            <a:ext cx="87732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752" name="Google Shape;1752;g3e84c60b4f6_0_693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cap">
  <p:cSld name="1_Recap"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4" name="Google Shape;1754;g3e84c60b4f6_0_69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755" name="Google Shape;1755;g3e84c60b4f6_0_69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756" name="Google Shape;1756;g3e84c60b4f6_0_69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757" name="Google Shape;1757;g3e84c60b4f6_0_69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8" name="Google Shape;1758;g3e84c60b4f6_0_69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9" name="Google Shape;1759;g3e84c60b4f6_0_69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0" name="Google Shape;1760;g3e84c60b4f6_0_69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761" name="Google Shape;1761;g3e84c60b4f6_0_69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62" name="Google Shape;1762;g3e84c60b4f6_0_69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3" name="Google Shape;1763;g3e84c60b4f6_0_6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09216" y="526820"/>
            <a:ext cx="5309935" cy="53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g3e84c60b4f6_0_69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6" name="Google Shape;1766;g3e84c60b4f6_0_71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767" name="Google Shape;1767;g3e84c60b4f6_0_71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768" name="Google Shape;1768;g3e84c60b4f6_0_71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769" name="Google Shape;1769;g3e84c60b4f6_0_71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0" name="Google Shape;1770;g3e84c60b4f6_0_71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1" name="Google Shape;1771;g3e84c60b4f6_0_71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2" name="Google Shape;1772;g3e84c60b4f6_0_71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773" name="Google Shape;1773;g3e84c60b4f6_0_71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74" name="Google Shape;1774;g3e84c60b4f6_0_711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5" name="Google Shape;1775;g3e84c60b4f6_0_711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1776" name="Google Shape;1776;g3e84c60b4f6_0_711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77" name="Google Shape;1777;g3e84c60b4f6_0_711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78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778" name="Google Shape;1778;g3e84c60b4f6_0_711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1779" name="Google Shape;1779;g3e84c60b4f6_0_711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0" name="Google Shape;1780;g3e84c60b4f6_0_711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1" name="Google Shape;1781;g3e84c60b4f6_0_711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2" name="Google Shape;1782;g3e84c60b4f6_0_711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3" name="Google Shape;1783;g3e84c60b4f6_0_711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4" name="Google Shape;1784;g3e84c60b4f6_0_711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5" name="Google Shape;1785;g3e84c60b4f6_0_711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6" name="Google Shape;1786;g3e84c60b4f6_0_711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7" name="Google Shape;1787;g3e84c60b4f6_0_711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8" name="Google Shape;1788;g3e84c60b4f6_0_711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89" name="Google Shape;1789;g3e84c60b4f6_0_711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0" name="Google Shape;1790;g3e84c60b4f6_0_711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1" name="Google Shape;1791;g3e84c60b4f6_0_711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2" name="Google Shape;1792;g3e84c60b4f6_0_711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3" name="Google Shape;1793;g3e84c60b4f6_0_711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4" name="Google Shape;1794;g3e84c60b4f6_0_711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5" name="Google Shape;1795;g3e84c60b4f6_0_711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6" name="Google Shape;1796;g3e84c60b4f6_0_711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7" name="Google Shape;1797;g3e84c60b4f6_0_711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8" name="Google Shape;1798;g3e84c60b4f6_0_711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99" name="Google Shape;1799;g3e84c60b4f6_0_711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0" name="Google Shape;1800;g3e84c60b4f6_0_711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1" name="Google Shape;1801;g3e84c60b4f6_0_711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2" name="Google Shape;1802;g3e84c60b4f6_0_711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3" name="Google Shape;1803;g3e84c60b4f6_0_711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4" name="Google Shape;1804;g3e84c60b4f6_0_711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5" name="Google Shape;1805;g3e84c60b4f6_0_711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6" name="Google Shape;1806;g3e84c60b4f6_0_711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7" name="Google Shape;1807;g3e84c60b4f6_0_711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8" name="Google Shape;1808;g3e84c60b4f6_0_711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09" name="Google Shape;1809;g3e84c60b4f6_0_711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0" name="Google Shape;1810;g3e84c60b4f6_0_711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1" name="Google Shape;1811;g3e84c60b4f6_0_711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2" name="Google Shape;1812;g3e84c60b4f6_0_711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3" name="Google Shape;1813;g3e84c60b4f6_0_711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4" name="Google Shape;1814;g3e84c60b4f6_0_711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5" name="Google Shape;1815;g3e84c60b4f6_0_711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6" name="Google Shape;1816;g3e84c60b4f6_0_711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7" name="Google Shape;1817;g3e84c60b4f6_0_711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8" name="Google Shape;1818;g3e84c60b4f6_0_711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19" name="Google Shape;1819;g3e84c60b4f6_0_711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0" name="Google Shape;1820;g3e84c60b4f6_0_711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1" name="Google Shape;1821;g3e84c60b4f6_0_711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2" name="Google Shape;1822;g3e84c60b4f6_0_711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3" name="Google Shape;1823;g3e84c60b4f6_0_711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824" name="Google Shape;1824;g3e84c60b4f6_0_711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1825" name="Google Shape;1825;g3e84c60b4f6_0_711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6" name="Google Shape;1826;g3e84c60b4f6_0_711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7" name="Google Shape;1827;g3e84c60b4f6_0_711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8" name="Google Shape;1828;g3e84c60b4f6_0_711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29" name="Google Shape;1829;g3e84c60b4f6_0_711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0" name="Google Shape;1830;g3e84c60b4f6_0_711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1" name="Google Shape;1831;g3e84c60b4f6_0_711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2" name="Google Shape;1832;g3e84c60b4f6_0_711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3" name="Google Shape;1833;g3e84c60b4f6_0_711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4" name="Google Shape;1834;g3e84c60b4f6_0_711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835" name="Google Shape;1835;g3e84c60b4f6_0_711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1836" name="Google Shape;1836;g3e84c60b4f6_0_711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7" name="Google Shape;1837;g3e84c60b4f6_0_711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8" name="Google Shape;1838;g3e84c60b4f6_0_71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39" name="Google Shape;1839;g3e84c60b4f6_0_71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0" name="Google Shape;1840;g3e84c60b4f6_0_71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1" name="Google Shape;1841;g3e84c60b4f6_0_711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78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2" name="Google Shape;1842;g3e84c60b4f6_0_711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3" name="Google Shape;1843;g3e84c60b4f6_0_711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4" name="Google Shape;1844;g3e84c60b4f6_0_711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5" name="Google Shape;1845;g3e84c60b4f6_0_711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6" name="Google Shape;1846;g3e84c60b4f6_0_711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7" name="Google Shape;1847;g3e84c60b4f6_0_711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8" name="Google Shape;1848;g3e84c60b4f6_0_711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49" name="Google Shape;1849;g3e84c60b4f6_0_711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0" name="Google Shape;1850;g3e84c60b4f6_0_711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1" name="Google Shape;1851;g3e84c60b4f6_0_711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2" name="Google Shape;1852;g3e84c60b4f6_0_711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3" name="Google Shape;1853;g3e84c60b4f6_0_711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4" name="Google Shape;1854;g3e84c60b4f6_0_711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5" name="Google Shape;1855;g3e84c60b4f6_0_711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6" name="Google Shape;1856;g3e84c60b4f6_0_711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7" name="Google Shape;1857;g3e84c60b4f6_0_711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8" name="Google Shape;1858;g3e84c60b4f6_0_711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59" name="Google Shape;1859;g3e84c60b4f6_0_711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0" name="Google Shape;1860;g3e84c60b4f6_0_711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1" name="Google Shape;1861;g3e84c60b4f6_0_711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2" name="Google Shape;1862;g3e84c60b4f6_0_711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3" name="Google Shape;1863;g3e84c60b4f6_0_711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4" name="Google Shape;1864;g3e84c60b4f6_0_711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5" name="Google Shape;1865;g3e84c60b4f6_0_711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6" name="Google Shape;1866;g3e84c60b4f6_0_711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7" name="Google Shape;1867;g3e84c60b4f6_0_711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8" name="Google Shape;1868;g3e84c60b4f6_0_711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69" name="Google Shape;1869;g3e84c60b4f6_0_711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0" name="Google Shape;1870;g3e84c60b4f6_0_711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1" name="Google Shape;1871;g3e84c60b4f6_0_711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2" name="Google Shape;1872;g3e84c60b4f6_0_711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3" name="Google Shape;1873;g3e84c60b4f6_0_711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4" name="Google Shape;1874;g3e84c60b4f6_0_711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5" name="Google Shape;1875;g3e84c60b4f6_0_711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6" name="Google Shape;1876;g3e84c60b4f6_0_711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7" name="Google Shape;1877;g3e84c60b4f6_0_711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8" name="Google Shape;1878;g3e84c60b4f6_0_711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79" name="Google Shape;1879;g3e84c60b4f6_0_711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0" name="Google Shape;1880;g3e84c60b4f6_0_711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1" name="Google Shape;1881;g3e84c60b4f6_0_711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2" name="Google Shape;1882;g3e84c60b4f6_0_711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3" name="Google Shape;1883;g3e84c60b4f6_0_711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4" name="Google Shape;1884;g3e84c60b4f6_0_711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5" name="Google Shape;1885;g3e84c60b4f6_0_711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6" name="Google Shape;1886;g3e84c60b4f6_0_711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7" name="Google Shape;1887;g3e84c60b4f6_0_711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8" name="Google Shape;1888;g3e84c60b4f6_0_711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89" name="Google Shape;1889;g3e84c60b4f6_0_711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90" name="Google Shape;1890;g3e84c60b4f6_0_711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891" name="Google Shape;1891;g3e84c60b4f6_0_711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92" name="Google Shape;1892;g3e84c60b4f6_0_71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" name="Google Shape;1894;g3e84c60b4f6_0_839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895" name="Google Shape;1895;g3e84c60b4f6_0_839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96" name="Google Shape;1896;g3e84c60b4f6_0_83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897" name="Google Shape;1897;g3e84c60b4f6_0_839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898" name="Google Shape;1898;g3e84c60b4f6_0_839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899" name="Google Shape;1899;g3e84c60b4f6_0_83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3e84c60b4f6_0_846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02" name="Google Shape;1902;g3e84c60b4f6_0_846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03" name="Google Shape;1903;g3e84c60b4f6_0_846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904" name="Google Shape;1904;g3e84c60b4f6_0_846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1905" name="Google Shape;1905;g3e84c60b4f6_0_846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06" name="Google Shape;1906;g3e84c60b4f6_0_846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907" name="Google Shape;1907;g3e84c60b4f6_0_846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08" name="Google Shape;1908;g3e84c60b4f6_0_846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3e84c60b4f6_0_855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11" name="Google Shape;1911;g3e84c60b4f6_0_855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940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2" name="Google Shape;1912;g3e84c60b4f6_0_855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">
  <p:cSld name="Explore"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4" name="Google Shape;1914;g3e84c60b4f6_0_85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915" name="Google Shape;1915;g3e84c60b4f6_0_85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916" name="Google Shape;1916;g3e84c60b4f6_0_85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917" name="Google Shape;1917;g3e84c60b4f6_0_85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8" name="Google Shape;1918;g3e84c60b4f6_0_85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9" name="Google Shape;1919;g3e84c60b4f6_0_85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20" name="Google Shape;1920;g3e84c60b4f6_0_85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921" name="Google Shape;1921;g3e84c60b4f6_0_85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922" name="Google Shape;1922;g3e84c60b4f6_0_859"/>
          <p:cNvGrpSpPr/>
          <p:nvPr/>
        </p:nvGrpSpPr>
        <p:grpSpPr>
          <a:xfrm>
            <a:off x="4978675" y="230124"/>
            <a:ext cx="6585927" cy="6481912"/>
            <a:chOff x="4481529" y="255149"/>
            <a:chExt cx="6585927" cy="6481912"/>
          </a:xfrm>
        </p:grpSpPr>
        <p:sp>
          <p:nvSpPr>
            <p:cNvPr id="1923" name="Google Shape;1923;g3e84c60b4f6_0_859"/>
            <p:cNvSpPr/>
            <p:nvPr/>
          </p:nvSpPr>
          <p:spPr>
            <a:xfrm rot="1850363">
              <a:off x="5316848" y="1188781"/>
              <a:ext cx="4915289" cy="4614648"/>
            </a:xfrm>
            <a:custGeom>
              <a:rect b="b" l="l" r="r" t="t"/>
              <a:pathLst>
                <a:path extrusionOk="0" h="3894027" w="4147720">
                  <a:moveTo>
                    <a:pt x="3657049" y="1315659"/>
                  </a:moveTo>
                  <a:cubicBezTo>
                    <a:pt x="3546876" y="1183842"/>
                    <a:pt x="3430966" y="1054894"/>
                    <a:pt x="3325356" y="919165"/>
                  </a:cubicBezTo>
                  <a:cubicBezTo>
                    <a:pt x="3016087" y="520976"/>
                    <a:pt x="2609293" y="137520"/>
                    <a:pt x="2095585" y="30345"/>
                  </a:cubicBezTo>
                  <a:cubicBezTo>
                    <a:pt x="1575488" y="-78133"/>
                    <a:pt x="956430" y="106358"/>
                    <a:pt x="642598" y="549660"/>
                  </a:cubicBezTo>
                  <a:cubicBezTo>
                    <a:pt x="433986" y="844195"/>
                    <a:pt x="352497" y="1210179"/>
                    <a:pt x="345195" y="1566646"/>
                  </a:cubicBezTo>
                  <a:cubicBezTo>
                    <a:pt x="341936" y="1729364"/>
                    <a:pt x="369838" y="1893777"/>
                    <a:pt x="343631" y="2055582"/>
                  </a:cubicBezTo>
                  <a:cubicBezTo>
                    <a:pt x="314686" y="2233554"/>
                    <a:pt x="214812" y="2389622"/>
                    <a:pt x="127456" y="2543866"/>
                  </a:cubicBezTo>
                  <a:cubicBezTo>
                    <a:pt x="11937" y="2747915"/>
                    <a:pt x="-37869" y="2972564"/>
                    <a:pt x="32276" y="3202559"/>
                  </a:cubicBezTo>
                  <a:cubicBezTo>
                    <a:pt x="190952" y="3722135"/>
                    <a:pt x="907406" y="3963604"/>
                    <a:pt x="1399601" y="3876639"/>
                  </a:cubicBezTo>
                  <a:cubicBezTo>
                    <a:pt x="1667929" y="3829179"/>
                    <a:pt x="1913831" y="3699188"/>
                    <a:pt x="2173814" y="3617177"/>
                  </a:cubicBezTo>
                  <a:cubicBezTo>
                    <a:pt x="2388164" y="3549508"/>
                    <a:pt x="2608771" y="3529820"/>
                    <a:pt x="2826641" y="3594490"/>
                  </a:cubicBezTo>
                  <a:cubicBezTo>
                    <a:pt x="3323139" y="3741823"/>
                    <a:pt x="3831632" y="3487837"/>
                    <a:pt x="4041939" y="3020806"/>
                  </a:cubicBezTo>
                  <a:cubicBezTo>
                    <a:pt x="4295795" y="2457030"/>
                    <a:pt x="4058237" y="1816851"/>
                    <a:pt x="3694600" y="1361945"/>
                  </a:cubicBezTo>
                  <a:cubicBezTo>
                    <a:pt x="3682213" y="1346038"/>
                    <a:pt x="3669827" y="1330784"/>
                    <a:pt x="3657049" y="1315659"/>
                  </a:cubicBezTo>
                  <a:close/>
                </a:path>
              </a:pathLst>
            </a:custGeom>
            <a:solidFill>
              <a:srgbClr val="DDEAF6">
                <a:alpha val="68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924" name="Google Shape;1924;g3e84c60b4f6_0_859"/>
            <p:cNvGrpSpPr/>
            <p:nvPr/>
          </p:nvGrpSpPr>
          <p:grpSpPr>
            <a:xfrm>
              <a:off x="5620317" y="1114011"/>
              <a:ext cx="3943960" cy="4769709"/>
              <a:chOff x="6160166" y="1922223"/>
              <a:chExt cx="3328798" cy="4025750"/>
            </a:xfrm>
          </p:grpSpPr>
          <p:sp>
            <p:nvSpPr>
              <p:cNvPr id="1925" name="Google Shape;1925;g3e84c60b4f6_0_859"/>
              <p:cNvSpPr/>
              <p:nvPr/>
            </p:nvSpPr>
            <p:spPr>
              <a:xfrm rot="-2150259">
                <a:off x="8450480" y="4694665"/>
                <a:ext cx="781100" cy="1131780"/>
              </a:xfrm>
              <a:custGeom>
                <a:rect b="b" l="l" r="r" t="t"/>
                <a:pathLst>
                  <a:path extrusionOk="0" h="1132729" w="781755">
                    <a:moveTo>
                      <a:pt x="222339" y="21638"/>
                    </a:moveTo>
                    <a:cubicBezTo>
                      <a:pt x="-18685" y="149782"/>
                      <a:pt x="-62846" y="511644"/>
                      <a:pt x="85454" y="760887"/>
                    </a:cubicBezTo>
                    <a:cubicBezTo>
                      <a:pt x="126483" y="566372"/>
                      <a:pt x="222958" y="461222"/>
                      <a:pt x="222958" y="461222"/>
                    </a:cubicBezTo>
                    <a:cubicBezTo>
                      <a:pt x="162001" y="880779"/>
                      <a:pt x="359615" y="1132729"/>
                      <a:pt x="359615" y="1132729"/>
                    </a:cubicBezTo>
                    <a:cubicBezTo>
                      <a:pt x="738274" y="758832"/>
                      <a:pt x="580809" y="312856"/>
                      <a:pt x="580809" y="312856"/>
                    </a:cubicBezTo>
                    <a:cubicBezTo>
                      <a:pt x="697538" y="487477"/>
                      <a:pt x="672555" y="650453"/>
                      <a:pt x="672555" y="650453"/>
                    </a:cubicBezTo>
                    <a:cubicBezTo>
                      <a:pt x="940486" y="293940"/>
                      <a:pt x="631068" y="28976"/>
                      <a:pt x="631068" y="28976"/>
                    </a:cubicBezTo>
                    <a:cubicBezTo>
                      <a:pt x="359582" y="-31622"/>
                      <a:pt x="222339" y="21638"/>
                      <a:pt x="222339" y="21638"/>
                    </a:cubicBezTo>
                    <a:close/>
                  </a:path>
                </a:pathLst>
              </a:custGeom>
              <a:solidFill>
                <a:srgbClr val="004C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26" name="Google Shape;1926;g3e84c60b4f6_0_859"/>
              <p:cNvSpPr/>
              <p:nvPr/>
            </p:nvSpPr>
            <p:spPr>
              <a:xfrm rot="-2193268">
                <a:off x="8498300" y="4761272"/>
                <a:ext cx="389684" cy="515924"/>
              </a:xfrm>
              <a:custGeom>
                <a:rect b="b" l="l" r="r" t="t"/>
                <a:pathLst>
                  <a:path extrusionOk="0" h="516433" w="390068">
                    <a:moveTo>
                      <a:pt x="81987" y="2194"/>
                    </a:moveTo>
                    <a:cubicBezTo>
                      <a:pt x="-44200" y="98930"/>
                      <a:pt x="12876" y="259819"/>
                      <a:pt x="12876" y="259819"/>
                    </a:cubicBezTo>
                    <a:cubicBezTo>
                      <a:pt x="60200" y="146254"/>
                      <a:pt x="93043" y="116248"/>
                      <a:pt x="93043" y="116248"/>
                    </a:cubicBezTo>
                    <a:cubicBezTo>
                      <a:pt x="39392" y="324494"/>
                      <a:pt x="168155" y="516433"/>
                      <a:pt x="168155" y="516433"/>
                    </a:cubicBezTo>
                    <a:cubicBezTo>
                      <a:pt x="386414" y="308709"/>
                      <a:pt x="285373" y="105746"/>
                      <a:pt x="285373" y="105746"/>
                    </a:cubicBezTo>
                    <a:cubicBezTo>
                      <a:pt x="372912" y="145960"/>
                      <a:pt x="370824" y="261645"/>
                      <a:pt x="370824" y="261645"/>
                    </a:cubicBezTo>
                    <a:cubicBezTo>
                      <a:pt x="430803" y="117292"/>
                      <a:pt x="331425" y="8456"/>
                      <a:pt x="331425" y="8456"/>
                    </a:cubicBezTo>
                    <a:cubicBezTo>
                      <a:pt x="217828" y="-5699"/>
                      <a:pt x="81987" y="2194"/>
                      <a:pt x="81987" y="2194"/>
                    </a:cubicBezTo>
                    <a:close/>
                  </a:path>
                </a:pathLst>
              </a:custGeom>
              <a:solidFill>
                <a:srgbClr val="66A3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927" name="Google Shape;1927;g3e84c60b4f6_0_859"/>
              <p:cNvGrpSpPr/>
              <p:nvPr/>
            </p:nvGrpSpPr>
            <p:grpSpPr>
              <a:xfrm rot="-2084623">
                <a:off x="6852795" y="2171733"/>
                <a:ext cx="1813520" cy="2998018"/>
                <a:chOff x="6852949" y="2172109"/>
                <a:chExt cx="1813541" cy="2998053"/>
              </a:xfrm>
            </p:grpSpPr>
            <p:sp>
              <p:nvSpPr>
                <p:cNvPr id="1928" name="Google Shape;1928;g3e84c60b4f6_0_859"/>
                <p:cNvSpPr/>
                <p:nvPr/>
              </p:nvSpPr>
              <p:spPr>
                <a:xfrm>
                  <a:off x="6852949" y="4281803"/>
                  <a:ext cx="906787" cy="888359"/>
                </a:xfrm>
                <a:custGeom>
                  <a:rect b="b" l="l" r="r" t="t"/>
                  <a:pathLst>
                    <a:path extrusionOk="0" h="888359" w="906787">
                      <a:moveTo>
                        <a:pt x="906754" y="0"/>
                      </a:moveTo>
                      <a:lnTo>
                        <a:pt x="448124" y="0"/>
                      </a:lnTo>
                      <a:cubicBezTo>
                        <a:pt x="281592" y="0"/>
                        <a:pt x="138739" y="118784"/>
                        <a:pt x="108375" y="282510"/>
                      </a:cubicBezTo>
                      <a:lnTo>
                        <a:pt x="354" y="864719"/>
                      </a:lnTo>
                      <a:cubicBezTo>
                        <a:pt x="-2842" y="882005"/>
                        <a:pt x="16270" y="894692"/>
                        <a:pt x="30947" y="885005"/>
                      </a:cubicBezTo>
                      <a:lnTo>
                        <a:pt x="906787" y="307330"/>
                      </a:lnTo>
                      <a:lnTo>
                        <a:pt x="906787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29" name="Google Shape;1929;g3e84c60b4f6_0_859"/>
                <p:cNvSpPr/>
                <p:nvPr/>
              </p:nvSpPr>
              <p:spPr>
                <a:xfrm>
                  <a:off x="6852949" y="4316798"/>
                  <a:ext cx="631941" cy="853330"/>
                </a:xfrm>
                <a:custGeom>
                  <a:rect b="b" l="l" r="r" t="t"/>
                  <a:pathLst>
                    <a:path extrusionOk="0" h="853330" w="631941">
                      <a:moveTo>
                        <a:pt x="608361" y="299666"/>
                      </a:moveTo>
                      <a:cubicBezTo>
                        <a:pt x="568701" y="115196"/>
                        <a:pt x="337559" y="0"/>
                        <a:pt x="337559" y="0"/>
                      </a:cubicBezTo>
                      <a:cubicBezTo>
                        <a:pt x="461007" y="397706"/>
                        <a:pt x="205730" y="627837"/>
                        <a:pt x="18129" y="733933"/>
                      </a:cubicBezTo>
                      <a:lnTo>
                        <a:pt x="354" y="829690"/>
                      </a:lnTo>
                      <a:cubicBezTo>
                        <a:pt x="-2842" y="846976"/>
                        <a:pt x="16270" y="859663"/>
                        <a:pt x="30947" y="849977"/>
                      </a:cubicBezTo>
                      <a:lnTo>
                        <a:pt x="631941" y="453575"/>
                      </a:lnTo>
                      <a:cubicBezTo>
                        <a:pt x="627212" y="394869"/>
                        <a:pt x="617558" y="342424"/>
                        <a:pt x="608361" y="299666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0" name="Google Shape;1930;g3e84c60b4f6_0_859"/>
                <p:cNvSpPr/>
                <p:nvPr/>
              </p:nvSpPr>
              <p:spPr>
                <a:xfrm>
                  <a:off x="7759704" y="4281803"/>
                  <a:ext cx="906754" cy="888359"/>
                </a:xfrm>
                <a:custGeom>
                  <a:rect b="b" l="l" r="r" t="t"/>
                  <a:pathLst>
                    <a:path extrusionOk="0" h="888359" w="906754">
                      <a:moveTo>
                        <a:pt x="0" y="0"/>
                      </a:moveTo>
                      <a:lnTo>
                        <a:pt x="458631" y="0"/>
                      </a:lnTo>
                      <a:cubicBezTo>
                        <a:pt x="625162" y="0"/>
                        <a:pt x="768016" y="118784"/>
                        <a:pt x="798380" y="282510"/>
                      </a:cubicBezTo>
                      <a:lnTo>
                        <a:pt x="906401" y="864719"/>
                      </a:lnTo>
                      <a:cubicBezTo>
                        <a:pt x="909597" y="882005"/>
                        <a:pt x="890484" y="894692"/>
                        <a:pt x="875808" y="885005"/>
                      </a:cubicBezTo>
                      <a:lnTo>
                        <a:pt x="0" y="307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1" name="Google Shape;1931;g3e84c60b4f6_0_859"/>
                <p:cNvSpPr/>
                <p:nvPr/>
              </p:nvSpPr>
              <p:spPr>
                <a:xfrm>
                  <a:off x="7956926" y="4435158"/>
                  <a:ext cx="709564" cy="735003"/>
                </a:xfrm>
                <a:custGeom>
                  <a:rect b="b" l="l" r="r" t="t"/>
                  <a:pathLst>
                    <a:path extrusionOk="0" h="735003" w="709564">
                      <a:moveTo>
                        <a:pt x="678618" y="731650"/>
                      </a:moveTo>
                      <a:cubicBezTo>
                        <a:pt x="693295" y="741336"/>
                        <a:pt x="712407" y="728649"/>
                        <a:pt x="709211" y="711363"/>
                      </a:cubicBezTo>
                      <a:lnTo>
                        <a:pt x="601190" y="129155"/>
                      </a:lnTo>
                      <a:cubicBezTo>
                        <a:pt x="592384" y="81733"/>
                        <a:pt x="574153" y="38094"/>
                        <a:pt x="548615" y="0"/>
                      </a:cubicBezTo>
                      <a:cubicBezTo>
                        <a:pt x="633773" y="427581"/>
                        <a:pt x="572652" y="606670"/>
                        <a:pt x="383127" y="484005"/>
                      </a:cubicBezTo>
                      <a:cubicBezTo>
                        <a:pt x="193602" y="361308"/>
                        <a:pt x="146278" y="239132"/>
                        <a:pt x="165195" y="98040"/>
                      </a:cubicBezTo>
                      <a:cubicBezTo>
                        <a:pt x="85973" y="155214"/>
                        <a:pt x="32517" y="218422"/>
                        <a:pt x="0" y="284076"/>
                      </a:cubicBezTo>
                      <a:lnTo>
                        <a:pt x="678618" y="731650"/>
                      </a:ln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2" name="Google Shape;1932;g3e84c60b4f6_0_859"/>
                <p:cNvSpPr/>
                <p:nvPr/>
              </p:nvSpPr>
              <p:spPr>
                <a:xfrm>
                  <a:off x="7034055" y="2172109"/>
                  <a:ext cx="1451297" cy="2835734"/>
                </a:xfrm>
                <a:custGeom>
                  <a:rect b="b" l="l" r="r" t="t"/>
                  <a:pathLst>
                    <a:path extrusionOk="0" h="2835734" w="1451297">
                      <a:moveTo>
                        <a:pt x="540103" y="2835734"/>
                      </a:moveTo>
                      <a:lnTo>
                        <a:pt x="911195" y="2835734"/>
                      </a:lnTo>
                      <a:cubicBezTo>
                        <a:pt x="1117484" y="2629445"/>
                        <a:pt x="1451298" y="1971211"/>
                        <a:pt x="1451298" y="1252542"/>
                      </a:cubicBezTo>
                      <a:cubicBezTo>
                        <a:pt x="1451330" y="396988"/>
                        <a:pt x="725649" y="0"/>
                        <a:pt x="725649" y="0"/>
                      </a:cubicBezTo>
                      <a:cubicBezTo>
                        <a:pt x="725649" y="0"/>
                        <a:pt x="0" y="396988"/>
                        <a:pt x="0" y="1252575"/>
                      </a:cubicBezTo>
                      <a:cubicBezTo>
                        <a:pt x="0" y="1971211"/>
                        <a:pt x="323018" y="2618650"/>
                        <a:pt x="540103" y="2835734"/>
                      </a:cubicBezTo>
                      <a:close/>
                    </a:path>
                  </a:pathLst>
                </a:custGeom>
                <a:solidFill>
                  <a:srgbClr val="99C1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3" name="Google Shape;1933;g3e84c60b4f6_0_859"/>
                <p:cNvSpPr/>
                <p:nvPr/>
              </p:nvSpPr>
              <p:spPr>
                <a:xfrm>
                  <a:off x="7397320" y="2172110"/>
                  <a:ext cx="1088032" cy="2835734"/>
                </a:xfrm>
                <a:custGeom>
                  <a:rect b="b" l="l" r="r" t="t"/>
                  <a:pathLst>
                    <a:path extrusionOk="0" h="2835734" w="1088032">
                      <a:moveTo>
                        <a:pt x="589579" y="2435517"/>
                      </a:moveTo>
                      <a:cubicBezTo>
                        <a:pt x="387530" y="2679900"/>
                        <a:pt x="246895" y="2746794"/>
                        <a:pt x="0" y="2596374"/>
                      </a:cubicBezTo>
                      <a:cubicBezTo>
                        <a:pt x="61088" y="2699535"/>
                        <a:pt x="122306" y="2781202"/>
                        <a:pt x="176838" y="2835734"/>
                      </a:cubicBezTo>
                      <a:lnTo>
                        <a:pt x="547930" y="2835734"/>
                      </a:lnTo>
                      <a:cubicBezTo>
                        <a:pt x="754219" y="2629445"/>
                        <a:pt x="1088033" y="1971211"/>
                        <a:pt x="1088033" y="1252542"/>
                      </a:cubicBezTo>
                      <a:cubicBezTo>
                        <a:pt x="1088065" y="396988"/>
                        <a:pt x="362384" y="0"/>
                        <a:pt x="362384" y="0"/>
                      </a:cubicBezTo>
                      <a:cubicBezTo>
                        <a:pt x="1176419" y="572457"/>
                        <a:pt x="942929" y="1993814"/>
                        <a:pt x="589579" y="2435517"/>
                      </a:cubicBezTo>
                      <a:close/>
                    </a:path>
                  </a:pathLst>
                </a:custGeom>
                <a:solidFill>
                  <a:srgbClr val="66A3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4" name="Google Shape;1934;g3e84c60b4f6_0_859"/>
                <p:cNvSpPr/>
                <p:nvPr/>
              </p:nvSpPr>
              <p:spPr>
                <a:xfrm>
                  <a:off x="7349800" y="2784094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5" name="Google Shape;1935;g3e84c60b4f6_0_859"/>
                <p:cNvSpPr/>
                <p:nvPr/>
              </p:nvSpPr>
              <p:spPr>
                <a:xfrm>
                  <a:off x="7323512" y="2768341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6" name="Google Shape;1936;g3e84c60b4f6_0_859"/>
                <p:cNvSpPr/>
                <p:nvPr/>
              </p:nvSpPr>
              <p:spPr>
                <a:xfrm>
                  <a:off x="7709412" y="2804413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7" name="Google Shape;1937;g3e84c60b4f6_0_859"/>
                <p:cNvSpPr/>
                <p:nvPr/>
              </p:nvSpPr>
              <p:spPr>
                <a:xfrm rot="-4040824">
                  <a:off x="7709401" y="3503999"/>
                  <a:ext cx="59923" cy="59923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8" name="Google Shape;1938;g3e84c60b4f6_0_859"/>
                <p:cNvSpPr/>
                <p:nvPr/>
              </p:nvSpPr>
              <p:spPr>
                <a:xfrm>
                  <a:off x="7359617" y="3154241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9" name="Google Shape;1939;g3e84c60b4f6_0_859"/>
                <p:cNvSpPr/>
                <p:nvPr/>
              </p:nvSpPr>
              <p:spPr>
                <a:xfrm rot="-4059997">
                  <a:off x="8059192" y="3154122"/>
                  <a:ext cx="59948" cy="59948"/>
                </a:xfrm>
                <a:custGeom>
                  <a:rect b="b" l="l" r="r" t="t"/>
                  <a:pathLst>
                    <a:path extrusionOk="0" h="59947" w="59947">
                      <a:moveTo>
                        <a:pt x="59947" y="29974"/>
                      </a:moveTo>
                      <a:cubicBezTo>
                        <a:pt x="59947" y="46528"/>
                        <a:pt x="46528" y="59947"/>
                        <a:pt x="29974" y="59947"/>
                      </a:cubicBezTo>
                      <a:cubicBezTo>
                        <a:pt x="13420" y="59947"/>
                        <a:pt x="0" y="46528"/>
                        <a:pt x="0" y="29974"/>
                      </a:cubicBezTo>
                      <a:cubicBezTo>
                        <a:pt x="0" y="13420"/>
                        <a:pt x="13420" y="0"/>
                        <a:pt x="29974" y="0"/>
                      </a:cubicBezTo>
                      <a:cubicBezTo>
                        <a:pt x="46528" y="0"/>
                        <a:pt x="59947" y="13420"/>
                        <a:pt x="59947" y="29974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0" name="Google Shape;1940;g3e84c60b4f6_0_859"/>
                <p:cNvSpPr/>
                <p:nvPr/>
              </p:nvSpPr>
              <p:spPr>
                <a:xfrm>
                  <a:off x="7462052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ubicBezTo>
                        <a:pt x="20490" y="-2927"/>
                        <a:pt x="39472" y="-2927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1" name="Google Shape;1941;g3e84c60b4f6_0_859"/>
                <p:cNvSpPr/>
                <p:nvPr/>
              </p:nvSpPr>
              <p:spPr>
                <a:xfrm>
                  <a:off x="7956755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39472" y="-2927"/>
                        <a:pt x="20490" y="-2927"/>
                        <a:pt x="8782" y="8782"/>
                      </a:cubicBez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2" name="Google Shape;1942;g3e84c60b4f6_0_859"/>
                <p:cNvSpPr/>
                <p:nvPr/>
              </p:nvSpPr>
              <p:spPr>
                <a:xfrm>
                  <a:off x="7462052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20490" y="-2927"/>
                        <a:pt x="39472" y="-2927"/>
                        <a:pt x="51181" y="8782"/>
                      </a:cubicBez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3" name="Google Shape;1943;g3e84c60b4f6_0_859"/>
                <p:cNvSpPr/>
                <p:nvPr/>
              </p:nvSpPr>
              <p:spPr>
                <a:xfrm>
                  <a:off x="7956755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ubicBezTo>
                        <a:pt x="39472" y="-2927"/>
                        <a:pt x="20490" y="-2927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4" name="Google Shape;1944;g3e84c60b4f6_0_859"/>
                <p:cNvSpPr/>
                <p:nvPr/>
              </p:nvSpPr>
              <p:spPr>
                <a:xfrm rot="-2700000">
                  <a:off x="7475039" y="2914399"/>
                  <a:ext cx="556452" cy="556452"/>
                </a:xfrm>
                <a:custGeom>
                  <a:rect b="b" l="l" r="r" t="t"/>
                  <a:pathLst>
                    <a:path extrusionOk="0" h="556143" w="556143">
                      <a:moveTo>
                        <a:pt x="556144" y="278072"/>
                      </a:moveTo>
                      <a:cubicBezTo>
                        <a:pt x="556144" y="431647"/>
                        <a:pt x="431647" y="556144"/>
                        <a:pt x="278072" y="556144"/>
                      </a:cubicBezTo>
                      <a:cubicBezTo>
                        <a:pt x="124497" y="556144"/>
                        <a:pt x="0" y="431647"/>
                        <a:pt x="0" y="278072"/>
                      </a:cubicBezTo>
                      <a:cubicBezTo>
                        <a:pt x="0" y="124497"/>
                        <a:pt x="124497" y="0"/>
                        <a:pt x="278072" y="0"/>
                      </a:cubicBezTo>
                      <a:cubicBezTo>
                        <a:pt x="431647" y="0"/>
                        <a:pt x="556144" y="124497"/>
                        <a:pt x="556144" y="278072"/>
                      </a:cubicBezTo>
                      <a:close/>
                    </a:path>
                  </a:pathLst>
                </a:custGeom>
                <a:solidFill>
                  <a:srgbClr val="77A4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5" name="Google Shape;1945;g3e84c60b4f6_0_859"/>
                <p:cNvSpPr/>
                <p:nvPr/>
              </p:nvSpPr>
              <p:spPr>
                <a:xfrm>
                  <a:off x="7461277" y="2906139"/>
                  <a:ext cx="430125" cy="519326"/>
                </a:xfrm>
                <a:custGeom>
                  <a:rect b="b" l="l" r="r" t="t"/>
                  <a:pathLst>
                    <a:path extrusionOk="0" h="519326" w="430125">
                      <a:moveTo>
                        <a:pt x="13698" y="286489"/>
                      </a:moveTo>
                      <a:cubicBezTo>
                        <a:pt x="13698" y="132906"/>
                        <a:pt x="138189" y="8415"/>
                        <a:pt x="291773" y="8415"/>
                      </a:cubicBezTo>
                      <a:cubicBezTo>
                        <a:pt x="342130" y="8415"/>
                        <a:pt x="389389" y="21819"/>
                        <a:pt x="430125" y="45237"/>
                      </a:cubicBezTo>
                      <a:cubicBezTo>
                        <a:pt x="386421" y="16634"/>
                        <a:pt x="334205" y="0"/>
                        <a:pt x="278075" y="0"/>
                      </a:cubicBezTo>
                      <a:cubicBezTo>
                        <a:pt x="124491" y="0"/>
                        <a:pt x="0" y="124491"/>
                        <a:pt x="0" y="278075"/>
                      </a:cubicBezTo>
                      <a:cubicBezTo>
                        <a:pt x="0" y="381268"/>
                        <a:pt x="56228" y="471350"/>
                        <a:pt x="139722" y="519327"/>
                      </a:cubicBezTo>
                      <a:cubicBezTo>
                        <a:pt x="63860" y="469687"/>
                        <a:pt x="13698" y="383942"/>
                        <a:pt x="13698" y="286489"/>
                      </a:cubicBezTo>
                      <a:close/>
                    </a:path>
                  </a:pathLst>
                </a:custGeom>
                <a:solidFill>
                  <a:srgbClr val="5D8D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6" name="Google Shape;1946;g3e84c60b4f6_0_859"/>
                <p:cNvSpPr/>
                <p:nvPr/>
              </p:nvSpPr>
              <p:spPr>
                <a:xfrm>
                  <a:off x="7505471" y="2950300"/>
                  <a:ext cx="330421" cy="330421"/>
                </a:xfrm>
                <a:custGeom>
                  <a:rect b="b" l="l" r="r" t="t"/>
                  <a:pathLst>
                    <a:path extrusionOk="0" h="330421" w="330421">
                      <a:moveTo>
                        <a:pt x="17351" y="320604"/>
                      </a:moveTo>
                      <a:cubicBezTo>
                        <a:pt x="17351" y="153127"/>
                        <a:pt x="153127" y="17351"/>
                        <a:pt x="320604" y="17351"/>
                      </a:cubicBezTo>
                      <a:cubicBezTo>
                        <a:pt x="323899" y="17351"/>
                        <a:pt x="327160" y="17416"/>
                        <a:pt x="330421" y="17514"/>
                      </a:cubicBezTo>
                      <a:cubicBezTo>
                        <a:pt x="302568" y="6229"/>
                        <a:pt x="272139" y="0"/>
                        <a:pt x="240209" y="0"/>
                      </a:cubicBezTo>
                      <a:cubicBezTo>
                        <a:pt x="107531" y="0"/>
                        <a:pt x="0" y="107564"/>
                        <a:pt x="0" y="240209"/>
                      </a:cubicBezTo>
                      <a:cubicBezTo>
                        <a:pt x="0" y="272106"/>
                        <a:pt x="6229" y="302568"/>
                        <a:pt x="17514" y="330421"/>
                      </a:cubicBezTo>
                      <a:cubicBezTo>
                        <a:pt x="17416" y="327160"/>
                        <a:pt x="17351" y="323898"/>
                        <a:pt x="17351" y="320604"/>
                      </a:cubicBezTo>
                      <a:close/>
                    </a:path>
                  </a:pathLst>
                </a:custGeom>
                <a:solidFill>
                  <a:srgbClr val="8EB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7" name="Google Shape;1947;g3e84c60b4f6_0_859"/>
                <p:cNvSpPr/>
                <p:nvPr/>
              </p:nvSpPr>
              <p:spPr>
                <a:xfrm>
                  <a:off x="7499111" y="4966357"/>
                  <a:ext cx="521251" cy="82972"/>
                </a:xfrm>
                <a:custGeom>
                  <a:rect b="b" l="l" r="r" t="t"/>
                  <a:pathLst>
                    <a:path extrusionOk="0" h="82972" w="521251">
                      <a:moveTo>
                        <a:pt x="479732" y="82972"/>
                      </a:moveTo>
                      <a:lnTo>
                        <a:pt x="41486" y="82972"/>
                      </a:lnTo>
                      <a:cubicBezTo>
                        <a:pt x="18558" y="82972"/>
                        <a:pt x="0" y="64382"/>
                        <a:pt x="0" y="41486"/>
                      </a:cubicBezTo>
                      <a:lnTo>
                        <a:pt x="0" y="41486"/>
                      </a:lnTo>
                      <a:cubicBezTo>
                        <a:pt x="0" y="18558"/>
                        <a:pt x="18591" y="0"/>
                        <a:pt x="41486" y="0"/>
                      </a:cubicBezTo>
                      <a:lnTo>
                        <a:pt x="479765" y="0"/>
                      </a:lnTo>
                      <a:cubicBezTo>
                        <a:pt x="502693" y="0"/>
                        <a:pt x="521251" y="18591"/>
                        <a:pt x="521251" y="41486"/>
                      </a:cubicBezTo>
                      <a:lnTo>
                        <a:pt x="521251" y="41486"/>
                      </a:lnTo>
                      <a:cubicBezTo>
                        <a:pt x="521219" y="64414"/>
                        <a:pt x="502661" y="82972"/>
                        <a:pt x="479732" y="829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48" name="Google Shape;1948;g3e84c60b4f6_0_859"/>
                <p:cNvSpPr/>
                <p:nvPr/>
              </p:nvSpPr>
              <p:spPr>
                <a:xfrm>
                  <a:off x="7509808" y="4966357"/>
                  <a:ext cx="510553" cy="82972"/>
                </a:xfrm>
                <a:custGeom>
                  <a:rect b="b" l="l" r="r" t="t"/>
                  <a:pathLst>
                    <a:path extrusionOk="0" h="82972" w="510553">
                      <a:moveTo>
                        <a:pt x="469035" y="0"/>
                      </a:moveTo>
                      <a:lnTo>
                        <a:pt x="461957" y="0"/>
                      </a:lnTo>
                      <a:cubicBezTo>
                        <a:pt x="468611" y="7371"/>
                        <a:pt x="472655" y="17123"/>
                        <a:pt x="472655" y="27821"/>
                      </a:cubicBezTo>
                      <a:cubicBezTo>
                        <a:pt x="472655" y="50749"/>
                        <a:pt x="454097" y="69307"/>
                        <a:pt x="431169" y="69307"/>
                      </a:cubicBezTo>
                      <a:lnTo>
                        <a:pt x="0" y="69307"/>
                      </a:lnTo>
                      <a:cubicBezTo>
                        <a:pt x="7599" y="77689"/>
                        <a:pt x="18558" y="82972"/>
                        <a:pt x="30788" y="82972"/>
                      </a:cubicBezTo>
                      <a:lnTo>
                        <a:pt x="469067" y="82972"/>
                      </a:lnTo>
                      <a:cubicBezTo>
                        <a:pt x="491996" y="82972"/>
                        <a:pt x="510554" y="64382"/>
                        <a:pt x="510554" y="41486"/>
                      </a:cubicBezTo>
                      <a:lnTo>
                        <a:pt x="510554" y="41486"/>
                      </a:lnTo>
                      <a:cubicBezTo>
                        <a:pt x="510521" y="18591"/>
                        <a:pt x="491963" y="0"/>
                        <a:pt x="469035" y="0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</p:grpSp>
      </p:grpSp>
      <p:sp>
        <p:nvSpPr>
          <p:cNvPr id="1949" name="Google Shape;1949;g3e84c60b4f6_0_85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g3e84c60b4f6_0_85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2" name="Google Shape;1952;g3e84c60b4f6_0_89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953" name="Google Shape;1953;g3e84c60b4f6_0_89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954" name="Google Shape;1954;g3e84c60b4f6_0_89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955" name="Google Shape;1955;g3e84c60b4f6_0_89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6" name="Google Shape;1956;g3e84c60b4f6_0_89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7" name="Google Shape;1957;g3e84c60b4f6_0_89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8" name="Google Shape;1958;g3e84c60b4f6_0_89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959" name="Google Shape;1959;g3e84c60b4f6_0_89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960" name="Google Shape;1960;g3e84c60b4f6_0_897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1" name="Google Shape;1961;g3e84c60b4f6_0_897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1962" name="Google Shape;1962;g3e84c60b4f6_0_897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1963" name="Google Shape;1963;g3e84c60b4f6_0_897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4" name="Google Shape;1964;g3e84c60b4f6_0_897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2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965" name="Google Shape;1965;g3e84c60b4f6_0_897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1966" name="Google Shape;1966;g3e84c60b4f6_0_897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7" name="Google Shape;1967;g3e84c60b4f6_0_897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24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968" name="Google Shape;1968;g3e84c60b4f6_0_897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1969" name="Google Shape;1969;g3e84c60b4f6_0_897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0" name="Google Shape;1970;g3e84c60b4f6_0_897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1" name="Google Shape;1971;g3e84c60b4f6_0_897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2" name="Google Shape;1972;g3e84c60b4f6_0_897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3" name="Google Shape;1973;g3e84c60b4f6_0_897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4" name="Google Shape;1974;g3e84c60b4f6_0_897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5" name="Google Shape;1975;g3e84c60b4f6_0_897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6" name="Google Shape;1976;g3e84c60b4f6_0_897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7" name="Google Shape;1977;g3e84c60b4f6_0_897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8" name="Google Shape;1978;g3e84c60b4f6_0_897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979" name="Google Shape;1979;g3e84c60b4f6_0_897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1980" name="Google Shape;1980;g3e84c60b4f6_0_897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1" name="Google Shape;1981;g3e84c60b4f6_0_897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2" name="Google Shape;1982;g3e84c60b4f6_0_897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3" name="Google Shape;1983;g3e84c60b4f6_0_897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4" name="Google Shape;1984;g3e84c60b4f6_0_897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985" name="Google Shape;1985;g3e84c60b4f6_0_897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1986" name="Google Shape;1986;g3e84c60b4f6_0_897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7" name="Google Shape;1987;g3e84c60b4f6_0_897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8" name="Google Shape;1988;g3e84c60b4f6_0_897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9" name="Google Shape;1989;g3e84c60b4f6_0_897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990" name="Google Shape;1990;g3e84c60b4f6_0_897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1991" name="Google Shape;1991;g3e84c60b4f6_0_897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2" name="Google Shape;1992;g3e84c60b4f6_0_897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3" name="Google Shape;1993;g3e84c60b4f6_0_897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4" name="Google Shape;1994;g3e84c60b4f6_0_897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5" name="Google Shape;1995;g3e84c60b4f6_0_897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6" name="Google Shape;1996;g3e84c60b4f6_0_897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7" name="Google Shape;1997;g3e84c60b4f6_0_897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8" name="Google Shape;1998;g3e84c60b4f6_0_897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9" name="Google Shape;1999;g3e84c60b4f6_0_897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0" name="Google Shape;2000;g3e84c60b4f6_0_897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1" name="Google Shape;2001;g3e84c60b4f6_0_897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2" name="Google Shape;2002;g3e84c60b4f6_0_897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3" name="Google Shape;2003;g3e84c60b4f6_0_897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4" name="Google Shape;2004;g3e84c60b4f6_0_897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5" name="Google Shape;2005;g3e84c60b4f6_0_897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6" name="Google Shape;2006;g3e84c60b4f6_0_897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7" name="Google Shape;2007;g3e84c60b4f6_0_897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8" name="Google Shape;2008;g3e84c60b4f6_0_897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9" name="Google Shape;2009;g3e84c60b4f6_0_897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0" name="Google Shape;2010;g3e84c60b4f6_0_897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1" name="Google Shape;2011;g3e84c60b4f6_0_897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2" name="Google Shape;2012;g3e84c60b4f6_0_897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3" name="Google Shape;2013;g3e84c60b4f6_0_897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4" name="Google Shape;2014;g3e84c60b4f6_0_897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5" name="Google Shape;2015;g3e84c60b4f6_0_897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6" name="Google Shape;2016;g3e84c60b4f6_0_897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7" name="Google Shape;2017;g3e84c60b4f6_0_897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018" name="Google Shape;2018;g3e84c60b4f6_0_897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2019" name="Google Shape;2019;g3e84c60b4f6_0_897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020" name="Google Shape;2020;g3e84c60b4f6_0_897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24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021" name="Google Shape;2021;g3e84c60b4f6_0_897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22" name="Google Shape;2022;g3e84c60b4f6_0_897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23" name="Google Shape;2023;g3e84c60b4f6_0_897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24" name="Google Shape;2024;g3e84c60b4f6_0_897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025" name="Google Shape;2025;g3e84c60b4f6_0_897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2026" name="Google Shape;2026;g3e84c60b4f6_0_897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027" name="Google Shape;2027;g3e84c60b4f6_0_897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24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028" name="Google Shape;2028;g3e84c60b4f6_0_897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29" name="Google Shape;2029;g3e84c60b4f6_0_897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30" name="Google Shape;2030;g3e84c60b4f6_0_897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31" name="Google Shape;2031;g3e84c60b4f6_0_897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032" name="Google Shape;2032;g3e84c60b4f6_0_897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2033" name="Google Shape;2033;g3e84c60b4f6_0_897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034" name="Google Shape;2034;g3e84c60b4f6_0_897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24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035" name="Google Shape;2035;g3e84c60b4f6_0_897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36" name="Google Shape;2036;g3e84c60b4f6_0_897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37" name="Google Shape;2037;g3e84c60b4f6_0_897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38" name="Google Shape;2038;g3e84c60b4f6_0_897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39" name="Google Shape;2039;g3e84c60b4f6_0_897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0" name="Google Shape;2040;g3e84c60b4f6_0_897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1" name="Google Shape;2041;g3e84c60b4f6_0_897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2" name="Google Shape;2042;g3e84c60b4f6_0_897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3" name="Google Shape;2043;g3e84c60b4f6_0_897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4" name="Google Shape;2044;g3e84c60b4f6_0_897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5" name="Google Shape;2045;g3e84c60b4f6_0_897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6" name="Google Shape;2046;g3e84c60b4f6_0_897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7" name="Google Shape;2047;g3e84c60b4f6_0_897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48" name="Google Shape;2048;g3e84c60b4f6_0_897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049" name="Google Shape;2049;g3e84c60b4f6_0_897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2050" name="Google Shape;2050;g3e84c60b4f6_0_897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051" name="Google Shape;2051;g3e84c60b4f6_0_897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24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052" name="Google Shape;2052;g3e84c60b4f6_0_897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3" name="Google Shape;2053;g3e84c60b4f6_0_897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4" name="Google Shape;2054;g3e84c60b4f6_0_897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5" name="Google Shape;2055;g3e84c60b4f6_0_897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6" name="Google Shape;2056;g3e84c60b4f6_0_897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7" name="Google Shape;2057;g3e84c60b4f6_0_897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8" name="Google Shape;2058;g3e84c60b4f6_0_897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59" name="Google Shape;2059;g3e84c60b4f6_0_897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0" name="Google Shape;2060;g3e84c60b4f6_0_897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1" name="Google Shape;2061;g3e84c60b4f6_0_897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2" name="Google Shape;2062;g3e84c60b4f6_0_897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3" name="Google Shape;2063;g3e84c60b4f6_0_897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4" name="Google Shape;2064;g3e84c60b4f6_0_897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5" name="Google Shape;2065;g3e84c60b4f6_0_897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66" name="Google Shape;2066;g3e84c60b4f6_0_897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2067" name="Google Shape;2067;g3e84c60b4f6_0_89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3e84c60b4f6_0_1014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0" name="Google Shape;2070;g3e84c60b4f6_0_1014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071" name="Google Shape;2071;g3e84c60b4f6_0_101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072" name="Google Shape;2072;g3e84c60b4f6_0_101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073" name="Google Shape;2073;g3e84c60b4f6_0_101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e84c60b4f6_0_1020"/>
          <p:cNvSpPr txBox="1"/>
          <p:nvPr/>
        </p:nvSpPr>
        <p:spPr>
          <a:xfrm>
            <a:off x="3987293" y="5751951"/>
            <a:ext cx="419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g3e84c60b4f6_0_1020"/>
          <p:cNvSpPr/>
          <p:nvPr/>
        </p:nvSpPr>
        <p:spPr>
          <a:xfrm>
            <a:off x="2316544" y="2334255"/>
            <a:ext cx="496171" cy="1881101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7" name="Google Shape;2077;g3e84c60b4f6_0_1020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8" name="Google Shape;2078;g3e84c60b4f6_0_1020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9" name="Google Shape;2079;g3e84c60b4f6_0_1020"/>
          <p:cNvSpPr/>
          <p:nvPr/>
        </p:nvSpPr>
        <p:spPr>
          <a:xfrm>
            <a:off x="1959874" y="1620270"/>
            <a:ext cx="637167" cy="773882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0" name="Google Shape;2080;g3e84c60b4f6_0_1020"/>
          <p:cNvSpPr/>
          <p:nvPr/>
        </p:nvSpPr>
        <p:spPr>
          <a:xfrm>
            <a:off x="1959922" y="1928368"/>
            <a:ext cx="635481" cy="465789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2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1" name="Google Shape;2081;g3e84c60b4f6_0_1020"/>
          <p:cNvSpPr/>
          <p:nvPr/>
        </p:nvSpPr>
        <p:spPr>
          <a:xfrm>
            <a:off x="7635445" y="3025135"/>
            <a:ext cx="453209" cy="1702189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2" name="Google Shape;2082;g3e84c60b4f6_0_1020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3" name="Google Shape;2083;g3e84c60b4f6_0_1020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4" name="Google Shape;2084;g3e84c60b4f6_0_1020"/>
          <p:cNvSpPr/>
          <p:nvPr/>
        </p:nvSpPr>
        <p:spPr>
          <a:xfrm>
            <a:off x="7832107" y="2316556"/>
            <a:ext cx="638590" cy="768205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5" name="Google Shape;2085;g3e84c60b4f6_0_1020"/>
          <p:cNvSpPr/>
          <p:nvPr/>
        </p:nvSpPr>
        <p:spPr>
          <a:xfrm>
            <a:off x="7832424" y="2643673"/>
            <a:ext cx="638367" cy="440384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2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086" name="Google Shape;2086;g3e84c60b4f6_0_1020"/>
          <p:cNvGrpSpPr/>
          <p:nvPr/>
        </p:nvGrpSpPr>
        <p:grpSpPr>
          <a:xfrm>
            <a:off x="5457743" y="1333256"/>
            <a:ext cx="1594947" cy="4101702"/>
            <a:chOff x="5652866" y="1771703"/>
            <a:chExt cx="1133902" cy="2916040"/>
          </a:xfrm>
        </p:grpSpPr>
        <p:sp>
          <p:nvSpPr>
            <p:cNvPr id="2087" name="Google Shape;2087;g3e84c60b4f6_0_1020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8" name="Google Shape;2088;g3e84c60b4f6_0_1020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9" name="Google Shape;2089;g3e84c60b4f6_0_1020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0" name="Google Shape;2090;g3e84c60b4f6_0_1020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1" name="Google Shape;2091;g3e84c60b4f6_0_1020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2" name="Google Shape;2092;g3e84c60b4f6_0_1020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3" name="Google Shape;2093;g3e84c60b4f6_0_1020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4" name="Google Shape;2094;g3e84c60b4f6_0_1020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5" name="Google Shape;2095;g3e84c60b4f6_0_1020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6" name="Google Shape;2096;g3e84c60b4f6_0_1020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7" name="Google Shape;2097;g3e84c60b4f6_0_1020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8" name="Google Shape;2098;g3e84c60b4f6_0_1020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9" name="Google Shape;2099;g3e84c60b4f6_0_1020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0" name="Google Shape;2100;g3e84c60b4f6_0_1020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1" name="Google Shape;2101;g3e84c60b4f6_0_1020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2" name="Google Shape;2102;g3e84c60b4f6_0_1020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78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3" name="Google Shape;2103;g3e84c60b4f6_0_1020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4" name="Google Shape;2104;g3e84c60b4f6_0_1020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5" name="Google Shape;2105;g3e84c60b4f6_0_1020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6" name="Google Shape;2106;g3e84c60b4f6_0_1020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7" name="Google Shape;2107;g3e84c60b4f6_0_1020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8" name="Google Shape;2108;g3e84c60b4f6_0_1020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78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9" name="Google Shape;2109;g3e84c60b4f6_0_1020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0" name="Google Shape;2110;g3e84c60b4f6_0_1020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1" name="Google Shape;2111;g3e84c60b4f6_0_1020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2" name="Google Shape;2112;g3e84c60b4f6_0_1020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3" name="Google Shape;2113;g3e84c60b4f6_0_1020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4" name="Google Shape;2114;g3e84c60b4f6_0_1020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5" name="Google Shape;2115;g3e84c60b4f6_0_1020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6" name="Google Shape;2116;g3e84c60b4f6_0_1020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7" name="Google Shape;2117;g3e84c60b4f6_0_1020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8" name="Google Shape;2118;g3e84c60b4f6_0_1020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9" name="Google Shape;2119;g3e84c60b4f6_0_1020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0" name="Google Shape;2120;g3e84c60b4f6_0_1020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1" name="Google Shape;2121;g3e84c60b4f6_0_1020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122" name="Google Shape;2122;g3e84c60b4f6_0_1020"/>
          <p:cNvGrpSpPr/>
          <p:nvPr/>
        </p:nvGrpSpPr>
        <p:grpSpPr>
          <a:xfrm>
            <a:off x="335406" y="217184"/>
            <a:ext cx="11376424" cy="5726587"/>
            <a:chOff x="3962400" y="1361312"/>
            <a:chExt cx="4234979" cy="2131775"/>
          </a:xfrm>
        </p:grpSpPr>
        <p:sp>
          <p:nvSpPr>
            <p:cNvPr id="2123" name="Google Shape;2123;g3e84c60b4f6_0_1020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4" name="Google Shape;2124;g3e84c60b4f6_0_1020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5" name="Google Shape;2125;g3e84c60b4f6_0_1020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6" name="Google Shape;2126;g3e84c60b4f6_0_1020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7" name="Google Shape;2127;g3e84c60b4f6_0_1020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8" name="Google Shape;2128;g3e84c60b4f6_0_1020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9" name="Google Shape;2129;g3e84c60b4f6_0_1020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0" name="Google Shape;2130;g3e84c60b4f6_0_1020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1" name="Google Shape;2131;g3e84c60b4f6_0_1020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2" name="Google Shape;2132;g3e84c60b4f6_0_1020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3" name="Google Shape;2133;g3e84c60b4f6_0_1020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4" name="Google Shape;2134;g3e84c60b4f6_0_1020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5" name="Google Shape;2135;g3e84c60b4f6_0_1020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6" name="Google Shape;2136;g3e84c60b4f6_0_1020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7" name="Google Shape;2137;g3e84c60b4f6_0_1020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8" name="Google Shape;2138;g3e84c60b4f6_0_1020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39" name="Google Shape;2139;g3e84c60b4f6_0_1020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0" name="Google Shape;2140;g3e84c60b4f6_0_1020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1" name="Google Shape;2141;g3e84c60b4f6_0_1020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2" name="Google Shape;2142;g3e84c60b4f6_0_1020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3" name="Google Shape;2143;g3e84c60b4f6_0_1020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4" name="Google Shape;2144;g3e84c60b4f6_0_1020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5" name="Google Shape;2145;g3e84c60b4f6_0_1020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6" name="Google Shape;2146;g3e84c60b4f6_0_1020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7" name="Google Shape;2147;g3e84c60b4f6_0_1020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8" name="Google Shape;2148;g3e84c60b4f6_0_1020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49" name="Google Shape;2149;g3e84c60b4f6_0_1020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0" name="Google Shape;2150;g3e84c60b4f6_0_1020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1" name="Google Shape;2151;g3e84c60b4f6_0_1020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2" name="Google Shape;2152;g3e84c60b4f6_0_1020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3" name="Google Shape;2153;g3e84c60b4f6_0_1020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4" name="Google Shape;2154;g3e84c60b4f6_0_1020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5" name="Google Shape;2155;g3e84c60b4f6_0_1020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6" name="Google Shape;2156;g3e84c60b4f6_0_1020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7" name="Google Shape;2157;g3e84c60b4f6_0_1020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8" name="Google Shape;2158;g3e84c60b4f6_0_1020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59" name="Google Shape;2159;g3e84c60b4f6_0_1020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60" name="Google Shape;2160;g3e84c60b4f6_0_1020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61" name="Google Shape;2161;g3e84c60b4f6_0_1020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62" name="Google Shape;2162;g3e84c60b4f6_0_1020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63" name="Google Shape;2163;g3e84c60b4f6_0_1020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64" name="Google Shape;2164;g3e84c60b4f6_0_1020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6" name="Google Shape;2166;g3e84c60b4f6_0_111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167" name="Google Shape;2167;g3e84c60b4f6_0_111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168" name="Google Shape;2168;g3e84c60b4f6_0_111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169" name="Google Shape;2169;g3e84c60b4f6_0_111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70" name="Google Shape;2170;g3e84c60b4f6_0_111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71" name="Google Shape;2171;g3e84c60b4f6_0_111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72" name="Google Shape;2172;g3e84c60b4f6_0_111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173" name="Google Shape;2173;g3e84c60b4f6_0_111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174" name="Google Shape;2174;g3e84c60b4f6_0_1111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2175" name="Google Shape;2175;g3e84c60b4f6_0_1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7" name="Google Shape;2177;g3e84c60b4f6_0_11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8" name="Google Shape;2178;g3e84c60b4f6_0_1122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3e84c60b4f6_0_1125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3e84c60b4f6_0_1127"/>
          <p:cNvSpPr txBox="1"/>
          <p:nvPr>
            <p:ph idx="1" type="body"/>
          </p:nvPr>
        </p:nvSpPr>
        <p:spPr>
          <a:xfrm>
            <a:off x="2704330" y="1163553"/>
            <a:ext cx="100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183" name="Google Shape;2183;g3e84c60b4f6_0_1127"/>
          <p:cNvSpPr txBox="1"/>
          <p:nvPr>
            <p:ph idx="2" type="body"/>
          </p:nvPr>
        </p:nvSpPr>
        <p:spPr>
          <a:xfrm>
            <a:off x="2568593" y="1667167"/>
            <a:ext cx="82857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184" name="Google Shape;2184;g3e84c60b4f6_0_1127"/>
          <p:cNvSpPr txBox="1"/>
          <p:nvPr/>
        </p:nvSpPr>
        <p:spPr>
          <a:xfrm>
            <a:off x="996843" y="968220"/>
            <a:ext cx="4207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85" name="Google Shape;2185;g3e84c60b4f6_0_1127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g3e84c60b4f6_0_1127"/>
          <p:cNvSpPr txBox="1"/>
          <p:nvPr>
            <p:ph idx="3" type="body"/>
          </p:nvPr>
        </p:nvSpPr>
        <p:spPr>
          <a:xfrm>
            <a:off x="2333229" y="654684"/>
            <a:ext cx="57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e84c60b4f6_0_1133"/>
          <p:cNvSpPr txBox="1"/>
          <p:nvPr/>
        </p:nvSpPr>
        <p:spPr>
          <a:xfrm>
            <a:off x="973639" y="2890391"/>
            <a:ext cx="409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9" name="Google Shape;2189;g3e84c60b4f6_0_1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0725" y="778588"/>
            <a:ext cx="5309935" cy="530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g3e84c60b4f6_0_1136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2192" name="Google Shape;2192;g3e84c60b4f6_0_1136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2193" name="Google Shape;2193;g3e84c60b4f6_0_1136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94" name="Google Shape;2194;g3e84c60b4f6_0_1136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195" name="Google Shape;2195;g3e84c60b4f6_0_1136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196" name="Google Shape;2196;g3e84c60b4f6_0_1136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8" name="Google Shape;2198;g3e84c60b4f6_0_1143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2199" name="Google Shape;2199;g3e84c60b4f6_0_1143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00" name="Google Shape;2200;g3e84c60b4f6_0_1143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01" name="Google Shape;2201;g3e84c60b4f6_0_1143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02" name="Google Shape;2202;g3e84c60b4f6_0_1143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03" name="Google Shape;2203;g3e84c60b4f6_0_1143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04" name="Google Shape;2204;g3e84c60b4f6_0_1143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6" name="Google Shape;2206;g3e84c60b4f6_0_1151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2207" name="Google Shape;2207;g3e84c60b4f6_0_1151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08" name="Google Shape;2208;g3e84c60b4f6_0_1151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09" name="Google Shape;2209;g3e84c60b4f6_0_1151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10" name="Google Shape;2210;g3e84c60b4f6_0_1151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11" name="Google Shape;2211;g3e84c60b4f6_0_115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3" name="Google Shape;2213;g3e84c60b4f6_0_1158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2214" name="Google Shape;2214;g3e84c60b4f6_0_1158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15" name="Google Shape;2215;g3e84c60b4f6_0_1158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16" name="Google Shape;2216;g3e84c60b4f6_0_1158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g3e84c60b4f6_0_1158"/>
          <p:cNvSpPr txBox="1"/>
          <p:nvPr>
            <p:ph idx="1" type="body"/>
          </p:nvPr>
        </p:nvSpPr>
        <p:spPr>
          <a:xfrm>
            <a:off x="490194" y="1461565"/>
            <a:ext cx="55059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18" name="Google Shape;2218;g3e84c60b4f6_0_1158"/>
          <p:cNvSpPr txBox="1"/>
          <p:nvPr>
            <p:ph idx="2" type="body"/>
          </p:nvPr>
        </p:nvSpPr>
        <p:spPr>
          <a:xfrm>
            <a:off x="490194" y="2275952"/>
            <a:ext cx="55059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19" name="Google Shape;2219;g3e84c60b4f6_0_1158"/>
          <p:cNvSpPr txBox="1"/>
          <p:nvPr>
            <p:ph idx="3" type="body"/>
          </p:nvPr>
        </p:nvSpPr>
        <p:spPr>
          <a:xfrm>
            <a:off x="6170612" y="1461565"/>
            <a:ext cx="5462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20" name="Google Shape;2220;g3e84c60b4f6_0_1158"/>
          <p:cNvSpPr txBox="1"/>
          <p:nvPr>
            <p:ph idx="4" type="body"/>
          </p:nvPr>
        </p:nvSpPr>
        <p:spPr>
          <a:xfrm>
            <a:off x="6170611" y="2275952"/>
            <a:ext cx="5462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21" name="Google Shape;2221;g3e84c60b4f6_0_1158"/>
          <p:cNvSpPr txBox="1"/>
          <p:nvPr>
            <p:ph idx="5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22" name="Google Shape;2222;g3e84c60b4f6_0_1158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4" name="Google Shape;2224;g3e84c60b4f6_0_1169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2225" name="Google Shape;2225;g3e84c60b4f6_0_1169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226" name="Google Shape;2226;g3e84c60b4f6_0_1169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2227" name="Google Shape;2227;g3e84c60b4f6_0_116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8" name="Google Shape;2228;g3e84c60b4f6_0_1169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9" name="Google Shape;2229;g3e84c60b4f6_0_1169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0" name="Google Shape;2230;g3e84c60b4f6_0_1169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231" name="Google Shape;2231;g3e84c60b4f6_0_116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32" name="Google Shape;2232;g3e84c60b4f6_0_1169"/>
          <p:cNvSpPr txBox="1"/>
          <p:nvPr/>
        </p:nvSpPr>
        <p:spPr>
          <a:xfrm>
            <a:off x="639545" y="777563"/>
            <a:ext cx="455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2233" name="Google Shape;2233;g3e84c60b4f6_0_11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8431" y="498639"/>
            <a:ext cx="5860720" cy="58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g3e84c60b4f6_0_116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6" name="Google Shape;2236;g3e84c60b4f6_0_11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g3e84c60b4f6_0_1181"/>
          <p:cNvSpPr txBox="1"/>
          <p:nvPr>
            <p:ph idx="1" type="body"/>
          </p:nvPr>
        </p:nvSpPr>
        <p:spPr>
          <a:xfrm>
            <a:off x="3789363" y="5721350"/>
            <a:ext cx="509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3e84c60b4f6_0_118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0" name="Google Shape;2240;g3e84c60b4f6_0_1184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41" name="Google Shape;2241;g3e84c60b4f6_0_1184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42" name="Google Shape;2242;g3e84c60b4f6_0_1184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3e84c60b4f6_0_1189"/>
          <p:cNvSpPr txBox="1"/>
          <p:nvPr>
            <p:ph type="ctrTitle"/>
          </p:nvPr>
        </p:nvSpPr>
        <p:spPr>
          <a:xfrm>
            <a:off x="959999" y="1748091"/>
            <a:ext cx="51360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5" name="Google Shape;2245;g3e84c60b4f6_0_1189"/>
          <p:cNvSpPr txBox="1"/>
          <p:nvPr>
            <p:ph idx="1" type="subTitle"/>
          </p:nvPr>
        </p:nvSpPr>
        <p:spPr>
          <a:xfrm>
            <a:off x="959999" y="4366658"/>
            <a:ext cx="5136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46" name="Google Shape;2246;g3e84c60b4f6_0_118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g3e84c60b4f6_0_1189"/>
          <p:cNvSpPr txBox="1"/>
          <p:nvPr>
            <p:ph idx="2" type="body"/>
          </p:nvPr>
        </p:nvSpPr>
        <p:spPr>
          <a:xfrm>
            <a:off x="6618288" y="1296988"/>
            <a:ext cx="47991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48" name="Google Shape;2248;g3e84c60b4f6_0_1189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g3e84c60b4f6_0_1195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1" name="Google Shape;2251;g3e84c60b4f6_0_1195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52" name="Google Shape;2252;g3e84c60b4f6_0_1195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3e84c60b4f6_0_1199"/>
          <p:cNvSpPr txBox="1"/>
          <p:nvPr>
            <p:ph type="ctrTitle"/>
          </p:nvPr>
        </p:nvSpPr>
        <p:spPr>
          <a:xfrm>
            <a:off x="579432" y="1300532"/>
            <a:ext cx="24300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5" name="Google Shape;2255;g3e84c60b4f6_0_1199"/>
          <p:cNvSpPr txBox="1"/>
          <p:nvPr>
            <p:ph idx="1" type="body"/>
          </p:nvPr>
        </p:nvSpPr>
        <p:spPr>
          <a:xfrm>
            <a:off x="579432" y="548057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56" name="Google Shape;2256;g3e84c60b4f6_0_1199"/>
          <p:cNvSpPr txBox="1"/>
          <p:nvPr>
            <p:ph idx="2" type="body"/>
          </p:nvPr>
        </p:nvSpPr>
        <p:spPr>
          <a:xfrm>
            <a:off x="579431" y="5019996"/>
            <a:ext cx="2430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57" name="Google Shape;2257;g3e84c60b4f6_0_1199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3e84c60b4f6_0_120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0" name="Google Shape;2260;g3e84c60b4f6_0_120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61" name="Google Shape;2261;g3e84c60b4f6_0_1204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3e84c60b4f6_0_1208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4" name="Google Shape;2264;g3e84c60b4f6_0_1208"/>
          <p:cNvSpPr txBox="1"/>
          <p:nvPr>
            <p:ph idx="1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65" name="Google Shape;2265;g3e84c60b4f6_0_1208"/>
          <p:cNvSpPr txBox="1"/>
          <p:nvPr>
            <p:ph idx="2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66" name="Google Shape;2266;g3e84c60b4f6_0_1208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3e84c60b4f6_0_12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9" name="Google Shape;2269;g3e84c60b4f6_0_12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70" name="Google Shape;2270;g3e84c60b4f6_0_121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71" name="Google Shape;2271;g3e84c60b4f6_0_121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72" name="Google Shape;2272;g3e84c60b4f6_0_121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3e84c60b4f6_0_1219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275" name="Google Shape;2275;g3e84c60b4f6_0_1219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6" name="Google Shape;2276;g3e84c60b4f6_0_1219"/>
          <p:cNvSpPr txBox="1"/>
          <p:nvPr>
            <p:ph idx="12" type="sldNum"/>
          </p:nvPr>
        </p:nvSpPr>
        <p:spPr>
          <a:xfrm>
            <a:off x="11776267" y="6439067"/>
            <a:ext cx="415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7" name="Google Shape;2277;g3e84c60b4f6_0_1219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_1"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3e84c60b4f6_0_1224"/>
          <p:cNvSpPr txBox="1"/>
          <p:nvPr/>
        </p:nvSpPr>
        <p:spPr>
          <a:xfrm>
            <a:off x="794875" y="2957438"/>
            <a:ext cx="586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BREAK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ation Complete">
  <p:cSld name="Exploration Complete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3e84c60b4f6_0_1226"/>
          <p:cNvSpPr txBox="1"/>
          <p:nvPr/>
        </p:nvSpPr>
        <p:spPr>
          <a:xfrm>
            <a:off x="3159315" y="3914214"/>
            <a:ext cx="587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g3e84c60b4f6_0_1226"/>
          <p:cNvSpPr txBox="1"/>
          <p:nvPr/>
        </p:nvSpPr>
        <p:spPr>
          <a:xfrm>
            <a:off x="2698800" y="1743190"/>
            <a:ext cx="6794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</a:t>
            </a:r>
            <a:r>
              <a:rPr b="1" i="0" lang="en-US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ing">
  <p:cSld name="Exploring"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3e84c60b4f6_0_1229"/>
          <p:cNvSpPr txBox="1"/>
          <p:nvPr/>
        </p:nvSpPr>
        <p:spPr>
          <a:xfrm>
            <a:off x="2729495" y="2321004"/>
            <a:ext cx="244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g3e84c60b4f6_0_1229"/>
          <p:cNvSpPr txBox="1"/>
          <p:nvPr/>
        </p:nvSpPr>
        <p:spPr>
          <a:xfrm>
            <a:off x="4360477" y="1337162"/>
            <a:ext cx="3251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b="1" i="0" lang="en-US" sz="1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g3e84c60b4f6_0_1229"/>
          <p:cNvSpPr txBox="1"/>
          <p:nvPr/>
        </p:nvSpPr>
        <p:spPr>
          <a:xfrm>
            <a:off x="6583633" y="2321004"/>
            <a:ext cx="303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RING</a:t>
            </a:r>
            <a:endParaRPr b="0" i="0" sz="5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7" name="Google Shape;2287;g3e84c60b4f6_0_12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3375" y="3884347"/>
            <a:ext cx="9105900" cy="182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g3e84c60b4f6_0_3199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7" name="Google Shape;2307;g3e84c60b4f6_0_3199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120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308" name="Google Shape;2308;g3e84c60b4f6_0_3199"/>
          <p:cNvSpPr txBox="1"/>
          <p:nvPr>
            <p:ph idx="12" type="sldNum"/>
          </p:nvPr>
        </p:nvSpPr>
        <p:spPr>
          <a:xfrm>
            <a:off x="5730320" y="633299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3e84c60b4f6_0_3203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1" name="Google Shape;2311;g3e84c60b4f6_0_3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3e84c60b4f6_0_3206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314" name="Google Shape;2314;g3e84c60b4f6_0_3206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lang="en-US" sz="4800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Session Agenda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5" name="Google Shape;2315;g3e84c60b4f6_0_3206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1" i="0" sz="2800" u="none" cap="small" strike="noStrike">
              <a:solidFill>
                <a:srgbClr val="75707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6" name="Google Shape;2316;g3e84c60b4f6_0_3206"/>
          <p:cNvSpPr txBox="1"/>
          <p:nvPr>
            <p:ph idx="2" type="body"/>
          </p:nvPr>
        </p:nvSpPr>
        <p:spPr>
          <a:xfrm>
            <a:off x="1871000" y="1667184"/>
            <a:ext cx="8773200" cy="4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317" name="Google Shape;2317;g3e84c60b4f6_0_3206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9" name="Google Shape;2319;g3e84c60b4f6_0_3212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320" name="Google Shape;2320;g3e84c60b4f6_0_321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321" name="Google Shape;2321;g3e84c60b4f6_0_321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322" name="Google Shape;2322;g3e84c60b4f6_0_321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23" name="Google Shape;2323;g3e84c60b4f6_0_321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24" name="Google Shape;2324;g3e84c60b4f6_0_321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25" name="Google Shape;2325;g3e84c60b4f6_0_321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326" name="Google Shape;2326;g3e84c60b4f6_0_321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27" name="Google Shape;2327;g3e84c60b4f6_0_3212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8" name="Google Shape;2328;g3e84c60b4f6_0_3212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2329" name="Google Shape;2329;g3e84c60b4f6_0_3212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0" name="Google Shape;2330;g3e84c60b4f6_0_3212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86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331" name="Google Shape;2331;g3e84c60b4f6_0_3212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2332" name="Google Shape;2332;g3e84c60b4f6_0_3212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3" name="Google Shape;2333;g3e84c60b4f6_0_3212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4" name="Google Shape;2334;g3e84c60b4f6_0_3212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5" name="Google Shape;2335;g3e84c60b4f6_0_3212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6" name="Google Shape;2336;g3e84c60b4f6_0_3212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7" name="Google Shape;2337;g3e84c60b4f6_0_3212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8" name="Google Shape;2338;g3e84c60b4f6_0_3212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9" name="Google Shape;2339;g3e84c60b4f6_0_3212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0" name="Google Shape;2340;g3e84c60b4f6_0_3212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1" name="Google Shape;2341;g3e84c60b4f6_0_3212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2" name="Google Shape;2342;g3e84c60b4f6_0_3212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3" name="Google Shape;2343;g3e84c60b4f6_0_3212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4" name="Google Shape;2344;g3e84c60b4f6_0_3212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5" name="Google Shape;2345;g3e84c60b4f6_0_3212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6" name="Google Shape;2346;g3e84c60b4f6_0_3212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7" name="Google Shape;2347;g3e84c60b4f6_0_3212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8" name="Google Shape;2348;g3e84c60b4f6_0_3212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9" name="Google Shape;2349;g3e84c60b4f6_0_3212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0" name="Google Shape;2350;g3e84c60b4f6_0_3212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1" name="Google Shape;2351;g3e84c60b4f6_0_3212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2" name="Google Shape;2352;g3e84c60b4f6_0_3212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3" name="Google Shape;2353;g3e84c60b4f6_0_3212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4" name="Google Shape;2354;g3e84c60b4f6_0_3212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5" name="Google Shape;2355;g3e84c60b4f6_0_3212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6" name="Google Shape;2356;g3e84c60b4f6_0_3212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7" name="Google Shape;2357;g3e84c60b4f6_0_3212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8" name="Google Shape;2358;g3e84c60b4f6_0_3212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9" name="Google Shape;2359;g3e84c60b4f6_0_3212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0" name="Google Shape;2360;g3e84c60b4f6_0_3212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1" name="Google Shape;2361;g3e84c60b4f6_0_3212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2" name="Google Shape;2362;g3e84c60b4f6_0_3212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3" name="Google Shape;2363;g3e84c60b4f6_0_3212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4" name="Google Shape;2364;g3e84c60b4f6_0_3212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5" name="Google Shape;2365;g3e84c60b4f6_0_3212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6" name="Google Shape;2366;g3e84c60b4f6_0_3212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7" name="Google Shape;2367;g3e84c60b4f6_0_3212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8" name="Google Shape;2368;g3e84c60b4f6_0_3212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9" name="Google Shape;2369;g3e84c60b4f6_0_3212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0" name="Google Shape;2370;g3e84c60b4f6_0_3212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1" name="Google Shape;2371;g3e84c60b4f6_0_3212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2" name="Google Shape;2372;g3e84c60b4f6_0_3212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3" name="Google Shape;2373;g3e84c60b4f6_0_3212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4" name="Google Shape;2374;g3e84c60b4f6_0_3212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5" name="Google Shape;2375;g3e84c60b4f6_0_3212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6" name="Google Shape;2376;g3e84c60b4f6_0_3212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377" name="Google Shape;2377;g3e84c60b4f6_0_3212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2378" name="Google Shape;2378;g3e84c60b4f6_0_3212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9" name="Google Shape;2379;g3e84c60b4f6_0_3212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0" name="Google Shape;2380;g3e84c60b4f6_0_3212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1" name="Google Shape;2381;g3e84c60b4f6_0_3212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2" name="Google Shape;2382;g3e84c60b4f6_0_3212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3" name="Google Shape;2383;g3e84c60b4f6_0_3212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4" name="Google Shape;2384;g3e84c60b4f6_0_3212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5" name="Google Shape;2385;g3e84c60b4f6_0_3212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6" name="Google Shape;2386;g3e84c60b4f6_0_3212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7" name="Google Shape;2387;g3e84c60b4f6_0_3212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388" name="Google Shape;2388;g3e84c60b4f6_0_3212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2389" name="Google Shape;2389;g3e84c60b4f6_0_3212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0" name="Google Shape;2390;g3e84c60b4f6_0_3212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1" name="Google Shape;2391;g3e84c60b4f6_0_3212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2" name="Google Shape;2392;g3e84c60b4f6_0_3212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3" name="Google Shape;2393;g3e84c60b4f6_0_3212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4" name="Google Shape;2394;g3e84c60b4f6_0_3212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86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5" name="Google Shape;2395;g3e84c60b4f6_0_3212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6" name="Google Shape;2396;g3e84c60b4f6_0_3212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7" name="Google Shape;2397;g3e84c60b4f6_0_3212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8" name="Google Shape;2398;g3e84c60b4f6_0_3212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9" name="Google Shape;2399;g3e84c60b4f6_0_3212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0" name="Google Shape;2400;g3e84c60b4f6_0_3212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1" name="Google Shape;2401;g3e84c60b4f6_0_3212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2" name="Google Shape;2402;g3e84c60b4f6_0_3212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3" name="Google Shape;2403;g3e84c60b4f6_0_3212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4" name="Google Shape;2404;g3e84c60b4f6_0_3212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5" name="Google Shape;2405;g3e84c60b4f6_0_3212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6" name="Google Shape;2406;g3e84c60b4f6_0_3212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7" name="Google Shape;2407;g3e84c60b4f6_0_3212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8" name="Google Shape;2408;g3e84c60b4f6_0_3212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9" name="Google Shape;2409;g3e84c60b4f6_0_3212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0" name="Google Shape;2410;g3e84c60b4f6_0_3212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1" name="Google Shape;2411;g3e84c60b4f6_0_3212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2" name="Google Shape;2412;g3e84c60b4f6_0_3212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3" name="Google Shape;2413;g3e84c60b4f6_0_3212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4" name="Google Shape;2414;g3e84c60b4f6_0_3212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5" name="Google Shape;2415;g3e84c60b4f6_0_3212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6" name="Google Shape;2416;g3e84c60b4f6_0_3212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7" name="Google Shape;2417;g3e84c60b4f6_0_3212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8" name="Google Shape;2418;g3e84c60b4f6_0_3212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9" name="Google Shape;2419;g3e84c60b4f6_0_3212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0" name="Google Shape;2420;g3e84c60b4f6_0_3212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1" name="Google Shape;2421;g3e84c60b4f6_0_3212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2" name="Google Shape;2422;g3e84c60b4f6_0_3212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3" name="Google Shape;2423;g3e84c60b4f6_0_3212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4" name="Google Shape;2424;g3e84c60b4f6_0_3212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5" name="Google Shape;2425;g3e84c60b4f6_0_3212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6" name="Google Shape;2426;g3e84c60b4f6_0_3212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7" name="Google Shape;2427;g3e84c60b4f6_0_3212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8" name="Google Shape;2428;g3e84c60b4f6_0_3212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9" name="Google Shape;2429;g3e84c60b4f6_0_3212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0" name="Google Shape;2430;g3e84c60b4f6_0_3212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1" name="Google Shape;2431;g3e84c60b4f6_0_3212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2" name="Google Shape;2432;g3e84c60b4f6_0_3212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3" name="Google Shape;2433;g3e84c60b4f6_0_3212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4" name="Google Shape;2434;g3e84c60b4f6_0_3212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5" name="Google Shape;2435;g3e84c60b4f6_0_3212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6" name="Google Shape;2436;g3e84c60b4f6_0_3212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7" name="Google Shape;2437;g3e84c60b4f6_0_3212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8" name="Google Shape;2438;g3e84c60b4f6_0_3212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9" name="Google Shape;2439;g3e84c60b4f6_0_3212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40" name="Google Shape;2440;g3e84c60b4f6_0_3212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41" name="Google Shape;2441;g3e84c60b4f6_0_3212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42" name="Google Shape;2442;g3e84c60b4f6_0_3212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43" name="Google Shape;2443;g3e84c60b4f6_0_3212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444" name="Google Shape;2444;g3e84c60b4f6_0_3212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445" name="Google Shape;2445;g3e84c60b4f6_0_3212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content T3">
  <p:cSld name="1_Title with content T3"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g3e84c60b4f6_0_3340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448" name="Google Shape;2448;g3e84c60b4f6_0_3340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2449" name="Google Shape;2449;g3e84c60b4f6_0_3340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g3e84c60b4f6_0_3340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1" name="Google Shape;2451;g3e84c60b4f6_0_3340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2" name="Google Shape;2452;g3e84c60b4f6_0_3340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">
  <p:cSld name="Explore"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4" name="Google Shape;2454;g3e84c60b4f6_0_334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455" name="Google Shape;2455;g3e84c60b4f6_0_334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456" name="Google Shape;2456;g3e84c60b4f6_0_334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457" name="Google Shape;2457;g3e84c60b4f6_0_334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458" name="Google Shape;2458;g3e84c60b4f6_0_334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459" name="Google Shape;2459;g3e84c60b4f6_0_334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460" name="Google Shape;2460;g3e84c60b4f6_0_334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461" name="Google Shape;2461;g3e84c60b4f6_0_334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462" name="Google Shape;2462;g3e84c60b4f6_0_3347"/>
          <p:cNvGrpSpPr/>
          <p:nvPr/>
        </p:nvGrpSpPr>
        <p:grpSpPr>
          <a:xfrm>
            <a:off x="4978675" y="230124"/>
            <a:ext cx="6585927" cy="6481912"/>
            <a:chOff x="4481529" y="255149"/>
            <a:chExt cx="6585927" cy="6481912"/>
          </a:xfrm>
        </p:grpSpPr>
        <p:sp>
          <p:nvSpPr>
            <p:cNvPr id="2463" name="Google Shape;2463;g3e84c60b4f6_0_3347"/>
            <p:cNvSpPr/>
            <p:nvPr/>
          </p:nvSpPr>
          <p:spPr>
            <a:xfrm rot="1850363">
              <a:off x="5316848" y="1188781"/>
              <a:ext cx="4915289" cy="4614648"/>
            </a:xfrm>
            <a:custGeom>
              <a:rect b="b" l="l" r="r" t="t"/>
              <a:pathLst>
                <a:path extrusionOk="0" h="3894027" w="4147720">
                  <a:moveTo>
                    <a:pt x="3657049" y="1315659"/>
                  </a:moveTo>
                  <a:cubicBezTo>
                    <a:pt x="3546876" y="1183842"/>
                    <a:pt x="3430966" y="1054894"/>
                    <a:pt x="3325356" y="919165"/>
                  </a:cubicBezTo>
                  <a:cubicBezTo>
                    <a:pt x="3016087" y="520976"/>
                    <a:pt x="2609293" y="137520"/>
                    <a:pt x="2095585" y="30345"/>
                  </a:cubicBezTo>
                  <a:cubicBezTo>
                    <a:pt x="1575488" y="-78133"/>
                    <a:pt x="956430" y="106358"/>
                    <a:pt x="642598" y="549660"/>
                  </a:cubicBezTo>
                  <a:cubicBezTo>
                    <a:pt x="433986" y="844195"/>
                    <a:pt x="352497" y="1210179"/>
                    <a:pt x="345195" y="1566646"/>
                  </a:cubicBezTo>
                  <a:cubicBezTo>
                    <a:pt x="341936" y="1729364"/>
                    <a:pt x="369838" y="1893777"/>
                    <a:pt x="343631" y="2055582"/>
                  </a:cubicBezTo>
                  <a:cubicBezTo>
                    <a:pt x="314686" y="2233554"/>
                    <a:pt x="214812" y="2389622"/>
                    <a:pt x="127456" y="2543866"/>
                  </a:cubicBezTo>
                  <a:cubicBezTo>
                    <a:pt x="11937" y="2747915"/>
                    <a:pt x="-37869" y="2972564"/>
                    <a:pt x="32276" y="3202559"/>
                  </a:cubicBezTo>
                  <a:cubicBezTo>
                    <a:pt x="190952" y="3722135"/>
                    <a:pt x="907406" y="3963604"/>
                    <a:pt x="1399601" y="3876639"/>
                  </a:cubicBezTo>
                  <a:cubicBezTo>
                    <a:pt x="1667929" y="3829179"/>
                    <a:pt x="1913831" y="3699188"/>
                    <a:pt x="2173814" y="3617177"/>
                  </a:cubicBezTo>
                  <a:cubicBezTo>
                    <a:pt x="2388164" y="3549508"/>
                    <a:pt x="2608771" y="3529820"/>
                    <a:pt x="2826641" y="3594490"/>
                  </a:cubicBezTo>
                  <a:cubicBezTo>
                    <a:pt x="3323139" y="3741823"/>
                    <a:pt x="3831632" y="3487837"/>
                    <a:pt x="4041939" y="3020806"/>
                  </a:cubicBezTo>
                  <a:cubicBezTo>
                    <a:pt x="4295795" y="2457030"/>
                    <a:pt x="4058237" y="1816851"/>
                    <a:pt x="3694600" y="1361945"/>
                  </a:cubicBezTo>
                  <a:cubicBezTo>
                    <a:pt x="3682213" y="1346038"/>
                    <a:pt x="3669827" y="1330784"/>
                    <a:pt x="3657049" y="1315659"/>
                  </a:cubicBezTo>
                  <a:close/>
                </a:path>
              </a:pathLst>
            </a:custGeom>
            <a:solidFill>
              <a:srgbClr val="DDEAF6">
                <a:alpha val="686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464" name="Google Shape;2464;g3e84c60b4f6_0_3347"/>
            <p:cNvGrpSpPr/>
            <p:nvPr/>
          </p:nvGrpSpPr>
          <p:grpSpPr>
            <a:xfrm>
              <a:off x="5620319" y="1114011"/>
              <a:ext cx="3943961" cy="4769709"/>
              <a:chOff x="6160165" y="1922222"/>
              <a:chExt cx="3328799" cy="4025751"/>
            </a:xfrm>
          </p:grpSpPr>
          <p:sp>
            <p:nvSpPr>
              <p:cNvPr id="2465" name="Google Shape;2465;g3e84c60b4f6_0_3347"/>
              <p:cNvSpPr/>
              <p:nvPr/>
            </p:nvSpPr>
            <p:spPr>
              <a:xfrm rot="-2150259">
                <a:off x="8450480" y="4694665"/>
                <a:ext cx="781100" cy="1131780"/>
              </a:xfrm>
              <a:custGeom>
                <a:rect b="b" l="l" r="r" t="t"/>
                <a:pathLst>
                  <a:path extrusionOk="0" h="1132729" w="781755">
                    <a:moveTo>
                      <a:pt x="222339" y="21638"/>
                    </a:moveTo>
                    <a:cubicBezTo>
                      <a:pt x="-18685" y="149782"/>
                      <a:pt x="-62846" y="511644"/>
                      <a:pt x="85454" y="760887"/>
                    </a:cubicBezTo>
                    <a:cubicBezTo>
                      <a:pt x="126483" y="566372"/>
                      <a:pt x="222958" y="461222"/>
                      <a:pt x="222958" y="461222"/>
                    </a:cubicBezTo>
                    <a:cubicBezTo>
                      <a:pt x="162001" y="880779"/>
                      <a:pt x="359615" y="1132729"/>
                      <a:pt x="359615" y="1132729"/>
                    </a:cubicBezTo>
                    <a:cubicBezTo>
                      <a:pt x="738274" y="758832"/>
                      <a:pt x="580809" y="312856"/>
                      <a:pt x="580809" y="312856"/>
                    </a:cubicBezTo>
                    <a:cubicBezTo>
                      <a:pt x="697538" y="487477"/>
                      <a:pt x="672555" y="650453"/>
                      <a:pt x="672555" y="650453"/>
                    </a:cubicBezTo>
                    <a:cubicBezTo>
                      <a:pt x="940486" y="293940"/>
                      <a:pt x="631068" y="28976"/>
                      <a:pt x="631068" y="28976"/>
                    </a:cubicBezTo>
                    <a:cubicBezTo>
                      <a:pt x="359582" y="-31622"/>
                      <a:pt x="222339" y="21638"/>
                      <a:pt x="222339" y="21638"/>
                    </a:cubicBezTo>
                    <a:close/>
                  </a:path>
                </a:pathLst>
              </a:custGeom>
              <a:solidFill>
                <a:srgbClr val="004C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466" name="Google Shape;2466;g3e84c60b4f6_0_3347"/>
              <p:cNvSpPr/>
              <p:nvPr/>
            </p:nvSpPr>
            <p:spPr>
              <a:xfrm rot="-2193268">
                <a:off x="8498300" y="4761272"/>
                <a:ext cx="389684" cy="515924"/>
              </a:xfrm>
              <a:custGeom>
                <a:rect b="b" l="l" r="r" t="t"/>
                <a:pathLst>
                  <a:path extrusionOk="0" h="516433" w="390068">
                    <a:moveTo>
                      <a:pt x="81987" y="2194"/>
                    </a:moveTo>
                    <a:cubicBezTo>
                      <a:pt x="-44200" y="98930"/>
                      <a:pt x="12876" y="259819"/>
                      <a:pt x="12876" y="259819"/>
                    </a:cubicBezTo>
                    <a:cubicBezTo>
                      <a:pt x="60200" y="146254"/>
                      <a:pt x="93043" y="116248"/>
                      <a:pt x="93043" y="116248"/>
                    </a:cubicBezTo>
                    <a:cubicBezTo>
                      <a:pt x="39392" y="324494"/>
                      <a:pt x="168155" y="516433"/>
                      <a:pt x="168155" y="516433"/>
                    </a:cubicBezTo>
                    <a:cubicBezTo>
                      <a:pt x="386414" y="308709"/>
                      <a:pt x="285373" y="105746"/>
                      <a:pt x="285373" y="105746"/>
                    </a:cubicBezTo>
                    <a:cubicBezTo>
                      <a:pt x="372912" y="145960"/>
                      <a:pt x="370824" y="261645"/>
                      <a:pt x="370824" y="261645"/>
                    </a:cubicBezTo>
                    <a:cubicBezTo>
                      <a:pt x="430803" y="117292"/>
                      <a:pt x="331425" y="8456"/>
                      <a:pt x="331425" y="8456"/>
                    </a:cubicBezTo>
                    <a:cubicBezTo>
                      <a:pt x="217828" y="-5699"/>
                      <a:pt x="81987" y="2194"/>
                      <a:pt x="81987" y="2194"/>
                    </a:cubicBezTo>
                    <a:close/>
                  </a:path>
                </a:pathLst>
              </a:custGeom>
              <a:solidFill>
                <a:srgbClr val="66A3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467" name="Google Shape;2467;g3e84c60b4f6_0_3347"/>
              <p:cNvGrpSpPr/>
              <p:nvPr/>
            </p:nvGrpSpPr>
            <p:grpSpPr>
              <a:xfrm rot="-2084623">
                <a:off x="6852794" y="2171732"/>
                <a:ext cx="1813520" cy="2998018"/>
                <a:chOff x="6852949" y="2172109"/>
                <a:chExt cx="1813541" cy="2998053"/>
              </a:xfrm>
            </p:grpSpPr>
            <p:sp>
              <p:nvSpPr>
                <p:cNvPr id="2468" name="Google Shape;2468;g3e84c60b4f6_0_3347"/>
                <p:cNvSpPr/>
                <p:nvPr/>
              </p:nvSpPr>
              <p:spPr>
                <a:xfrm>
                  <a:off x="6852949" y="4281803"/>
                  <a:ext cx="906787" cy="888359"/>
                </a:xfrm>
                <a:custGeom>
                  <a:rect b="b" l="l" r="r" t="t"/>
                  <a:pathLst>
                    <a:path extrusionOk="0" h="888359" w="906787">
                      <a:moveTo>
                        <a:pt x="906754" y="0"/>
                      </a:moveTo>
                      <a:lnTo>
                        <a:pt x="448124" y="0"/>
                      </a:lnTo>
                      <a:cubicBezTo>
                        <a:pt x="281592" y="0"/>
                        <a:pt x="138739" y="118784"/>
                        <a:pt x="108375" y="282510"/>
                      </a:cubicBezTo>
                      <a:lnTo>
                        <a:pt x="354" y="864719"/>
                      </a:lnTo>
                      <a:cubicBezTo>
                        <a:pt x="-2842" y="882005"/>
                        <a:pt x="16270" y="894692"/>
                        <a:pt x="30947" y="885005"/>
                      </a:cubicBezTo>
                      <a:lnTo>
                        <a:pt x="906787" y="307330"/>
                      </a:lnTo>
                      <a:lnTo>
                        <a:pt x="906787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69" name="Google Shape;2469;g3e84c60b4f6_0_3347"/>
                <p:cNvSpPr/>
                <p:nvPr/>
              </p:nvSpPr>
              <p:spPr>
                <a:xfrm>
                  <a:off x="6852949" y="4316798"/>
                  <a:ext cx="631941" cy="853330"/>
                </a:xfrm>
                <a:custGeom>
                  <a:rect b="b" l="l" r="r" t="t"/>
                  <a:pathLst>
                    <a:path extrusionOk="0" h="853330" w="631941">
                      <a:moveTo>
                        <a:pt x="608361" y="299666"/>
                      </a:moveTo>
                      <a:cubicBezTo>
                        <a:pt x="568701" y="115196"/>
                        <a:pt x="337559" y="0"/>
                        <a:pt x="337559" y="0"/>
                      </a:cubicBezTo>
                      <a:cubicBezTo>
                        <a:pt x="461007" y="397706"/>
                        <a:pt x="205730" y="627837"/>
                        <a:pt x="18129" y="733933"/>
                      </a:cubicBezTo>
                      <a:lnTo>
                        <a:pt x="354" y="829690"/>
                      </a:lnTo>
                      <a:cubicBezTo>
                        <a:pt x="-2842" y="846976"/>
                        <a:pt x="16270" y="859663"/>
                        <a:pt x="30947" y="849977"/>
                      </a:cubicBezTo>
                      <a:lnTo>
                        <a:pt x="631941" y="453575"/>
                      </a:lnTo>
                      <a:cubicBezTo>
                        <a:pt x="627212" y="394869"/>
                        <a:pt x="617558" y="342424"/>
                        <a:pt x="608361" y="299666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0" name="Google Shape;2470;g3e84c60b4f6_0_3347"/>
                <p:cNvSpPr/>
                <p:nvPr/>
              </p:nvSpPr>
              <p:spPr>
                <a:xfrm>
                  <a:off x="7759704" y="4281803"/>
                  <a:ext cx="906754" cy="888359"/>
                </a:xfrm>
                <a:custGeom>
                  <a:rect b="b" l="l" r="r" t="t"/>
                  <a:pathLst>
                    <a:path extrusionOk="0" h="888359" w="906754">
                      <a:moveTo>
                        <a:pt x="0" y="0"/>
                      </a:moveTo>
                      <a:lnTo>
                        <a:pt x="458631" y="0"/>
                      </a:lnTo>
                      <a:cubicBezTo>
                        <a:pt x="625162" y="0"/>
                        <a:pt x="768016" y="118784"/>
                        <a:pt x="798380" y="282510"/>
                      </a:cubicBezTo>
                      <a:lnTo>
                        <a:pt x="906401" y="864719"/>
                      </a:lnTo>
                      <a:cubicBezTo>
                        <a:pt x="909597" y="882005"/>
                        <a:pt x="890484" y="894692"/>
                        <a:pt x="875808" y="885005"/>
                      </a:cubicBezTo>
                      <a:lnTo>
                        <a:pt x="0" y="307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1" name="Google Shape;2471;g3e84c60b4f6_0_3347"/>
                <p:cNvSpPr/>
                <p:nvPr/>
              </p:nvSpPr>
              <p:spPr>
                <a:xfrm>
                  <a:off x="7956926" y="4435158"/>
                  <a:ext cx="709564" cy="735003"/>
                </a:xfrm>
                <a:custGeom>
                  <a:rect b="b" l="l" r="r" t="t"/>
                  <a:pathLst>
                    <a:path extrusionOk="0" h="735003" w="709564">
                      <a:moveTo>
                        <a:pt x="678618" y="731650"/>
                      </a:moveTo>
                      <a:cubicBezTo>
                        <a:pt x="693295" y="741336"/>
                        <a:pt x="712407" y="728649"/>
                        <a:pt x="709211" y="711363"/>
                      </a:cubicBezTo>
                      <a:lnTo>
                        <a:pt x="601190" y="129155"/>
                      </a:lnTo>
                      <a:cubicBezTo>
                        <a:pt x="592384" y="81733"/>
                        <a:pt x="574153" y="38094"/>
                        <a:pt x="548615" y="0"/>
                      </a:cubicBezTo>
                      <a:cubicBezTo>
                        <a:pt x="633773" y="427581"/>
                        <a:pt x="572652" y="606670"/>
                        <a:pt x="383127" y="484005"/>
                      </a:cubicBezTo>
                      <a:cubicBezTo>
                        <a:pt x="193602" y="361308"/>
                        <a:pt x="146278" y="239132"/>
                        <a:pt x="165195" y="98040"/>
                      </a:cubicBezTo>
                      <a:cubicBezTo>
                        <a:pt x="85973" y="155214"/>
                        <a:pt x="32517" y="218422"/>
                        <a:pt x="0" y="284076"/>
                      </a:cubicBezTo>
                      <a:lnTo>
                        <a:pt x="678618" y="731650"/>
                      </a:ln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2" name="Google Shape;2472;g3e84c60b4f6_0_3347"/>
                <p:cNvSpPr/>
                <p:nvPr/>
              </p:nvSpPr>
              <p:spPr>
                <a:xfrm>
                  <a:off x="7034055" y="2172109"/>
                  <a:ext cx="1451297" cy="2835734"/>
                </a:xfrm>
                <a:custGeom>
                  <a:rect b="b" l="l" r="r" t="t"/>
                  <a:pathLst>
                    <a:path extrusionOk="0" h="2835734" w="1451297">
                      <a:moveTo>
                        <a:pt x="540103" y="2835734"/>
                      </a:moveTo>
                      <a:lnTo>
                        <a:pt x="911195" y="2835734"/>
                      </a:lnTo>
                      <a:cubicBezTo>
                        <a:pt x="1117484" y="2629445"/>
                        <a:pt x="1451298" y="1971211"/>
                        <a:pt x="1451298" y="1252542"/>
                      </a:cubicBezTo>
                      <a:cubicBezTo>
                        <a:pt x="1451330" y="396988"/>
                        <a:pt x="725649" y="0"/>
                        <a:pt x="725649" y="0"/>
                      </a:cubicBezTo>
                      <a:cubicBezTo>
                        <a:pt x="725649" y="0"/>
                        <a:pt x="0" y="396988"/>
                        <a:pt x="0" y="1252575"/>
                      </a:cubicBezTo>
                      <a:cubicBezTo>
                        <a:pt x="0" y="1971211"/>
                        <a:pt x="323018" y="2618650"/>
                        <a:pt x="540103" y="2835734"/>
                      </a:cubicBezTo>
                      <a:close/>
                    </a:path>
                  </a:pathLst>
                </a:custGeom>
                <a:solidFill>
                  <a:srgbClr val="99C1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3" name="Google Shape;2473;g3e84c60b4f6_0_3347"/>
                <p:cNvSpPr/>
                <p:nvPr/>
              </p:nvSpPr>
              <p:spPr>
                <a:xfrm>
                  <a:off x="7397320" y="2172110"/>
                  <a:ext cx="1088032" cy="2835734"/>
                </a:xfrm>
                <a:custGeom>
                  <a:rect b="b" l="l" r="r" t="t"/>
                  <a:pathLst>
                    <a:path extrusionOk="0" h="2835734" w="1088032">
                      <a:moveTo>
                        <a:pt x="589579" y="2435517"/>
                      </a:moveTo>
                      <a:cubicBezTo>
                        <a:pt x="387530" y="2679900"/>
                        <a:pt x="246895" y="2746794"/>
                        <a:pt x="0" y="2596374"/>
                      </a:cubicBezTo>
                      <a:cubicBezTo>
                        <a:pt x="61088" y="2699535"/>
                        <a:pt x="122306" y="2781202"/>
                        <a:pt x="176838" y="2835734"/>
                      </a:cubicBezTo>
                      <a:lnTo>
                        <a:pt x="547930" y="2835734"/>
                      </a:lnTo>
                      <a:cubicBezTo>
                        <a:pt x="754219" y="2629445"/>
                        <a:pt x="1088033" y="1971211"/>
                        <a:pt x="1088033" y="1252542"/>
                      </a:cubicBezTo>
                      <a:cubicBezTo>
                        <a:pt x="1088065" y="396988"/>
                        <a:pt x="362384" y="0"/>
                        <a:pt x="362384" y="0"/>
                      </a:cubicBezTo>
                      <a:cubicBezTo>
                        <a:pt x="1176419" y="572457"/>
                        <a:pt x="942929" y="1993814"/>
                        <a:pt x="589579" y="2435517"/>
                      </a:cubicBezTo>
                      <a:close/>
                    </a:path>
                  </a:pathLst>
                </a:custGeom>
                <a:solidFill>
                  <a:srgbClr val="66A3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4" name="Google Shape;2474;g3e84c60b4f6_0_3347"/>
                <p:cNvSpPr/>
                <p:nvPr/>
              </p:nvSpPr>
              <p:spPr>
                <a:xfrm>
                  <a:off x="7349800" y="2784094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5" name="Google Shape;2475;g3e84c60b4f6_0_3347"/>
                <p:cNvSpPr/>
                <p:nvPr/>
              </p:nvSpPr>
              <p:spPr>
                <a:xfrm>
                  <a:off x="7323512" y="2768341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6" name="Google Shape;2476;g3e84c60b4f6_0_3347"/>
                <p:cNvSpPr/>
                <p:nvPr/>
              </p:nvSpPr>
              <p:spPr>
                <a:xfrm>
                  <a:off x="7709412" y="2804413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7" name="Google Shape;2477;g3e84c60b4f6_0_3347"/>
                <p:cNvSpPr/>
                <p:nvPr/>
              </p:nvSpPr>
              <p:spPr>
                <a:xfrm rot="-4040824">
                  <a:off x="7709401" y="3503999"/>
                  <a:ext cx="59923" cy="59923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8" name="Google Shape;2478;g3e84c60b4f6_0_3347"/>
                <p:cNvSpPr/>
                <p:nvPr/>
              </p:nvSpPr>
              <p:spPr>
                <a:xfrm>
                  <a:off x="7359617" y="3154241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79" name="Google Shape;2479;g3e84c60b4f6_0_3347"/>
                <p:cNvSpPr/>
                <p:nvPr/>
              </p:nvSpPr>
              <p:spPr>
                <a:xfrm rot="-4059997">
                  <a:off x="8059192" y="3154122"/>
                  <a:ext cx="59948" cy="59948"/>
                </a:xfrm>
                <a:custGeom>
                  <a:rect b="b" l="l" r="r" t="t"/>
                  <a:pathLst>
                    <a:path extrusionOk="0" h="59947" w="59947">
                      <a:moveTo>
                        <a:pt x="59947" y="29974"/>
                      </a:moveTo>
                      <a:cubicBezTo>
                        <a:pt x="59947" y="46528"/>
                        <a:pt x="46528" y="59947"/>
                        <a:pt x="29974" y="59947"/>
                      </a:cubicBezTo>
                      <a:cubicBezTo>
                        <a:pt x="13420" y="59947"/>
                        <a:pt x="0" y="46528"/>
                        <a:pt x="0" y="29974"/>
                      </a:cubicBezTo>
                      <a:cubicBezTo>
                        <a:pt x="0" y="13420"/>
                        <a:pt x="13420" y="0"/>
                        <a:pt x="29974" y="0"/>
                      </a:cubicBezTo>
                      <a:cubicBezTo>
                        <a:pt x="46528" y="0"/>
                        <a:pt x="59947" y="13420"/>
                        <a:pt x="59947" y="29974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0" name="Google Shape;2480;g3e84c60b4f6_0_3347"/>
                <p:cNvSpPr/>
                <p:nvPr/>
              </p:nvSpPr>
              <p:spPr>
                <a:xfrm>
                  <a:off x="7462052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ubicBezTo>
                        <a:pt x="20490" y="-2927"/>
                        <a:pt x="39472" y="-2927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1" name="Google Shape;2481;g3e84c60b4f6_0_3347"/>
                <p:cNvSpPr/>
                <p:nvPr/>
              </p:nvSpPr>
              <p:spPr>
                <a:xfrm>
                  <a:off x="7956755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39472" y="-2927"/>
                        <a:pt x="20490" y="-2927"/>
                        <a:pt x="8782" y="8782"/>
                      </a:cubicBez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2" name="Google Shape;2482;g3e84c60b4f6_0_3347"/>
                <p:cNvSpPr/>
                <p:nvPr/>
              </p:nvSpPr>
              <p:spPr>
                <a:xfrm>
                  <a:off x="7462052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20490" y="-2927"/>
                        <a:pt x="39472" y="-2927"/>
                        <a:pt x="51181" y="8782"/>
                      </a:cubicBez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3" name="Google Shape;2483;g3e84c60b4f6_0_3347"/>
                <p:cNvSpPr/>
                <p:nvPr/>
              </p:nvSpPr>
              <p:spPr>
                <a:xfrm>
                  <a:off x="7956755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ubicBezTo>
                        <a:pt x="39472" y="-2927"/>
                        <a:pt x="20490" y="-2927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4" name="Google Shape;2484;g3e84c60b4f6_0_3347"/>
                <p:cNvSpPr/>
                <p:nvPr/>
              </p:nvSpPr>
              <p:spPr>
                <a:xfrm rot="-2700000">
                  <a:off x="7475039" y="2914399"/>
                  <a:ext cx="556452" cy="556452"/>
                </a:xfrm>
                <a:custGeom>
                  <a:rect b="b" l="l" r="r" t="t"/>
                  <a:pathLst>
                    <a:path extrusionOk="0" h="556143" w="556143">
                      <a:moveTo>
                        <a:pt x="556144" y="278072"/>
                      </a:moveTo>
                      <a:cubicBezTo>
                        <a:pt x="556144" y="431647"/>
                        <a:pt x="431647" y="556144"/>
                        <a:pt x="278072" y="556144"/>
                      </a:cubicBezTo>
                      <a:cubicBezTo>
                        <a:pt x="124497" y="556144"/>
                        <a:pt x="0" y="431647"/>
                        <a:pt x="0" y="278072"/>
                      </a:cubicBezTo>
                      <a:cubicBezTo>
                        <a:pt x="0" y="124497"/>
                        <a:pt x="124497" y="0"/>
                        <a:pt x="278072" y="0"/>
                      </a:cubicBezTo>
                      <a:cubicBezTo>
                        <a:pt x="431647" y="0"/>
                        <a:pt x="556144" y="124497"/>
                        <a:pt x="556144" y="278072"/>
                      </a:cubicBezTo>
                      <a:close/>
                    </a:path>
                  </a:pathLst>
                </a:custGeom>
                <a:solidFill>
                  <a:srgbClr val="77A4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5" name="Google Shape;2485;g3e84c60b4f6_0_3347"/>
                <p:cNvSpPr/>
                <p:nvPr/>
              </p:nvSpPr>
              <p:spPr>
                <a:xfrm>
                  <a:off x="7461277" y="2906139"/>
                  <a:ext cx="430125" cy="519326"/>
                </a:xfrm>
                <a:custGeom>
                  <a:rect b="b" l="l" r="r" t="t"/>
                  <a:pathLst>
                    <a:path extrusionOk="0" h="519326" w="430125">
                      <a:moveTo>
                        <a:pt x="13698" y="286489"/>
                      </a:moveTo>
                      <a:cubicBezTo>
                        <a:pt x="13698" y="132906"/>
                        <a:pt x="138189" y="8415"/>
                        <a:pt x="291773" y="8415"/>
                      </a:cubicBezTo>
                      <a:cubicBezTo>
                        <a:pt x="342130" y="8415"/>
                        <a:pt x="389389" y="21819"/>
                        <a:pt x="430125" y="45237"/>
                      </a:cubicBezTo>
                      <a:cubicBezTo>
                        <a:pt x="386421" y="16634"/>
                        <a:pt x="334205" y="0"/>
                        <a:pt x="278075" y="0"/>
                      </a:cubicBezTo>
                      <a:cubicBezTo>
                        <a:pt x="124491" y="0"/>
                        <a:pt x="0" y="124491"/>
                        <a:pt x="0" y="278075"/>
                      </a:cubicBezTo>
                      <a:cubicBezTo>
                        <a:pt x="0" y="381268"/>
                        <a:pt x="56228" y="471350"/>
                        <a:pt x="139722" y="519327"/>
                      </a:cubicBezTo>
                      <a:cubicBezTo>
                        <a:pt x="63860" y="469687"/>
                        <a:pt x="13698" y="383942"/>
                        <a:pt x="13698" y="286489"/>
                      </a:cubicBezTo>
                      <a:close/>
                    </a:path>
                  </a:pathLst>
                </a:custGeom>
                <a:solidFill>
                  <a:srgbClr val="5D8D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6" name="Google Shape;2486;g3e84c60b4f6_0_3347"/>
                <p:cNvSpPr/>
                <p:nvPr/>
              </p:nvSpPr>
              <p:spPr>
                <a:xfrm>
                  <a:off x="7505471" y="2950300"/>
                  <a:ext cx="330421" cy="330421"/>
                </a:xfrm>
                <a:custGeom>
                  <a:rect b="b" l="l" r="r" t="t"/>
                  <a:pathLst>
                    <a:path extrusionOk="0" h="330421" w="330421">
                      <a:moveTo>
                        <a:pt x="17351" y="320604"/>
                      </a:moveTo>
                      <a:cubicBezTo>
                        <a:pt x="17351" y="153127"/>
                        <a:pt x="153127" y="17351"/>
                        <a:pt x="320604" y="17351"/>
                      </a:cubicBezTo>
                      <a:cubicBezTo>
                        <a:pt x="323899" y="17351"/>
                        <a:pt x="327160" y="17416"/>
                        <a:pt x="330421" y="17514"/>
                      </a:cubicBezTo>
                      <a:cubicBezTo>
                        <a:pt x="302568" y="6229"/>
                        <a:pt x="272139" y="0"/>
                        <a:pt x="240209" y="0"/>
                      </a:cubicBezTo>
                      <a:cubicBezTo>
                        <a:pt x="107531" y="0"/>
                        <a:pt x="0" y="107564"/>
                        <a:pt x="0" y="240209"/>
                      </a:cubicBezTo>
                      <a:cubicBezTo>
                        <a:pt x="0" y="272106"/>
                        <a:pt x="6229" y="302568"/>
                        <a:pt x="17514" y="330421"/>
                      </a:cubicBezTo>
                      <a:cubicBezTo>
                        <a:pt x="17416" y="327160"/>
                        <a:pt x="17351" y="323898"/>
                        <a:pt x="17351" y="320604"/>
                      </a:cubicBezTo>
                      <a:close/>
                    </a:path>
                  </a:pathLst>
                </a:custGeom>
                <a:solidFill>
                  <a:srgbClr val="8EB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7" name="Google Shape;2487;g3e84c60b4f6_0_3347"/>
                <p:cNvSpPr/>
                <p:nvPr/>
              </p:nvSpPr>
              <p:spPr>
                <a:xfrm>
                  <a:off x="7499111" y="4966357"/>
                  <a:ext cx="521251" cy="82972"/>
                </a:xfrm>
                <a:custGeom>
                  <a:rect b="b" l="l" r="r" t="t"/>
                  <a:pathLst>
                    <a:path extrusionOk="0" h="82972" w="521251">
                      <a:moveTo>
                        <a:pt x="479732" y="82972"/>
                      </a:moveTo>
                      <a:lnTo>
                        <a:pt x="41486" y="82972"/>
                      </a:lnTo>
                      <a:cubicBezTo>
                        <a:pt x="18558" y="82972"/>
                        <a:pt x="0" y="64382"/>
                        <a:pt x="0" y="41486"/>
                      </a:cubicBezTo>
                      <a:lnTo>
                        <a:pt x="0" y="41486"/>
                      </a:lnTo>
                      <a:cubicBezTo>
                        <a:pt x="0" y="18558"/>
                        <a:pt x="18591" y="0"/>
                        <a:pt x="41486" y="0"/>
                      </a:cubicBezTo>
                      <a:lnTo>
                        <a:pt x="479765" y="0"/>
                      </a:lnTo>
                      <a:cubicBezTo>
                        <a:pt x="502693" y="0"/>
                        <a:pt x="521251" y="18591"/>
                        <a:pt x="521251" y="41486"/>
                      </a:cubicBezTo>
                      <a:lnTo>
                        <a:pt x="521251" y="41486"/>
                      </a:lnTo>
                      <a:cubicBezTo>
                        <a:pt x="521219" y="64414"/>
                        <a:pt x="502661" y="82972"/>
                        <a:pt x="479732" y="829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488" name="Google Shape;2488;g3e84c60b4f6_0_3347"/>
                <p:cNvSpPr/>
                <p:nvPr/>
              </p:nvSpPr>
              <p:spPr>
                <a:xfrm>
                  <a:off x="7509808" y="4966357"/>
                  <a:ext cx="510553" cy="82972"/>
                </a:xfrm>
                <a:custGeom>
                  <a:rect b="b" l="l" r="r" t="t"/>
                  <a:pathLst>
                    <a:path extrusionOk="0" h="82972" w="510553">
                      <a:moveTo>
                        <a:pt x="469035" y="0"/>
                      </a:moveTo>
                      <a:lnTo>
                        <a:pt x="461957" y="0"/>
                      </a:lnTo>
                      <a:cubicBezTo>
                        <a:pt x="468611" y="7371"/>
                        <a:pt x="472655" y="17123"/>
                        <a:pt x="472655" y="27821"/>
                      </a:cubicBezTo>
                      <a:cubicBezTo>
                        <a:pt x="472655" y="50749"/>
                        <a:pt x="454097" y="69307"/>
                        <a:pt x="431169" y="69307"/>
                      </a:cubicBezTo>
                      <a:lnTo>
                        <a:pt x="0" y="69307"/>
                      </a:lnTo>
                      <a:cubicBezTo>
                        <a:pt x="7599" y="77689"/>
                        <a:pt x="18558" y="82972"/>
                        <a:pt x="30788" y="82972"/>
                      </a:cubicBezTo>
                      <a:lnTo>
                        <a:pt x="469067" y="82972"/>
                      </a:lnTo>
                      <a:cubicBezTo>
                        <a:pt x="491996" y="82972"/>
                        <a:pt x="510554" y="64382"/>
                        <a:pt x="510554" y="41486"/>
                      </a:cubicBezTo>
                      <a:lnTo>
                        <a:pt x="510554" y="41486"/>
                      </a:lnTo>
                      <a:cubicBezTo>
                        <a:pt x="510521" y="18591"/>
                        <a:pt x="491963" y="0"/>
                        <a:pt x="469035" y="0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</p:grpSp>
      </p:grpSp>
      <p:sp>
        <p:nvSpPr>
          <p:cNvPr id="2489" name="Google Shape;2489;g3e84c60b4f6_0_3347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g3e84c60b4f6_0_334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3e84c60b4f6_0_3385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3" name="Google Shape;2493;g3e84c60b4f6_0_3385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494" name="Google Shape;2494;g3e84c60b4f6_0_338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495" name="Google Shape;2495;g3e84c60b4f6_0_338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496" name="Google Shape;2496;g3e84c60b4f6_0_338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Two contetns T3">
  <p:cSld name="1_Title with Two contetns T3"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8" name="Google Shape;2498;g3e84c60b4f6_0_3391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2499" name="Google Shape;2499;g3e84c60b4f6_0_3391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g3e84c60b4f6_0_3391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1" name="Google Shape;2501;g3e84c60b4f6_0_339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2" name="Google Shape;2502;g3e84c60b4f6_0_3391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3" name="Google Shape;2503;g3e84c60b4f6_0_3391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4" name="Google Shape;2504;g3e84c60b4f6_0_3391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g3e84c60b4f6_0_3399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7" name="Google Shape;2507;g3e84c60b4f6_0_33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9" name="Google Shape;2509;g3e84c60b4f6_0_3402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510" name="Google Shape;2510;g3e84c60b4f6_0_340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511" name="Google Shape;2511;g3e84c60b4f6_0_340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512" name="Google Shape;2512;g3e84c60b4f6_0_340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13" name="Google Shape;2513;g3e84c60b4f6_0_340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14" name="Google Shape;2514;g3e84c60b4f6_0_340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15" name="Google Shape;2515;g3e84c60b4f6_0_340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516" name="Google Shape;2516;g3e84c60b4f6_0_340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517" name="Google Shape;2517;g3e84c60b4f6_0_3402"/>
          <p:cNvSpPr txBox="1"/>
          <p:nvPr/>
        </p:nvSpPr>
        <p:spPr>
          <a:xfrm>
            <a:off x="680025" y="702900"/>
            <a:ext cx="247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8" name="Google Shape;2518;g3e84c60b4f6_0_3402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2519" name="Google Shape;2519;g3e84c60b4f6_0_3402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2520" name="Google Shape;2520;g3e84c60b4f6_0_3402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21" name="Google Shape;2521;g3e84c60b4f6_0_3402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6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522" name="Google Shape;2522;g3e84c60b4f6_0_3402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2523" name="Google Shape;2523;g3e84c60b4f6_0_3402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24" name="Google Shape;2524;g3e84c60b4f6_0_3402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6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525" name="Google Shape;2525;g3e84c60b4f6_0_3402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2526" name="Google Shape;2526;g3e84c60b4f6_0_3402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27" name="Google Shape;2527;g3e84c60b4f6_0_3402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28" name="Google Shape;2528;g3e84c60b4f6_0_3402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29" name="Google Shape;2529;g3e84c60b4f6_0_3402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0" name="Google Shape;2530;g3e84c60b4f6_0_3402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1" name="Google Shape;2531;g3e84c60b4f6_0_3402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2" name="Google Shape;2532;g3e84c60b4f6_0_3402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3" name="Google Shape;2533;g3e84c60b4f6_0_3402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4" name="Google Shape;2534;g3e84c60b4f6_0_3402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5" name="Google Shape;2535;g3e84c60b4f6_0_3402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536" name="Google Shape;2536;g3e84c60b4f6_0_3402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2537" name="Google Shape;2537;g3e84c60b4f6_0_3402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8" name="Google Shape;2538;g3e84c60b4f6_0_3402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39" name="Google Shape;2539;g3e84c60b4f6_0_3402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40" name="Google Shape;2540;g3e84c60b4f6_0_3402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41" name="Google Shape;2541;g3e84c60b4f6_0_3402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542" name="Google Shape;2542;g3e84c60b4f6_0_3402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2543" name="Google Shape;2543;g3e84c60b4f6_0_3402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44" name="Google Shape;2544;g3e84c60b4f6_0_3402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45" name="Google Shape;2545;g3e84c60b4f6_0_3402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46" name="Google Shape;2546;g3e84c60b4f6_0_3402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547" name="Google Shape;2547;g3e84c60b4f6_0_3402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2548" name="Google Shape;2548;g3e84c60b4f6_0_3402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49" name="Google Shape;2549;g3e84c60b4f6_0_3402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0" name="Google Shape;2550;g3e84c60b4f6_0_3402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1" name="Google Shape;2551;g3e84c60b4f6_0_3402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2" name="Google Shape;2552;g3e84c60b4f6_0_3402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3" name="Google Shape;2553;g3e84c60b4f6_0_3402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4" name="Google Shape;2554;g3e84c60b4f6_0_3402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5" name="Google Shape;2555;g3e84c60b4f6_0_3402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6" name="Google Shape;2556;g3e84c60b4f6_0_3402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7" name="Google Shape;2557;g3e84c60b4f6_0_3402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8" name="Google Shape;2558;g3e84c60b4f6_0_3402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59" name="Google Shape;2559;g3e84c60b4f6_0_3402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0" name="Google Shape;2560;g3e84c60b4f6_0_3402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1" name="Google Shape;2561;g3e84c60b4f6_0_3402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2" name="Google Shape;2562;g3e84c60b4f6_0_3402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3" name="Google Shape;2563;g3e84c60b4f6_0_3402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4" name="Google Shape;2564;g3e84c60b4f6_0_3402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5" name="Google Shape;2565;g3e84c60b4f6_0_3402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6" name="Google Shape;2566;g3e84c60b4f6_0_3402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7" name="Google Shape;2567;g3e84c60b4f6_0_3402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8" name="Google Shape;2568;g3e84c60b4f6_0_3402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69" name="Google Shape;2569;g3e84c60b4f6_0_3402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70" name="Google Shape;2570;g3e84c60b4f6_0_3402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71" name="Google Shape;2571;g3e84c60b4f6_0_3402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72" name="Google Shape;2572;g3e84c60b4f6_0_3402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73" name="Google Shape;2573;g3e84c60b4f6_0_3402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74" name="Google Shape;2574;g3e84c60b4f6_0_3402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575" name="Google Shape;2575;g3e84c60b4f6_0_3402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2576" name="Google Shape;2576;g3e84c60b4f6_0_3402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577" name="Google Shape;2577;g3e84c60b4f6_0_3402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578" name="Google Shape;2578;g3e84c60b4f6_0_3402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79" name="Google Shape;2579;g3e84c60b4f6_0_3402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80" name="Google Shape;2580;g3e84c60b4f6_0_3402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81" name="Google Shape;2581;g3e84c60b4f6_0_3402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582" name="Google Shape;2582;g3e84c60b4f6_0_3402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2583" name="Google Shape;2583;g3e84c60b4f6_0_3402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584" name="Google Shape;2584;g3e84c60b4f6_0_3402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585" name="Google Shape;2585;g3e84c60b4f6_0_3402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86" name="Google Shape;2586;g3e84c60b4f6_0_3402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87" name="Google Shape;2587;g3e84c60b4f6_0_3402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88" name="Google Shape;2588;g3e84c60b4f6_0_3402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589" name="Google Shape;2589;g3e84c60b4f6_0_3402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2590" name="Google Shape;2590;g3e84c60b4f6_0_3402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591" name="Google Shape;2591;g3e84c60b4f6_0_3402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592" name="Google Shape;2592;g3e84c60b4f6_0_3402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3" name="Google Shape;2593;g3e84c60b4f6_0_3402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4" name="Google Shape;2594;g3e84c60b4f6_0_3402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5" name="Google Shape;2595;g3e84c60b4f6_0_3402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6" name="Google Shape;2596;g3e84c60b4f6_0_3402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7" name="Google Shape;2597;g3e84c60b4f6_0_3402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8" name="Google Shape;2598;g3e84c60b4f6_0_3402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599" name="Google Shape;2599;g3e84c60b4f6_0_3402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00" name="Google Shape;2600;g3e84c60b4f6_0_3402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01" name="Google Shape;2601;g3e84c60b4f6_0_3402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02" name="Google Shape;2602;g3e84c60b4f6_0_3402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03" name="Google Shape;2603;g3e84c60b4f6_0_3402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04" name="Google Shape;2604;g3e84c60b4f6_0_3402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05" name="Google Shape;2605;g3e84c60b4f6_0_3402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606" name="Google Shape;2606;g3e84c60b4f6_0_3402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2607" name="Google Shape;2607;g3e84c60b4f6_0_3402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608" name="Google Shape;2608;g3e84c60b4f6_0_3402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609" name="Google Shape;2609;g3e84c60b4f6_0_3402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0" name="Google Shape;2610;g3e84c60b4f6_0_3402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1" name="Google Shape;2611;g3e84c60b4f6_0_3402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2" name="Google Shape;2612;g3e84c60b4f6_0_3402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3" name="Google Shape;2613;g3e84c60b4f6_0_3402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4" name="Google Shape;2614;g3e84c60b4f6_0_3402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5" name="Google Shape;2615;g3e84c60b4f6_0_3402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6" name="Google Shape;2616;g3e84c60b4f6_0_3402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7" name="Google Shape;2617;g3e84c60b4f6_0_3402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8" name="Google Shape;2618;g3e84c60b4f6_0_3402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19" name="Google Shape;2619;g3e84c60b4f6_0_3402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20" name="Google Shape;2620;g3e84c60b4f6_0_3402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21" name="Google Shape;2621;g3e84c60b4f6_0_3402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22" name="Google Shape;2622;g3e84c60b4f6_0_3402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23" name="Google Shape;2623;g3e84c60b4f6_0_3402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2624" name="Google Shape;2624;g3e84c60b4f6_0_3402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625" name="Google Shape;2625;g3e84c60b4f6_0_3402"/>
          <p:cNvSpPr txBox="1"/>
          <p:nvPr>
            <p:ph type="title"/>
          </p:nvPr>
        </p:nvSpPr>
        <p:spPr>
          <a:xfrm>
            <a:off x="2956267" y="691450"/>
            <a:ext cx="5574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g3e84c60b4f6_0_3520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28" name="Google Shape;2628;g3e84c60b4f6_0_3520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29" name="Google Shape;2629;g3e84c60b4f6_0_3520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630" name="Google Shape;2630;g3e84c60b4f6_0_3520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2631" name="Google Shape;2631;g3e84c60b4f6_0_3520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32" name="Google Shape;2632;g3e84c60b4f6_0_3520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633" name="Google Shape;2633;g3e84c60b4f6_0_3520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634" name="Google Shape;2634;g3e84c60b4f6_0_3520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6" name="Google Shape;2636;g3e84c60b4f6_0_352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637" name="Google Shape;2637;g3e84c60b4f6_0_352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638" name="Google Shape;2638;g3e84c60b4f6_0_352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639" name="Google Shape;2639;g3e84c60b4f6_0_352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40" name="Google Shape;2640;g3e84c60b4f6_0_352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41" name="Google Shape;2641;g3e84c60b4f6_0_352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42" name="Google Shape;2642;g3e84c60b4f6_0_352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643" name="Google Shape;2643;g3e84c60b4f6_0_352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644" name="Google Shape;2644;g3e84c60b4f6_0_3529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2645" name="Google Shape;2645;g3e84c60b4f6_0_35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Tasks">
    <p:spTree>
      <p:nvGrpSpPr>
        <p:cNvPr id="2646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7" name="Google Shape;2647;g3e84c60b4f6_0_35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356" y="626052"/>
            <a:ext cx="5605895" cy="56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48" name="Google Shape;2648;g3e84c60b4f6_0_3540"/>
          <p:cNvSpPr txBox="1"/>
          <p:nvPr>
            <p:ph idx="1" type="body"/>
          </p:nvPr>
        </p:nvSpPr>
        <p:spPr>
          <a:xfrm>
            <a:off x="6657975" y="2059619"/>
            <a:ext cx="46878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2649" name="Google Shape;2649;g3e84c60b4f6_0_3540"/>
          <p:cNvGrpSpPr/>
          <p:nvPr/>
        </p:nvGrpSpPr>
        <p:grpSpPr>
          <a:xfrm>
            <a:off x="7456649" y="0"/>
            <a:ext cx="3090697" cy="1806089"/>
            <a:chOff x="536716" y="-1319"/>
            <a:chExt cx="3976708" cy="2323841"/>
          </a:xfrm>
        </p:grpSpPr>
        <p:sp>
          <p:nvSpPr>
            <p:cNvPr id="2650" name="Google Shape;2650;g3e84c60b4f6_0_3540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651" name="Google Shape;2651;g3e84c60b4f6_0_3540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652" name="Google Shape;2652;g3e84c60b4f6_0_3540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53" name="Google Shape;2653;g3e84c60b4f6_0_3540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54" name="Google Shape;2654;g3e84c60b4f6_0_3540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55" name="Google Shape;2655;g3e84c60b4f6_0_3540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656" name="Google Shape;2656;g3e84c60b4f6_0_3540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657" name="Google Shape;2657;g3e84c60b4f6_0_3540"/>
          <p:cNvSpPr txBox="1"/>
          <p:nvPr/>
        </p:nvSpPr>
        <p:spPr>
          <a:xfrm>
            <a:off x="7456663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g3e84c60b4f6_0_35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9" name="Google Shape;2659;g3e84c60b4f6_0_3540"/>
          <p:cNvSpPr txBox="1"/>
          <p:nvPr>
            <p:ph idx="2" type="sldNum"/>
          </p:nvPr>
        </p:nvSpPr>
        <p:spPr>
          <a:xfrm>
            <a:off x="5730320" y="633299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1" name="Google Shape;2661;g3e84c60b4f6_0_3554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2662" name="Google Shape;2662;g3e84c60b4f6_0_3554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2663" name="Google Shape;2663;g3e84c60b4f6_0_3554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4" name="Google Shape;2664;g3e84c60b4f6_0_3554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5" name="Google Shape;2665;g3e84c60b4f6_0_3554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6" name="Google Shape;2666;g3e84c60b4f6_0_3554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2667" name="Google Shape;2667;g3e84c60b4f6_0_3554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2668" name="Google Shape;2668;g3e84c60b4f6_0_3554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g3e84c60b4f6_0_3554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0" name="Google Shape;2670;g3e84c60b4f6_0_3554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1" name="Google Shape;2671;g3e84c60b4f6_0_3554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2" name="Google Shape;2672;g3e84c60b4f6_0_3554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4" name="Google Shape;2674;g3e84c60b4f6_0_356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675" name="Google Shape;2675;g3e84c60b4f6_0_356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676" name="Google Shape;2676;g3e84c60b4f6_0_356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677" name="Google Shape;2677;g3e84c60b4f6_0_356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78" name="Google Shape;2678;g3e84c60b4f6_0_356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79" name="Google Shape;2679;g3e84c60b4f6_0_356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80" name="Google Shape;2680;g3e84c60b4f6_0_356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681" name="Google Shape;2681;g3e84c60b4f6_0_356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g3e84c60b4f6_0_35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g3e84c60b4f6_0_3576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2685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g3e84c60b4f6_0_3579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1_Title slide_1"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g3e84c60b4f6_0_3581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Calibri"/>
              <a:buNone/>
              <a:defRPr b="1" i="0" sz="6933" u="none" cap="none" strike="noStrike">
                <a:solidFill>
                  <a:srgbClr val="172A4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9" name="Google Shape;2689;g3e84c60b4f6_0_3581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18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0" name="Google Shape;2690;g3e84c60b4f6_0_3581"/>
          <p:cNvSpPr txBox="1"/>
          <p:nvPr>
            <p:ph idx="2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1" name="Google Shape;2691;g3e84c60b4f6_0_3581"/>
          <p:cNvSpPr txBox="1"/>
          <p:nvPr>
            <p:ph idx="3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2" name="Google Shape;2692;g3e84c60b4f6_0_358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3" name="Google Shape;2693;g3e84c60b4f6_0_3581"/>
          <p:cNvSpPr txBox="1"/>
          <p:nvPr>
            <p:ph idx="4" type="sldNum"/>
          </p:nvPr>
        </p:nvSpPr>
        <p:spPr>
          <a:xfrm>
            <a:off x="1397100" y="6000300"/>
            <a:ext cx="8727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st Q&amp;A">
  <p:cSld name="1st Q&amp;A"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5" name="Google Shape;2695;g3e84c60b4f6_0_3588"/>
          <p:cNvGrpSpPr/>
          <p:nvPr/>
        </p:nvGrpSpPr>
        <p:grpSpPr>
          <a:xfrm>
            <a:off x="443462" y="0"/>
            <a:ext cx="4424088" cy="1806089"/>
            <a:chOff x="536716" y="-1319"/>
            <a:chExt cx="3976708" cy="2323841"/>
          </a:xfrm>
        </p:grpSpPr>
        <p:sp>
          <p:nvSpPr>
            <p:cNvPr id="2696" name="Google Shape;2696;g3e84c60b4f6_0_3588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697" name="Google Shape;2697;g3e84c60b4f6_0_3588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698" name="Google Shape;2698;g3e84c60b4f6_0_3588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699" name="Google Shape;2699;g3e84c60b4f6_0_3588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00" name="Google Shape;2700;g3e84c60b4f6_0_3588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01" name="Google Shape;2701;g3e84c60b4f6_0_3588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702" name="Google Shape;2702;g3e84c60b4f6_0_3588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703" name="Google Shape;2703;g3e84c60b4f6_0_3588"/>
          <p:cNvSpPr txBox="1"/>
          <p:nvPr/>
        </p:nvSpPr>
        <p:spPr>
          <a:xfrm>
            <a:off x="443450" y="777575"/>
            <a:ext cx="426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Q &amp; A</a:t>
            </a:r>
            <a:endParaRPr b="0" i="0" sz="55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704" name="Google Shape;2704;g3e84c60b4f6_0_3588"/>
          <p:cNvSpPr/>
          <p:nvPr/>
        </p:nvSpPr>
        <p:spPr>
          <a:xfrm>
            <a:off x="3170875" y="2698425"/>
            <a:ext cx="6104100" cy="3519300"/>
          </a:xfrm>
          <a:prstGeom prst="bevel">
            <a:avLst>
              <a:gd fmla="val 569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5" name="Google Shape;2705;g3e84c60b4f6_0_3588">
            <a:hlinkClick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37535" y="3911074"/>
            <a:ext cx="607125" cy="75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6" name="Google Shape;2706;g3e84c60b4f6_0_3588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3910219"/>
            <a:ext cx="607113" cy="76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2724" name="Shape 2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5" name="Google Shape;2725;g3e84c60b4f6_0_3618"/>
          <p:cNvSpPr/>
          <p:nvPr/>
        </p:nvSpPr>
        <p:spPr>
          <a:xfrm>
            <a:off x="204186" y="173736"/>
            <a:ext cx="11656500" cy="6382500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99996" ty="0" sy="99996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26" name="Google Shape;2726;g3e84c60b4f6_0_3618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920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7" name="Google Shape;2727;g3e84c60b4f6_0_3618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120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3e84c60b4f6_0_3622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0" name="Google Shape;2730;g3e84c60b4f6_0_36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g3e84c60b4f6_0_3625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733" name="Google Shape;2733;g3e84c60b4f6_0_3625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34" name="Google Shape;2734;g3e84c60b4f6_0_3625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1" i="0" sz="2800" u="none" cap="small" strike="noStrike">
              <a:solidFill>
                <a:srgbClr val="75707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35" name="Google Shape;2735;g3e84c60b4f6_0_3625"/>
          <p:cNvSpPr txBox="1"/>
          <p:nvPr>
            <p:ph idx="2" type="body"/>
          </p:nvPr>
        </p:nvSpPr>
        <p:spPr>
          <a:xfrm>
            <a:off x="1871003" y="1667167"/>
            <a:ext cx="87732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736" name="Google Shape;2736;g3e84c60b4f6_0_3625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cap">
  <p:cSld name="1_Recap"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8" name="Google Shape;2738;g3e84c60b4f6_0_363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739" name="Google Shape;2739;g3e84c60b4f6_0_363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740" name="Google Shape;2740;g3e84c60b4f6_0_363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741" name="Google Shape;2741;g3e84c60b4f6_0_363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42" name="Google Shape;2742;g3e84c60b4f6_0_363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43" name="Google Shape;2743;g3e84c60b4f6_0_363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44" name="Google Shape;2744;g3e84c60b4f6_0_363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745" name="Google Shape;2745;g3e84c60b4f6_0_363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746" name="Google Shape;2746;g3e84c60b4f6_0_3631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7" name="Google Shape;2747;g3e84c60b4f6_0_36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09216" y="526820"/>
            <a:ext cx="5309935" cy="53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748" name="Google Shape;2748;g3e84c60b4f6_0_363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g3e84c60b4f6_0_3643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1" name="Google Shape;2751;g3e84c60b4f6_0_3643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752" name="Google Shape;2752;g3e84c60b4f6_0_364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753" name="Google Shape;2753;g3e84c60b4f6_0_364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754" name="Google Shape;2754;g3e84c60b4f6_0_364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6" name="Google Shape;2756;g3e84c60b4f6_0_364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757" name="Google Shape;2757;g3e84c60b4f6_0_364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758" name="Google Shape;2758;g3e84c60b4f6_0_364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759" name="Google Shape;2759;g3e84c60b4f6_0_364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60" name="Google Shape;2760;g3e84c60b4f6_0_364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61" name="Google Shape;2761;g3e84c60b4f6_0_364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762" name="Google Shape;2762;g3e84c60b4f6_0_364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763" name="Google Shape;2763;g3e84c60b4f6_0_364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764" name="Google Shape;2764;g3e84c60b4f6_0_364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5" name="Google Shape;2765;g3e84c60b4f6_0_3649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2766" name="Google Shape;2766;g3e84c60b4f6_0_3649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67" name="Google Shape;2767;g3e84c60b4f6_0_3649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768" name="Google Shape;2768;g3e84c60b4f6_0_3649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2769" name="Google Shape;2769;g3e84c60b4f6_0_3649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0" name="Google Shape;2770;g3e84c60b4f6_0_3649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1" name="Google Shape;2771;g3e84c60b4f6_0_3649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2" name="Google Shape;2772;g3e84c60b4f6_0_3649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3" name="Google Shape;2773;g3e84c60b4f6_0_3649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4" name="Google Shape;2774;g3e84c60b4f6_0_3649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5" name="Google Shape;2775;g3e84c60b4f6_0_3649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6" name="Google Shape;2776;g3e84c60b4f6_0_3649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7" name="Google Shape;2777;g3e84c60b4f6_0_3649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8" name="Google Shape;2778;g3e84c60b4f6_0_3649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9" name="Google Shape;2779;g3e84c60b4f6_0_3649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0" name="Google Shape;2780;g3e84c60b4f6_0_3649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1" name="Google Shape;2781;g3e84c60b4f6_0_3649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2" name="Google Shape;2782;g3e84c60b4f6_0_3649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3" name="Google Shape;2783;g3e84c60b4f6_0_3649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4" name="Google Shape;2784;g3e84c60b4f6_0_3649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5" name="Google Shape;2785;g3e84c60b4f6_0_3649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6" name="Google Shape;2786;g3e84c60b4f6_0_3649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7" name="Google Shape;2787;g3e84c60b4f6_0_3649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8" name="Google Shape;2788;g3e84c60b4f6_0_3649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9" name="Google Shape;2789;g3e84c60b4f6_0_3649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0" name="Google Shape;2790;g3e84c60b4f6_0_3649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1" name="Google Shape;2791;g3e84c60b4f6_0_3649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2" name="Google Shape;2792;g3e84c60b4f6_0_3649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3" name="Google Shape;2793;g3e84c60b4f6_0_3649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4" name="Google Shape;2794;g3e84c60b4f6_0_3649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5" name="Google Shape;2795;g3e84c60b4f6_0_3649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6" name="Google Shape;2796;g3e84c60b4f6_0_3649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7" name="Google Shape;2797;g3e84c60b4f6_0_3649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8" name="Google Shape;2798;g3e84c60b4f6_0_3649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9" name="Google Shape;2799;g3e84c60b4f6_0_3649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0" name="Google Shape;2800;g3e84c60b4f6_0_3649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1" name="Google Shape;2801;g3e84c60b4f6_0_3649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2" name="Google Shape;2802;g3e84c60b4f6_0_3649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3" name="Google Shape;2803;g3e84c60b4f6_0_3649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4" name="Google Shape;2804;g3e84c60b4f6_0_3649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5" name="Google Shape;2805;g3e84c60b4f6_0_3649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6" name="Google Shape;2806;g3e84c60b4f6_0_3649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7" name="Google Shape;2807;g3e84c60b4f6_0_3649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8" name="Google Shape;2808;g3e84c60b4f6_0_3649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9" name="Google Shape;2809;g3e84c60b4f6_0_3649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0" name="Google Shape;2810;g3e84c60b4f6_0_3649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1" name="Google Shape;2811;g3e84c60b4f6_0_3649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2" name="Google Shape;2812;g3e84c60b4f6_0_3649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3" name="Google Shape;2813;g3e84c60b4f6_0_3649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814" name="Google Shape;2814;g3e84c60b4f6_0_3649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2815" name="Google Shape;2815;g3e84c60b4f6_0_3649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6" name="Google Shape;2816;g3e84c60b4f6_0_3649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7" name="Google Shape;2817;g3e84c60b4f6_0_3649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8" name="Google Shape;2818;g3e84c60b4f6_0_3649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9" name="Google Shape;2819;g3e84c60b4f6_0_3649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0" name="Google Shape;2820;g3e84c60b4f6_0_3649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1" name="Google Shape;2821;g3e84c60b4f6_0_3649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2" name="Google Shape;2822;g3e84c60b4f6_0_3649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3" name="Google Shape;2823;g3e84c60b4f6_0_3649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4" name="Google Shape;2824;g3e84c60b4f6_0_3649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825" name="Google Shape;2825;g3e84c60b4f6_0_3649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2826" name="Google Shape;2826;g3e84c60b4f6_0_3649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7" name="Google Shape;2827;g3e84c60b4f6_0_3649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8" name="Google Shape;2828;g3e84c60b4f6_0_3649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9" name="Google Shape;2829;g3e84c60b4f6_0_3649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0" name="Google Shape;2830;g3e84c60b4f6_0_3649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1" name="Google Shape;2831;g3e84c60b4f6_0_3649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2" name="Google Shape;2832;g3e84c60b4f6_0_3649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3" name="Google Shape;2833;g3e84c60b4f6_0_3649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4" name="Google Shape;2834;g3e84c60b4f6_0_3649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5" name="Google Shape;2835;g3e84c60b4f6_0_3649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6" name="Google Shape;2836;g3e84c60b4f6_0_3649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7" name="Google Shape;2837;g3e84c60b4f6_0_3649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8" name="Google Shape;2838;g3e84c60b4f6_0_3649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9" name="Google Shape;2839;g3e84c60b4f6_0_3649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0" name="Google Shape;2840;g3e84c60b4f6_0_3649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1" name="Google Shape;2841;g3e84c60b4f6_0_3649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2" name="Google Shape;2842;g3e84c60b4f6_0_3649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3" name="Google Shape;2843;g3e84c60b4f6_0_3649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4" name="Google Shape;2844;g3e84c60b4f6_0_3649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5" name="Google Shape;2845;g3e84c60b4f6_0_3649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6" name="Google Shape;2846;g3e84c60b4f6_0_3649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7" name="Google Shape;2847;g3e84c60b4f6_0_3649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8" name="Google Shape;2848;g3e84c60b4f6_0_3649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9" name="Google Shape;2849;g3e84c60b4f6_0_3649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0" name="Google Shape;2850;g3e84c60b4f6_0_3649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1" name="Google Shape;2851;g3e84c60b4f6_0_3649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2" name="Google Shape;2852;g3e84c60b4f6_0_3649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3" name="Google Shape;2853;g3e84c60b4f6_0_3649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4" name="Google Shape;2854;g3e84c60b4f6_0_3649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5" name="Google Shape;2855;g3e84c60b4f6_0_3649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6" name="Google Shape;2856;g3e84c60b4f6_0_3649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7" name="Google Shape;2857;g3e84c60b4f6_0_3649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8" name="Google Shape;2858;g3e84c60b4f6_0_3649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9" name="Google Shape;2859;g3e84c60b4f6_0_3649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0" name="Google Shape;2860;g3e84c60b4f6_0_3649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1" name="Google Shape;2861;g3e84c60b4f6_0_3649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2" name="Google Shape;2862;g3e84c60b4f6_0_3649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3" name="Google Shape;2863;g3e84c60b4f6_0_3649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4" name="Google Shape;2864;g3e84c60b4f6_0_3649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5" name="Google Shape;2865;g3e84c60b4f6_0_3649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6" name="Google Shape;2866;g3e84c60b4f6_0_3649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7" name="Google Shape;2867;g3e84c60b4f6_0_3649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8" name="Google Shape;2868;g3e84c60b4f6_0_3649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9" name="Google Shape;2869;g3e84c60b4f6_0_3649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0" name="Google Shape;2870;g3e84c60b4f6_0_3649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1" name="Google Shape;2871;g3e84c60b4f6_0_3649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2" name="Google Shape;2872;g3e84c60b4f6_0_3649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3" name="Google Shape;2873;g3e84c60b4f6_0_3649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4" name="Google Shape;2874;g3e84c60b4f6_0_3649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5" name="Google Shape;2875;g3e84c60b4f6_0_3649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6" name="Google Shape;2876;g3e84c60b4f6_0_3649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7" name="Google Shape;2877;g3e84c60b4f6_0_3649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8" name="Google Shape;2878;g3e84c60b4f6_0_3649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9" name="Google Shape;2879;g3e84c60b4f6_0_3649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80" name="Google Shape;2880;g3e84c60b4f6_0_3649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881" name="Google Shape;2881;g3e84c60b4f6_0_3649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82" name="Google Shape;2882;g3e84c60b4f6_0_364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content T3">
  <p:cSld name="1_Title with content T3"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e84c60b4f6_0_3777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885" name="Google Shape;2885;g3e84c60b4f6_0_3777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2886" name="Google Shape;2886;g3e84c60b4f6_0_3777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g3e84c60b4f6_0_3777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8" name="Google Shape;2888;g3e84c60b4f6_0_3777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9" name="Google Shape;2889;g3e84c60b4f6_0_3777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ection Seprator ">
  <p:cSld name="blank Section Seprator ">
    <p:spTree>
      <p:nvGrpSpPr>
        <p:cNvPr id="2890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1" name="Google Shape;2891;g3e84c60b4f6_0_378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892" name="Google Shape;2892;g3e84c60b4f6_0_378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893" name="Google Shape;2893;g3e84c60b4f6_0_378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894" name="Google Shape;2894;g3e84c60b4f6_0_378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95" name="Google Shape;2895;g3e84c60b4f6_0_378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96" name="Google Shape;2896;g3e84c60b4f6_0_378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897" name="Google Shape;2897;g3e84c60b4f6_0_378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898" name="Google Shape;2898;g3e84c60b4f6_0_378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899" name="Google Shape;2899;g3e84c60b4f6_0_3784"/>
          <p:cNvSpPr txBox="1"/>
          <p:nvPr>
            <p:ph type="title"/>
          </p:nvPr>
        </p:nvSpPr>
        <p:spPr>
          <a:xfrm>
            <a:off x="680025" y="642115"/>
            <a:ext cx="30180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91425" spcFirstLastPara="1" rIns="91425" wrap="square" tIns="1828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1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0" name="Google Shape;2900;g3e84c60b4f6_0_3784"/>
          <p:cNvSpPr/>
          <p:nvPr>
            <p:ph idx="2" type="pic"/>
          </p:nvPr>
        </p:nvSpPr>
        <p:spPr>
          <a:xfrm>
            <a:off x="6174558" y="1357460"/>
            <a:ext cx="5081100" cy="4557600"/>
          </a:xfrm>
          <a:prstGeom prst="rect">
            <a:avLst/>
          </a:prstGeom>
          <a:noFill/>
          <a:ln>
            <a:noFill/>
          </a:ln>
        </p:spPr>
      </p:sp>
      <p:sp>
        <p:nvSpPr>
          <p:cNvPr id="2901" name="Google Shape;2901;g3e84c60b4f6_0_3784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902" name="Google Shape;2902;g3e84c60b4f6_0_3784"/>
          <p:cNvSpPr txBox="1"/>
          <p:nvPr>
            <p:ph idx="3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1"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g3e84c60b4f6_0_3797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5" name="Google Shape;2905;g3e84c60b4f6_0_37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7" name="Google Shape;2907;g3e84c60b4f6_0_3800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908" name="Google Shape;2908;g3e84c60b4f6_0_3800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909" name="Google Shape;2909;g3e84c60b4f6_0_3800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910" name="Google Shape;2910;g3e84c60b4f6_0_3800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11" name="Google Shape;2911;g3e84c60b4f6_0_3800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12" name="Google Shape;2912;g3e84c60b4f6_0_3800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13" name="Google Shape;2913;g3e84c60b4f6_0_3800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914" name="Google Shape;2914;g3e84c60b4f6_0_3800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915" name="Google Shape;2915;g3e84c60b4f6_0_3800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6" name="Google Shape;2916;g3e84c60b4f6_0_3800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2917" name="Google Shape;2917;g3e84c60b4f6_0_3800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2918" name="Google Shape;2918;g3e84c60b4f6_0_3800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19" name="Google Shape;2919;g3e84c60b4f6_0_3800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902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920" name="Google Shape;2920;g3e84c60b4f6_0_3800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2921" name="Google Shape;2921;g3e84c60b4f6_0_3800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2" name="Google Shape;2922;g3e84c60b4f6_0_3800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902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923" name="Google Shape;2923;g3e84c60b4f6_0_3800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2924" name="Google Shape;2924;g3e84c60b4f6_0_3800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5" name="Google Shape;2925;g3e84c60b4f6_0_3800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6" name="Google Shape;2926;g3e84c60b4f6_0_3800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7" name="Google Shape;2927;g3e84c60b4f6_0_3800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8" name="Google Shape;2928;g3e84c60b4f6_0_3800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29" name="Google Shape;2929;g3e84c60b4f6_0_3800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0" name="Google Shape;2930;g3e84c60b4f6_0_3800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1" name="Google Shape;2931;g3e84c60b4f6_0_3800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2" name="Google Shape;2932;g3e84c60b4f6_0_3800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3" name="Google Shape;2933;g3e84c60b4f6_0_3800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934" name="Google Shape;2934;g3e84c60b4f6_0_3800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2935" name="Google Shape;2935;g3e84c60b4f6_0_3800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6" name="Google Shape;2936;g3e84c60b4f6_0_3800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7" name="Google Shape;2937;g3e84c60b4f6_0_3800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8" name="Google Shape;2938;g3e84c60b4f6_0_3800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39" name="Google Shape;2939;g3e84c60b4f6_0_3800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940" name="Google Shape;2940;g3e84c60b4f6_0_3800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2941" name="Google Shape;2941;g3e84c60b4f6_0_3800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2" name="Google Shape;2942;g3e84c60b4f6_0_3800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3" name="Google Shape;2943;g3e84c60b4f6_0_3800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4" name="Google Shape;2944;g3e84c60b4f6_0_3800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945" name="Google Shape;2945;g3e84c60b4f6_0_3800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2946" name="Google Shape;2946;g3e84c60b4f6_0_3800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7" name="Google Shape;2947;g3e84c60b4f6_0_3800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8" name="Google Shape;2948;g3e84c60b4f6_0_3800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49" name="Google Shape;2949;g3e84c60b4f6_0_3800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0" name="Google Shape;2950;g3e84c60b4f6_0_3800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1" name="Google Shape;2951;g3e84c60b4f6_0_3800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2" name="Google Shape;2952;g3e84c60b4f6_0_3800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3" name="Google Shape;2953;g3e84c60b4f6_0_3800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4" name="Google Shape;2954;g3e84c60b4f6_0_3800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5" name="Google Shape;2955;g3e84c60b4f6_0_3800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6" name="Google Shape;2956;g3e84c60b4f6_0_3800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7" name="Google Shape;2957;g3e84c60b4f6_0_3800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8" name="Google Shape;2958;g3e84c60b4f6_0_3800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59" name="Google Shape;2959;g3e84c60b4f6_0_3800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0" name="Google Shape;2960;g3e84c60b4f6_0_3800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1" name="Google Shape;2961;g3e84c60b4f6_0_3800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2" name="Google Shape;2962;g3e84c60b4f6_0_3800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3" name="Google Shape;2963;g3e84c60b4f6_0_3800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4" name="Google Shape;2964;g3e84c60b4f6_0_3800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5" name="Google Shape;2965;g3e84c60b4f6_0_3800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6" name="Google Shape;2966;g3e84c60b4f6_0_3800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7" name="Google Shape;2967;g3e84c60b4f6_0_3800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8" name="Google Shape;2968;g3e84c60b4f6_0_3800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69" name="Google Shape;2969;g3e84c60b4f6_0_3800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0" name="Google Shape;2970;g3e84c60b4f6_0_3800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1" name="Google Shape;2971;g3e84c60b4f6_0_3800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2" name="Google Shape;2972;g3e84c60b4f6_0_3800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973" name="Google Shape;2973;g3e84c60b4f6_0_3800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2974" name="Google Shape;2974;g3e84c60b4f6_0_3800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975" name="Google Shape;2975;g3e84c60b4f6_0_3800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976" name="Google Shape;2976;g3e84c60b4f6_0_3800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7" name="Google Shape;2977;g3e84c60b4f6_0_3800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8" name="Google Shape;2978;g3e84c60b4f6_0_3800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79" name="Google Shape;2979;g3e84c60b4f6_0_3800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980" name="Google Shape;2980;g3e84c60b4f6_0_3800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2981" name="Google Shape;2981;g3e84c60b4f6_0_3800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982" name="Google Shape;2982;g3e84c60b4f6_0_3800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983" name="Google Shape;2983;g3e84c60b4f6_0_3800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84" name="Google Shape;2984;g3e84c60b4f6_0_3800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85" name="Google Shape;2985;g3e84c60b4f6_0_3800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86" name="Google Shape;2986;g3e84c60b4f6_0_3800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987" name="Google Shape;2987;g3e84c60b4f6_0_3800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2988" name="Google Shape;2988;g3e84c60b4f6_0_3800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989" name="Google Shape;2989;g3e84c60b4f6_0_3800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990" name="Google Shape;2990;g3e84c60b4f6_0_3800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1" name="Google Shape;2991;g3e84c60b4f6_0_3800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2" name="Google Shape;2992;g3e84c60b4f6_0_3800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3" name="Google Shape;2993;g3e84c60b4f6_0_3800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4" name="Google Shape;2994;g3e84c60b4f6_0_3800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5" name="Google Shape;2995;g3e84c60b4f6_0_3800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6" name="Google Shape;2996;g3e84c60b4f6_0_3800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7" name="Google Shape;2997;g3e84c60b4f6_0_3800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8" name="Google Shape;2998;g3e84c60b4f6_0_3800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9" name="Google Shape;2999;g3e84c60b4f6_0_3800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0" name="Google Shape;3000;g3e84c60b4f6_0_3800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1" name="Google Shape;3001;g3e84c60b4f6_0_3800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2" name="Google Shape;3002;g3e84c60b4f6_0_3800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3" name="Google Shape;3003;g3e84c60b4f6_0_3800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004" name="Google Shape;3004;g3e84c60b4f6_0_3800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3005" name="Google Shape;3005;g3e84c60b4f6_0_3800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006" name="Google Shape;3006;g3e84c60b4f6_0_3800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007" name="Google Shape;3007;g3e84c60b4f6_0_3800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8" name="Google Shape;3008;g3e84c60b4f6_0_3800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9" name="Google Shape;3009;g3e84c60b4f6_0_3800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0" name="Google Shape;3010;g3e84c60b4f6_0_3800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1" name="Google Shape;3011;g3e84c60b4f6_0_3800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2" name="Google Shape;3012;g3e84c60b4f6_0_3800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3" name="Google Shape;3013;g3e84c60b4f6_0_3800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4" name="Google Shape;3014;g3e84c60b4f6_0_3800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5" name="Google Shape;3015;g3e84c60b4f6_0_3800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6" name="Google Shape;3016;g3e84c60b4f6_0_3800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7" name="Google Shape;3017;g3e84c60b4f6_0_3800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8" name="Google Shape;3018;g3e84c60b4f6_0_3800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9" name="Google Shape;3019;g3e84c60b4f6_0_3800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20" name="Google Shape;3020;g3e84c60b4f6_0_3800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21" name="Google Shape;3021;g3e84c60b4f6_0_3800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3022" name="Google Shape;3022;g3e84c60b4f6_0_3800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3e84c60b4f6_0_3917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25" name="Google Shape;3025;g3e84c60b4f6_0_3917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26" name="Google Shape;3026;g3e84c60b4f6_0_3917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027" name="Google Shape;3027;g3e84c60b4f6_0_3917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3028" name="Google Shape;3028;g3e84c60b4f6_0_3917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029" name="Google Shape;3029;g3e84c60b4f6_0_3917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030" name="Google Shape;3030;g3e84c60b4f6_0_3917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31" name="Google Shape;3031;g3e84c60b4f6_0_3917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3" name="Google Shape;3033;g3e84c60b4f6_0_3926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034" name="Google Shape;3034;g3e84c60b4f6_0_3926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035" name="Google Shape;3035;g3e84c60b4f6_0_3926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036" name="Google Shape;3036;g3e84c60b4f6_0_392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37" name="Google Shape;3037;g3e84c60b4f6_0_3926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38" name="Google Shape;3038;g3e84c60b4f6_0_3926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39" name="Google Shape;3039;g3e84c60b4f6_0_3926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040" name="Google Shape;3040;g3e84c60b4f6_0_392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041" name="Google Shape;3041;g3e84c60b4f6_0_3926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3042" name="Google Shape;3042;g3e84c60b4f6_0_39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Tasks"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4" name="Google Shape;3044;g3e84c60b4f6_0_39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356" y="626052"/>
            <a:ext cx="5605895" cy="56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045" name="Google Shape;3045;g3e84c60b4f6_0_3937"/>
          <p:cNvSpPr txBox="1"/>
          <p:nvPr>
            <p:ph idx="1" type="body"/>
          </p:nvPr>
        </p:nvSpPr>
        <p:spPr>
          <a:xfrm>
            <a:off x="6657975" y="2059619"/>
            <a:ext cx="46878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3046" name="Google Shape;3046;g3e84c60b4f6_0_3937"/>
          <p:cNvGrpSpPr/>
          <p:nvPr/>
        </p:nvGrpSpPr>
        <p:grpSpPr>
          <a:xfrm>
            <a:off x="7456649" y="0"/>
            <a:ext cx="3090697" cy="1806089"/>
            <a:chOff x="536716" y="-1319"/>
            <a:chExt cx="3976708" cy="2323841"/>
          </a:xfrm>
        </p:grpSpPr>
        <p:sp>
          <p:nvSpPr>
            <p:cNvPr id="3047" name="Google Shape;3047;g3e84c60b4f6_0_393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048" name="Google Shape;3048;g3e84c60b4f6_0_393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049" name="Google Shape;3049;g3e84c60b4f6_0_393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50" name="Google Shape;3050;g3e84c60b4f6_0_393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51" name="Google Shape;3051;g3e84c60b4f6_0_393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52" name="Google Shape;3052;g3e84c60b4f6_0_393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053" name="Google Shape;3053;g3e84c60b4f6_0_393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054" name="Google Shape;3054;g3e84c60b4f6_0_3937"/>
          <p:cNvSpPr txBox="1"/>
          <p:nvPr/>
        </p:nvSpPr>
        <p:spPr>
          <a:xfrm>
            <a:off x="7456663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6" name="Google Shape;3056;g3e84c60b4f6_0_3949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3057" name="Google Shape;3057;g3e84c60b4f6_0_3949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3058" name="Google Shape;3058;g3e84c60b4f6_0_3949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9" name="Google Shape;3059;g3e84c60b4f6_0_3949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0" name="Google Shape;3060;g3e84c60b4f6_0_3949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1" name="Google Shape;3061;g3e84c60b4f6_0_3949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3062" name="Google Shape;3062;g3e84c60b4f6_0_3949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3063" name="Google Shape;3063;g3e84c60b4f6_0_3949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4" name="Google Shape;3064;g3e84c60b4f6_0_3949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5" name="Google Shape;3065;g3e84c60b4f6_0_3949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6" name="Google Shape;3066;g3e84c60b4f6_0_3949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7" name="Google Shape;3067;g3e84c60b4f6_0_3949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3">
    <p:spTree>
      <p:nvGrpSpPr>
        <p:cNvPr id="3068" name="Shape 3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9" name="Google Shape;3069;g3e84c60b4f6_0_3962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070" name="Google Shape;3070;g3e84c60b4f6_0_396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071" name="Google Shape;3071;g3e84c60b4f6_0_396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072" name="Google Shape;3072;g3e84c60b4f6_0_396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73" name="Google Shape;3073;g3e84c60b4f6_0_396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74" name="Google Shape;3074;g3e84c60b4f6_0_396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75" name="Google Shape;3075;g3e84c60b4f6_0_396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076" name="Google Shape;3076;g3e84c60b4f6_0_396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Google Shape;3078;g3e84c60b4f6_0_39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3079" name="Google Shape;3079;g3e84c60b4f6_0_3971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g3e84c60b4f6_0_3974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g3e84c60b4f6_0_3976"/>
          <p:cNvSpPr txBox="1"/>
          <p:nvPr>
            <p:ph idx="1" type="body"/>
          </p:nvPr>
        </p:nvSpPr>
        <p:spPr>
          <a:xfrm>
            <a:off x="2704330" y="1163553"/>
            <a:ext cx="100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084" name="Google Shape;3084;g3e84c60b4f6_0_3976"/>
          <p:cNvSpPr txBox="1"/>
          <p:nvPr>
            <p:ph idx="2" type="body"/>
          </p:nvPr>
        </p:nvSpPr>
        <p:spPr>
          <a:xfrm>
            <a:off x="2568593" y="1667167"/>
            <a:ext cx="82857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085" name="Google Shape;3085;g3e84c60b4f6_0_3976"/>
          <p:cNvSpPr txBox="1"/>
          <p:nvPr/>
        </p:nvSpPr>
        <p:spPr>
          <a:xfrm>
            <a:off x="996843" y="968220"/>
            <a:ext cx="4207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86" name="Google Shape;3086;g3e84c60b4f6_0_3976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g3e84c60b4f6_0_3976"/>
          <p:cNvSpPr txBox="1"/>
          <p:nvPr>
            <p:ph idx="3" type="body"/>
          </p:nvPr>
        </p:nvSpPr>
        <p:spPr>
          <a:xfrm>
            <a:off x="2333229" y="654684"/>
            <a:ext cx="57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g3e84c60b4f6_0_3982"/>
          <p:cNvSpPr txBox="1"/>
          <p:nvPr/>
        </p:nvSpPr>
        <p:spPr>
          <a:xfrm>
            <a:off x="973639" y="2890391"/>
            <a:ext cx="409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0" name="Google Shape;3090;g3e84c60b4f6_0_39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0725" y="778588"/>
            <a:ext cx="5309935" cy="530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g3e84c60b4f6_0_3985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093" name="Google Shape;3093;g3e84c60b4f6_0_3985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4120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4" name="Google Shape;3094;g3e84c60b4f6_0_3985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6" name="Google Shape;3096;g3e84c60b4f6_0_3989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3097" name="Google Shape;3097;g3e84c60b4f6_0_3989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098" name="Google Shape;3098;g3e84c60b4f6_0_398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099" name="Google Shape;3099;g3e84c60b4f6_0_3989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00" name="Google Shape;3100;g3e84c60b4f6_0_3989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01" name="Google Shape;3101;g3e84c60b4f6_0_398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3102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g3e84c60b4f6_0_3996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3104" name="Google Shape;3104;g3e84c60b4f6_0_3996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3105" name="Google Shape;3105;g3e84c60b4f6_0_3996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06" name="Google Shape;3106;g3e84c60b4f6_0_3996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07" name="Google Shape;3107;g3e84c60b4f6_0_3996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08" name="Google Shape;3108;g3e84c60b4f6_0_3996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3109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0" name="Google Shape;3110;g3e84c60b4f6_0_4003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3111" name="Google Shape;3111;g3e84c60b4f6_0_4003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12" name="Google Shape;3112;g3e84c60b4f6_0_4003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13" name="Google Shape;3113;g3e84c60b4f6_0_4003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14" name="Google Shape;3114;g3e84c60b4f6_0_4003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15" name="Google Shape;3115;g3e84c60b4f6_0_4003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16" name="Google Shape;3116;g3e84c60b4f6_0_4003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8" name="Google Shape;3118;g3e84c60b4f6_0_4011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3119" name="Google Shape;3119;g3e84c60b4f6_0_4011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20" name="Google Shape;3120;g3e84c60b4f6_0_4011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21" name="Google Shape;3121;g3e84c60b4f6_0_4011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22" name="Google Shape;3122;g3e84c60b4f6_0_4011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23" name="Google Shape;3123;g3e84c60b4f6_0_4011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24" name="Google Shape;3124;g3e84c60b4f6_0_401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6" name="Google Shape;3126;g3e84c60b4f6_0_4019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3127" name="Google Shape;3127;g3e84c60b4f6_0_4019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28" name="Google Shape;3128;g3e84c60b4f6_0_401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29" name="Google Shape;3129;g3e84c60b4f6_0_4019"/>
          <p:cNvSpPr txBox="1"/>
          <p:nvPr>
            <p:ph idx="1" type="body"/>
          </p:nvPr>
        </p:nvSpPr>
        <p:spPr>
          <a:xfrm>
            <a:off x="490194" y="1461565"/>
            <a:ext cx="55059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30" name="Google Shape;3130;g3e84c60b4f6_0_4019"/>
          <p:cNvSpPr txBox="1"/>
          <p:nvPr>
            <p:ph idx="2" type="body"/>
          </p:nvPr>
        </p:nvSpPr>
        <p:spPr>
          <a:xfrm>
            <a:off x="490194" y="2275952"/>
            <a:ext cx="55059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31" name="Google Shape;3131;g3e84c60b4f6_0_4019"/>
          <p:cNvSpPr txBox="1"/>
          <p:nvPr>
            <p:ph idx="3" type="body"/>
          </p:nvPr>
        </p:nvSpPr>
        <p:spPr>
          <a:xfrm>
            <a:off x="6170612" y="1461565"/>
            <a:ext cx="5462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32" name="Google Shape;3132;g3e84c60b4f6_0_4019"/>
          <p:cNvSpPr txBox="1"/>
          <p:nvPr>
            <p:ph idx="4" type="body"/>
          </p:nvPr>
        </p:nvSpPr>
        <p:spPr>
          <a:xfrm>
            <a:off x="6170611" y="2275952"/>
            <a:ext cx="5462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33" name="Google Shape;3133;g3e84c60b4f6_0_4019"/>
          <p:cNvSpPr txBox="1"/>
          <p:nvPr>
            <p:ph idx="5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134" name="Google Shape;3134;g3e84c60b4f6_0_401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Discussion">
    <p:spTree>
      <p:nvGrpSpPr>
        <p:cNvPr id="3135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6" name="Google Shape;3136;g3e84c60b4f6_0_40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80495" y="918441"/>
            <a:ext cx="4762500" cy="47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7" name="Google Shape;3137;g3e84c60b4f6_0_4029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3138" name="Google Shape;3138;g3e84c60b4f6_0_4029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139" name="Google Shape;3139;g3e84c60b4f6_0_4029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3140" name="Google Shape;3140;g3e84c60b4f6_0_402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41" name="Google Shape;3141;g3e84c60b4f6_0_4029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42" name="Google Shape;3142;g3e84c60b4f6_0_4029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43" name="Google Shape;3143;g3e84c60b4f6_0_4029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144" name="Google Shape;3144;g3e84c60b4f6_0_402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45" name="Google Shape;3145;g3e84c60b4f6_0_4029"/>
          <p:cNvSpPr txBox="1"/>
          <p:nvPr/>
        </p:nvSpPr>
        <p:spPr>
          <a:xfrm>
            <a:off x="680025" y="702888"/>
            <a:ext cx="455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6" name="Google Shape;3146;g3e84c60b4f6_0_402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8" name="Google Shape;3148;g3e84c60b4f6_0_4041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3149" name="Google Shape;3149;g3e84c60b4f6_0_4041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150" name="Google Shape;3150;g3e84c60b4f6_0_4041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3151" name="Google Shape;3151;g3e84c60b4f6_0_404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52" name="Google Shape;3152;g3e84c60b4f6_0_4041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53" name="Google Shape;3153;g3e84c60b4f6_0_4041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54" name="Google Shape;3154;g3e84c60b4f6_0_4041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155" name="Google Shape;3155;g3e84c60b4f6_0_404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56" name="Google Shape;3156;g3e84c60b4f6_0_4041"/>
          <p:cNvSpPr txBox="1"/>
          <p:nvPr/>
        </p:nvSpPr>
        <p:spPr>
          <a:xfrm>
            <a:off x="639545" y="777563"/>
            <a:ext cx="455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3157" name="Google Shape;3157;g3e84c60b4f6_0_40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8431" y="498639"/>
            <a:ext cx="5860720" cy="58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8" name="Google Shape;3158;g3e84c60b4f6_0_404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0" name="Google Shape;3160;g3e84c60b4f6_0_40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1" name="Google Shape;3161;g3e84c60b4f6_0_4053"/>
          <p:cNvSpPr txBox="1"/>
          <p:nvPr>
            <p:ph idx="1" type="body"/>
          </p:nvPr>
        </p:nvSpPr>
        <p:spPr>
          <a:xfrm>
            <a:off x="3789363" y="5721350"/>
            <a:ext cx="509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3162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g3e84c60b4f6_0_4056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g3e84c60b4f6_0_4056"/>
          <p:cNvSpPr txBox="1"/>
          <p:nvPr/>
        </p:nvSpPr>
        <p:spPr>
          <a:xfrm>
            <a:off x="3987293" y="5751951"/>
            <a:ext cx="4191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</a:t>
            </a:r>
            <a:r>
              <a:rPr b="1" baseline="-25000" i="0" lang="en-US" sz="3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Y</a:t>
            </a: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5" name="Google Shape;3165;g3e84c60b4f6_0_4056"/>
          <p:cNvSpPr/>
          <p:nvPr/>
        </p:nvSpPr>
        <p:spPr>
          <a:xfrm>
            <a:off x="2316544" y="2334255"/>
            <a:ext cx="496171" cy="1881101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66" name="Google Shape;3166;g3e84c60b4f6_0_4056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67" name="Google Shape;3167;g3e84c60b4f6_0_4056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68" name="Google Shape;3168;g3e84c60b4f6_0_4056"/>
          <p:cNvSpPr/>
          <p:nvPr/>
        </p:nvSpPr>
        <p:spPr>
          <a:xfrm>
            <a:off x="1959874" y="1620270"/>
            <a:ext cx="637167" cy="773882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69" name="Google Shape;3169;g3e84c60b4f6_0_4056"/>
          <p:cNvSpPr/>
          <p:nvPr/>
        </p:nvSpPr>
        <p:spPr>
          <a:xfrm>
            <a:off x="1959922" y="1928368"/>
            <a:ext cx="635481" cy="465789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70" name="Google Shape;3170;g3e84c60b4f6_0_4056"/>
          <p:cNvSpPr/>
          <p:nvPr/>
        </p:nvSpPr>
        <p:spPr>
          <a:xfrm>
            <a:off x="7635445" y="3025135"/>
            <a:ext cx="453209" cy="1702189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71" name="Google Shape;3171;g3e84c60b4f6_0_4056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72" name="Google Shape;3172;g3e84c60b4f6_0_4056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73" name="Google Shape;3173;g3e84c60b4f6_0_4056"/>
          <p:cNvSpPr/>
          <p:nvPr/>
        </p:nvSpPr>
        <p:spPr>
          <a:xfrm>
            <a:off x="7832107" y="2316556"/>
            <a:ext cx="638590" cy="768205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74" name="Google Shape;3174;g3e84c60b4f6_0_4056"/>
          <p:cNvSpPr/>
          <p:nvPr/>
        </p:nvSpPr>
        <p:spPr>
          <a:xfrm>
            <a:off x="7832424" y="2643673"/>
            <a:ext cx="638367" cy="440384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175" name="Google Shape;3175;g3e84c60b4f6_0_4056"/>
          <p:cNvGrpSpPr/>
          <p:nvPr/>
        </p:nvGrpSpPr>
        <p:grpSpPr>
          <a:xfrm>
            <a:off x="5457743" y="1333256"/>
            <a:ext cx="1594947" cy="4101702"/>
            <a:chOff x="5652866" y="1771703"/>
            <a:chExt cx="1133902" cy="2916040"/>
          </a:xfrm>
        </p:grpSpPr>
        <p:sp>
          <p:nvSpPr>
            <p:cNvPr id="3176" name="Google Shape;3176;g3e84c60b4f6_0_4056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77" name="Google Shape;3177;g3e84c60b4f6_0_4056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78" name="Google Shape;3178;g3e84c60b4f6_0_4056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79" name="Google Shape;3179;g3e84c60b4f6_0_4056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0" name="Google Shape;3180;g3e84c60b4f6_0_4056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1" name="Google Shape;3181;g3e84c60b4f6_0_4056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2" name="Google Shape;3182;g3e84c60b4f6_0_4056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3" name="Google Shape;3183;g3e84c60b4f6_0_4056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4" name="Google Shape;3184;g3e84c60b4f6_0_4056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5" name="Google Shape;3185;g3e84c60b4f6_0_4056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6" name="Google Shape;3186;g3e84c60b4f6_0_4056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7" name="Google Shape;3187;g3e84c60b4f6_0_4056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8" name="Google Shape;3188;g3e84c60b4f6_0_4056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89" name="Google Shape;3189;g3e84c60b4f6_0_4056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0" name="Google Shape;3190;g3e84c60b4f6_0_4056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1" name="Google Shape;3191;g3e84c60b4f6_0_4056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2" name="Google Shape;3192;g3e84c60b4f6_0_4056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3" name="Google Shape;3193;g3e84c60b4f6_0_4056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4" name="Google Shape;3194;g3e84c60b4f6_0_4056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5" name="Google Shape;3195;g3e84c60b4f6_0_4056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6" name="Google Shape;3196;g3e84c60b4f6_0_4056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7" name="Google Shape;3197;g3e84c60b4f6_0_4056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8" name="Google Shape;3198;g3e84c60b4f6_0_4056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199" name="Google Shape;3199;g3e84c60b4f6_0_4056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0" name="Google Shape;3200;g3e84c60b4f6_0_4056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1" name="Google Shape;3201;g3e84c60b4f6_0_4056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2" name="Google Shape;3202;g3e84c60b4f6_0_4056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3" name="Google Shape;3203;g3e84c60b4f6_0_4056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4" name="Google Shape;3204;g3e84c60b4f6_0_4056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5" name="Google Shape;3205;g3e84c60b4f6_0_4056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6" name="Google Shape;3206;g3e84c60b4f6_0_4056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7" name="Google Shape;3207;g3e84c60b4f6_0_4056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8" name="Google Shape;3208;g3e84c60b4f6_0_4056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09" name="Google Shape;3209;g3e84c60b4f6_0_4056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0" name="Google Shape;3210;g3e84c60b4f6_0_4056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211" name="Google Shape;3211;g3e84c60b4f6_0_4056"/>
          <p:cNvGrpSpPr/>
          <p:nvPr/>
        </p:nvGrpSpPr>
        <p:grpSpPr>
          <a:xfrm>
            <a:off x="335406" y="217184"/>
            <a:ext cx="11376424" cy="5726587"/>
            <a:chOff x="3962400" y="1361312"/>
            <a:chExt cx="4234979" cy="2131775"/>
          </a:xfrm>
        </p:grpSpPr>
        <p:sp>
          <p:nvSpPr>
            <p:cNvPr id="3212" name="Google Shape;3212;g3e84c60b4f6_0_4056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3" name="Google Shape;3213;g3e84c60b4f6_0_4056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4" name="Google Shape;3214;g3e84c60b4f6_0_4056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5" name="Google Shape;3215;g3e84c60b4f6_0_4056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6" name="Google Shape;3216;g3e84c60b4f6_0_4056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7" name="Google Shape;3217;g3e84c60b4f6_0_4056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8" name="Google Shape;3218;g3e84c60b4f6_0_4056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19" name="Google Shape;3219;g3e84c60b4f6_0_4056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0" name="Google Shape;3220;g3e84c60b4f6_0_4056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1" name="Google Shape;3221;g3e84c60b4f6_0_4056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2" name="Google Shape;3222;g3e84c60b4f6_0_4056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3" name="Google Shape;3223;g3e84c60b4f6_0_4056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4" name="Google Shape;3224;g3e84c60b4f6_0_4056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5" name="Google Shape;3225;g3e84c60b4f6_0_4056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6" name="Google Shape;3226;g3e84c60b4f6_0_4056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7" name="Google Shape;3227;g3e84c60b4f6_0_4056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8" name="Google Shape;3228;g3e84c60b4f6_0_4056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29" name="Google Shape;3229;g3e84c60b4f6_0_4056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0" name="Google Shape;3230;g3e84c60b4f6_0_4056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1" name="Google Shape;3231;g3e84c60b4f6_0_4056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2" name="Google Shape;3232;g3e84c60b4f6_0_4056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3" name="Google Shape;3233;g3e84c60b4f6_0_4056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4" name="Google Shape;3234;g3e84c60b4f6_0_4056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5" name="Google Shape;3235;g3e84c60b4f6_0_4056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6" name="Google Shape;3236;g3e84c60b4f6_0_4056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7" name="Google Shape;3237;g3e84c60b4f6_0_4056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8" name="Google Shape;3238;g3e84c60b4f6_0_4056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39" name="Google Shape;3239;g3e84c60b4f6_0_4056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0" name="Google Shape;3240;g3e84c60b4f6_0_4056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1" name="Google Shape;3241;g3e84c60b4f6_0_4056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2" name="Google Shape;3242;g3e84c60b4f6_0_4056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3" name="Google Shape;3243;g3e84c60b4f6_0_4056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4" name="Google Shape;3244;g3e84c60b4f6_0_4056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5" name="Google Shape;3245;g3e84c60b4f6_0_4056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6" name="Google Shape;3246;g3e84c60b4f6_0_4056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7" name="Google Shape;3247;g3e84c60b4f6_0_4056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8" name="Google Shape;3248;g3e84c60b4f6_0_4056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49" name="Google Shape;3249;g3e84c60b4f6_0_4056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50" name="Google Shape;3250;g3e84c60b4f6_0_4056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51" name="Google Shape;3251;g3e84c60b4f6_0_4056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52" name="Google Shape;3252;g3e84c60b4f6_0_4056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253" name="Google Shape;3253;g3e84c60b4f6_0_4056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254" name="Shape 3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5" name="Google Shape;3255;g3e84c60b4f6_0_414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6" name="Google Shape;3256;g3e84c60b4f6_0_414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57" name="Google Shape;3257;g3e84c60b4f6_0_414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58" name="Google Shape;3258;g3e84c60b4f6_0_4148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59" name="Google Shape;3259;g3e84c60b4f6_0_4148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3e84c60b4f6_0_4154"/>
          <p:cNvSpPr txBox="1"/>
          <p:nvPr>
            <p:ph type="ctrTitle"/>
          </p:nvPr>
        </p:nvSpPr>
        <p:spPr>
          <a:xfrm>
            <a:off x="959999" y="1748091"/>
            <a:ext cx="51360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2" name="Google Shape;3262;g3e84c60b4f6_0_4154"/>
          <p:cNvSpPr txBox="1"/>
          <p:nvPr>
            <p:ph idx="1" type="subTitle"/>
          </p:nvPr>
        </p:nvSpPr>
        <p:spPr>
          <a:xfrm>
            <a:off x="959999" y="4366658"/>
            <a:ext cx="5136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63" name="Google Shape;3263;g3e84c60b4f6_0_4154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g3e84c60b4f6_0_4154"/>
          <p:cNvSpPr txBox="1"/>
          <p:nvPr>
            <p:ph idx="2" type="body"/>
          </p:nvPr>
        </p:nvSpPr>
        <p:spPr>
          <a:xfrm>
            <a:off x="6618288" y="1296988"/>
            <a:ext cx="47991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65" name="Google Shape;3265;g3e84c60b4f6_0_4154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g3e84c60b4f6_0_4160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8" name="Google Shape;3268;g3e84c60b4f6_0_4160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69" name="Google Shape;3269;g3e84c60b4f6_0_416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g3e84c60b4f6_0_4160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3e84c60b4f6_0_4165"/>
          <p:cNvSpPr txBox="1"/>
          <p:nvPr>
            <p:ph type="ctrTitle"/>
          </p:nvPr>
        </p:nvSpPr>
        <p:spPr>
          <a:xfrm>
            <a:off x="579432" y="1300532"/>
            <a:ext cx="24300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73" name="Google Shape;3273;g3e84c60b4f6_0_416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g3e84c60b4f6_0_4165"/>
          <p:cNvSpPr txBox="1"/>
          <p:nvPr>
            <p:ph idx="1" type="body"/>
          </p:nvPr>
        </p:nvSpPr>
        <p:spPr>
          <a:xfrm>
            <a:off x="579432" y="548057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75" name="Google Shape;3275;g3e84c60b4f6_0_4165"/>
          <p:cNvSpPr txBox="1"/>
          <p:nvPr>
            <p:ph idx="2" type="body"/>
          </p:nvPr>
        </p:nvSpPr>
        <p:spPr>
          <a:xfrm>
            <a:off x="579431" y="5019996"/>
            <a:ext cx="2430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76" name="Google Shape;3276;g3e84c60b4f6_0_4165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77" name="Google Shape;3277;g3e84c60b4f6_0_4165"/>
          <p:cNvSpPr txBox="1"/>
          <p:nvPr>
            <p:ph idx="4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g3e84c60b4f6_0_417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0" name="Google Shape;3280;g3e84c60b4f6_0_417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81" name="Google Shape;3281;g3e84c60b4f6_0_4172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g3e84c60b4f6_0_4172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3283" name="Google Shape;3283;g3e84c60b4f6_0_4172"/>
          <p:cNvPicPr preferRelativeResize="0"/>
          <p:nvPr/>
        </p:nvPicPr>
        <p:blipFill rotWithShape="1">
          <a:blip r:embed="rId3">
            <a:alphaModFix/>
          </a:blip>
          <a:srcRect b="36792" l="26111" r="26757" t="35127"/>
          <a:stretch/>
        </p:blipFill>
        <p:spPr>
          <a:xfrm>
            <a:off x="200125" y="611557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4" name="Google Shape;3284;g3e84c60b4f6_0_4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227" y="6115577"/>
            <a:ext cx="1105124" cy="43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g3e84c60b4f6_0_4179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7" name="Google Shape;3287;g3e84c60b4f6_0_4179"/>
          <p:cNvSpPr txBox="1"/>
          <p:nvPr>
            <p:ph idx="1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88" name="Google Shape;3288;g3e84c60b4f6_0_4179"/>
          <p:cNvSpPr txBox="1"/>
          <p:nvPr>
            <p:ph idx="2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89" name="Google Shape;3289;g3e84c60b4f6_0_4179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90" name="Google Shape;3290;g3e84c60b4f6_0_4179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g3e84c60b4f6_0_418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3" name="Google Shape;3293;g3e84c60b4f6_0_418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94" name="Google Shape;3294;g3e84c60b4f6_0_418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95" name="Google Shape;3295;g3e84c60b4f6_0_418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96" name="Google Shape;3296;g3e84c60b4f6_0_418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7" name="Google Shape;3297;g3e84c60b4f6_0_4185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3298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g3e84c60b4f6_0_4192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300" name="Google Shape;3300;g3e84c60b4f6_0_4192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1" name="Google Shape;3301;g3e84c60b4f6_0_4192"/>
          <p:cNvSpPr txBox="1"/>
          <p:nvPr>
            <p:ph idx="12" type="sldNum"/>
          </p:nvPr>
        </p:nvSpPr>
        <p:spPr>
          <a:xfrm>
            <a:off x="11776267" y="6439067"/>
            <a:ext cx="415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2" name="Google Shape;3302;g3e84c60b4f6_0_4192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descr="Logo&#10;&#10;Description automatically generated" id="3303" name="Google Shape;3303;g3e84c60b4f6_0_41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3034" y="5955144"/>
            <a:ext cx="1303100" cy="4838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4"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5" name="Google Shape;3305;g3e84c60b4f6_0_4198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306" name="Google Shape;3306;g3e84c60b4f6_0_4198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307" name="Google Shape;3307;g3e84c60b4f6_0_4198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308" name="Google Shape;3308;g3e84c60b4f6_0_4198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09" name="Google Shape;3309;g3e84c60b4f6_0_4198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10" name="Google Shape;3310;g3e84c60b4f6_0_4198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11" name="Google Shape;3311;g3e84c60b4f6_0_4198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312" name="Google Shape;3312;g3e84c60b4f6_0_4198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st Q&amp;A">
  <p:cSld name="1st Q&amp;A">
    <p:spTree>
      <p:nvGrpSpPr>
        <p:cNvPr id="3313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4" name="Google Shape;3314;g3e84c60b4f6_0_4207"/>
          <p:cNvGrpSpPr/>
          <p:nvPr/>
        </p:nvGrpSpPr>
        <p:grpSpPr>
          <a:xfrm>
            <a:off x="443462" y="0"/>
            <a:ext cx="4424088" cy="1806089"/>
            <a:chOff x="536716" y="-1319"/>
            <a:chExt cx="3976708" cy="2323841"/>
          </a:xfrm>
        </p:grpSpPr>
        <p:sp>
          <p:nvSpPr>
            <p:cNvPr id="3315" name="Google Shape;3315;g3e84c60b4f6_0_420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316" name="Google Shape;3316;g3e84c60b4f6_0_420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317" name="Google Shape;3317;g3e84c60b4f6_0_420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18" name="Google Shape;3318;g3e84c60b4f6_0_420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19" name="Google Shape;3319;g3e84c60b4f6_0_420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20" name="Google Shape;3320;g3e84c60b4f6_0_420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321" name="Google Shape;3321;g3e84c60b4f6_0_420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322" name="Google Shape;3322;g3e84c60b4f6_0_4207"/>
          <p:cNvSpPr txBox="1"/>
          <p:nvPr/>
        </p:nvSpPr>
        <p:spPr>
          <a:xfrm>
            <a:off x="443450" y="777575"/>
            <a:ext cx="426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Q &amp; A</a:t>
            </a:r>
            <a:endParaRPr b="0" i="0" sz="55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323" name="Google Shape;3323;g3e84c60b4f6_0_4207"/>
          <p:cNvSpPr/>
          <p:nvPr/>
        </p:nvSpPr>
        <p:spPr>
          <a:xfrm>
            <a:off x="3170875" y="2698425"/>
            <a:ext cx="6104100" cy="3519300"/>
          </a:xfrm>
          <a:prstGeom prst="bevel">
            <a:avLst>
              <a:gd fmla="val 569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4" name="Google Shape;3324;g3e84c60b4f6_0_4207">
            <a:hlinkClick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37535" y="3911074"/>
            <a:ext cx="607125" cy="75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5" name="Google Shape;3325;g3e84c60b4f6_0_4207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3910219"/>
            <a:ext cx="607113" cy="76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2"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g3e84c60b4f6_0_4220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8" name="Google Shape;3328;g3e84c60b4f6_0_42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1">
  <p:cSld name="Make_1">
    <p:spTree>
      <p:nvGrpSpPr>
        <p:cNvPr id="3329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0" name="Google Shape;3330;g3e84c60b4f6_0_4223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331" name="Google Shape;3331;g3e84c60b4f6_0_4223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332" name="Google Shape;3332;g3e84c60b4f6_0_4223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333" name="Google Shape;3333;g3e84c60b4f6_0_4223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34" name="Google Shape;3334;g3e84c60b4f6_0_4223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35" name="Google Shape;3335;g3e84c60b4f6_0_4223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36" name="Google Shape;3336;g3e84c60b4f6_0_4223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337" name="Google Shape;3337;g3e84c60b4f6_0_4223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338" name="Google Shape;3338;g3e84c60b4f6_0_4223"/>
          <p:cNvSpPr txBox="1"/>
          <p:nvPr/>
        </p:nvSpPr>
        <p:spPr>
          <a:xfrm>
            <a:off x="680025" y="702900"/>
            <a:ext cx="247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9" name="Google Shape;3339;g3e84c60b4f6_0_4223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3340" name="Google Shape;3340;g3e84c60b4f6_0_4223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3341" name="Google Shape;3341;g3e84c60b4f6_0_4223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42" name="Google Shape;3342;g3e84c60b4f6_0_4223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6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343" name="Google Shape;3343;g3e84c60b4f6_0_4223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3344" name="Google Shape;3344;g3e84c60b4f6_0_4223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45" name="Google Shape;3345;g3e84c60b4f6_0_4223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6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346" name="Google Shape;3346;g3e84c60b4f6_0_4223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3347" name="Google Shape;3347;g3e84c60b4f6_0_4223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48" name="Google Shape;3348;g3e84c60b4f6_0_4223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49" name="Google Shape;3349;g3e84c60b4f6_0_4223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0" name="Google Shape;3350;g3e84c60b4f6_0_4223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1" name="Google Shape;3351;g3e84c60b4f6_0_4223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2" name="Google Shape;3352;g3e84c60b4f6_0_4223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3" name="Google Shape;3353;g3e84c60b4f6_0_4223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4" name="Google Shape;3354;g3e84c60b4f6_0_4223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5" name="Google Shape;3355;g3e84c60b4f6_0_4223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6" name="Google Shape;3356;g3e84c60b4f6_0_4223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357" name="Google Shape;3357;g3e84c60b4f6_0_4223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3358" name="Google Shape;3358;g3e84c60b4f6_0_4223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59" name="Google Shape;3359;g3e84c60b4f6_0_4223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0" name="Google Shape;3360;g3e84c60b4f6_0_4223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1" name="Google Shape;3361;g3e84c60b4f6_0_4223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2" name="Google Shape;3362;g3e84c60b4f6_0_4223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363" name="Google Shape;3363;g3e84c60b4f6_0_4223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3364" name="Google Shape;3364;g3e84c60b4f6_0_4223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5" name="Google Shape;3365;g3e84c60b4f6_0_4223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6" name="Google Shape;3366;g3e84c60b4f6_0_4223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67" name="Google Shape;3367;g3e84c60b4f6_0_4223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368" name="Google Shape;3368;g3e84c60b4f6_0_4223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3369" name="Google Shape;3369;g3e84c60b4f6_0_4223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0" name="Google Shape;3370;g3e84c60b4f6_0_4223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1" name="Google Shape;3371;g3e84c60b4f6_0_4223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2" name="Google Shape;3372;g3e84c60b4f6_0_4223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3" name="Google Shape;3373;g3e84c60b4f6_0_4223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4" name="Google Shape;3374;g3e84c60b4f6_0_4223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5" name="Google Shape;3375;g3e84c60b4f6_0_4223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6" name="Google Shape;3376;g3e84c60b4f6_0_4223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7" name="Google Shape;3377;g3e84c60b4f6_0_4223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8" name="Google Shape;3378;g3e84c60b4f6_0_4223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79" name="Google Shape;3379;g3e84c60b4f6_0_4223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0" name="Google Shape;3380;g3e84c60b4f6_0_4223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1" name="Google Shape;3381;g3e84c60b4f6_0_4223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2" name="Google Shape;3382;g3e84c60b4f6_0_4223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3" name="Google Shape;3383;g3e84c60b4f6_0_4223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4" name="Google Shape;3384;g3e84c60b4f6_0_4223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5" name="Google Shape;3385;g3e84c60b4f6_0_4223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6" name="Google Shape;3386;g3e84c60b4f6_0_4223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7" name="Google Shape;3387;g3e84c60b4f6_0_4223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8" name="Google Shape;3388;g3e84c60b4f6_0_4223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89" name="Google Shape;3389;g3e84c60b4f6_0_4223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0" name="Google Shape;3390;g3e84c60b4f6_0_4223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1" name="Google Shape;3391;g3e84c60b4f6_0_4223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2" name="Google Shape;3392;g3e84c60b4f6_0_4223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3" name="Google Shape;3393;g3e84c60b4f6_0_4223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4" name="Google Shape;3394;g3e84c60b4f6_0_4223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395" name="Google Shape;3395;g3e84c60b4f6_0_4223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396" name="Google Shape;3396;g3e84c60b4f6_0_4223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3397" name="Google Shape;3397;g3e84c60b4f6_0_4223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398" name="Google Shape;3398;g3e84c60b4f6_0_4223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399" name="Google Shape;3399;g3e84c60b4f6_0_4223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0" name="Google Shape;3400;g3e84c60b4f6_0_4223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1" name="Google Shape;3401;g3e84c60b4f6_0_4223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2" name="Google Shape;3402;g3e84c60b4f6_0_4223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403" name="Google Shape;3403;g3e84c60b4f6_0_4223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3404" name="Google Shape;3404;g3e84c60b4f6_0_4223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405" name="Google Shape;3405;g3e84c60b4f6_0_4223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406" name="Google Shape;3406;g3e84c60b4f6_0_4223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7" name="Google Shape;3407;g3e84c60b4f6_0_4223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8" name="Google Shape;3408;g3e84c60b4f6_0_4223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09" name="Google Shape;3409;g3e84c60b4f6_0_4223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410" name="Google Shape;3410;g3e84c60b4f6_0_4223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3411" name="Google Shape;3411;g3e84c60b4f6_0_4223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412" name="Google Shape;3412;g3e84c60b4f6_0_4223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413" name="Google Shape;3413;g3e84c60b4f6_0_4223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14" name="Google Shape;3414;g3e84c60b4f6_0_4223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15" name="Google Shape;3415;g3e84c60b4f6_0_4223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16" name="Google Shape;3416;g3e84c60b4f6_0_4223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17" name="Google Shape;3417;g3e84c60b4f6_0_4223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18" name="Google Shape;3418;g3e84c60b4f6_0_4223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19" name="Google Shape;3419;g3e84c60b4f6_0_4223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0" name="Google Shape;3420;g3e84c60b4f6_0_4223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1" name="Google Shape;3421;g3e84c60b4f6_0_4223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2" name="Google Shape;3422;g3e84c60b4f6_0_4223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3" name="Google Shape;3423;g3e84c60b4f6_0_4223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4" name="Google Shape;3424;g3e84c60b4f6_0_4223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5" name="Google Shape;3425;g3e84c60b4f6_0_4223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26" name="Google Shape;3426;g3e84c60b4f6_0_4223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427" name="Google Shape;3427;g3e84c60b4f6_0_4223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3428" name="Google Shape;3428;g3e84c60b4f6_0_4223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429" name="Google Shape;3429;g3e84c60b4f6_0_4223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430" name="Google Shape;3430;g3e84c60b4f6_0_4223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1" name="Google Shape;3431;g3e84c60b4f6_0_4223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2" name="Google Shape;3432;g3e84c60b4f6_0_4223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3" name="Google Shape;3433;g3e84c60b4f6_0_4223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4" name="Google Shape;3434;g3e84c60b4f6_0_4223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5" name="Google Shape;3435;g3e84c60b4f6_0_4223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6" name="Google Shape;3436;g3e84c60b4f6_0_4223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7" name="Google Shape;3437;g3e84c60b4f6_0_4223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8" name="Google Shape;3438;g3e84c60b4f6_0_4223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39" name="Google Shape;3439;g3e84c60b4f6_0_4223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40" name="Google Shape;3440;g3e84c60b4f6_0_4223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41" name="Google Shape;3441;g3e84c60b4f6_0_4223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42" name="Google Shape;3442;g3e84c60b4f6_0_4223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43" name="Google Shape;3443;g3e84c60b4f6_0_4223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44" name="Google Shape;3444;g3e84c60b4f6_0_4223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3445" name="Google Shape;3445;g3e84c60b4f6_0_4223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446" name="Google Shape;3446;g3e84c60b4f6_0_4223"/>
          <p:cNvSpPr txBox="1"/>
          <p:nvPr>
            <p:ph type="title"/>
          </p:nvPr>
        </p:nvSpPr>
        <p:spPr>
          <a:xfrm>
            <a:off x="2956267" y="691450"/>
            <a:ext cx="5574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2">
  <p:cSld name="Make_2"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8" name="Google Shape;3448;g3e84c60b4f6_0_434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449" name="Google Shape;3449;g3e84c60b4f6_0_434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450" name="Google Shape;3450;g3e84c60b4f6_0_434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451" name="Google Shape;3451;g3e84c60b4f6_0_434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52" name="Google Shape;3452;g3e84c60b4f6_0_434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53" name="Google Shape;3453;g3e84c60b4f6_0_434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54" name="Google Shape;3454;g3e84c60b4f6_0_434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455" name="Google Shape;3455;g3e84c60b4f6_0_434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456" name="Google Shape;3456;g3e84c60b4f6_0_4341"/>
          <p:cNvSpPr txBox="1"/>
          <p:nvPr/>
        </p:nvSpPr>
        <p:spPr>
          <a:xfrm>
            <a:off x="680025" y="702900"/>
            <a:ext cx="247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7" name="Google Shape;3457;g3e84c60b4f6_0_4341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3458" name="Google Shape;3458;g3e84c60b4f6_0_4341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3459" name="Google Shape;3459;g3e84c60b4f6_0_4341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0" name="Google Shape;3460;g3e84c60b4f6_0_4341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6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461" name="Google Shape;3461;g3e84c60b4f6_0_4341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3462" name="Google Shape;3462;g3e84c60b4f6_0_4341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3" name="Google Shape;3463;g3e84c60b4f6_0_4341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63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464" name="Google Shape;3464;g3e84c60b4f6_0_4341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3465" name="Google Shape;3465;g3e84c60b4f6_0_4341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6" name="Google Shape;3466;g3e84c60b4f6_0_4341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7" name="Google Shape;3467;g3e84c60b4f6_0_4341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8" name="Google Shape;3468;g3e84c60b4f6_0_4341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69" name="Google Shape;3469;g3e84c60b4f6_0_4341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0" name="Google Shape;3470;g3e84c60b4f6_0_4341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1" name="Google Shape;3471;g3e84c60b4f6_0_4341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2" name="Google Shape;3472;g3e84c60b4f6_0_4341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3" name="Google Shape;3473;g3e84c60b4f6_0_4341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4" name="Google Shape;3474;g3e84c60b4f6_0_4341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475" name="Google Shape;3475;g3e84c60b4f6_0_4341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3476" name="Google Shape;3476;g3e84c60b4f6_0_4341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7" name="Google Shape;3477;g3e84c60b4f6_0_4341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8" name="Google Shape;3478;g3e84c60b4f6_0_4341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79" name="Google Shape;3479;g3e84c60b4f6_0_4341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0" name="Google Shape;3480;g3e84c60b4f6_0_4341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481" name="Google Shape;3481;g3e84c60b4f6_0_4341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3482" name="Google Shape;3482;g3e84c60b4f6_0_4341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3" name="Google Shape;3483;g3e84c60b4f6_0_4341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4" name="Google Shape;3484;g3e84c60b4f6_0_4341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5" name="Google Shape;3485;g3e84c60b4f6_0_4341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486" name="Google Shape;3486;g3e84c60b4f6_0_4341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3487" name="Google Shape;3487;g3e84c60b4f6_0_4341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8" name="Google Shape;3488;g3e84c60b4f6_0_4341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89" name="Google Shape;3489;g3e84c60b4f6_0_4341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0" name="Google Shape;3490;g3e84c60b4f6_0_4341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1" name="Google Shape;3491;g3e84c60b4f6_0_4341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2" name="Google Shape;3492;g3e84c60b4f6_0_4341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3" name="Google Shape;3493;g3e84c60b4f6_0_4341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4" name="Google Shape;3494;g3e84c60b4f6_0_4341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5" name="Google Shape;3495;g3e84c60b4f6_0_4341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6" name="Google Shape;3496;g3e84c60b4f6_0_4341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7" name="Google Shape;3497;g3e84c60b4f6_0_4341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8" name="Google Shape;3498;g3e84c60b4f6_0_4341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499" name="Google Shape;3499;g3e84c60b4f6_0_4341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0" name="Google Shape;3500;g3e84c60b4f6_0_4341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1" name="Google Shape;3501;g3e84c60b4f6_0_4341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2" name="Google Shape;3502;g3e84c60b4f6_0_4341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3" name="Google Shape;3503;g3e84c60b4f6_0_4341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4" name="Google Shape;3504;g3e84c60b4f6_0_4341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5" name="Google Shape;3505;g3e84c60b4f6_0_4341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6" name="Google Shape;3506;g3e84c60b4f6_0_4341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7" name="Google Shape;3507;g3e84c60b4f6_0_4341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8" name="Google Shape;3508;g3e84c60b4f6_0_4341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09" name="Google Shape;3509;g3e84c60b4f6_0_4341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0" name="Google Shape;3510;g3e84c60b4f6_0_4341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1" name="Google Shape;3511;g3e84c60b4f6_0_4341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2" name="Google Shape;3512;g3e84c60b4f6_0_4341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3" name="Google Shape;3513;g3e84c60b4f6_0_4341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514" name="Google Shape;3514;g3e84c60b4f6_0_4341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3515" name="Google Shape;3515;g3e84c60b4f6_0_4341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516" name="Google Shape;3516;g3e84c60b4f6_0_4341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517" name="Google Shape;3517;g3e84c60b4f6_0_4341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8" name="Google Shape;3518;g3e84c60b4f6_0_4341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19" name="Google Shape;3519;g3e84c60b4f6_0_4341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20" name="Google Shape;3520;g3e84c60b4f6_0_4341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521" name="Google Shape;3521;g3e84c60b4f6_0_4341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3522" name="Google Shape;3522;g3e84c60b4f6_0_4341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523" name="Google Shape;3523;g3e84c60b4f6_0_4341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524" name="Google Shape;3524;g3e84c60b4f6_0_4341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25" name="Google Shape;3525;g3e84c60b4f6_0_4341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26" name="Google Shape;3526;g3e84c60b4f6_0_4341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27" name="Google Shape;3527;g3e84c60b4f6_0_4341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528" name="Google Shape;3528;g3e84c60b4f6_0_4341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3529" name="Google Shape;3529;g3e84c60b4f6_0_4341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530" name="Google Shape;3530;g3e84c60b4f6_0_4341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531" name="Google Shape;3531;g3e84c60b4f6_0_4341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2" name="Google Shape;3532;g3e84c60b4f6_0_4341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3" name="Google Shape;3533;g3e84c60b4f6_0_4341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4" name="Google Shape;3534;g3e84c60b4f6_0_4341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5" name="Google Shape;3535;g3e84c60b4f6_0_4341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6" name="Google Shape;3536;g3e84c60b4f6_0_4341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7" name="Google Shape;3537;g3e84c60b4f6_0_4341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8" name="Google Shape;3538;g3e84c60b4f6_0_4341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39" name="Google Shape;3539;g3e84c60b4f6_0_4341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0" name="Google Shape;3540;g3e84c60b4f6_0_4341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1" name="Google Shape;3541;g3e84c60b4f6_0_4341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2" name="Google Shape;3542;g3e84c60b4f6_0_4341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3" name="Google Shape;3543;g3e84c60b4f6_0_4341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4" name="Google Shape;3544;g3e84c60b4f6_0_4341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545" name="Google Shape;3545;g3e84c60b4f6_0_4341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3546" name="Google Shape;3546;g3e84c60b4f6_0_4341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547" name="Google Shape;3547;g3e84c60b4f6_0_4341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63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548" name="Google Shape;3548;g3e84c60b4f6_0_4341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49" name="Google Shape;3549;g3e84c60b4f6_0_4341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0" name="Google Shape;3550;g3e84c60b4f6_0_4341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1" name="Google Shape;3551;g3e84c60b4f6_0_4341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2" name="Google Shape;3552;g3e84c60b4f6_0_4341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3" name="Google Shape;3553;g3e84c60b4f6_0_4341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4" name="Google Shape;3554;g3e84c60b4f6_0_4341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5" name="Google Shape;3555;g3e84c60b4f6_0_4341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6" name="Google Shape;3556;g3e84c60b4f6_0_4341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7" name="Google Shape;3557;g3e84c60b4f6_0_4341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8" name="Google Shape;3558;g3e84c60b4f6_0_4341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59" name="Google Shape;3559;g3e84c60b4f6_0_4341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60" name="Google Shape;3560;g3e84c60b4f6_0_4341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61" name="Google Shape;3561;g3e84c60b4f6_0_4341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562" name="Google Shape;3562;g3e84c60b4f6_0_4341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3563" name="Google Shape;3563;g3e84c60b4f6_0_434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564" name="Google Shape;3564;g3e84c60b4f6_0_4341"/>
          <p:cNvSpPr txBox="1"/>
          <p:nvPr>
            <p:ph type="title"/>
          </p:nvPr>
        </p:nvSpPr>
        <p:spPr>
          <a:xfrm>
            <a:off x="2956267" y="691450"/>
            <a:ext cx="5574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sz="5400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3583" name="Shape 3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" name="Google Shape;3584;g3e84c60b4f6_0_4477"/>
          <p:cNvSpPr/>
          <p:nvPr/>
        </p:nvSpPr>
        <p:spPr>
          <a:xfrm>
            <a:off x="204186" y="173736"/>
            <a:ext cx="11656500" cy="6382500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99996" ty="0" sy="99996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85" name="Google Shape;3585;g3e84c60b4f6_0_4477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920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86" name="Google Shape;3586;g3e84c60b4f6_0_4477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120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587" name="Google Shape;3587;g3e84c60b4f6_0_447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g3e84c60b4f6_0_4482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0" name="Google Shape;3590;g3e84c60b4f6_0_44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359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g3e84c60b4f6_0_4485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593" name="Google Shape;3593;g3e84c60b4f6_0_4485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594" name="Google Shape;3594;g3e84c60b4f6_0_4485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5" name="Google Shape;3595;g3e84c60b4f6_0_4485"/>
          <p:cNvSpPr txBox="1"/>
          <p:nvPr>
            <p:ph idx="2" type="body"/>
          </p:nvPr>
        </p:nvSpPr>
        <p:spPr>
          <a:xfrm>
            <a:off x="1871003" y="1667167"/>
            <a:ext cx="87732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596" name="Google Shape;3596;g3e84c60b4f6_0_4485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597" name="Google Shape;3597;g3e84c60b4f6_0_448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cap">
  <p:cSld name="1_Recap">
    <p:spTree>
      <p:nvGrpSpPr>
        <p:cNvPr id="3598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9" name="Google Shape;3599;g3e84c60b4f6_0_4492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600" name="Google Shape;3600;g3e84c60b4f6_0_449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601" name="Google Shape;3601;g3e84c60b4f6_0_449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602" name="Google Shape;3602;g3e84c60b4f6_0_449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03" name="Google Shape;3603;g3e84c60b4f6_0_449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04" name="Google Shape;3604;g3e84c60b4f6_0_449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05" name="Google Shape;3605;g3e84c60b4f6_0_449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606" name="Google Shape;3606;g3e84c60b4f6_0_449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607" name="Google Shape;3607;g3e84c60b4f6_0_4492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8" name="Google Shape;3608;g3e84c60b4f6_0_44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09216" y="526820"/>
            <a:ext cx="5309935" cy="53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3609" name="Google Shape;3609;g3e84c60b4f6_0_4492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10" name="Google Shape;3610;g3e84c60b4f6_0_449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1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2" name="Google Shape;3612;g3e84c60b4f6_0_4505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13" name="Google Shape;3613;g3e84c60b4f6_0_4505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14" name="Google Shape;3614;g3e84c60b4f6_0_450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15" name="Google Shape;3615;g3e84c60b4f6_0_450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616" name="Google Shape;3616;g3e84c60b4f6_0_4505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3617" name="Shape 3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8" name="Google Shape;3618;g3e84c60b4f6_0_451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619" name="Google Shape;3619;g3e84c60b4f6_0_451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620" name="Google Shape;3620;g3e84c60b4f6_0_451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621" name="Google Shape;3621;g3e84c60b4f6_0_451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22" name="Google Shape;3622;g3e84c60b4f6_0_451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23" name="Google Shape;3623;g3e84c60b4f6_0_451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624" name="Google Shape;3624;g3e84c60b4f6_0_451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625" name="Google Shape;3625;g3e84c60b4f6_0_451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626" name="Google Shape;3626;g3e84c60b4f6_0_4511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7" name="Google Shape;3627;g3e84c60b4f6_0_4511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3628" name="Google Shape;3628;g3e84c60b4f6_0_4511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29" name="Google Shape;3629;g3e84c60b4f6_0_4511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630" name="Google Shape;3630;g3e84c60b4f6_0_4511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3631" name="Google Shape;3631;g3e84c60b4f6_0_4511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2" name="Google Shape;3632;g3e84c60b4f6_0_4511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3" name="Google Shape;3633;g3e84c60b4f6_0_4511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4" name="Google Shape;3634;g3e84c60b4f6_0_4511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5" name="Google Shape;3635;g3e84c60b4f6_0_4511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6" name="Google Shape;3636;g3e84c60b4f6_0_4511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7" name="Google Shape;3637;g3e84c60b4f6_0_4511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8" name="Google Shape;3638;g3e84c60b4f6_0_4511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9" name="Google Shape;3639;g3e84c60b4f6_0_4511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0" name="Google Shape;3640;g3e84c60b4f6_0_4511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1" name="Google Shape;3641;g3e84c60b4f6_0_4511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2" name="Google Shape;3642;g3e84c60b4f6_0_4511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3" name="Google Shape;3643;g3e84c60b4f6_0_4511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4" name="Google Shape;3644;g3e84c60b4f6_0_4511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5" name="Google Shape;3645;g3e84c60b4f6_0_4511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6" name="Google Shape;3646;g3e84c60b4f6_0_4511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7" name="Google Shape;3647;g3e84c60b4f6_0_4511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8" name="Google Shape;3648;g3e84c60b4f6_0_4511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9" name="Google Shape;3649;g3e84c60b4f6_0_4511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0" name="Google Shape;3650;g3e84c60b4f6_0_4511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1" name="Google Shape;3651;g3e84c60b4f6_0_4511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2" name="Google Shape;3652;g3e84c60b4f6_0_4511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3" name="Google Shape;3653;g3e84c60b4f6_0_4511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4" name="Google Shape;3654;g3e84c60b4f6_0_4511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5" name="Google Shape;3655;g3e84c60b4f6_0_4511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6" name="Google Shape;3656;g3e84c60b4f6_0_4511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7" name="Google Shape;3657;g3e84c60b4f6_0_4511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8" name="Google Shape;3658;g3e84c60b4f6_0_4511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9" name="Google Shape;3659;g3e84c60b4f6_0_4511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0" name="Google Shape;3660;g3e84c60b4f6_0_4511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1" name="Google Shape;3661;g3e84c60b4f6_0_4511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2" name="Google Shape;3662;g3e84c60b4f6_0_4511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3" name="Google Shape;3663;g3e84c60b4f6_0_4511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4" name="Google Shape;3664;g3e84c60b4f6_0_4511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5" name="Google Shape;3665;g3e84c60b4f6_0_4511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6" name="Google Shape;3666;g3e84c60b4f6_0_4511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7" name="Google Shape;3667;g3e84c60b4f6_0_4511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8" name="Google Shape;3668;g3e84c60b4f6_0_4511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9" name="Google Shape;3669;g3e84c60b4f6_0_4511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0" name="Google Shape;3670;g3e84c60b4f6_0_4511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1" name="Google Shape;3671;g3e84c60b4f6_0_4511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2" name="Google Shape;3672;g3e84c60b4f6_0_4511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3" name="Google Shape;3673;g3e84c60b4f6_0_4511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4" name="Google Shape;3674;g3e84c60b4f6_0_4511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5" name="Google Shape;3675;g3e84c60b4f6_0_4511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676" name="Google Shape;3676;g3e84c60b4f6_0_4511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3677" name="Google Shape;3677;g3e84c60b4f6_0_4511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8" name="Google Shape;3678;g3e84c60b4f6_0_4511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9" name="Google Shape;3679;g3e84c60b4f6_0_4511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0" name="Google Shape;3680;g3e84c60b4f6_0_4511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1" name="Google Shape;3681;g3e84c60b4f6_0_4511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2" name="Google Shape;3682;g3e84c60b4f6_0_4511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3" name="Google Shape;3683;g3e84c60b4f6_0_4511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4" name="Google Shape;3684;g3e84c60b4f6_0_4511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5" name="Google Shape;3685;g3e84c60b4f6_0_4511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6" name="Google Shape;3686;g3e84c60b4f6_0_4511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687" name="Google Shape;3687;g3e84c60b4f6_0_4511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3688" name="Google Shape;3688;g3e84c60b4f6_0_4511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9" name="Google Shape;3689;g3e84c60b4f6_0_4511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0" name="Google Shape;3690;g3e84c60b4f6_0_451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1" name="Google Shape;3691;g3e84c60b4f6_0_451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2" name="Google Shape;3692;g3e84c60b4f6_0_451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3" name="Google Shape;3693;g3e84c60b4f6_0_4511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4" name="Google Shape;3694;g3e84c60b4f6_0_4511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5" name="Google Shape;3695;g3e84c60b4f6_0_4511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6" name="Google Shape;3696;g3e84c60b4f6_0_4511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7" name="Google Shape;3697;g3e84c60b4f6_0_4511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8" name="Google Shape;3698;g3e84c60b4f6_0_4511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9" name="Google Shape;3699;g3e84c60b4f6_0_4511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0" name="Google Shape;3700;g3e84c60b4f6_0_4511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1" name="Google Shape;3701;g3e84c60b4f6_0_4511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2" name="Google Shape;3702;g3e84c60b4f6_0_4511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3" name="Google Shape;3703;g3e84c60b4f6_0_4511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4" name="Google Shape;3704;g3e84c60b4f6_0_4511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5" name="Google Shape;3705;g3e84c60b4f6_0_4511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6" name="Google Shape;3706;g3e84c60b4f6_0_4511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7" name="Google Shape;3707;g3e84c60b4f6_0_4511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8" name="Google Shape;3708;g3e84c60b4f6_0_4511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9" name="Google Shape;3709;g3e84c60b4f6_0_4511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0" name="Google Shape;3710;g3e84c60b4f6_0_4511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1" name="Google Shape;3711;g3e84c60b4f6_0_4511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2" name="Google Shape;3712;g3e84c60b4f6_0_4511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3" name="Google Shape;3713;g3e84c60b4f6_0_4511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4" name="Google Shape;3714;g3e84c60b4f6_0_4511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5" name="Google Shape;3715;g3e84c60b4f6_0_4511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6" name="Google Shape;3716;g3e84c60b4f6_0_4511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7" name="Google Shape;3717;g3e84c60b4f6_0_4511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8" name="Google Shape;3718;g3e84c60b4f6_0_4511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9" name="Google Shape;3719;g3e84c60b4f6_0_4511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0" name="Google Shape;3720;g3e84c60b4f6_0_4511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1" name="Google Shape;3721;g3e84c60b4f6_0_4511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2" name="Google Shape;3722;g3e84c60b4f6_0_4511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3" name="Google Shape;3723;g3e84c60b4f6_0_4511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4" name="Google Shape;3724;g3e84c60b4f6_0_4511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5" name="Google Shape;3725;g3e84c60b4f6_0_4511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6" name="Google Shape;3726;g3e84c60b4f6_0_4511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7" name="Google Shape;3727;g3e84c60b4f6_0_4511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8" name="Google Shape;3728;g3e84c60b4f6_0_4511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9" name="Google Shape;3729;g3e84c60b4f6_0_4511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0" name="Google Shape;3730;g3e84c60b4f6_0_4511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1" name="Google Shape;3731;g3e84c60b4f6_0_4511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2" name="Google Shape;3732;g3e84c60b4f6_0_4511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3" name="Google Shape;3733;g3e84c60b4f6_0_4511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4" name="Google Shape;3734;g3e84c60b4f6_0_4511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5" name="Google Shape;3735;g3e84c60b4f6_0_4511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6" name="Google Shape;3736;g3e84c60b4f6_0_4511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7" name="Google Shape;3737;g3e84c60b4f6_0_4511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8" name="Google Shape;3738;g3e84c60b4f6_0_4511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9" name="Google Shape;3739;g3e84c60b4f6_0_4511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40" name="Google Shape;3740;g3e84c60b4f6_0_4511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41" name="Google Shape;3741;g3e84c60b4f6_0_4511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42" name="Google Shape;3742;g3e84c60b4f6_0_4511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743" name="Google Shape;3743;g3e84c60b4f6_0_4511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744" name="Google Shape;3744;g3e84c60b4f6_0_451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745" name="Google Shape;3745;g3e84c60b4f6_0_45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746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g3e84c60b4f6_0_4640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8" name="Google Shape;3748;g3e84c60b4f6_0_46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3749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0" name="Google Shape;3750;g3e84c60b4f6_0_4643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751" name="Google Shape;3751;g3e84c60b4f6_0_4643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752" name="Google Shape;3752;g3e84c60b4f6_0_4643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753" name="Google Shape;3753;g3e84c60b4f6_0_4643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54" name="Google Shape;3754;g3e84c60b4f6_0_4643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55" name="Google Shape;3755;g3e84c60b4f6_0_4643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56" name="Google Shape;3756;g3e84c60b4f6_0_4643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757" name="Google Shape;3757;g3e84c60b4f6_0_4643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758" name="Google Shape;3758;g3e84c60b4f6_0_4643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9" name="Google Shape;3759;g3e84c60b4f6_0_4643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3760" name="Google Shape;3760;g3e84c60b4f6_0_4643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3761" name="Google Shape;3761;g3e84c60b4f6_0_4643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62" name="Google Shape;3762;g3e84c60b4f6_0_4643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902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763" name="Google Shape;3763;g3e84c60b4f6_0_4643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3764" name="Google Shape;3764;g3e84c60b4f6_0_4643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65" name="Google Shape;3765;g3e84c60b4f6_0_4643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902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766" name="Google Shape;3766;g3e84c60b4f6_0_4643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3767" name="Google Shape;3767;g3e84c60b4f6_0_4643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68" name="Google Shape;3768;g3e84c60b4f6_0_4643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69" name="Google Shape;3769;g3e84c60b4f6_0_4643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0" name="Google Shape;3770;g3e84c60b4f6_0_4643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1" name="Google Shape;3771;g3e84c60b4f6_0_4643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2" name="Google Shape;3772;g3e84c60b4f6_0_4643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3" name="Google Shape;3773;g3e84c60b4f6_0_4643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4" name="Google Shape;3774;g3e84c60b4f6_0_4643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5" name="Google Shape;3775;g3e84c60b4f6_0_4643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6" name="Google Shape;3776;g3e84c60b4f6_0_4643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777" name="Google Shape;3777;g3e84c60b4f6_0_4643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3778" name="Google Shape;3778;g3e84c60b4f6_0_4643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79" name="Google Shape;3779;g3e84c60b4f6_0_4643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80" name="Google Shape;3780;g3e84c60b4f6_0_4643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81" name="Google Shape;3781;g3e84c60b4f6_0_4643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82" name="Google Shape;3782;g3e84c60b4f6_0_4643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783" name="Google Shape;3783;g3e84c60b4f6_0_4643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3784" name="Google Shape;3784;g3e84c60b4f6_0_4643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85" name="Google Shape;3785;g3e84c60b4f6_0_4643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86" name="Google Shape;3786;g3e84c60b4f6_0_4643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87" name="Google Shape;3787;g3e84c60b4f6_0_4643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3788" name="Google Shape;3788;g3e84c60b4f6_0_4643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3789" name="Google Shape;3789;g3e84c60b4f6_0_4643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0" name="Google Shape;3790;g3e84c60b4f6_0_4643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1" name="Google Shape;3791;g3e84c60b4f6_0_4643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2" name="Google Shape;3792;g3e84c60b4f6_0_4643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3" name="Google Shape;3793;g3e84c60b4f6_0_4643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4" name="Google Shape;3794;g3e84c60b4f6_0_4643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5" name="Google Shape;3795;g3e84c60b4f6_0_4643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6" name="Google Shape;3796;g3e84c60b4f6_0_4643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7" name="Google Shape;3797;g3e84c60b4f6_0_4643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8" name="Google Shape;3798;g3e84c60b4f6_0_4643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799" name="Google Shape;3799;g3e84c60b4f6_0_4643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0" name="Google Shape;3800;g3e84c60b4f6_0_4643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1" name="Google Shape;3801;g3e84c60b4f6_0_4643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2" name="Google Shape;3802;g3e84c60b4f6_0_4643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3" name="Google Shape;3803;g3e84c60b4f6_0_4643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4" name="Google Shape;3804;g3e84c60b4f6_0_4643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5" name="Google Shape;3805;g3e84c60b4f6_0_4643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6" name="Google Shape;3806;g3e84c60b4f6_0_4643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7" name="Google Shape;3807;g3e84c60b4f6_0_4643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8" name="Google Shape;3808;g3e84c60b4f6_0_4643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09" name="Google Shape;3809;g3e84c60b4f6_0_4643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10" name="Google Shape;3810;g3e84c60b4f6_0_4643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11" name="Google Shape;3811;g3e84c60b4f6_0_4643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12" name="Google Shape;3812;g3e84c60b4f6_0_4643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13" name="Google Shape;3813;g3e84c60b4f6_0_4643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14" name="Google Shape;3814;g3e84c60b4f6_0_4643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15" name="Google Shape;3815;g3e84c60b4f6_0_4643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816" name="Google Shape;3816;g3e84c60b4f6_0_4643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3817" name="Google Shape;3817;g3e84c60b4f6_0_4643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818" name="Google Shape;3818;g3e84c60b4f6_0_4643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819" name="Google Shape;3819;g3e84c60b4f6_0_4643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20" name="Google Shape;3820;g3e84c60b4f6_0_4643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21" name="Google Shape;3821;g3e84c60b4f6_0_4643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22" name="Google Shape;3822;g3e84c60b4f6_0_4643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823" name="Google Shape;3823;g3e84c60b4f6_0_4643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3824" name="Google Shape;3824;g3e84c60b4f6_0_4643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825" name="Google Shape;3825;g3e84c60b4f6_0_4643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826" name="Google Shape;3826;g3e84c60b4f6_0_4643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27" name="Google Shape;3827;g3e84c60b4f6_0_4643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28" name="Google Shape;3828;g3e84c60b4f6_0_4643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29" name="Google Shape;3829;g3e84c60b4f6_0_4643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830" name="Google Shape;3830;g3e84c60b4f6_0_4643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3831" name="Google Shape;3831;g3e84c60b4f6_0_4643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832" name="Google Shape;3832;g3e84c60b4f6_0_4643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833" name="Google Shape;3833;g3e84c60b4f6_0_4643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34" name="Google Shape;3834;g3e84c60b4f6_0_4643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35" name="Google Shape;3835;g3e84c60b4f6_0_4643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36" name="Google Shape;3836;g3e84c60b4f6_0_4643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37" name="Google Shape;3837;g3e84c60b4f6_0_4643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38" name="Google Shape;3838;g3e84c60b4f6_0_4643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39" name="Google Shape;3839;g3e84c60b4f6_0_4643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0" name="Google Shape;3840;g3e84c60b4f6_0_4643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1" name="Google Shape;3841;g3e84c60b4f6_0_4643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2" name="Google Shape;3842;g3e84c60b4f6_0_4643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3" name="Google Shape;3843;g3e84c60b4f6_0_4643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4" name="Google Shape;3844;g3e84c60b4f6_0_4643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5" name="Google Shape;3845;g3e84c60b4f6_0_4643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46" name="Google Shape;3846;g3e84c60b4f6_0_4643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3847" name="Google Shape;3847;g3e84c60b4f6_0_4643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3848" name="Google Shape;3848;g3e84c60b4f6_0_4643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3849" name="Google Shape;3849;g3e84c60b4f6_0_4643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3850" name="Google Shape;3850;g3e84c60b4f6_0_4643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1" name="Google Shape;3851;g3e84c60b4f6_0_4643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2" name="Google Shape;3852;g3e84c60b4f6_0_4643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3" name="Google Shape;3853;g3e84c60b4f6_0_4643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4" name="Google Shape;3854;g3e84c60b4f6_0_4643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5" name="Google Shape;3855;g3e84c60b4f6_0_4643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6" name="Google Shape;3856;g3e84c60b4f6_0_4643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7" name="Google Shape;3857;g3e84c60b4f6_0_4643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8" name="Google Shape;3858;g3e84c60b4f6_0_4643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59" name="Google Shape;3859;g3e84c60b4f6_0_4643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60" name="Google Shape;3860;g3e84c60b4f6_0_4643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61" name="Google Shape;3861;g3e84c60b4f6_0_4643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62" name="Google Shape;3862;g3e84c60b4f6_0_4643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63" name="Google Shape;3863;g3e84c60b4f6_0_4643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64" name="Google Shape;3864;g3e84c60b4f6_0_4643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3865" name="Google Shape;3865;g3e84c60b4f6_0_4643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866" name="Google Shape;3866;g3e84c60b4f6_0_46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3867" name="Shape 3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8" name="Google Shape;3868;g3e84c60b4f6_0_4761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69" name="Google Shape;3869;g3e84c60b4f6_0_4761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70" name="Google Shape;3870;g3e84c60b4f6_0_4761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3871" name="Google Shape;3871;g3e84c60b4f6_0_4761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3872" name="Google Shape;3872;g3e84c60b4f6_0_4761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73" name="Google Shape;3873;g3e84c60b4f6_0_4761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874" name="Google Shape;3874;g3e84c60b4f6_0_4761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875" name="Google Shape;3875;g3e84c60b4f6_0_4761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876" name="Google Shape;3876;g3e84c60b4f6_0_47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Discussion">
    <p:spTree>
      <p:nvGrpSpPr>
        <p:cNvPr id="3877" name="Shape 3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8" name="Google Shape;3878;g3e84c60b4f6_0_47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80495" y="918441"/>
            <a:ext cx="4762500" cy="47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9" name="Google Shape;3879;g3e84c60b4f6_0_4771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3880" name="Google Shape;3880;g3e84c60b4f6_0_4771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881" name="Google Shape;3881;g3e84c60b4f6_0_4771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3882" name="Google Shape;3882;g3e84c60b4f6_0_477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83" name="Google Shape;3883;g3e84c60b4f6_0_4771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84" name="Google Shape;3884;g3e84c60b4f6_0_4771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85" name="Google Shape;3885;g3e84c60b4f6_0_4771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886" name="Google Shape;3886;g3e84c60b4f6_0_477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887" name="Google Shape;3887;g3e84c60b4f6_0_4771"/>
          <p:cNvSpPr txBox="1"/>
          <p:nvPr/>
        </p:nvSpPr>
        <p:spPr>
          <a:xfrm>
            <a:off x="680025" y="702888"/>
            <a:ext cx="455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g3e84c60b4f6_0_477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889" name="Google Shape;3889;g3e84c60b4f6_0_477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3890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" name="Google Shape;3891;g3e84c60b4f6_0_478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892" name="Google Shape;3892;g3e84c60b4f6_0_478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893" name="Google Shape;3893;g3e84c60b4f6_0_478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894" name="Google Shape;3894;g3e84c60b4f6_0_478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95" name="Google Shape;3895;g3e84c60b4f6_0_478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96" name="Google Shape;3896;g3e84c60b4f6_0_478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897" name="Google Shape;3897;g3e84c60b4f6_0_478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898" name="Google Shape;3898;g3e84c60b4f6_0_478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899" name="Google Shape;3899;g3e84c60b4f6_0_4784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3900" name="Google Shape;3900;g3e84c60b4f6_0_47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  <p:sp>
        <p:nvSpPr>
          <p:cNvPr id="3901" name="Google Shape;3901;g3e84c60b4f6_0_478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Tasks"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3" name="Google Shape;3903;g3e84c60b4f6_0_47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356" y="626052"/>
            <a:ext cx="5605895" cy="56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904" name="Google Shape;3904;g3e84c60b4f6_0_4796"/>
          <p:cNvSpPr txBox="1"/>
          <p:nvPr>
            <p:ph idx="1" type="body"/>
          </p:nvPr>
        </p:nvSpPr>
        <p:spPr>
          <a:xfrm>
            <a:off x="6657975" y="2059619"/>
            <a:ext cx="46878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3905" name="Google Shape;3905;g3e84c60b4f6_0_4796"/>
          <p:cNvGrpSpPr/>
          <p:nvPr/>
        </p:nvGrpSpPr>
        <p:grpSpPr>
          <a:xfrm>
            <a:off x="7456649" y="0"/>
            <a:ext cx="3090697" cy="1806089"/>
            <a:chOff x="536716" y="-1319"/>
            <a:chExt cx="3976708" cy="2323841"/>
          </a:xfrm>
        </p:grpSpPr>
        <p:sp>
          <p:nvSpPr>
            <p:cNvPr id="3906" name="Google Shape;3906;g3e84c60b4f6_0_4796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907" name="Google Shape;3907;g3e84c60b4f6_0_4796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908" name="Google Shape;3908;g3e84c60b4f6_0_479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909" name="Google Shape;3909;g3e84c60b4f6_0_4796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910" name="Google Shape;3910;g3e84c60b4f6_0_4796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911" name="Google Shape;3911;g3e84c60b4f6_0_4796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912" name="Google Shape;3912;g3e84c60b4f6_0_479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913" name="Google Shape;3913;g3e84c60b4f6_0_4796"/>
          <p:cNvSpPr txBox="1"/>
          <p:nvPr/>
        </p:nvSpPr>
        <p:spPr>
          <a:xfrm>
            <a:off x="7456663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g3e84c60b4f6_0_4796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5" name="Google Shape;3915;g3e84c60b4f6_0_479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3916" name="Shape 3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7" name="Google Shape;3917;g3e84c60b4f6_0_4810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3918" name="Google Shape;3918;g3e84c60b4f6_0_4810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3919" name="Google Shape;3919;g3e84c60b4f6_0_4810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0" name="Google Shape;3920;g3e84c60b4f6_0_4810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21" name="Google Shape;3921;g3e84c60b4f6_0_4810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2" name="Google Shape;3922;g3e84c60b4f6_0_4810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3923" name="Google Shape;3923;g3e84c60b4f6_0_4810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3924" name="Google Shape;3924;g3e84c60b4f6_0_4810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5" name="Google Shape;3925;g3e84c60b4f6_0_4810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26" name="Google Shape;3926;g3e84c60b4f6_0_4810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7" name="Google Shape;3927;g3e84c60b4f6_0_4810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28" name="Google Shape;3928;g3e84c60b4f6_0_4810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29" name="Google Shape;3929;g3e84c60b4f6_0_48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0" name="Google Shape;3930;g3e84c60b4f6_0_4810"/>
          <p:cNvSpPr txBox="1"/>
          <p:nvPr/>
        </p:nvSpPr>
        <p:spPr>
          <a:xfrm>
            <a:off x="5730320" y="60003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3">
    <p:spTree>
      <p:nvGrpSpPr>
        <p:cNvPr id="3931" name="Shape 3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2" name="Google Shape;3932;g3e84c60b4f6_0_4825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933" name="Google Shape;3933;g3e84c60b4f6_0_4825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934" name="Google Shape;3934;g3e84c60b4f6_0_4825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935" name="Google Shape;3935;g3e84c60b4f6_0_4825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936" name="Google Shape;3936;g3e84c60b4f6_0_4825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937" name="Google Shape;3937;g3e84c60b4f6_0_4825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938" name="Google Shape;3938;g3e84c60b4f6_0_4825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939" name="Google Shape;3939;g3e84c60b4f6_0_4825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1" name="Google Shape;3941;g3e84c60b4f6_0_48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3942" name="Google Shape;3942;g3e84c60b4f6_0_4834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943" name="Google Shape;3943;g3e84c60b4f6_0_48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3944" name="Shape 3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5" name="Google Shape;3945;g3e84c60b4f6_0_4838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946" name="Google Shape;3946;g3e84c60b4f6_0_4838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7" name="Google Shape;3947;g3e84c60b4f6_0_483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3948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g3e84c60b4f6_0_4842"/>
          <p:cNvSpPr txBox="1"/>
          <p:nvPr>
            <p:ph idx="1" type="body"/>
          </p:nvPr>
        </p:nvSpPr>
        <p:spPr>
          <a:xfrm>
            <a:off x="2704330" y="1163553"/>
            <a:ext cx="100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50" name="Google Shape;3950;g3e84c60b4f6_0_4842"/>
          <p:cNvSpPr txBox="1"/>
          <p:nvPr>
            <p:ph idx="2" type="body"/>
          </p:nvPr>
        </p:nvSpPr>
        <p:spPr>
          <a:xfrm>
            <a:off x="2568593" y="1667167"/>
            <a:ext cx="82857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51" name="Google Shape;3951;g3e84c60b4f6_0_4842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2" name="Google Shape;3952;g3e84c60b4f6_0_4842"/>
          <p:cNvSpPr txBox="1"/>
          <p:nvPr/>
        </p:nvSpPr>
        <p:spPr>
          <a:xfrm>
            <a:off x="996843" y="968220"/>
            <a:ext cx="4207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953" name="Google Shape;3953;g3e84c60b4f6_0_4842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4" name="Google Shape;3954;g3e84c60b4f6_0_4842"/>
          <p:cNvSpPr txBox="1"/>
          <p:nvPr>
            <p:ph idx="3" type="body"/>
          </p:nvPr>
        </p:nvSpPr>
        <p:spPr>
          <a:xfrm>
            <a:off x="2333229" y="654684"/>
            <a:ext cx="57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55" name="Google Shape;3955;g3e84c60b4f6_0_48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g3e84c60b4f6_0_485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8" name="Google Shape;3958;g3e84c60b4f6_0_4850"/>
          <p:cNvSpPr txBox="1"/>
          <p:nvPr/>
        </p:nvSpPr>
        <p:spPr>
          <a:xfrm>
            <a:off x="973639" y="2890391"/>
            <a:ext cx="409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9" name="Google Shape;3959;g3e84c60b4f6_0_48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0725" y="778588"/>
            <a:ext cx="5309935" cy="53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3960" name="Google Shape;3960;g3e84c60b4f6_0_48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396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g3e84c60b4f6_0_485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3" name="Google Shape;3963;g3e84c60b4f6_0_4855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64" name="Google Shape;3964;g3e84c60b4f6_0_4855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4120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5" name="Google Shape;3965;g3e84c60b4f6_0_4855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66" name="Google Shape;3966;g3e84c60b4f6_0_48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3967" name="Shape 3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8" name="Google Shape;3968;g3e84c60b4f6_0_4861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3969" name="Google Shape;3969;g3e84c60b4f6_0_4861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70" name="Google Shape;3970;g3e84c60b4f6_0_4861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971" name="Google Shape;3971;g3e84c60b4f6_0_4861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72" name="Google Shape;3972;g3e84c60b4f6_0_4861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3" name="Google Shape;3973;g3e84c60b4f6_0_4861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74" name="Google Shape;3974;g3e84c60b4f6_0_486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75" name="Google Shape;3975;g3e84c60b4f6_0_48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3976" name="Shape 3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7" name="Google Shape;3977;g3e84c60b4f6_0_4870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78" name="Google Shape;3978;g3e84c60b4f6_0_487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9" name="Google Shape;3979;g3e84c60b4f6_0_4870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3980" name="Google Shape;3980;g3e84c60b4f6_0_4870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81" name="Google Shape;3981;g3e84c60b4f6_0_4870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982" name="Google Shape;3982;g3e84c60b4f6_0_4870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83" name="Google Shape;3983;g3e84c60b4f6_0_4870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4" name="Google Shape;3984;g3e84c60b4f6_0_487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3985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6" name="Google Shape;3986;g3e84c60b4f6_0_4879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3987" name="Google Shape;3987;g3e84c60b4f6_0_4879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88" name="Google Shape;3988;g3e84c60b4f6_0_487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989" name="Google Shape;3989;g3e84c60b4f6_0_487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0" name="Google Shape;3990;g3e84c60b4f6_0_4879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91" name="Google Shape;3991;g3e84c60b4f6_0_4879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92" name="Google Shape;3992;g3e84c60b4f6_0_4879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993" name="Google Shape;3993;g3e84c60b4f6_0_487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94" name="Google Shape;3994;g3e84c60b4f6_0_487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3995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6" name="Google Shape;3996;g3e84c60b4f6_0_4889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3997" name="Google Shape;3997;g3e84c60b4f6_0_4889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98" name="Google Shape;3998;g3e84c60b4f6_0_488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999" name="Google Shape;3999;g3e84c60b4f6_0_488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0" name="Google Shape;4000;g3e84c60b4f6_0_4889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01" name="Google Shape;4001;g3e84c60b4f6_0_4889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02" name="Google Shape;4002;g3e84c60b4f6_0_4889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03" name="Google Shape;4003;g3e84c60b4f6_0_488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04" name="Google Shape;4004;g3e84c60b4f6_0_488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4005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6" name="Google Shape;4006;g3e84c60b4f6_0_4899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4007" name="Google Shape;4007;g3e84c60b4f6_0_4899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08" name="Google Shape;4008;g3e84c60b4f6_0_489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4009" name="Google Shape;4009;g3e84c60b4f6_0_489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0" name="Google Shape;4010;g3e84c60b4f6_0_4899"/>
          <p:cNvSpPr txBox="1"/>
          <p:nvPr>
            <p:ph idx="1" type="body"/>
          </p:nvPr>
        </p:nvSpPr>
        <p:spPr>
          <a:xfrm>
            <a:off x="490194" y="1461565"/>
            <a:ext cx="55059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11" name="Google Shape;4011;g3e84c60b4f6_0_4899"/>
          <p:cNvSpPr txBox="1"/>
          <p:nvPr>
            <p:ph idx="2" type="body"/>
          </p:nvPr>
        </p:nvSpPr>
        <p:spPr>
          <a:xfrm>
            <a:off x="490194" y="2275952"/>
            <a:ext cx="55059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12" name="Google Shape;4012;g3e84c60b4f6_0_4899"/>
          <p:cNvSpPr txBox="1"/>
          <p:nvPr>
            <p:ph idx="3" type="body"/>
          </p:nvPr>
        </p:nvSpPr>
        <p:spPr>
          <a:xfrm>
            <a:off x="6170612" y="1461565"/>
            <a:ext cx="5462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13" name="Google Shape;4013;g3e84c60b4f6_0_4899"/>
          <p:cNvSpPr txBox="1"/>
          <p:nvPr>
            <p:ph idx="4" type="body"/>
          </p:nvPr>
        </p:nvSpPr>
        <p:spPr>
          <a:xfrm>
            <a:off x="6170611" y="2275952"/>
            <a:ext cx="5462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14" name="Google Shape;4014;g3e84c60b4f6_0_4899"/>
          <p:cNvSpPr txBox="1"/>
          <p:nvPr>
            <p:ph idx="5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15" name="Google Shape;4015;g3e84c60b4f6_0_489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6" name="Google Shape;4016;g3e84c60b4f6_0_489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4017" name="Shape 4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8" name="Google Shape;4018;g3e84c60b4f6_0_4911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4019" name="Google Shape;4019;g3e84c60b4f6_0_4911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020" name="Google Shape;4020;g3e84c60b4f6_0_4911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4021" name="Google Shape;4021;g3e84c60b4f6_0_491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022" name="Google Shape;4022;g3e84c60b4f6_0_4911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023" name="Google Shape;4023;g3e84c60b4f6_0_4911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024" name="Google Shape;4024;g3e84c60b4f6_0_4911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4025" name="Google Shape;4025;g3e84c60b4f6_0_491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4026" name="Google Shape;4026;g3e84c60b4f6_0_4911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Google Shape;4027;g3e84c60b4f6_0_4911"/>
          <p:cNvSpPr txBox="1"/>
          <p:nvPr/>
        </p:nvSpPr>
        <p:spPr>
          <a:xfrm>
            <a:off x="639545" y="777563"/>
            <a:ext cx="455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4028" name="Google Shape;4028;g3e84c60b4f6_0_49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8431" y="498639"/>
            <a:ext cx="5860720" cy="58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4029" name="Google Shape;4029;g3e84c60b4f6_0_491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30" name="Google Shape;4030;g3e84c60b4f6_0_49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4031" name="Shape 4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Google Shape;4032;g3e84c60b4f6_0_492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3" name="Google Shape;4033;g3e84c60b4f6_0_49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4" name="Google Shape;4034;g3e84c60b4f6_0_4925"/>
          <p:cNvSpPr txBox="1"/>
          <p:nvPr>
            <p:ph idx="1" type="body"/>
          </p:nvPr>
        </p:nvSpPr>
        <p:spPr>
          <a:xfrm>
            <a:off x="3789363" y="5721350"/>
            <a:ext cx="509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035" name="Google Shape;4035;g3e84c60b4f6_0_49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4036" name="Shape 4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Google Shape;4037;g3e84c60b4f6_0_493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8" name="Google Shape;4038;g3e84c60b4f6_0_4930"/>
          <p:cNvSpPr txBox="1"/>
          <p:nvPr/>
        </p:nvSpPr>
        <p:spPr>
          <a:xfrm>
            <a:off x="3987293" y="5751951"/>
            <a:ext cx="4191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</a:t>
            </a:r>
            <a:r>
              <a:rPr b="1" baseline="-25000" i="0" lang="en-US" sz="3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Y</a:t>
            </a: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9" name="Google Shape;4039;g3e84c60b4f6_0_4930"/>
          <p:cNvSpPr/>
          <p:nvPr/>
        </p:nvSpPr>
        <p:spPr>
          <a:xfrm>
            <a:off x="2316544" y="2334255"/>
            <a:ext cx="496171" cy="1881101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0" name="Google Shape;4040;g3e84c60b4f6_0_4930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1" name="Google Shape;4041;g3e84c60b4f6_0_4930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2" name="Google Shape;4042;g3e84c60b4f6_0_4930"/>
          <p:cNvSpPr/>
          <p:nvPr/>
        </p:nvSpPr>
        <p:spPr>
          <a:xfrm>
            <a:off x="1959874" y="1620270"/>
            <a:ext cx="637167" cy="773882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3" name="Google Shape;4043;g3e84c60b4f6_0_4930"/>
          <p:cNvSpPr/>
          <p:nvPr/>
        </p:nvSpPr>
        <p:spPr>
          <a:xfrm>
            <a:off x="1959922" y="1928368"/>
            <a:ext cx="635481" cy="465789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4" name="Google Shape;4044;g3e84c60b4f6_0_4930"/>
          <p:cNvSpPr/>
          <p:nvPr/>
        </p:nvSpPr>
        <p:spPr>
          <a:xfrm>
            <a:off x="7635445" y="3025135"/>
            <a:ext cx="453209" cy="1702189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5" name="Google Shape;4045;g3e84c60b4f6_0_4930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6" name="Google Shape;4046;g3e84c60b4f6_0_4930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7" name="Google Shape;4047;g3e84c60b4f6_0_4930"/>
          <p:cNvSpPr/>
          <p:nvPr/>
        </p:nvSpPr>
        <p:spPr>
          <a:xfrm>
            <a:off x="7832107" y="2316556"/>
            <a:ext cx="638590" cy="768205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8" name="Google Shape;4048;g3e84c60b4f6_0_4930"/>
          <p:cNvSpPr/>
          <p:nvPr/>
        </p:nvSpPr>
        <p:spPr>
          <a:xfrm>
            <a:off x="7832424" y="2643673"/>
            <a:ext cx="638367" cy="440384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39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4049" name="Google Shape;4049;g3e84c60b4f6_0_4930"/>
          <p:cNvGrpSpPr/>
          <p:nvPr/>
        </p:nvGrpSpPr>
        <p:grpSpPr>
          <a:xfrm>
            <a:off x="5457743" y="1333256"/>
            <a:ext cx="1594947" cy="4101702"/>
            <a:chOff x="5652866" y="1771703"/>
            <a:chExt cx="1133902" cy="2916040"/>
          </a:xfrm>
        </p:grpSpPr>
        <p:sp>
          <p:nvSpPr>
            <p:cNvPr id="4050" name="Google Shape;4050;g3e84c60b4f6_0_4930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1" name="Google Shape;4051;g3e84c60b4f6_0_4930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2" name="Google Shape;4052;g3e84c60b4f6_0_4930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3" name="Google Shape;4053;g3e84c60b4f6_0_4930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4" name="Google Shape;4054;g3e84c60b4f6_0_4930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5" name="Google Shape;4055;g3e84c60b4f6_0_4930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6" name="Google Shape;4056;g3e84c60b4f6_0_4930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7" name="Google Shape;4057;g3e84c60b4f6_0_4930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8" name="Google Shape;4058;g3e84c60b4f6_0_4930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9" name="Google Shape;4059;g3e84c60b4f6_0_4930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0" name="Google Shape;4060;g3e84c60b4f6_0_4930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1" name="Google Shape;4061;g3e84c60b4f6_0_4930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2" name="Google Shape;4062;g3e84c60b4f6_0_4930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3" name="Google Shape;4063;g3e84c60b4f6_0_4930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4" name="Google Shape;4064;g3e84c60b4f6_0_4930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5" name="Google Shape;4065;g3e84c60b4f6_0_4930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6" name="Google Shape;4066;g3e84c60b4f6_0_4930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7" name="Google Shape;4067;g3e84c60b4f6_0_4930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8" name="Google Shape;4068;g3e84c60b4f6_0_4930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9" name="Google Shape;4069;g3e84c60b4f6_0_4930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0" name="Google Shape;4070;g3e84c60b4f6_0_4930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1" name="Google Shape;4071;g3e84c60b4f6_0_4930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2" name="Google Shape;4072;g3e84c60b4f6_0_4930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3" name="Google Shape;4073;g3e84c60b4f6_0_4930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4" name="Google Shape;4074;g3e84c60b4f6_0_4930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5" name="Google Shape;4075;g3e84c60b4f6_0_4930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6" name="Google Shape;4076;g3e84c60b4f6_0_4930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7" name="Google Shape;4077;g3e84c60b4f6_0_4930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8" name="Google Shape;4078;g3e84c60b4f6_0_4930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9" name="Google Shape;4079;g3e84c60b4f6_0_4930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0" name="Google Shape;4080;g3e84c60b4f6_0_4930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1" name="Google Shape;4081;g3e84c60b4f6_0_4930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2" name="Google Shape;4082;g3e84c60b4f6_0_4930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3" name="Google Shape;4083;g3e84c60b4f6_0_4930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4" name="Google Shape;4084;g3e84c60b4f6_0_4930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4085" name="Google Shape;4085;g3e84c60b4f6_0_4930"/>
          <p:cNvGrpSpPr/>
          <p:nvPr/>
        </p:nvGrpSpPr>
        <p:grpSpPr>
          <a:xfrm>
            <a:off x="335406" y="217184"/>
            <a:ext cx="11376424" cy="5726587"/>
            <a:chOff x="3962400" y="1361312"/>
            <a:chExt cx="4234979" cy="2131775"/>
          </a:xfrm>
        </p:grpSpPr>
        <p:sp>
          <p:nvSpPr>
            <p:cNvPr id="4086" name="Google Shape;4086;g3e84c60b4f6_0_4930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7" name="Google Shape;4087;g3e84c60b4f6_0_4930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8" name="Google Shape;4088;g3e84c60b4f6_0_4930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9" name="Google Shape;4089;g3e84c60b4f6_0_4930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0" name="Google Shape;4090;g3e84c60b4f6_0_4930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1" name="Google Shape;4091;g3e84c60b4f6_0_4930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2" name="Google Shape;4092;g3e84c60b4f6_0_4930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3" name="Google Shape;4093;g3e84c60b4f6_0_4930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4" name="Google Shape;4094;g3e84c60b4f6_0_4930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5" name="Google Shape;4095;g3e84c60b4f6_0_4930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6" name="Google Shape;4096;g3e84c60b4f6_0_4930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7" name="Google Shape;4097;g3e84c60b4f6_0_4930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8" name="Google Shape;4098;g3e84c60b4f6_0_4930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9" name="Google Shape;4099;g3e84c60b4f6_0_4930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0" name="Google Shape;4100;g3e84c60b4f6_0_4930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1" name="Google Shape;4101;g3e84c60b4f6_0_4930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2" name="Google Shape;4102;g3e84c60b4f6_0_4930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3" name="Google Shape;4103;g3e84c60b4f6_0_4930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4" name="Google Shape;4104;g3e84c60b4f6_0_4930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5" name="Google Shape;4105;g3e84c60b4f6_0_4930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6" name="Google Shape;4106;g3e84c60b4f6_0_4930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7" name="Google Shape;4107;g3e84c60b4f6_0_4930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8" name="Google Shape;4108;g3e84c60b4f6_0_4930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9" name="Google Shape;4109;g3e84c60b4f6_0_4930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0" name="Google Shape;4110;g3e84c60b4f6_0_4930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1" name="Google Shape;4111;g3e84c60b4f6_0_4930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2" name="Google Shape;4112;g3e84c60b4f6_0_4930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3" name="Google Shape;4113;g3e84c60b4f6_0_4930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4" name="Google Shape;4114;g3e84c60b4f6_0_4930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5" name="Google Shape;4115;g3e84c60b4f6_0_4930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6" name="Google Shape;4116;g3e84c60b4f6_0_4930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7" name="Google Shape;4117;g3e84c60b4f6_0_4930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8" name="Google Shape;4118;g3e84c60b4f6_0_4930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9" name="Google Shape;4119;g3e84c60b4f6_0_4930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0" name="Google Shape;4120;g3e84c60b4f6_0_4930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1" name="Google Shape;4121;g3e84c60b4f6_0_4930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2" name="Google Shape;4122;g3e84c60b4f6_0_4930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3" name="Google Shape;4123;g3e84c60b4f6_0_4930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4" name="Google Shape;4124;g3e84c60b4f6_0_4930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5" name="Google Shape;4125;g3e84c60b4f6_0_4930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6" name="Google Shape;4126;g3e84c60b4f6_0_4930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7" name="Google Shape;4127;g3e84c60b4f6_0_4930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4128" name="Google Shape;4128;g3e84c60b4f6_0_49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g3e84c60b4f6_0_50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31" name="Google Shape;4131;g3e84c60b4f6_0_502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32" name="Google Shape;4132;g3e84c60b4f6_0_502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33" name="Google Shape;4133;g3e84c60b4f6_0_5023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34" name="Google Shape;4134;g3e84c60b4f6_0_5023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5" name="Google Shape;4135;g3e84c60b4f6_0_50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36" name="Shape 4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" name="Google Shape;4137;g3e84c60b4f6_0_5030"/>
          <p:cNvSpPr txBox="1"/>
          <p:nvPr>
            <p:ph type="ctrTitle"/>
          </p:nvPr>
        </p:nvSpPr>
        <p:spPr>
          <a:xfrm>
            <a:off x="959999" y="1748091"/>
            <a:ext cx="51360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38" name="Google Shape;4138;g3e84c60b4f6_0_5030"/>
          <p:cNvSpPr txBox="1"/>
          <p:nvPr>
            <p:ph idx="1" type="subTitle"/>
          </p:nvPr>
        </p:nvSpPr>
        <p:spPr>
          <a:xfrm>
            <a:off x="959999" y="4366658"/>
            <a:ext cx="5136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39" name="Google Shape;4139;g3e84c60b4f6_0_503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g3e84c60b4f6_0_5030"/>
          <p:cNvSpPr txBox="1"/>
          <p:nvPr>
            <p:ph idx="2" type="body"/>
          </p:nvPr>
        </p:nvSpPr>
        <p:spPr>
          <a:xfrm>
            <a:off x="6618288" y="1296988"/>
            <a:ext cx="47991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41" name="Google Shape;4141;g3e84c60b4f6_0_5030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42" name="Google Shape;4142;g3e84c60b4f6_0_50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4143" name="Shape 4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4" name="Google Shape;4144;g3e84c60b4f6_0_5037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5" name="Google Shape;4145;g3e84c60b4f6_0_5037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46" name="Google Shape;4146;g3e84c60b4f6_0_5037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7" name="Google Shape;4147;g3e84c60b4f6_0_5037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48" name="Google Shape;4148;g3e84c60b4f6_0_50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4149" name="Shape 4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0" name="Google Shape;4150;g3e84c60b4f6_0_5043"/>
          <p:cNvSpPr txBox="1"/>
          <p:nvPr>
            <p:ph type="ctrTitle"/>
          </p:nvPr>
        </p:nvSpPr>
        <p:spPr>
          <a:xfrm>
            <a:off x="579432" y="1300532"/>
            <a:ext cx="24300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1" name="Google Shape;4151;g3e84c60b4f6_0_5043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g3e84c60b4f6_0_5043"/>
          <p:cNvSpPr txBox="1"/>
          <p:nvPr>
            <p:ph idx="1" type="body"/>
          </p:nvPr>
        </p:nvSpPr>
        <p:spPr>
          <a:xfrm>
            <a:off x="579432" y="548057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53" name="Google Shape;4153;g3e84c60b4f6_0_5043"/>
          <p:cNvSpPr txBox="1"/>
          <p:nvPr>
            <p:ph idx="2" type="body"/>
          </p:nvPr>
        </p:nvSpPr>
        <p:spPr>
          <a:xfrm>
            <a:off x="579431" y="5019996"/>
            <a:ext cx="2430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54" name="Google Shape;4154;g3e84c60b4f6_0_5043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55" name="Google Shape;4155;g3e84c60b4f6_0_5043"/>
          <p:cNvSpPr txBox="1"/>
          <p:nvPr>
            <p:ph idx="4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56" name="Google Shape;4156;g3e84c60b4f6_0_50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g3e84c60b4f6_0_505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9" name="Google Shape;4159;g3e84c60b4f6_0_505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60" name="Google Shape;4160;g3e84c60b4f6_0_5051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1" name="Google Shape;4161;g3e84c60b4f6_0_5051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62" name="Google Shape;4162;g3e84c60b4f6_0_50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4163" name="Shape 4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4" name="Google Shape;4164;g3e84c60b4f6_0_5057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65" name="Google Shape;4165;g3e84c60b4f6_0_5057"/>
          <p:cNvSpPr txBox="1"/>
          <p:nvPr>
            <p:ph idx="1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66" name="Google Shape;4166;g3e84c60b4f6_0_5057"/>
          <p:cNvSpPr txBox="1"/>
          <p:nvPr>
            <p:ph idx="2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67" name="Google Shape;4167;g3e84c60b4f6_0_5057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68" name="Google Shape;4168;g3e84c60b4f6_0_5057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9" name="Google Shape;4169;g3e84c60b4f6_0_50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4170" name="Shape 4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1" name="Google Shape;4171;g3e84c60b4f6_0_506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72" name="Google Shape;4172;g3e84c60b4f6_0_506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73" name="Google Shape;4173;g3e84c60b4f6_0_506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74" name="Google Shape;4174;g3e84c60b4f6_0_506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75" name="Google Shape;4175;g3e84c60b4f6_0_506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6" name="Google Shape;4176;g3e84c60b4f6_0_5064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4177" name="Shape 4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8" name="Google Shape;4178;g3e84c60b4f6_0_5071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79" name="Google Shape;4179;g3e84c60b4f6_0_5071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80" name="Google Shape;4180;g3e84c60b4f6_0_5071"/>
          <p:cNvSpPr txBox="1"/>
          <p:nvPr>
            <p:ph idx="12" type="sldNum"/>
          </p:nvPr>
        </p:nvSpPr>
        <p:spPr>
          <a:xfrm>
            <a:off x="11776267" y="6439067"/>
            <a:ext cx="415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1" name="Google Shape;4181;g3e84c60b4f6_0_5071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descr="Logo&#10;&#10;Description automatically generated" id="4182" name="Google Shape;4182;g3e84c60b4f6_0_50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3034" y="5955144"/>
            <a:ext cx="1303100" cy="4838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1">
  <p:cSld name="Make_1">
    <p:spTree>
      <p:nvGrpSpPr>
        <p:cNvPr id="4183" name="Shape 4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4" name="Google Shape;4184;g3e84c60b4f6_0_507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4185" name="Google Shape;4185;g3e84c60b4f6_0_507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186" name="Google Shape;4186;g3e84c60b4f6_0_507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4187" name="Google Shape;4187;g3e84c60b4f6_0_507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188" name="Google Shape;4188;g3e84c60b4f6_0_507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189" name="Google Shape;4189;g3e84c60b4f6_0_507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190" name="Google Shape;4190;g3e84c60b4f6_0_507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4191" name="Google Shape;4191;g3e84c60b4f6_0_507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4192" name="Google Shape;4192;g3e84c60b4f6_0_5077"/>
          <p:cNvSpPr txBox="1"/>
          <p:nvPr/>
        </p:nvSpPr>
        <p:spPr>
          <a:xfrm>
            <a:off x="628150" y="798475"/>
            <a:ext cx="319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Ice breaking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3" name="Google Shape;4193;g3e84c60b4f6_0_507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4194" name="Google Shape;4194;g3e84c60b4f6_0_50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6811" y="1485900"/>
            <a:ext cx="58293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0.xml"/><Relationship Id="rId1" Type="http://schemas.openxmlformats.org/officeDocument/2006/relationships/image" Target="../media/image62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26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2.xml"/><Relationship Id="rId28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6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31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8.xml"/><Relationship Id="rId3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7.xml"/><Relationship Id="rId3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10.xml"/><Relationship Id="rId35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9.xml"/><Relationship Id="rId3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12.xml"/><Relationship Id="rId37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11.xml"/><Relationship Id="rId3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38" Type="http://schemas.openxmlformats.org/officeDocument/2006/relationships/theme" Target="../theme/theme4.xml"/><Relationship Id="rId19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5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1.xml"/><Relationship Id="rId84" Type="http://schemas.openxmlformats.org/officeDocument/2006/relationships/slideLayout" Target="../slideLayouts/slideLayout115.xml"/><Relationship Id="rId83" Type="http://schemas.openxmlformats.org/officeDocument/2006/relationships/slideLayout" Target="../slideLayouts/slideLayout114.xml"/><Relationship Id="rId42" Type="http://schemas.openxmlformats.org/officeDocument/2006/relationships/slideLayout" Target="../slideLayouts/slideLayout73.xml"/><Relationship Id="rId86" Type="http://schemas.openxmlformats.org/officeDocument/2006/relationships/slideLayout" Target="../slideLayouts/slideLayout117.xml"/><Relationship Id="rId41" Type="http://schemas.openxmlformats.org/officeDocument/2006/relationships/slideLayout" Target="../slideLayouts/slideLayout72.xml"/><Relationship Id="rId85" Type="http://schemas.openxmlformats.org/officeDocument/2006/relationships/slideLayout" Target="../slideLayouts/slideLayout116.xml"/><Relationship Id="rId44" Type="http://schemas.openxmlformats.org/officeDocument/2006/relationships/slideLayout" Target="../slideLayouts/slideLayout75.xml"/><Relationship Id="rId88" Type="http://schemas.openxmlformats.org/officeDocument/2006/relationships/slideLayout" Target="../slideLayouts/slideLayout119.xml"/><Relationship Id="rId43" Type="http://schemas.openxmlformats.org/officeDocument/2006/relationships/slideLayout" Target="../slideLayouts/slideLayout74.xml"/><Relationship Id="rId87" Type="http://schemas.openxmlformats.org/officeDocument/2006/relationships/slideLayout" Target="../slideLayouts/slideLayout118.xml"/><Relationship Id="rId46" Type="http://schemas.openxmlformats.org/officeDocument/2006/relationships/slideLayout" Target="../slideLayouts/slideLayout77.xml"/><Relationship Id="rId45" Type="http://schemas.openxmlformats.org/officeDocument/2006/relationships/slideLayout" Target="../slideLayouts/slideLayout76.xml"/><Relationship Id="rId89" Type="http://schemas.openxmlformats.org/officeDocument/2006/relationships/slideLayout" Target="../slideLayouts/slideLayout120.xml"/><Relationship Id="rId80" Type="http://schemas.openxmlformats.org/officeDocument/2006/relationships/slideLayout" Target="../slideLayouts/slideLayout111.xml"/><Relationship Id="rId82" Type="http://schemas.openxmlformats.org/officeDocument/2006/relationships/slideLayout" Target="../slideLayouts/slideLayout113.xml"/><Relationship Id="rId81" Type="http://schemas.openxmlformats.org/officeDocument/2006/relationships/slideLayout" Target="../slideLayouts/slideLayout112.xml"/><Relationship Id="rId1" Type="http://schemas.openxmlformats.org/officeDocument/2006/relationships/image" Target="../media/image6.png"/><Relationship Id="rId2" Type="http://schemas.openxmlformats.org/officeDocument/2006/relationships/image" Target="../media/image62.png"/><Relationship Id="rId3" Type="http://schemas.openxmlformats.org/officeDocument/2006/relationships/image" Target="../media/image61.jpg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48" Type="http://schemas.openxmlformats.org/officeDocument/2006/relationships/slideLayout" Target="../slideLayouts/slideLayout79.xml"/><Relationship Id="rId47" Type="http://schemas.openxmlformats.org/officeDocument/2006/relationships/slideLayout" Target="../slideLayouts/slideLayout78.xml"/><Relationship Id="rId49" Type="http://schemas.openxmlformats.org/officeDocument/2006/relationships/slideLayout" Target="../slideLayouts/slideLayout80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73" Type="http://schemas.openxmlformats.org/officeDocument/2006/relationships/slideLayout" Target="../slideLayouts/slideLayout104.xml"/><Relationship Id="rId72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62.xml"/><Relationship Id="rId75" Type="http://schemas.openxmlformats.org/officeDocument/2006/relationships/slideLayout" Target="../slideLayouts/slideLayout106.xml"/><Relationship Id="rId30" Type="http://schemas.openxmlformats.org/officeDocument/2006/relationships/slideLayout" Target="../slideLayouts/slideLayout61.xml"/><Relationship Id="rId74" Type="http://schemas.openxmlformats.org/officeDocument/2006/relationships/slideLayout" Target="../slideLayouts/slideLayout105.xml"/><Relationship Id="rId33" Type="http://schemas.openxmlformats.org/officeDocument/2006/relationships/slideLayout" Target="../slideLayouts/slideLayout64.xml"/><Relationship Id="rId77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63.xml"/><Relationship Id="rId76" Type="http://schemas.openxmlformats.org/officeDocument/2006/relationships/slideLayout" Target="../slideLayouts/slideLayout107.xml"/><Relationship Id="rId35" Type="http://schemas.openxmlformats.org/officeDocument/2006/relationships/slideLayout" Target="../slideLayouts/slideLayout66.xml"/><Relationship Id="rId79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65.xml"/><Relationship Id="rId78" Type="http://schemas.openxmlformats.org/officeDocument/2006/relationships/slideLayout" Target="../slideLayouts/slideLayout109.xml"/><Relationship Id="rId71" Type="http://schemas.openxmlformats.org/officeDocument/2006/relationships/slideLayout" Target="../slideLayouts/slideLayout102.xml"/><Relationship Id="rId70" Type="http://schemas.openxmlformats.org/officeDocument/2006/relationships/slideLayout" Target="../slideLayouts/slideLayout101.xml"/><Relationship Id="rId37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70.xml"/><Relationship Id="rId38" Type="http://schemas.openxmlformats.org/officeDocument/2006/relationships/slideLayout" Target="../slideLayouts/slideLayout69.xml"/><Relationship Id="rId62" Type="http://schemas.openxmlformats.org/officeDocument/2006/relationships/slideLayout" Target="../slideLayouts/slideLayout93.xml"/><Relationship Id="rId61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51.xml"/><Relationship Id="rId64" Type="http://schemas.openxmlformats.org/officeDocument/2006/relationships/slideLayout" Target="../slideLayouts/slideLayout95.xml"/><Relationship Id="rId63" Type="http://schemas.openxmlformats.org/officeDocument/2006/relationships/slideLayout" Target="../slideLayouts/slideLayout94.xml"/><Relationship Id="rId22" Type="http://schemas.openxmlformats.org/officeDocument/2006/relationships/slideLayout" Target="../slideLayouts/slideLayout53.xml"/><Relationship Id="rId66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52.xml"/><Relationship Id="rId65" Type="http://schemas.openxmlformats.org/officeDocument/2006/relationships/slideLayout" Target="../slideLayouts/slideLayout96.xml"/><Relationship Id="rId24" Type="http://schemas.openxmlformats.org/officeDocument/2006/relationships/slideLayout" Target="../slideLayouts/slideLayout55.xml"/><Relationship Id="rId68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54.xml"/><Relationship Id="rId67" Type="http://schemas.openxmlformats.org/officeDocument/2006/relationships/slideLayout" Target="../slideLayouts/slideLayout98.xml"/><Relationship Id="rId60" Type="http://schemas.openxmlformats.org/officeDocument/2006/relationships/slideLayout" Target="../slideLayouts/slideLayout91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69" Type="http://schemas.openxmlformats.org/officeDocument/2006/relationships/slideLayout" Target="../slideLayouts/slideLayout100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82.xml"/><Relationship Id="rId50" Type="http://schemas.openxmlformats.org/officeDocument/2006/relationships/slideLayout" Target="../slideLayouts/slideLayout81.xml"/><Relationship Id="rId53" Type="http://schemas.openxmlformats.org/officeDocument/2006/relationships/slideLayout" Target="../slideLayouts/slideLayout84.xml"/><Relationship Id="rId52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42.xml"/><Relationship Id="rId5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44.xml"/><Relationship Id="rId5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43.xml"/><Relationship Id="rId56" Type="http://schemas.openxmlformats.org/officeDocument/2006/relationships/slideLayout" Target="../slideLayouts/slideLayout87.xml"/><Relationship Id="rId91" Type="http://schemas.openxmlformats.org/officeDocument/2006/relationships/slideLayout" Target="../slideLayouts/slideLayout122.xml"/><Relationship Id="rId90" Type="http://schemas.openxmlformats.org/officeDocument/2006/relationships/slideLayout" Target="../slideLayouts/slideLayout121.xml"/><Relationship Id="rId92" Type="http://schemas.openxmlformats.org/officeDocument/2006/relationships/theme" Target="../theme/theme2.xml"/><Relationship Id="rId15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45.xml"/><Relationship Id="rId58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31" Type="http://schemas.openxmlformats.org/officeDocument/2006/relationships/slideLayout" Target="../slideLayouts/slideLayout150.xml"/><Relationship Id="rId30" Type="http://schemas.openxmlformats.org/officeDocument/2006/relationships/slideLayout" Target="../slideLayouts/slideLayout149.xml"/><Relationship Id="rId33" Type="http://schemas.openxmlformats.org/officeDocument/2006/relationships/slideLayout" Target="../slideLayouts/slideLayout152.xml"/><Relationship Id="rId32" Type="http://schemas.openxmlformats.org/officeDocument/2006/relationships/slideLayout" Target="../slideLayouts/slideLayout151.xml"/><Relationship Id="rId35" Type="http://schemas.openxmlformats.org/officeDocument/2006/relationships/slideLayout" Target="../slideLayouts/slideLayout154.xml"/><Relationship Id="rId34" Type="http://schemas.openxmlformats.org/officeDocument/2006/relationships/slideLayout" Target="../slideLayouts/slideLayout153.xml"/><Relationship Id="rId37" Type="http://schemas.openxmlformats.org/officeDocument/2006/relationships/slideLayout" Target="../slideLayouts/slideLayout156.xml"/><Relationship Id="rId36" Type="http://schemas.openxmlformats.org/officeDocument/2006/relationships/slideLayout" Target="../slideLayouts/slideLayout155.xml"/><Relationship Id="rId38" Type="http://schemas.openxmlformats.org/officeDocument/2006/relationships/theme" Target="../theme/theme3.xml"/><Relationship Id="rId20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41.xml"/><Relationship Id="rId2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43.xml"/><Relationship Id="rId23" Type="http://schemas.openxmlformats.org/officeDocument/2006/relationships/slideLayout" Target="../slideLayouts/slideLayout142.xml"/><Relationship Id="rId26" Type="http://schemas.openxmlformats.org/officeDocument/2006/relationships/slideLayout" Target="../slideLayouts/slideLayout145.xml"/><Relationship Id="rId25" Type="http://schemas.openxmlformats.org/officeDocument/2006/relationships/slideLayout" Target="../slideLayouts/slideLayout144.xml"/><Relationship Id="rId28" Type="http://schemas.openxmlformats.org/officeDocument/2006/relationships/slideLayout" Target="../slideLayouts/slideLayout147.xml"/><Relationship Id="rId27" Type="http://schemas.openxmlformats.org/officeDocument/2006/relationships/slideLayout" Target="../slideLayouts/slideLayout146.xml"/><Relationship Id="rId29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3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20" Type="http://schemas.openxmlformats.org/officeDocument/2006/relationships/slideLayout" Target="../slideLayouts/slideLayout173.xml"/><Relationship Id="rId22" Type="http://schemas.openxmlformats.org/officeDocument/2006/relationships/slideLayout" Target="../slideLayouts/slideLayout175.xml"/><Relationship Id="rId21" Type="http://schemas.openxmlformats.org/officeDocument/2006/relationships/slideLayout" Target="../slideLayouts/slideLayout174.xml"/><Relationship Id="rId23" Type="http://schemas.openxmlformats.org/officeDocument/2006/relationships/theme" Target="../theme/theme7.xml"/><Relationship Id="rId11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3.xml"/><Relationship Id="rId13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5.xml"/><Relationship Id="rId15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7.xml"/><Relationship Id="rId17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69.xml"/><Relationship Id="rId19" Type="http://schemas.openxmlformats.org/officeDocument/2006/relationships/slideLayout" Target="../slideLayouts/slideLayout172.xml"/><Relationship Id="rId18" Type="http://schemas.openxmlformats.org/officeDocument/2006/relationships/slideLayout" Target="../slideLayouts/slideLayout171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12.xml"/><Relationship Id="rId42" Type="http://schemas.openxmlformats.org/officeDocument/2006/relationships/slideLayout" Target="../slideLayouts/slideLayout214.xml"/><Relationship Id="rId41" Type="http://schemas.openxmlformats.org/officeDocument/2006/relationships/slideLayout" Target="../slideLayouts/slideLayout213.xml"/><Relationship Id="rId44" Type="http://schemas.openxmlformats.org/officeDocument/2006/relationships/slideLayout" Target="../slideLayouts/slideLayout216.xml"/><Relationship Id="rId43" Type="http://schemas.openxmlformats.org/officeDocument/2006/relationships/slideLayout" Target="../slideLayouts/slideLayout215.xml"/><Relationship Id="rId46" Type="http://schemas.openxmlformats.org/officeDocument/2006/relationships/theme" Target="../theme/theme5.xml"/><Relationship Id="rId45" Type="http://schemas.openxmlformats.org/officeDocument/2006/relationships/slideLayout" Target="../slideLayouts/slideLayout217.xml"/><Relationship Id="rId1" Type="http://schemas.openxmlformats.org/officeDocument/2006/relationships/image" Target="../media/image62.png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81.xml"/><Relationship Id="rId5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80.xml"/><Relationship Id="rId31" Type="http://schemas.openxmlformats.org/officeDocument/2006/relationships/slideLayout" Target="../slideLayouts/slideLayout203.xml"/><Relationship Id="rId30" Type="http://schemas.openxmlformats.org/officeDocument/2006/relationships/slideLayout" Target="../slideLayouts/slideLayout202.xml"/><Relationship Id="rId33" Type="http://schemas.openxmlformats.org/officeDocument/2006/relationships/slideLayout" Target="../slideLayouts/slideLayout205.xml"/><Relationship Id="rId32" Type="http://schemas.openxmlformats.org/officeDocument/2006/relationships/slideLayout" Target="../slideLayouts/slideLayout204.xml"/><Relationship Id="rId35" Type="http://schemas.openxmlformats.org/officeDocument/2006/relationships/slideLayout" Target="../slideLayouts/slideLayout207.xml"/><Relationship Id="rId34" Type="http://schemas.openxmlformats.org/officeDocument/2006/relationships/slideLayout" Target="../slideLayouts/slideLayout206.xml"/><Relationship Id="rId37" Type="http://schemas.openxmlformats.org/officeDocument/2006/relationships/slideLayout" Target="../slideLayouts/slideLayout209.xml"/><Relationship Id="rId36" Type="http://schemas.openxmlformats.org/officeDocument/2006/relationships/slideLayout" Target="../slideLayouts/slideLayout208.xml"/><Relationship Id="rId39" Type="http://schemas.openxmlformats.org/officeDocument/2006/relationships/slideLayout" Target="../slideLayouts/slideLayout211.xml"/><Relationship Id="rId38" Type="http://schemas.openxmlformats.org/officeDocument/2006/relationships/slideLayout" Target="../slideLayouts/slideLayout210.xml"/><Relationship Id="rId20" Type="http://schemas.openxmlformats.org/officeDocument/2006/relationships/slideLayout" Target="../slideLayouts/slideLayout192.xml"/><Relationship Id="rId22" Type="http://schemas.openxmlformats.org/officeDocument/2006/relationships/slideLayout" Target="../slideLayouts/slideLayout194.xml"/><Relationship Id="rId21" Type="http://schemas.openxmlformats.org/officeDocument/2006/relationships/slideLayout" Target="../slideLayouts/slideLayout193.xml"/><Relationship Id="rId24" Type="http://schemas.openxmlformats.org/officeDocument/2006/relationships/slideLayout" Target="../slideLayouts/slideLayout196.xml"/><Relationship Id="rId23" Type="http://schemas.openxmlformats.org/officeDocument/2006/relationships/slideLayout" Target="../slideLayouts/slideLayout195.xml"/><Relationship Id="rId26" Type="http://schemas.openxmlformats.org/officeDocument/2006/relationships/slideLayout" Target="../slideLayouts/slideLayout198.xml"/><Relationship Id="rId25" Type="http://schemas.openxmlformats.org/officeDocument/2006/relationships/slideLayout" Target="../slideLayouts/slideLayout197.xml"/><Relationship Id="rId28" Type="http://schemas.openxmlformats.org/officeDocument/2006/relationships/slideLayout" Target="../slideLayouts/slideLayout200.xml"/><Relationship Id="rId27" Type="http://schemas.openxmlformats.org/officeDocument/2006/relationships/slideLayout" Target="../slideLayouts/slideLayout199.xml"/><Relationship Id="rId29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7.xml"/><Relationship Id="rId14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188.xml"/><Relationship Id="rId19" Type="http://schemas.openxmlformats.org/officeDocument/2006/relationships/slideLayout" Target="../slideLayouts/slideLayout191.xml"/><Relationship Id="rId18" Type="http://schemas.openxmlformats.org/officeDocument/2006/relationships/slideLayout" Target="../slideLayouts/slideLayout190.xml"/></Relationships>
</file>

<file path=ppt/slideMasters/_rels/slideMaster6.xml.rels><?xml version="1.0" encoding="UTF-8" standalone="yes"?><Relationships xmlns="http://schemas.openxmlformats.org/package/2006/relationships"><Relationship Id="rId40" Type="http://schemas.openxmlformats.org/officeDocument/2006/relationships/theme" Target="../theme/theme6.xml"/><Relationship Id="rId1" Type="http://schemas.openxmlformats.org/officeDocument/2006/relationships/image" Target="../media/image62.png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31" Type="http://schemas.openxmlformats.org/officeDocument/2006/relationships/slideLayout" Target="../slideLayouts/slideLayout245.xml"/><Relationship Id="rId30" Type="http://schemas.openxmlformats.org/officeDocument/2006/relationships/slideLayout" Target="../slideLayouts/slideLayout244.xml"/><Relationship Id="rId33" Type="http://schemas.openxmlformats.org/officeDocument/2006/relationships/slideLayout" Target="../slideLayouts/slideLayout247.xml"/><Relationship Id="rId32" Type="http://schemas.openxmlformats.org/officeDocument/2006/relationships/slideLayout" Target="../slideLayouts/slideLayout246.xml"/><Relationship Id="rId35" Type="http://schemas.openxmlformats.org/officeDocument/2006/relationships/slideLayout" Target="../slideLayouts/slideLayout249.xml"/><Relationship Id="rId34" Type="http://schemas.openxmlformats.org/officeDocument/2006/relationships/slideLayout" Target="../slideLayouts/slideLayout248.xml"/><Relationship Id="rId37" Type="http://schemas.openxmlformats.org/officeDocument/2006/relationships/slideLayout" Target="../slideLayouts/slideLayout251.xml"/><Relationship Id="rId36" Type="http://schemas.openxmlformats.org/officeDocument/2006/relationships/slideLayout" Target="../slideLayouts/slideLayout250.xml"/><Relationship Id="rId39" Type="http://schemas.openxmlformats.org/officeDocument/2006/relationships/slideLayout" Target="../slideLayouts/slideLayout253.xml"/><Relationship Id="rId38" Type="http://schemas.openxmlformats.org/officeDocument/2006/relationships/slideLayout" Target="../slideLayouts/slideLayout252.xml"/><Relationship Id="rId20" Type="http://schemas.openxmlformats.org/officeDocument/2006/relationships/slideLayout" Target="../slideLayouts/slideLayout234.xml"/><Relationship Id="rId22" Type="http://schemas.openxmlformats.org/officeDocument/2006/relationships/slideLayout" Target="../slideLayouts/slideLayout236.xml"/><Relationship Id="rId21" Type="http://schemas.openxmlformats.org/officeDocument/2006/relationships/slideLayout" Target="../slideLayouts/slideLayout235.xml"/><Relationship Id="rId24" Type="http://schemas.openxmlformats.org/officeDocument/2006/relationships/slideLayout" Target="../slideLayouts/slideLayout238.xml"/><Relationship Id="rId23" Type="http://schemas.openxmlformats.org/officeDocument/2006/relationships/slideLayout" Target="../slideLayouts/slideLayout237.xml"/><Relationship Id="rId26" Type="http://schemas.openxmlformats.org/officeDocument/2006/relationships/slideLayout" Target="../slideLayouts/slideLayout240.xml"/><Relationship Id="rId25" Type="http://schemas.openxmlformats.org/officeDocument/2006/relationships/slideLayout" Target="../slideLayouts/slideLayout239.xml"/><Relationship Id="rId28" Type="http://schemas.openxmlformats.org/officeDocument/2006/relationships/slideLayout" Target="../slideLayouts/slideLayout242.xml"/><Relationship Id="rId27" Type="http://schemas.openxmlformats.org/officeDocument/2006/relationships/slideLayout" Target="../slideLayouts/slideLayout241.xml"/><Relationship Id="rId29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9" Type="http://schemas.openxmlformats.org/officeDocument/2006/relationships/slideLayout" Target="../slideLayouts/slideLayout233.xml"/><Relationship Id="rId18" Type="http://schemas.openxmlformats.org/officeDocument/2006/relationships/slideLayout" Target="../slideLayouts/slideLayout2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11" name="Google Shape;11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" name="Google Shape;12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3" name="Google Shape;13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14" name="Google Shape;14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" name="Google Shape;15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6" name="Google Shape;16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17" name="Google Shape;17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Google Shape;18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9" name="Google Shape;19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20" name="Google Shape;20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" name="Google Shape;21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" name="Google Shape;22;p71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71"/>
          <p:cNvPicPr preferRelativeResize="0"/>
          <p:nvPr/>
        </p:nvPicPr>
        <p:blipFill rotWithShape="1">
          <a:blip r:embed="rId1">
            <a:alphaModFix/>
          </a:blip>
          <a:srcRect b="36711" l="25391" r="21589" t="33536"/>
          <a:stretch/>
        </p:blipFill>
        <p:spPr>
          <a:xfrm>
            <a:off x="9122742" y="5876350"/>
            <a:ext cx="1077882" cy="6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3250" y="5811050"/>
            <a:ext cx="1824247" cy="6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71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10200625" y="5994601"/>
            <a:ext cx="1609800" cy="4621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g2baf9e5dadc_0_1143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585" name="Google Shape;585;g2baf9e5dadc_0_1143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86" name="Google Shape;586;g2baf9e5dadc_0_1143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587" name="Google Shape;587;g2baf9e5dadc_0_1143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588" name="Google Shape;588;g2baf9e5dadc_0_1143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89" name="Google Shape;589;g2baf9e5dadc_0_1143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590" name="Google Shape;590;g2baf9e5dadc_0_1143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591" name="Google Shape;591;g2baf9e5dadc_0_1143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92" name="Google Shape;592;g2baf9e5dadc_0_1143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593" name="Google Shape;593;g2baf9e5dadc_0_1143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594" name="Google Shape;594;g2baf9e5dadc_0_1143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95" name="Google Shape;595;g2baf9e5dadc_0_1143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96" name="Google Shape;596;g2baf9e5dadc_0_1143"/>
          <p:cNvSpPr/>
          <p:nvPr/>
        </p:nvSpPr>
        <p:spPr>
          <a:xfrm>
            <a:off x="403802" y="6115573"/>
            <a:ext cx="993300" cy="3336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7" name="Google Shape;597;g2baf9e5dadc_0_1143"/>
          <p:cNvPicPr preferRelativeResize="0"/>
          <p:nvPr/>
        </p:nvPicPr>
        <p:blipFill rotWithShape="1">
          <a:blip r:embed="rId2">
            <a:alphaModFix/>
          </a:blip>
          <a:srcRect b="36792" l="26105" r="26760" t="35126"/>
          <a:stretch/>
        </p:blipFill>
        <p:spPr>
          <a:xfrm>
            <a:off x="9842275" y="60460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g2baf9e5dadc_0_1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6377" y="6046027"/>
            <a:ext cx="1105124" cy="4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2baf9e5dadc_0_1143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  <p:sldLayoutId id="2147483743" r:id="rId63"/>
    <p:sldLayoutId id="2147483744" r:id="rId64"/>
    <p:sldLayoutId id="2147483745" r:id="rId65"/>
    <p:sldLayoutId id="2147483746" r:id="rId66"/>
    <p:sldLayoutId id="2147483747" r:id="rId67"/>
    <p:sldLayoutId id="2147483748" r:id="rId68"/>
    <p:sldLayoutId id="2147483749" r:id="rId69"/>
    <p:sldLayoutId id="2147483750" r:id="rId70"/>
    <p:sldLayoutId id="2147483751" r:id="rId71"/>
    <p:sldLayoutId id="2147483752" r:id="rId72"/>
    <p:sldLayoutId id="2147483753" r:id="rId73"/>
    <p:sldLayoutId id="2147483754" r:id="rId74"/>
    <p:sldLayoutId id="2147483755" r:id="rId75"/>
    <p:sldLayoutId id="2147483756" r:id="rId76"/>
    <p:sldLayoutId id="2147483757" r:id="rId77"/>
    <p:sldLayoutId id="2147483758" r:id="rId78"/>
    <p:sldLayoutId id="2147483759" r:id="rId79"/>
    <p:sldLayoutId id="2147483760" r:id="rId80"/>
    <p:sldLayoutId id="2147483761" r:id="rId81"/>
    <p:sldLayoutId id="2147483762" r:id="rId82"/>
    <p:sldLayoutId id="2147483763" r:id="rId83"/>
    <p:sldLayoutId id="2147483764" r:id="rId84"/>
    <p:sldLayoutId id="2147483765" r:id="rId85"/>
    <p:sldLayoutId id="2147483766" r:id="rId86"/>
    <p:sldLayoutId id="2147483767" r:id="rId87"/>
    <p:sldLayoutId id="2147483768" r:id="rId88"/>
    <p:sldLayoutId id="2147483769" r:id="rId89"/>
    <p:sldLayoutId id="2147483770" r:id="rId90"/>
    <p:sldLayoutId id="2147483771" r:id="rId9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5" name="Google Shape;1715;g3e84c60b4f6_0_660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716" name="Google Shape;1716;g3e84c60b4f6_0_660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17" name="Google Shape;1717;g3e84c60b4f6_0_660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718" name="Google Shape;1718;g3e84c60b4f6_0_660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719" name="Google Shape;1719;g3e84c60b4f6_0_660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20" name="Google Shape;1720;g3e84c60b4f6_0_660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721" name="Google Shape;1721;g3e84c60b4f6_0_660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722" name="Google Shape;1722;g3e84c60b4f6_0_660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23" name="Google Shape;1723;g3e84c60b4f6_0_660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724" name="Google Shape;1724;g3e84c60b4f6_0_660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725" name="Google Shape;1725;g3e84c60b4f6_0_660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726" name="Google Shape;1726;g3e84c60b4f6_0_660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27" name="Google Shape;1727;g3e84c60b4f6_0_660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8" name="Google Shape;1728;g3e84c60b4f6_0_660"/>
          <p:cNvPicPr preferRelativeResize="0"/>
          <p:nvPr/>
        </p:nvPicPr>
        <p:blipFill rotWithShape="1">
          <a:blip r:embed="rId1">
            <a:alphaModFix/>
          </a:blip>
          <a:srcRect b="36711" l="25391" r="21590" t="33537"/>
          <a:stretch/>
        </p:blipFill>
        <p:spPr>
          <a:xfrm>
            <a:off x="9122742" y="5876350"/>
            <a:ext cx="1077882" cy="6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g3e84c60b4f6_0_6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250" y="5811050"/>
            <a:ext cx="1824247" cy="6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g3e84c60b4f6_0_660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10200625" y="5994601"/>
            <a:ext cx="1609800" cy="4621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  <p:sldLayoutId id="2147483788" r:id="rId19"/>
    <p:sldLayoutId id="2147483789" r:id="rId20"/>
    <p:sldLayoutId id="2147483790" r:id="rId21"/>
    <p:sldLayoutId id="2147483791" r:id="rId22"/>
    <p:sldLayoutId id="2147483792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9" name="Google Shape;2289;g3e84c60b4f6_0_3182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290" name="Google Shape;2290;g3e84c60b4f6_0_3182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91" name="Google Shape;2291;g3e84c60b4f6_0_3182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292" name="Google Shape;2292;g3e84c60b4f6_0_3182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293" name="Google Shape;2293;g3e84c60b4f6_0_3182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94" name="Google Shape;2294;g3e84c60b4f6_0_3182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295" name="Google Shape;2295;g3e84c60b4f6_0_3182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296" name="Google Shape;2296;g3e84c60b4f6_0_3182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97" name="Google Shape;2297;g3e84c60b4f6_0_3182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298" name="Google Shape;2298;g3e84c60b4f6_0_3182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299" name="Google Shape;2299;g3e84c60b4f6_0_3182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00" name="Google Shape;2300;g3e84c60b4f6_0_3182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01" name="Google Shape;2301;g3e84c60b4f6_0_3182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2" name="Google Shape;2302;g3e84c60b4f6_0_3182"/>
          <p:cNvPicPr preferRelativeResize="0"/>
          <p:nvPr/>
        </p:nvPicPr>
        <p:blipFill rotWithShape="1">
          <a:blip r:embed="rId1">
            <a:alphaModFix/>
          </a:blip>
          <a:srcRect b="36792" l="26106" r="26762" t="35127"/>
          <a:stretch/>
        </p:blipFill>
        <p:spPr>
          <a:xfrm>
            <a:off x="9613675" y="59698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3" name="Google Shape;2303;g3e84c60b4f6_0_31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77875" y="6114125"/>
            <a:ext cx="1035203" cy="2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4" name="Google Shape;2304;g3e84c60b4f6_0_3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375" y="5661200"/>
            <a:ext cx="1768625" cy="857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8" name="Google Shape;2708;g3e84c60b4f6_0_360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709" name="Google Shape;2709;g3e84c60b4f6_0_360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10" name="Google Shape;2710;g3e84c60b4f6_0_360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711" name="Google Shape;2711;g3e84c60b4f6_0_360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712" name="Google Shape;2712;g3e84c60b4f6_0_360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13" name="Google Shape;2713;g3e84c60b4f6_0_360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714" name="Google Shape;2714;g3e84c60b4f6_0_360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715" name="Google Shape;2715;g3e84c60b4f6_0_360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16" name="Google Shape;2716;g3e84c60b4f6_0_360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717" name="Google Shape;2717;g3e84c60b4f6_0_360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718" name="Google Shape;2718;g3e84c60b4f6_0_360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19" name="Google Shape;2719;g3e84c60b4f6_0_360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720" name="Google Shape;2720;g3e84c60b4f6_0_3601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1" name="Google Shape;2721;g3e84c60b4f6_0_3601"/>
          <p:cNvPicPr preferRelativeResize="0"/>
          <p:nvPr/>
        </p:nvPicPr>
        <p:blipFill rotWithShape="1">
          <a:blip r:embed="rId1">
            <a:alphaModFix/>
          </a:blip>
          <a:srcRect b="36792" l="26111" r="26757" t="35127"/>
          <a:stretch/>
        </p:blipFill>
        <p:spPr>
          <a:xfrm>
            <a:off x="9613675" y="59698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2" name="Google Shape;2722;g3e84c60b4f6_0_36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77875" y="6114125"/>
            <a:ext cx="1035203" cy="2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3" name="Google Shape;2723;g3e84c60b4f6_0_36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375" y="5661200"/>
            <a:ext cx="1768625" cy="857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  <p:sldLayoutId id="2147483853" r:id="rId29"/>
    <p:sldLayoutId id="2147483854" r:id="rId30"/>
    <p:sldLayoutId id="2147483855" r:id="rId31"/>
    <p:sldLayoutId id="2147483856" r:id="rId32"/>
    <p:sldLayoutId id="2147483857" r:id="rId33"/>
    <p:sldLayoutId id="2147483858" r:id="rId34"/>
    <p:sldLayoutId id="2147483859" r:id="rId35"/>
    <p:sldLayoutId id="2147483860" r:id="rId36"/>
    <p:sldLayoutId id="2147483861" r:id="rId37"/>
    <p:sldLayoutId id="2147483862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3565" name="Shape 3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6" name="Google Shape;3566;g3e84c60b4f6_0_4459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3567" name="Google Shape;3567;g3e84c60b4f6_0_4459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68" name="Google Shape;3568;g3e84c60b4f6_0_4459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569" name="Google Shape;3569;g3e84c60b4f6_0_4459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3570" name="Google Shape;3570;g3e84c60b4f6_0_4459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71" name="Google Shape;3571;g3e84c60b4f6_0_4459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572" name="Google Shape;3572;g3e84c60b4f6_0_4459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3573" name="Google Shape;3573;g3e84c60b4f6_0_4459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74" name="Google Shape;3574;g3e84c60b4f6_0_4459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575" name="Google Shape;3575;g3e84c60b4f6_0_4459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3576" name="Google Shape;3576;g3e84c60b4f6_0_4459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77" name="Google Shape;3577;g3e84c60b4f6_0_4459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578" name="Google Shape;3578;g3e84c60b4f6_0_44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9" name="Google Shape;3579;g3e84c60b4f6_0_4459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0" name="Google Shape;3580;g3e84c60b4f6_0_4459"/>
          <p:cNvPicPr preferRelativeResize="0"/>
          <p:nvPr/>
        </p:nvPicPr>
        <p:blipFill rotWithShape="1">
          <a:blip r:embed="rId1">
            <a:alphaModFix/>
          </a:blip>
          <a:srcRect b="36792" l="26111" r="26757" t="35127"/>
          <a:stretch/>
        </p:blipFill>
        <p:spPr>
          <a:xfrm>
            <a:off x="9613675" y="59698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1" name="Google Shape;3581;g3e84c60b4f6_0_44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77875" y="6114125"/>
            <a:ext cx="1035203" cy="2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2" name="Google Shape;3582;g3e84c60b4f6_0_44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375" y="5661200"/>
            <a:ext cx="1768625" cy="857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  <p:sldLayoutId id="2147483885" r:id="rId18"/>
    <p:sldLayoutId id="2147483886" r:id="rId19"/>
    <p:sldLayoutId id="2147483887" r:id="rId20"/>
    <p:sldLayoutId id="2147483888" r:id="rId21"/>
    <p:sldLayoutId id="2147483889" r:id="rId22"/>
    <p:sldLayoutId id="2147483890" r:id="rId23"/>
    <p:sldLayoutId id="2147483891" r:id="rId24"/>
    <p:sldLayoutId id="2147483892" r:id="rId25"/>
    <p:sldLayoutId id="2147483893" r:id="rId26"/>
    <p:sldLayoutId id="2147483894" r:id="rId27"/>
    <p:sldLayoutId id="2147483895" r:id="rId28"/>
    <p:sldLayoutId id="2147483896" r:id="rId29"/>
    <p:sldLayoutId id="2147483897" r:id="rId30"/>
    <p:sldLayoutId id="2147483898" r:id="rId31"/>
    <p:sldLayoutId id="2147483899" r:id="rId32"/>
    <p:sldLayoutId id="2147483900" r:id="rId33"/>
    <p:sldLayoutId id="2147483901" r:id="rId34"/>
    <p:sldLayoutId id="2147483902" r:id="rId35"/>
    <p:sldLayoutId id="2147483903" r:id="rId36"/>
    <p:sldLayoutId id="2147483904" r:id="rId37"/>
    <p:sldLayoutId id="2147483905" r:id="rId38"/>
    <p:sldLayoutId id="214748390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heelofnames.com/6r4-9jv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0.png"/><Relationship Id="rId4" Type="http://schemas.openxmlformats.org/officeDocument/2006/relationships/image" Target="../media/image10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1.png"/><Relationship Id="rId4" Type="http://schemas.openxmlformats.org/officeDocument/2006/relationships/image" Target="../media/image10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9.gif"/><Relationship Id="rId4" Type="http://schemas.openxmlformats.org/officeDocument/2006/relationships/image" Target="../media/image99.gif"/><Relationship Id="rId5" Type="http://schemas.openxmlformats.org/officeDocument/2006/relationships/image" Target="../media/image107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8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3e84c60b4f6_0_3163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510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/>
              <a:t>DEMI  G4S1-Lesson 3–Sprites in Action (Events).</a:t>
            </a:r>
            <a:endParaRPr/>
          </a:p>
        </p:txBody>
      </p:sp>
      <p:sp>
        <p:nvSpPr>
          <p:cNvPr id="4200" name="Google Shape;4200;g3e84c60b4f6_0_3163"/>
          <p:cNvSpPr txBox="1"/>
          <p:nvPr>
            <p:ph idx="12" type="sldNum"/>
          </p:nvPr>
        </p:nvSpPr>
        <p:spPr>
          <a:xfrm>
            <a:off x="5730320" y="633299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201" name="Google Shape;4201;g3e84c60b4f6_0_3163"/>
          <p:cNvSpPr txBox="1"/>
          <p:nvPr/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30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Intro to Computer Science </a:t>
            </a:r>
            <a:br>
              <a:rPr b="0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</a:br>
            <a:endParaRPr b="1" i="0" sz="4400" u="none" cap="none" strike="noStrike">
              <a:solidFill>
                <a:srgbClr val="00337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4202" name="Google Shape;4202;g3e84c60b4f6_0_3163" title="WhatsApp Image 2026-04-09 at 8.02.26 PM (1)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3" name="Google Shape;4203;g3e84c60b4f6_0_3163"/>
          <p:cNvSpPr/>
          <p:nvPr/>
        </p:nvSpPr>
        <p:spPr>
          <a:xfrm>
            <a:off x="4216050" y="4129050"/>
            <a:ext cx="3939300" cy="1336800"/>
          </a:xfrm>
          <a:prstGeom prst="rect">
            <a:avLst/>
          </a:prstGeom>
          <a:solidFill>
            <a:srgbClr val="03AD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4" name="Google Shape;4204;g3e84c60b4f6_0_3163"/>
          <p:cNvSpPr txBox="1"/>
          <p:nvPr/>
        </p:nvSpPr>
        <p:spPr>
          <a:xfrm>
            <a:off x="4155925" y="4129050"/>
            <a:ext cx="3580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الجلسة التطبيقية: الأولى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المستوى: الثالث</a:t>
            </a:r>
            <a:endParaRPr b="1"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8" name="Shape 4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9" name="Google Shape;4209;p1"/>
          <p:cNvSpPr txBox="1"/>
          <p:nvPr>
            <p:ph type="title"/>
          </p:nvPr>
        </p:nvSpPr>
        <p:spPr>
          <a:xfrm>
            <a:off x="836307" y="1888345"/>
            <a:ext cx="7754626" cy="68262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2352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Introduction to Game Development with Python  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-US"/>
              <a:t>	</a:t>
            </a:r>
            <a:endParaRPr b="0"/>
          </a:p>
        </p:txBody>
      </p:sp>
      <p:sp>
        <p:nvSpPr>
          <p:cNvPr id="4210" name="Google Shape;4210;p1"/>
          <p:cNvSpPr txBox="1"/>
          <p:nvPr>
            <p:ph idx="1" type="body"/>
          </p:nvPr>
        </p:nvSpPr>
        <p:spPr>
          <a:xfrm>
            <a:off x="838200" y="32294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549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/>
              <a:t>DEMI  G6S1-Lesson 9 – Physical Session / Project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5" name="Shape 4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6" name="Google Shape;4216;g2a03dc920b0_0_235"/>
          <p:cNvSpPr txBox="1"/>
          <p:nvPr>
            <p:ph idx="1" type="body"/>
          </p:nvPr>
        </p:nvSpPr>
        <p:spPr>
          <a:xfrm>
            <a:off x="752925" y="2001800"/>
            <a:ext cx="4482900" cy="48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/>
              <a:t>Introduce yourself </a:t>
            </a:r>
            <a:endParaRPr b="0"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</a:pPr>
            <a:r>
              <a:rPr b="0" lang="en-US" sz="2000"/>
              <a:t>Tell us your name, age/grade, and your hobbies</a:t>
            </a:r>
            <a:endParaRPr b="0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/>
              <a:t>Spin the wheel</a:t>
            </a:r>
            <a:r>
              <a:rPr lang="en-US"/>
              <a:t> </a:t>
            </a:r>
            <a:endParaRPr b="0"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</a:pPr>
            <a:r>
              <a:rPr b="0" lang="en-US" sz="2000"/>
              <a:t>Open the </a:t>
            </a:r>
            <a:r>
              <a:rPr b="0" lang="en-US" sz="2000" u="sng">
                <a:solidFill>
                  <a:schemeClr val="hlink"/>
                </a:solidFill>
                <a:hlinkClick r:id="rId3"/>
              </a:rPr>
              <a:t>random wheel </a:t>
            </a:r>
            <a:endParaRPr b="0"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</a:pPr>
            <a:r>
              <a:rPr b="0" lang="en-US" sz="2000"/>
              <a:t>Answer the random question on the screen </a:t>
            </a:r>
            <a:endParaRPr b="0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sz="2000"/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1" name="Shape 4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2" name="Google Shape;4222;g2baf9e5dadc_0_1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3350" y="-771025"/>
            <a:ext cx="5285974" cy="7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6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p2"/>
          <p:cNvSpPr txBox="1"/>
          <p:nvPr>
            <p:ph idx="2" type="body"/>
          </p:nvPr>
        </p:nvSpPr>
        <p:spPr>
          <a:xfrm>
            <a:off x="1871000" y="1667181"/>
            <a:ext cx="87732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Do fun unplugged activities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Understand what are games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Make a simple project on mblock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Assessment quiz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228" name="Google Shape;4228;p2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rPr lang="en-US"/>
              <a:t>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2" name="Shape 4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3" name="Google Shape;4233;g275e689c519_0_3"/>
          <p:cNvSpPr txBox="1"/>
          <p:nvPr>
            <p:ph type="ctrTitle"/>
          </p:nvPr>
        </p:nvSpPr>
        <p:spPr>
          <a:xfrm>
            <a:off x="843011" y="2425037"/>
            <a:ext cx="50793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Let’s do a recap using..</a:t>
            </a:r>
            <a:br>
              <a:rPr b="1" i="0" lang="en-US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puzzles?</a:t>
            </a:r>
            <a:endParaRPr b="1" i="0" sz="5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7" name="Shape 4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8" name="Google Shape;4238;p121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lang="en-US" sz="3200">
                <a:solidFill>
                  <a:schemeClr val="accent1"/>
                </a:solidFill>
              </a:rPr>
              <a:t>Let’s solve the </a:t>
            </a:r>
            <a:r>
              <a:rPr lang="en-US" sz="3200">
                <a:solidFill>
                  <a:schemeClr val="accent2"/>
                </a:solidFill>
              </a:rPr>
              <a:t>crosswords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2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3" name="Google Shape;4243;p4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</a:pPr>
            <a:r>
              <a:rPr lang="en-US"/>
              <a:t>Solve Crosswords</a:t>
            </a:r>
            <a:endParaRPr/>
          </a:p>
        </p:txBody>
      </p:sp>
      <p:pic>
        <p:nvPicPr>
          <p:cNvPr id="4244" name="Google Shape;42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6693" y="790968"/>
            <a:ext cx="5010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5" name="Google Shape;42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818" y="4496193"/>
            <a:ext cx="74390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0" name="Shape 4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1" name="Google Shape;4251;g2ba2dd07871_0_116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Great job!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5" name="Shape 4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6" name="Google Shape;4256;p6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lang="en-US" sz="3200">
                <a:solidFill>
                  <a:schemeClr val="accent1"/>
                </a:solidFill>
              </a:rPr>
              <a:t>Time for another fun activity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0" name="Shape 4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1" name="Google Shape;4261;p7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lang="en-US">
                <a:solidFill>
                  <a:schemeClr val="accent2"/>
                </a:solidFill>
              </a:rPr>
              <a:t>Drawing Algorithm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p8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</a:pPr>
            <a:r>
              <a:rPr lang="en-US" sz="3200"/>
              <a:t>Drawing Algorithm</a:t>
            </a:r>
            <a:endParaRPr/>
          </a:p>
        </p:txBody>
      </p:sp>
      <p:pic>
        <p:nvPicPr>
          <p:cNvPr id="4267" name="Google Shape;42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3901" y="1956877"/>
            <a:ext cx="3059838" cy="32923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268" name="Google Shape;42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444" y="1906786"/>
            <a:ext cx="2999616" cy="339256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2" name="Shape 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Google Shape;4273;p9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</a:pPr>
            <a:r>
              <a:rPr lang="en-US" sz="3200"/>
              <a:t>Drawing Algorithm</a:t>
            </a:r>
            <a:endParaRPr/>
          </a:p>
        </p:txBody>
      </p:sp>
      <p:pic>
        <p:nvPicPr>
          <p:cNvPr id="4274" name="Google Shape;42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945" y="1673932"/>
            <a:ext cx="4213934" cy="4152832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pic>
      <p:pic>
        <p:nvPicPr>
          <p:cNvPr id="4275" name="Google Shape;42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331" y="1630174"/>
            <a:ext cx="5860880" cy="4240347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0" name="Shape 4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1" name="Google Shape;4281;g3e84c60b4f6_0_3172" title="Break 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  <p:sp>
        <p:nvSpPr>
          <p:cNvPr id="4282" name="Google Shape;4282;g3e84c60b4f6_0_3172"/>
          <p:cNvSpPr txBox="1"/>
          <p:nvPr/>
        </p:nvSpPr>
        <p:spPr>
          <a:xfrm>
            <a:off x="4501186" y="4502597"/>
            <a:ext cx="31512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15 دقائق</a:t>
            </a:r>
            <a:endParaRPr sz="6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7" name="Shape 4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Google Shape;4288;g2ba2dd07871_0_0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Have you ever thought what is a </a:t>
            </a:r>
            <a:r>
              <a:rPr lang="en-US">
                <a:solidFill>
                  <a:schemeClr val="accent2"/>
                </a:solidFill>
              </a:rPr>
              <a:t>game</a:t>
            </a:r>
            <a:r>
              <a:rPr lang="en-US"/>
              <a:t>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2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7" name="Shape 4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8" name="Google Shape;4298;g2ba2dd07871_0_2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Games are </a:t>
            </a:r>
            <a:r>
              <a:rPr lang="en-US">
                <a:solidFill>
                  <a:schemeClr val="accent2"/>
                </a:solidFill>
              </a:rPr>
              <a:t>software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299" name="Google Shape;4299;g2ba2dd07871_0_2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(a type of program)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4" name="Shape 4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" name="Google Shape;4305;g2ba2dd07871_0_10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So, how are </a:t>
            </a:r>
            <a:r>
              <a:rPr lang="en-US">
                <a:solidFill>
                  <a:schemeClr val="accent2"/>
                </a:solidFill>
              </a:rPr>
              <a:t>softwares </a:t>
            </a:r>
            <a:r>
              <a:rPr lang="en-US"/>
              <a:t>made?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0" name="Shape 4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" name="Google Shape;4311;g2ba2dd07871_0_36"/>
          <p:cNvSpPr txBox="1"/>
          <p:nvPr>
            <p:ph type="ctrTitle"/>
          </p:nvPr>
        </p:nvSpPr>
        <p:spPr>
          <a:xfrm>
            <a:off x="1524000" y="1122377"/>
            <a:ext cx="9144000" cy="27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accent2"/>
                </a:solidFill>
              </a:rPr>
              <a:t>Softwares </a:t>
            </a:r>
            <a:r>
              <a:rPr lang="en-US">
                <a:solidFill>
                  <a:schemeClr val="accent1"/>
                </a:solidFill>
              </a:rPr>
              <a:t>go through something called </a:t>
            </a:r>
            <a:r>
              <a:rPr lang="en-US">
                <a:solidFill>
                  <a:schemeClr val="accent2"/>
                </a:solidFill>
              </a:rPr>
              <a:t>SDLC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312" name="Google Shape;4312;g2ba2dd07871_0_36"/>
          <p:cNvSpPr txBox="1"/>
          <p:nvPr>
            <p:ph idx="1" type="subTitle"/>
          </p:nvPr>
        </p:nvSpPr>
        <p:spPr>
          <a:xfrm>
            <a:off x="1524000" y="4000497"/>
            <a:ext cx="9144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(</a:t>
            </a:r>
            <a:r>
              <a:rPr b="1" lang="en-US">
                <a:solidFill>
                  <a:schemeClr val="accent2"/>
                </a:solidFill>
              </a:rPr>
              <a:t>S</a:t>
            </a:r>
            <a:r>
              <a:rPr lang="en-US"/>
              <a:t>oftware </a:t>
            </a:r>
            <a:r>
              <a:rPr b="1" lang="en-US">
                <a:solidFill>
                  <a:schemeClr val="accent2"/>
                </a:solidFill>
              </a:rPr>
              <a:t>d</a:t>
            </a:r>
            <a:r>
              <a:rPr lang="en-US"/>
              <a:t>evelopment </a:t>
            </a:r>
            <a:r>
              <a:rPr b="1" lang="en-US">
                <a:solidFill>
                  <a:schemeClr val="accent2"/>
                </a:solidFill>
              </a:rPr>
              <a:t>l</a:t>
            </a:r>
            <a:r>
              <a:rPr lang="en-US"/>
              <a:t>ife </a:t>
            </a:r>
            <a:r>
              <a:rPr b="1" lang="en-US">
                <a:solidFill>
                  <a:schemeClr val="accent2"/>
                </a:solidFill>
              </a:rPr>
              <a:t>c</a:t>
            </a:r>
            <a:r>
              <a:rPr lang="en-US"/>
              <a:t>ycle)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7" name="Shape 4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8" name="Google Shape;4318;g2ba2dd07871_0_44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19" name="Google Shape;4319;g2ba2dd07871_0_44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549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Software development life cycle</a:t>
            </a:r>
            <a:endParaRPr/>
          </a:p>
        </p:txBody>
      </p:sp>
      <p:pic>
        <p:nvPicPr>
          <p:cNvPr id="4320" name="Google Shape;4320;g2ba2dd07871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1052513"/>
            <a:ext cx="895350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5" name="Shape 4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6" name="Google Shape;4326;g2ba2dd07871_0_64"/>
          <p:cNvSpPr txBox="1"/>
          <p:nvPr>
            <p:ph type="ctrTitle"/>
          </p:nvPr>
        </p:nvSpPr>
        <p:spPr>
          <a:xfrm>
            <a:off x="1524000" y="1122375"/>
            <a:ext cx="9144000" cy="301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solidFill>
                  <a:schemeClr val="accent1"/>
                </a:solidFill>
              </a:rPr>
              <a:t>But still, how </a:t>
            </a:r>
            <a:r>
              <a:rPr lang="en-US">
                <a:solidFill>
                  <a:schemeClr val="accent2"/>
                </a:solidFill>
              </a:rPr>
              <a:t>games </a:t>
            </a:r>
            <a:r>
              <a:rPr lang="en-US">
                <a:solidFill>
                  <a:schemeClr val="accent1"/>
                </a:solidFill>
              </a:rPr>
              <a:t>are made..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1" name="Shape 4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2" name="Google Shape;4332;g2ba2dd07871_0_101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1"/>
                </a:solidFill>
              </a:rPr>
              <a:t>First</a:t>
            </a:r>
            <a:r>
              <a:rPr b="0" lang="en-US"/>
              <a:t>, </a:t>
            </a:r>
            <a:r>
              <a:rPr b="0" lang="en-US">
                <a:solidFill>
                  <a:schemeClr val="accent2"/>
                </a:solidFill>
              </a:rPr>
              <a:t>decide </a:t>
            </a:r>
            <a:r>
              <a:rPr b="0" lang="en-US"/>
              <a:t>what the game is going to </a:t>
            </a:r>
            <a:r>
              <a:rPr b="0" lang="en-US">
                <a:solidFill>
                  <a:schemeClr val="accent2"/>
                </a:solidFill>
              </a:rPr>
              <a:t>look </a:t>
            </a:r>
            <a:r>
              <a:rPr b="0" lang="en-US"/>
              <a:t>like and how it would </a:t>
            </a:r>
            <a:r>
              <a:rPr b="0" lang="en-US">
                <a:solidFill>
                  <a:schemeClr val="accent2"/>
                </a:solidFill>
              </a:rPr>
              <a:t>work</a:t>
            </a:r>
            <a:endParaRPr b="0" sz="4000">
              <a:solidFill>
                <a:schemeClr val="accent2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333" name="Google Shape;4333;g2ba2dd07871_0_10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/>
              <a:t>Game design</a:t>
            </a:r>
            <a:endParaRPr sz="2700"/>
          </a:p>
        </p:txBody>
      </p:sp>
      <p:pic>
        <p:nvPicPr>
          <p:cNvPr id="4334" name="Google Shape;4334;g2ba2dd07871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4591" y="1677300"/>
            <a:ext cx="6518268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g2ba2dd07871_0_111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1"/>
                </a:solidFill>
              </a:rPr>
              <a:t>Then</a:t>
            </a:r>
            <a:r>
              <a:rPr b="0" lang="en-US"/>
              <a:t>, </a:t>
            </a:r>
            <a:r>
              <a:rPr b="0" lang="en-US">
                <a:solidFill>
                  <a:schemeClr val="accent2"/>
                </a:solidFill>
              </a:rPr>
              <a:t>develop </a:t>
            </a:r>
            <a:r>
              <a:rPr b="0" lang="en-US"/>
              <a:t>the game</a:t>
            </a:r>
            <a:endParaRPr/>
          </a:p>
        </p:txBody>
      </p:sp>
      <p:sp>
        <p:nvSpPr>
          <p:cNvPr id="4341" name="Google Shape;4341;g2ba2dd07871_0_11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700"/>
              <a:t>Game development life cycle</a:t>
            </a:r>
            <a:endParaRPr sz="2700"/>
          </a:p>
        </p:txBody>
      </p:sp>
      <p:pic>
        <p:nvPicPr>
          <p:cNvPr id="4342" name="Google Shape;4342;g2ba2dd07871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9196" y="1731407"/>
            <a:ext cx="22860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6" name="Shape 4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7" name="Google Shape;4347;g3e84c60b4f6_0_61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Let’s </a:t>
            </a:r>
            <a:r>
              <a:rPr lang="en-US">
                <a:solidFill>
                  <a:schemeClr val="accent2"/>
                </a:solidFill>
              </a:rPr>
              <a:t>design </a:t>
            </a:r>
            <a:r>
              <a:rPr lang="en-US"/>
              <a:t>and </a:t>
            </a:r>
            <a:r>
              <a:rPr lang="en-US">
                <a:solidFill>
                  <a:schemeClr val="accent2"/>
                </a:solidFill>
              </a:rPr>
              <a:t>develop </a:t>
            </a:r>
            <a:r>
              <a:rPr lang="en-US"/>
              <a:t>our game!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2" name="Shape 4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3" name="Google Shape;4353;g3e84c60b4f6_0_621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start with </a:t>
            </a:r>
            <a:r>
              <a:rPr lang="en-US">
                <a:solidFill>
                  <a:schemeClr val="accent2"/>
                </a:solidFill>
              </a:rPr>
              <a:t>designing </a:t>
            </a:r>
            <a:r>
              <a:rPr lang="en-US"/>
              <a:t>our game!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8" name="Shape 4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9" name="Google Shape;4359;g3e84c60b4f6_0_626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Choose a game to make!</a:t>
            </a:r>
            <a:endParaRPr/>
          </a:p>
        </p:txBody>
      </p:sp>
      <p:sp>
        <p:nvSpPr>
          <p:cNvPr id="4360" name="Google Shape;4360;g3e84c60b4f6_0_626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(choose only 1 idea)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5" name="Shape 4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Google Shape;4366;g3e84c60b4f6_0_632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Choose a game idea</a:t>
            </a:r>
            <a:endParaRPr/>
          </a:p>
        </p:txBody>
      </p:sp>
      <p:pic>
        <p:nvPicPr>
          <p:cNvPr id="4367" name="Google Shape;4367;g3e84c60b4f6_0_6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2325" y="2069113"/>
            <a:ext cx="3407350" cy="297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8" name="Google Shape;4368;g3e84c60b4f6_0_6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75" y="2019937"/>
            <a:ext cx="3594924" cy="291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9" name="Google Shape;4369;g3e84c60b4f6_0_6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1600" y="2069150"/>
            <a:ext cx="3506926" cy="297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4" name="Shape 4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5" name="Google Shape;4375;g3e84c60b4f6_0_640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</a:t>
            </a:r>
            <a:endParaRPr/>
          </a:p>
        </p:txBody>
      </p:sp>
      <p:sp>
        <p:nvSpPr>
          <p:cNvPr id="4376" name="Google Shape;4376;g3e84c60b4f6_0_640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940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Design your own game</a:t>
            </a:r>
            <a:endParaRPr/>
          </a:p>
        </p:txBody>
      </p:sp>
      <p:sp>
        <p:nvSpPr>
          <p:cNvPr id="4377" name="Google Shape;4377;g3e84c60b4f6_0_640"/>
          <p:cNvSpPr txBox="1"/>
          <p:nvPr/>
        </p:nvSpPr>
        <p:spPr>
          <a:xfrm>
            <a:off x="701475" y="1046525"/>
            <a:ext cx="5394600" cy="4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349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C7C00"/>
              </a:buClr>
              <a:buSzPts val="3700"/>
              <a:buFont typeface="Calibri"/>
              <a:buChar char="●"/>
            </a:pPr>
            <a:r>
              <a:rPr lang="en-US" sz="27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Choose a game idea</a:t>
            </a:r>
            <a:endParaRPr b="0" i="0" sz="27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349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C7C00"/>
              </a:buClr>
              <a:buSzPts val="3700"/>
              <a:buFont typeface="Calibri"/>
              <a:buChar char="●"/>
            </a:pPr>
            <a:r>
              <a:rPr lang="en-US" sz="27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Choose sprites and background for your game</a:t>
            </a:r>
            <a:r>
              <a:rPr b="0" i="0" lang="en-US" sz="27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0" i="0" sz="27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23495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C7C00"/>
              </a:buClr>
              <a:buSzPts val="3700"/>
              <a:buFont typeface="Calibri"/>
              <a:buChar char="●"/>
            </a:pPr>
            <a:r>
              <a:rPr lang="en-US" sz="27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Think how each sprite will move</a:t>
            </a:r>
            <a:endParaRPr b="0" i="0" sz="27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378" name="Google Shape;4378;g3e84c60b4f6_0_6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4125" y="1403350"/>
            <a:ext cx="4051300" cy="40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3" name="Shape 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4" name="Google Shape;4384;g3e84c60b4f6_0_648"/>
          <p:cNvSpPr txBox="1"/>
          <p:nvPr>
            <p:ph type="ctrTitle"/>
          </p:nvPr>
        </p:nvSpPr>
        <p:spPr>
          <a:xfrm>
            <a:off x="920574" y="1659575"/>
            <a:ext cx="10048200" cy="27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Great! </a:t>
            </a:r>
            <a:br>
              <a:rPr lang="en-US"/>
            </a:br>
            <a:r>
              <a:rPr lang="en-US"/>
              <a:t>let’s </a:t>
            </a:r>
            <a:r>
              <a:rPr lang="en-US">
                <a:solidFill>
                  <a:schemeClr val="accent2"/>
                </a:solidFill>
              </a:rPr>
              <a:t>develop </a:t>
            </a:r>
            <a:r>
              <a:rPr lang="en-US"/>
              <a:t>our game!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9" name="Shape 4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0" name="Google Shape;4390;g3e84c60b4f6_0_653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940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Develop your game!</a:t>
            </a:r>
            <a:endParaRPr/>
          </a:p>
        </p:txBody>
      </p:sp>
      <p:sp>
        <p:nvSpPr>
          <p:cNvPr id="4391" name="Google Shape;4391;g3e84c60b4f6_0_653"/>
          <p:cNvSpPr txBox="1"/>
          <p:nvPr/>
        </p:nvSpPr>
        <p:spPr>
          <a:xfrm>
            <a:off x="701475" y="1046525"/>
            <a:ext cx="4933200" cy="4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Make it real </a:t>
            </a:r>
            <a:r>
              <a:rPr b="1" i="0" lang="en-US" sz="3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0" i="0" sz="26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Calibri"/>
              <a:buChar char="●"/>
            </a:pPr>
            <a:r>
              <a:rPr lang="en-US" sz="26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Develop the game.</a:t>
            </a:r>
            <a:br>
              <a:rPr b="0" i="0" lang="en-US" sz="2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b="0" i="0" sz="26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Debug</a:t>
            </a:r>
            <a:r>
              <a:rPr b="1" i="0" lang="en-US" sz="3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0" i="0" sz="26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Calibri"/>
              <a:buChar char="●"/>
            </a:pPr>
            <a:r>
              <a:rPr lang="en-US" sz="26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Run </a:t>
            </a:r>
            <a:r>
              <a:rPr b="0" i="0" lang="en-US" sz="2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your </a:t>
            </a:r>
            <a:r>
              <a:rPr lang="en-US" sz="2600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game to </a:t>
            </a:r>
            <a:r>
              <a:rPr b="0" i="0" lang="en-US" sz="2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test it</a:t>
            </a:r>
            <a:endParaRPr b="1" i="0" sz="3000" u="none" cap="none" strike="noStrike">
              <a:solidFill>
                <a:srgbClr val="172A4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392" name="Google Shape;4392;g3e84c60b4f6_0_6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3550" y="1117425"/>
            <a:ext cx="3739975" cy="37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6" name="Shape 4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7" name="Google Shape;4397;g2ba2dd07871_0_1164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Time for the Quiz!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1" name="Shape 4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5" name="Shape 4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6" name="Google Shape;4406;g3e84c60b4f6_0_3178" title="WhatsApp Image 2026-04-09 at 8.02.26 PM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2021-09-28T10:24:17Z</dcterms:created>
  <dc:creator>317170246</dc:creator>
</cp:coreProperties>
</file>