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18.xml"/>
  <Override ContentType="application/vnd.openxmlformats-officedocument.presentationml.slideLayout+xml" PartName="/ppt/slideLayouts/slideLayout307.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315.xml"/>
  <Override ContentType="application/vnd.openxmlformats-officedocument.presentationml.slideLayout+xml" PartName="/ppt/slideLayouts/slideLayout137.xml"/>
  <Override ContentType="application/vnd.openxmlformats-officedocument.presentationml.slideLayout+xml" PartName="/ppt/slideLayouts/slideLayout323.xml"/>
  <Override ContentType="application/vnd.openxmlformats-officedocument.presentationml.slideLayout+xml" PartName="/ppt/slideLayouts/slideLayout226.xml"/>
  <Override ContentType="application/vnd.openxmlformats-officedocument.presentationml.slideLayout+xml" PartName="/ppt/slideLayouts/slideLayout96.xml"/>
  <Override ContentType="application/vnd.openxmlformats-officedocument.presentationml.slideLayout+xml" PartName="/ppt/slideLayouts/slideLayout269.xml"/>
  <Override ContentType="application/vnd.openxmlformats-officedocument.presentationml.slideLayout+xml" PartName="/ppt/slideLayouts/slideLayout285.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250.xml"/>
  <Override ContentType="application/vnd.openxmlformats-officedocument.presentationml.slideLayout+xml" PartName="/ppt/slideLayouts/slideLayout145.xml"/>
  <Override ContentType="application/vnd.openxmlformats-officedocument.presentationml.slideLayout+xml" PartName="/ppt/slideLayouts/slideLayout277.xml"/>
  <Override ContentType="application/vnd.openxmlformats-officedocument.presentationml.slideLayout+xml" PartName="/ppt/slideLayouts/slideLayout196.xml"/>
  <Override ContentType="application/vnd.openxmlformats-officedocument.presentationml.slideLayout+xml" PartName="/ppt/slideLayouts/slideLayout234.xml"/>
  <Override ContentType="application/vnd.openxmlformats-officedocument.presentationml.slideLayout+xml" PartName="/ppt/slideLayouts/slideLayout102.xml"/>
  <Override ContentType="application/vnd.openxmlformats-officedocument.presentationml.slideLayout+xml" PartName="/ppt/slideLayouts/slideLayout331.xml"/>
  <Override ContentType="application/vnd.openxmlformats-officedocument.presentationml.slideLayout+xml" PartName="/ppt/slideLayouts/slideLayout188.xml"/>
  <Override ContentType="application/vnd.openxmlformats-officedocument.presentationml.slideLayout+xml" PartName="/ppt/slideLayouts/slideLayout242.xml"/>
  <Override ContentType="application/vnd.openxmlformats-officedocument.presentationml.slideLayout+xml" PartName="/ppt/slideLayouts/slideLayout165.xml"/>
  <Override ContentType="application/vnd.openxmlformats-officedocument.presentationml.slideLayout+xml" PartName="/ppt/slideLayouts/slideLayout262.xml"/>
  <Override ContentType="application/vnd.openxmlformats-officedocument.presentationml.slideLayout+xml" PartName="/ppt/slideLayouts/slideLayout65.xml"/>
  <Override ContentType="application/vnd.openxmlformats-officedocument.presentationml.slideLayout+xml" PartName="/ppt/slideLayouts/slideLayout289.xml"/>
  <Override ContentType="application/vnd.openxmlformats-officedocument.presentationml.slideLayout+xml" PartName="/ppt/slideLayouts/slideLayout300.xml"/>
  <Override ContentType="application/vnd.openxmlformats-officedocument.presentationml.slideLayout+xml" PartName="/ppt/slideLayouts/slideLayout22.xml"/>
  <Override ContentType="application/vnd.openxmlformats-officedocument.presentationml.slideLayout+xml" PartName="/ppt/slideLayouts/slideLayout293.xml"/>
  <Override ContentType="application/vnd.openxmlformats-officedocument.presentationml.slideLayout+xml" PartName="/ppt/slideLayouts/slideLayout122.xml"/>
  <Override ContentType="application/vnd.openxmlformats-officedocument.presentationml.slideLayout+xml" PartName="/ppt/slideLayouts/slideLayout338.xml"/>
  <Override ContentType="application/vnd.openxmlformats-officedocument.presentationml.slideLayout+xml" PartName="/ppt/slideLayouts/slideLayout49.xml"/>
  <Override ContentType="application/vnd.openxmlformats-officedocument.presentationml.slideLayout+xml" PartName="/ppt/slideLayouts/slideLayout3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311.xml"/>
  <Override ContentType="application/vnd.openxmlformats-officedocument.presentationml.slideLayout+xml" PartName="/ppt/slideLayouts/slideLayout257.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238.xml"/>
  <Override ContentType="application/vnd.openxmlformats-officedocument.presentationml.slideLayout+xml" PartName="/ppt/slideLayouts/slideLayout77.xml"/>
  <Override ContentType="application/vnd.openxmlformats-officedocument.presentationml.slideLayout+xml" PartName="/ppt/slideLayouts/slideLayout281.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304.xml"/>
  <Override ContentType="application/vnd.openxmlformats-officedocument.presentationml.slideLayout+xml" PartName="/ppt/slideLayouts/slideLayout161.xml"/>
  <Override ContentType="application/vnd.openxmlformats-officedocument.presentationml.slideLayout+xml" PartName="/ppt/slideLayouts/slideLayout334.xml"/>
  <Override ContentType="application/vnd.openxmlformats-officedocument.presentationml.slideLayout+xml" PartName="/ppt/slideLayouts/slideLayout172.xml"/>
  <Override ContentType="application/vnd.openxmlformats-officedocument.presentationml.slideLayout+xml" PartName="/ppt/slideLayouts/slideLayout266.xml"/>
  <Override ContentType="application/vnd.openxmlformats-officedocument.presentationml.slideLayout+xml" PartName="/ppt/slideLayouts/slideLayout206.xml"/>
  <Override ContentType="application/vnd.openxmlformats-officedocument.presentationml.slideLayout+xml" PartName="/ppt/slideLayouts/slideLayout223.xml"/>
  <Override ContentType="application/vnd.openxmlformats-officedocument.presentationml.slideLayout+xml" PartName="/ppt/slideLayouts/slideLayout142.xml"/>
  <Override ContentType="application/vnd.openxmlformats-officedocument.presentationml.slideLayout+xml" PartName="/ppt/slideLayouts/slideLayout249.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270.xml"/>
  <Override ContentType="application/vnd.openxmlformats-officedocument.presentationml.slideLayout+xml" PartName="/ppt/slideLayouts/slideLayout45.xml"/>
  <Override ContentType="application/vnd.openxmlformats-officedocument.presentationml.slideLayout+xml" PartName="/ppt/slideLayouts/slideLayout253.xml"/>
  <Override ContentType="application/vnd.openxmlformats-officedocument.presentationml.slideLayout+xml" PartName="/ppt/slideLayouts/slideLayout296.xml"/>
  <Override ContentType="application/vnd.openxmlformats-officedocument.presentationml.slideLayout+xml" PartName="/ppt/slideLayouts/slideLayout189.xml"/>
  <Override ContentType="application/vnd.openxmlformats-officedocument.presentationml.slideLayout+xml" PartName="/ppt/slideLayouts/slideLayout278.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235.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308.xml"/>
  <Override ContentType="application/vnd.openxmlformats-officedocument.presentationml.slideLayout+xml" PartName="/ppt/slideLayouts/slideLayout314.xml"/>
  <Override ContentType="application/vnd.openxmlformats-officedocument.presentationml.slideLayout+xml" PartName="/ppt/slideLayouts/slideLayout128.xml"/>
  <Override ContentType="application/vnd.openxmlformats-officedocument.presentationml.slideLayout+xml" PartName="/ppt/slideLayouts/slideLayout225.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251.xml"/>
  <Override ContentType="application/vnd.openxmlformats-officedocument.presentationml.slideLayout+xml" PartName="/ppt/slideLayouts/slideLayout99.xml"/>
  <Override ContentType="application/vnd.openxmlformats-officedocument.presentationml.slideLayout+xml" PartName="/ppt/slideLayouts/slideLayout268.xml"/>
  <Override ContentType="application/vnd.openxmlformats-officedocument.presentationml.slideLayout+xml" PartName="/ppt/slideLayouts/slideLayout21.xml"/>
  <Override ContentType="application/vnd.openxmlformats-officedocument.presentationml.slideLayout+xml" PartName="/ppt/slideLayouts/slideLayout294.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3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288.xml"/>
  <Override ContentType="application/vnd.openxmlformats-officedocument.presentationml.slideLayout+xml" PartName="/ppt/slideLayouts/slideLayout245.xml"/>
  <Override ContentType="application/vnd.openxmlformats-officedocument.presentationml.slideLayout+xml" PartName="/ppt/slideLayouts/slideLayout330.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231.xml"/>
  <Override ContentType="application/vnd.openxmlformats-officedocument.presentationml.slideLayout+xml" PartName="/ppt/slideLayouts/slideLayout274.xml"/>
  <Override ContentType="application/vnd.openxmlformats-officedocument.presentationml.slideLayout+xml" PartName="/ppt/slideLayouts/slideLayout324.xml"/>
  <Override ContentType="application/vnd.openxmlformats-officedocument.presentationml.slideLayout+xml" PartName="/ppt/slideLayouts/slideLayout273.xml"/>
  <Override ContentType="application/vnd.openxmlformats-officedocument.presentationml.slideLayout+xml" PartName="/ppt/slideLayouts/slideLayout184.xml"/>
  <Override ContentType="application/vnd.openxmlformats-officedocument.presentationml.slideLayout+xml" PartName="/ppt/slideLayouts/slideLayout230.xml"/>
  <Override ContentType="application/vnd.openxmlformats-officedocument.presentationml.slideLayout+xml" PartName="/ppt/slideLayouts/slideLayout141.xml"/>
  <Override ContentType="application/vnd.openxmlformats-officedocument.presentationml.slideLayout+xml" PartName="/ppt/slideLayouts/slideLayout329.xml"/>
  <Override ContentType="application/vnd.openxmlformats-officedocument.presentationml.slideLayout+xml" PartName="/ppt/slideLayouts/slideLayout239.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299.xml"/>
  <Override ContentType="application/vnd.openxmlformats-officedocument.presentationml.slideLayout+xml" PartName="/ppt/slideLayouts/slideLayout256.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263.xml"/>
  <Override ContentType="application/vnd.openxmlformats-officedocument.presentationml.slideLayout+xml" PartName="/ppt/slideLayouts/slideLayout68.xml"/>
  <Override ContentType="application/vnd.openxmlformats-officedocument.presentationml.slideLayout+xml" PartName="/ppt/slideLayouts/slideLayout335.xml"/>
  <Override ContentType="application/vnd.openxmlformats-officedocument.presentationml.slideLayout+xml" PartName="/ppt/slideLayouts/slideLayout203.xml"/>
  <Override ContentType="application/vnd.openxmlformats-officedocument.presentationml.slideLayout+xml" PartName="/ppt/slideLayouts/slideLayout246.xml"/>
  <Override ContentType="application/vnd.openxmlformats-officedocument.presentationml.slideLayout+xml" PartName="/ppt/slideLayouts/slideLayout290.xml"/>
  <Override ContentType="application/vnd.openxmlformats-officedocument.presentationml.slideLayout+xml" PartName="/ppt/slideLayouts/slideLayout229.xml"/>
  <Override ContentType="application/vnd.openxmlformats-officedocument.presentationml.slideLayout+xml" PartName="/ppt/slideLayouts/slideLayout190.xml"/>
  <Override ContentType="application/vnd.openxmlformats-officedocument.presentationml.slideLayout+xml" PartName="/ppt/slideLayouts/slideLayout224.xml"/>
  <Override ContentType="application/vnd.openxmlformats-officedocument.presentationml.slideLayout+xml" PartName="/ppt/slideLayouts/slideLayout267.xml"/>
  <Override ContentType="application/vnd.openxmlformats-officedocument.presentationml.slideLayout+xml" PartName="/ppt/slideLayouts/slideLayout284.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241.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30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320.xml"/>
  <Override ContentType="application/vnd.openxmlformats-officedocument.presentationml.slideLayout+xml" PartName="/ppt/slideLayouts/slideLayout171.xml"/>
  <Override ContentType="application/vnd.openxmlformats-officedocument.presentationml.slideLayout+xml" PartName="/ppt/slideLayouts/slideLayout260.xml"/>
  <Override ContentType="application/vnd.openxmlformats-officedocument.presentationml.slideLayout+xml" PartName="/ppt/slideLayouts/slideLayout198.xml"/>
  <Override ContentType="application/vnd.openxmlformats-officedocument.presentationml.slideLayout+xml" PartName="/ppt/slideLayouts/slideLayout252.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295.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305.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309.xml"/>
  <Override ContentType="application/vnd.openxmlformats-officedocument.presentationml.slideLayout+xml" PartName="/ppt/slideLayouts/slideLayout5.xml"/>
  <Override ContentType="application/vnd.openxmlformats-officedocument.presentationml.slideLayout+xml" PartName="/ppt/slideLayouts/slideLayout259.xml"/>
  <Override ContentType="application/vnd.openxmlformats-officedocument.presentationml.slideLayout+xml" PartName="/ppt/slideLayouts/slideLayout78.xml"/>
  <Override ContentType="application/vnd.openxmlformats-officedocument.presentationml.slideLayout+xml" PartName="/ppt/slideLayouts/slideLayout232.xml"/>
  <Override ContentType="application/vnd.openxmlformats-officedocument.presentationml.slideLayout+xml" PartName="/ppt/slideLayouts/slideLayout313.xml"/>
  <Override ContentType="application/vnd.openxmlformats-officedocument.presentationml.slideLayout+xml" PartName="/ppt/slideLayouts/slideLayout275.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228.xml"/>
  <Override ContentType="application/vnd.openxmlformats-officedocument.presentationml.slideLayout+xml" PartName="/ppt/slideLayouts/slideLayout135.xml"/>
  <Override ContentType="application/vnd.openxmlformats-officedocument.presentationml.slideLayout+xml" PartName="/ppt/slideLayouts/slideLayout280.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291.xml"/>
  <Override ContentType="application/vnd.openxmlformats-officedocument.presentationml.slideLayout+xml" PartName="/ppt/slideLayouts/slideLayout325.xml"/>
  <Override ContentType="application/vnd.openxmlformats-officedocument.presentationml.slideLayout+xml" PartName="/ppt/slideLayouts/slideLayout194.xml"/>
  <Override ContentType="application/vnd.openxmlformats-officedocument.presentationml.slideLayout+xml" PartName="/ppt/slideLayouts/slideLayout287.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44.xml"/>
  <Override ContentType="application/vnd.openxmlformats-officedocument.presentationml.slideLayout+xml" PartName="/ppt/slideLayouts/slideLayout201.xml"/>
  <Override ContentType="application/vnd.openxmlformats-officedocument.presentationml.slideLayout+xml" PartName="/ppt/slideLayouts/slideLayout302.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328.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310.xml"/>
  <Override ContentType="application/vnd.openxmlformats-officedocument.presentationml.slideLayout+xml" PartName="/ppt/slideLayouts/slideLayout204.xml"/>
  <Override ContentType="application/vnd.openxmlformats-officedocument.presentationml.slideLayout+xml" PartName="/ppt/slideLayouts/slideLayout336.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298.xml"/>
  <Override ContentType="application/vnd.openxmlformats-officedocument.presentationml.slideLayout+xml" PartName="/ppt/slideLayouts/slideLayout166.xml"/>
  <Override ContentType="application/vnd.openxmlformats-officedocument.presentationml.slideLayout+xml" PartName="/ppt/slideLayouts/slideLayout247.xml"/>
  <Override ContentType="application/vnd.openxmlformats-officedocument.presentationml.slideLayout+xml" PartName="/ppt/slideLayouts/slideLayout272.xml"/>
  <Override ContentType="application/vnd.openxmlformats-officedocument.presentationml.slideLayout+xml" PartName="/ppt/slideLayouts/slideLayout140.xml"/>
  <Override ContentType="application/vnd.openxmlformats-officedocument.presentationml.slideLayout+xml" PartName="/ppt/slideLayouts/slideLayout264.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255.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317.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321.xml"/>
  <Override ContentType="application/vnd.openxmlformats-officedocument.presentationml.slideLayout+xml" PartName="/ppt/slideLayouts/slideLayout236.xml"/>
  <Override ContentType="application/vnd.openxmlformats-officedocument.presentationml.slideLayout+xml" PartName="/ppt/slideLayouts/slideLayout191.xml"/>
  <Override ContentType="application/vnd.openxmlformats-officedocument.presentationml.slideLayout+xml" PartName="/ppt/slideLayouts/slideLayout279.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240.xml"/>
  <Override ContentType="application/vnd.openxmlformats-officedocument.presentationml.slideLayout+xml" PartName="/ppt/slideLayouts/slideLayout15.xml"/>
  <Override ContentType="application/vnd.openxmlformats-officedocument.presentationml.slideLayout+xml" PartName="/ppt/slideLayouts/slideLayout283.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243.xml"/>
  <Override ContentType="application/vnd.openxmlformats-officedocument.presentationml.slideLayout+xml" PartName="/ppt/slideLayouts/slideLayout3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28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06.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233.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322.xml"/>
  <Override ContentType="application/vnd.openxmlformats-officedocument.presentationml.slideLayout+xml" PartName="/ppt/slideLayouts/slideLayout136.xml"/>
  <Override ContentType="application/vnd.openxmlformats-officedocument.presentationml.slideLayout+xml" PartName="/ppt/slideLayouts/slideLayout326.xml"/>
  <Override ContentType="application/vnd.openxmlformats-officedocument.presentationml.slideLayout+xml" PartName="/ppt/slideLayouts/slideLayout292.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276.xml"/>
  <Override ContentType="application/vnd.openxmlformats-officedocument.presentationml.slideLayout+xml" PartName="/ppt/slideLayouts/slideLayout25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261.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312.xml"/>
  <Override ContentType="application/vnd.openxmlformats-officedocument.presentationml.slideLayout+xml" PartName="/ppt/slideLayouts/slideLayout209.xml"/>
  <Override ContentType="application/vnd.openxmlformats-officedocument.presentationml.slideLayout+xml" PartName="/ppt/slideLayouts/slideLayout227.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337.xml"/>
  <Override ContentType="application/vnd.openxmlformats-officedocument.presentationml.slideLayout+xml" PartName="/ppt/slideLayouts/slideLayout248.xml"/>
  <Override ContentType="application/vnd.openxmlformats-officedocument.presentationml.slideLayout+xml" PartName="/ppt/slideLayouts/slideLayout205.xml"/>
  <Override ContentType="application/vnd.openxmlformats-officedocument.presentationml.slideLayout+xml" PartName="/ppt/slideLayouts/slideLayout222.xml"/>
  <Override ContentType="application/vnd.openxmlformats-officedocument.presentationml.slideLayout+xml" PartName="/ppt/slideLayouts/slideLayout282.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265.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327.xml"/>
  <Override ContentType="application/vnd.openxmlformats-officedocument.presentationml.slideLayout+xml" PartName="/ppt/slideLayouts/slideLayout115.xml"/>
  <Override ContentType="application/vnd.openxmlformats-officedocument.presentationml.slideLayout+xml" PartName="/ppt/slideLayouts/slideLayout301.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97.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237.xml"/>
  <Override ContentType="application/vnd.openxmlformats-officedocument.presentationml.slideLayout+xml" PartName="/ppt/slideLayouts/slideLayout143.xml"/>
  <Override ContentType="application/vnd.openxmlformats-officedocument.presentationml.slideLayout+xml" PartName="/ppt/slideLayouts/slideLayout271.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254.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316.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Layout+xml" PartName="/ppt/slideLayouts/slideLayout333.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774" r:id="rId6"/>
    <p:sldMasterId id="2147483827" r:id="rId7"/>
    <p:sldMasterId id="2147483864"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Lst>
  <p:sldSz cy="6858000" cx="12192000"/>
  <p:notesSz cx="6858000" cy="9144000"/>
  <p:embeddedFontLst>
    <p:embeddedFont>
      <p:font typeface="Fredoka"/>
      <p:regular r:id="rId57"/>
      <p:bold r:id="rId58"/>
    </p:embeddedFont>
    <p:embeddedFont>
      <p:font typeface="Kdam Thmor Pro"/>
      <p:regular r:id="rId59"/>
    </p:embeddedFont>
    <p:embeddedFont>
      <p:font typeface="Quicksand"/>
      <p:regular r:id="rId60"/>
      <p:bold r:id="rId61"/>
    </p:embeddedFont>
    <p:embeddedFont>
      <p:font typeface="Quicksand SemiBold"/>
      <p:regular r:id="rId62"/>
      <p:bold r:id="rId63"/>
    </p:embeddedFont>
    <p:embeddedFont>
      <p:font typeface="Quicksand Light"/>
      <p:regular r:id="rId64"/>
      <p:bold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66" roundtripDataSignature="AMtx7mhJRCJ6rP8kmPoPCB/wBy61Vd1U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0119D5-C767-46ED-A351-CF7C835F8AEE}">
  <a:tblStyle styleId="{300119D5-C767-46ED-A351-CF7C835F8AEE}" styleName="Table_0">
    <a:wholeTbl>
      <a:tcTxStyle b="off" i="off">
        <a:font>
          <a:latin typeface="Kdam Thmor Pro"/>
          <a:ea typeface="Kdam Thmor Pro"/>
          <a:cs typeface="Kdam Thmor Pro"/>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FFFF"/>
          </a:solidFill>
        </a:fill>
      </a:tcStyle>
    </a:wholeTbl>
    <a:band1H>
      <a:tcTxStyle b="off" i="off"/>
      <a:tcStyle>
        <a:fill>
          <a:solidFill>
            <a:srgbClr val="CAFEFE"/>
          </a:solidFill>
        </a:fill>
      </a:tcStyle>
    </a:band1H>
    <a:band2H>
      <a:tcTxStyle b="off" i="off"/>
    </a:band2H>
    <a:band1V>
      <a:tcTxStyle b="off" i="off"/>
      <a:tcStyle>
        <a:fill>
          <a:solidFill>
            <a:srgbClr val="CAFEFE"/>
          </a:solidFill>
        </a:fill>
      </a:tcStyle>
    </a:band1V>
    <a:band2V>
      <a:tcTxStyle b="off" i="off"/>
    </a:band2V>
    <a:lastCol>
      <a:tcTxStyle b="on" i="off">
        <a:font>
          <a:latin typeface="Kdam Thmor Pro"/>
          <a:ea typeface="Kdam Thmor Pro"/>
          <a:cs typeface="Kdam Thmor Pro"/>
        </a:font>
        <a:schemeClr val="lt1"/>
      </a:tcTxStyle>
      <a:tcStyle>
        <a:fill>
          <a:solidFill>
            <a:schemeClr val="accent1"/>
          </a:solidFill>
        </a:fill>
      </a:tcStyle>
    </a:lastCol>
    <a:firstCol>
      <a:tcTxStyle b="on" i="off">
        <a:font>
          <a:latin typeface="Kdam Thmor Pro"/>
          <a:ea typeface="Kdam Thmor Pro"/>
          <a:cs typeface="Kdam Thmor Pro"/>
        </a:font>
        <a:schemeClr val="lt1"/>
      </a:tcTxStyle>
      <a:tcStyle>
        <a:fill>
          <a:solidFill>
            <a:schemeClr val="accent1"/>
          </a:solidFill>
        </a:fill>
      </a:tcStyle>
    </a:firstCol>
    <a:lastRow>
      <a:tcTxStyle b="on" i="off">
        <a:font>
          <a:latin typeface="Kdam Thmor Pro"/>
          <a:ea typeface="Kdam Thmor Pro"/>
          <a:cs typeface="Kdam Thmor Pro"/>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Kdam Thmor Pro"/>
          <a:ea typeface="Kdam Thmor Pro"/>
          <a:cs typeface="Kdam Thmor Pro"/>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11" Type="http://schemas.openxmlformats.org/officeDocument/2006/relationships/slide" Target="slides/slide2.xml"/><Relationship Id="rId10" Type="http://schemas.openxmlformats.org/officeDocument/2006/relationships/slide" Target="slides/slide1.xml"/><Relationship Id="rId13" Type="http://schemas.openxmlformats.org/officeDocument/2006/relationships/slide" Target="slides/slide4.xml"/><Relationship Id="rId12" Type="http://schemas.openxmlformats.org/officeDocument/2006/relationships/slide" Target="slides/slide3.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62" Type="http://schemas.openxmlformats.org/officeDocument/2006/relationships/font" Target="fonts/QuicksandSemiBold-regular.fntdata"/><Relationship Id="rId61" Type="http://schemas.openxmlformats.org/officeDocument/2006/relationships/font" Target="fonts/Quicksand-bold.fntdata"/><Relationship Id="rId64" Type="http://schemas.openxmlformats.org/officeDocument/2006/relationships/font" Target="fonts/QuicksandLight-regular.fntdata"/><Relationship Id="rId63" Type="http://schemas.openxmlformats.org/officeDocument/2006/relationships/font" Target="fonts/QuicksandSemiBold-bold.fntdata"/><Relationship Id="rId66" Type="http://customschemas.google.com/relationships/presentationmetadata" Target="metadata"/><Relationship Id="rId65" Type="http://schemas.openxmlformats.org/officeDocument/2006/relationships/font" Target="fonts/QuicksandLight-bold.fntdata"/><Relationship Id="rId60" Type="http://schemas.openxmlformats.org/officeDocument/2006/relationships/font" Target="fonts/Quicksand-regular.fntdata"/><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55" Type="http://schemas.openxmlformats.org/officeDocument/2006/relationships/slide" Target="slides/slide46.xml"/><Relationship Id="rId54" Type="http://schemas.openxmlformats.org/officeDocument/2006/relationships/slide" Target="slides/slide45.xml"/><Relationship Id="rId57" Type="http://schemas.openxmlformats.org/officeDocument/2006/relationships/font" Target="fonts/Fredoka-regular.fntdata"/><Relationship Id="rId56" Type="http://schemas.openxmlformats.org/officeDocument/2006/relationships/slide" Target="slides/slide47.xml"/><Relationship Id="rId59" Type="http://schemas.openxmlformats.org/officeDocument/2006/relationships/font" Target="fonts/KdamThmorPro-regular.fntdata"/><Relationship Id="rId58" Type="http://schemas.openxmlformats.org/officeDocument/2006/relationships/font" Target="fonts/Fredoka-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5" name="Shape 4465"/>
        <p:cNvGrpSpPr/>
        <p:nvPr/>
      </p:nvGrpSpPr>
      <p:grpSpPr>
        <a:xfrm>
          <a:off x="0" y="0"/>
          <a:ext cx="0" cy="0"/>
          <a:chOff x="0" y="0"/>
          <a:chExt cx="0" cy="0"/>
        </a:xfrm>
      </p:grpSpPr>
      <p:sp>
        <p:nvSpPr>
          <p:cNvPr id="4466" name="Google Shape;4466;g38b88470f6c_2_29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7" name="Google Shape;4467;g38b88470f6c_2_29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5" name="Shape 4475"/>
        <p:cNvGrpSpPr/>
        <p:nvPr/>
      </p:nvGrpSpPr>
      <p:grpSpPr>
        <a:xfrm>
          <a:off x="0" y="0"/>
          <a:ext cx="0" cy="0"/>
          <a:chOff x="0" y="0"/>
          <a:chExt cx="0" cy="0"/>
        </a:xfrm>
      </p:grpSpPr>
      <p:sp>
        <p:nvSpPr>
          <p:cNvPr id="4476" name="Google Shape;4476;g3b3a45db5ed_1_23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77" name="Google Shape;4477;g3b3a45db5ed_1_23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1" name="Shape 4481"/>
        <p:cNvGrpSpPr/>
        <p:nvPr/>
      </p:nvGrpSpPr>
      <p:grpSpPr>
        <a:xfrm>
          <a:off x="0" y="0"/>
          <a:ext cx="0" cy="0"/>
          <a:chOff x="0" y="0"/>
          <a:chExt cx="0" cy="0"/>
        </a:xfrm>
      </p:grpSpPr>
      <p:sp>
        <p:nvSpPr>
          <p:cNvPr id="4482" name="Google Shape;4482;g38b88470f6c_3_16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3" name="Google Shape;4483;g38b88470f6c_3_16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https://wheelofnames.com/eqj-8zc</a:t>
            </a:r>
            <a:endParaRPr/>
          </a:p>
        </p:txBody>
      </p:sp>
      <p:sp>
        <p:nvSpPr>
          <p:cNvPr id="4484" name="Google Shape;4484;g38b88470f6c_3_16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7" name="Shape 4487"/>
        <p:cNvGrpSpPr/>
        <p:nvPr/>
      </p:nvGrpSpPr>
      <p:grpSpPr>
        <a:xfrm>
          <a:off x="0" y="0"/>
          <a:ext cx="0" cy="0"/>
          <a:chOff x="0" y="0"/>
          <a:chExt cx="0" cy="0"/>
        </a:xfrm>
      </p:grpSpPr>
      <p:sp>
        <p:nvSpPr>
          <p:cNvPr id="4488" name="Google Shape;4488;g3b3a45db5ed_1_23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9" name="Google Shape;4489;g3b3a45db5ed_1_23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90" name="Google Shape;4490;g3b3a45db5ed_1_23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3" name="Shape 4493"/>
        <p:cNvGrpSpPr/>
        <p:nvPr/>
      </p:nvGrpSpPr>
      <p:grpSpPr>
        <a:xfrm>
          <a:off x="0" y="0"/>
          <a:ext cx="0" cy="0"/>
          <a:chOff x="0" y="0"/>
          <a:chExt cx="0" cy="0"/>
        </a:xfrm>
      </p:grpSpPr>
      <p:sp>
        <p:nvSpPr>
          <p:cNvPr id="4494" name="Google Shape;4494;g3b3a45db5ed_1_23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95" name="Google Shape;4495;g3b3a45db5ed_1_23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8" name="Shape 4498"/>
        <p:cNvGrpSpPr/>
        <p:nvPr/>
      </p:nvGrpSpPr>
      <p:grpSpPr>
        <a:xfrm>
          <a:off x="0" y="0"/>
          <a:ext cx="0" cy="0"/>
          <a:chOff x="0" y="0"/>
          <a:chExt cx="0" cy="0"/>
        </a:xfrm>
      </p:grpSpPr>
      <p:sp>
        <p:nvSpPr>
          <p:cNvPr id="4499" name="Google Shape;4499;g3b3a45db5ed_1_23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0" name="Google Shape;4500;g3b3a45db5ed_1_23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01" name="Google Shape;4501;g3b3a45db5ed_1_23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5" name="Shape 4505"/>
        <p:cNvGrpSpPr/>
        <p:nvPr/>
      </p:nvGrpSpPr>
      <p:grpSpPr>
        <a:xfrm>
          <a:off x="0" y="0"/>
          <a:ext cx="0" cy="0"/>
          <a:chOff x="0" y="0"/>
          <a:chExt cx="0" cy="0"/>
        </a:xfrm>
      </p:grpSpPr>
      <p:sp>
        <p:nvSpPr>
          <p:cNvPr id="4506" name="Google Shape;4506;g3b3d06a388d_1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7" name="Google Shape;4507;g3b3d06a388d_1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08" name="Google Shape;4508;g3b3d06a388d_1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1" name="Shape 4511"/>
        <p:cNvGrpSpPr/>
        <p:nvPr/>
      </p:nvGrpSpPr>
      <p:grpSpPr>
        <a:xfrm>
          <a:off x="0" y="0"/>
          <a:ext cx="0" cy="0"/>
          <a:chOff x="0" y="0"/>
          <a:chExt cx="0" cy="0"/>
        </a:xfrm>
      </p:grpSpPr>
      <p:sp>
        <p:nvSpPr>
          <p:cNvPr id="4512" name="Google Shape;4512;g3b42a648cc4_5_49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3" name="Google Shape;4513;g3b42a648cc4_5_49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4" name="Google Shape;4514;g3b42a648cc4_5_49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9" name="Shape 4519"/>
        <p:cNvGrpSpPr/>
        <p:nvPr/>
      </p:nvGrpSpPr>
      <p:grpSpPr>
        <a:xfrm>
          <a:off x="0" y="0"/>
          <a:ext cx="0" cy="0"/>
          <a:chOff x="0" y="0"/>
          <a:chExt cx="0" cy="0"/>
        </a:xfrm>
      </p:grpSpPr>
      <p:sp>
        <p:nvSpPr>
          <p:cNvPr id="4520" name="Google Shape;4520;g3b42a648cc4_5_49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1" name="Google Shape;4521;g3b42a648cc4_5_49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22" name="Google Shape;4522;g3b42a648cc4_5_49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7" name="Shape 4527"/>
        <p:cNvGrpSpPr/>
        <p:nvPr/>
      </p:nvGrpSpPr>
      <p:grpSpPr>
        <a:xfrm>
          <a:off x="0" y="0"/>
          <a:ext cx="0" cy="0"/>
          <a:chOff x="0" y="0"/>
          <a:chExt cx="0" cy="0"/>
        </a:xfrm>
      </p:grpSpPr>
      <p:sp>
        <p:nvSpPr>
          <p:cNvPr id="4528" name="Google Shape;4528;g3b3df1f2e99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9" name="Google Shape;4529;g3b3df1f2e99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30" name="Google Shape;4530;g3b3df1f2e99_0_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6" name="Shape 4536"/>
        <p:cNvGrpSpPr/>
        <p:nvPr/>
      </p:nvGrpSpPr>
      <p:grpSpPr>
        <a:xfrm>
          <a:off x="0" y="0"/>
          <a:ext cx="0" cy="0"/>
          <a:chOff x="0" y="0"/>
          <a:chExt cx="0" cy="0"/>
        </a:xfrm>
      </p:grpSpPr>
      <p:sp>
        <p:nvSpPr>
          <p:cNvPr id="4537" name="Google Shape;4537;g3b3df1f2e99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8" name="Google Shape;4538;g3b3df1f2e99_0_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39" name="Google Shape;4539;g3b3df1f2e99_0_1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5" name="Shape 4545"/>
        <p:cNvGrpSpPr/>
        <p:nvPr/>
      </p:nvGrpSpPr>
      <p:grpSpPr>
        <a:xfrm>
          <a:off x="0" y="0"/>
          <a:ext cx="0" cy="0"/>
          <a:chOff x="0" y="0"/>
          <a:chExt cx="0" cy="0"/>
        </a:xfrm>
      </p:grpSpPr>
      <p:sp>
        <p:nvSpPr>
          <p:cNvPr id="4546" name="Google Shape;4546;g3b3df1f2e99_0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7" name="Google Shape;4547;g3b3df1f2e99_0_1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48" name="Google Shape;4548;g3b3df1f2e99_0_1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4" name="Shape 4554"/>
        <p:cNvGrpSpPr/>
        <p:nvPr/>
      </p:nvGrpSpPr>
      <p:grpSpPr>
        <a:xfrm>
          <a:off x="0" y="0"/>
          <a:ext cx="0" cy="0"/>
          <a:chOff x="0" y="0"/>
          <a:chExt cx="0" cy="0"/>
        </a:xfrm>
      </p:grpSpPr>
      <p:sp>
        <p:nvSpPr>
          <p:cNvPr id="4555" name="Google Shape;4555;g3b3d06a388d_1_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6" name="Google Shape;4556;g3b3d06a388d_1_2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57" name="Google Shape;4557;g3b3d06a388d_1_2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0" name="Shape 4560"/>
        <p:cNvGrpSpPr/>
        <p:nvPr/>
      </p:nvGrpSpPr>
      <p:grpSpPr>
        <a:xfrm>
          <a:off x="0" y="0"/>
          <a:ext cx="0" cy="0"/>
          <a:chOff x="0" y="0"/>
          <a:chExt cx="0" cy="0"/>
        </a:xfrm>
      </p:grpSpPr>
      <p:sp>
        <p:nvSpPr>
          <p:cNvPr id="4561" name="Google Shape;4561;g3b3df1f2e99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2" name="Google Shape;4562;g3b3df1f2e99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3" name="Google Shape;4563;g3b3df1f2e99_0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8" name="Shape 4568"/>
        <p:cNvGrpSpPr/>
        <p:nvPr/>
      </p:nvGrpSpPr>
      <p:grpSpPr>
        <a:xfrm>
          <a:off x="0" y="0"/>
          <a:ext cx="0" cy="0"/>
          <a:chOff x="0" y="0"/>
          <a:chExt cx="0" cy="0"/>
        </a:xfrm>
      </p:grpSpPr>
      <p:sp>
        <p:nvSpPr>
          <p:cNvPr id="4569" name="Google Shape;4569;g3b3df1f2e99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0" name="Google Shape;4570;g3b3df1f2e99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71" name="Google Shape;4571;g3b3df1f2e99_0_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6" name="Shape 4576"/>
        <p:cNvGrpSpPr/>
        <p:nvPr/>
      </p:nvGrpSpPr>
      <p:grpSpPr>
        <a:xfrm>
          <a:off x="0" y="0"/>
          <a:ext cx="0" cy="0"/>
          <a:chOff x="0" y="0"/>
          <a:chExt cx="0" cy="0"/>
        </a:xfrm>
      </p:grpSpPr>
      <p:sp>
        <p:nvSpPr>
          <p:cNvPr id="4577" name="Google Shape;4577;g3b3df1f2e99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8" name="Google Shape;4578;g3b3df1f2e99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79" name="Google Shape;4579;g3b3df1f2e99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4" name="Shape 4584"/>
        <p:cNvGrpSpPr/>
        <p:nvPr/>
      </p:nvGrpSpPr>
      <p:grpSpPr>
        <a:xfrm>
          <a:off x="0" y="0"/>
          <a:ext cx="0" cy="0"/>
          <a:chOff x="0" y="0"/>
          <a:chExt cx="0" cy="0"/>
        </a:xfrm>
      </p:grpSpPr>
      <p:sp>
        <p:nvSpPr>
          <p:cNvPr id="4585" name="Google Shape;4585;g3b3df1f2e99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6" name="Google Shape;4586;g3b3df1f2e99_0_1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87" name="Google Shape;4587;g3b3df1f2e99_0_1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0" name="Shape 4590"/>
        <p:cNvGrpSpPr/>
        <p:nvPr/>
      </p:nvGrpSpPr>
      <p:grpSpPr>
        <a:xfrm>
          <a:off x="0" y="0"/>
          <a:ext cx="0" cy="0"/>
          <a:chOff x="0" y="0"/>
          <a:chExt cx="0" cy="0"/>
        </a:xfrm>
      </p:grpSpPr>
      <p:sp>
        <p:nvSpPr>
          <p:cNvPr id="4591" name="Google Shape;4591;g3b3df1f2e99_0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2" name="Google Shape;4592;g3b3df1f2e99_0_1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The Bumper Sensor is your robot's sense of touch. Your VR Robot has two Bumper Sensors positioned on the front - one on the left side and one on the right side. These sensors detect when the robot makes physical contact with walls or objects in the maze. Think of them like the bumpers on a bumper car at an amusement park - they detect collisions. The front placement is strategic because the robot drives forward, so it needs to detect obstacles in its path.</a:t>
            </a:r>
            <a:endParaRPr/>
          </a:p>
          <a:p>
            <a:pPr indent="0" lvl="0" marL="0" rtl="0" algn="l">
              <a:lnSpc>
                <a:spcPct val="100000"/>
              </a:lnSpc>
              <a:spcBef>
                <a:spcPts val="1200"/>
              </a:spcBef>
              <a:spcAft>
                <a:spcPts val="0"/>
              </a:spcAft>
              <a:buSzPts val="1400"/>
              <a:buNone/>
            </a:pPr>
            <a:r>
              <a:t/>
            </a:r>
            <a:endParaRPr/>
          </a:p>
        </p:txBody>
      </p:sp>
      <p:sp>
        <p:nvSpPr>
          <p:cNvPr id="4593" name="Google Shape;4593;g3b3df1f2e99_0_1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1" name="Shape 4601"/>
        <p:cNvGrpSpPr/>
        <p:nvPr/>
      </p:nvGrpSpPr>
      <p:grpSpPr>
        <a:xfrm>
          <a:off x="0" y="0"/>
          <a:ext cx="0" cy="0"/>
          <a:chOff x="0" y="0"/>
          <a:chExt cx="0" cy="0"/>
        </a:xfrm>
      </p:grpSpPr>
      <p:sp>
        <p:nvSpPr>
          <p:cNvPr id="4602" name="Google Shape;4602;g3b3df1f2e99_0_2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3" name="Google Shape;4603;g3b3df1f2e99_0_2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Your VR Robot has two separate Bumper Sensors - one on the left and one on the right. Why two? Because the robot needs to know which side is making contact with a wall. If the left bumper is pressed, the robot might turn right to avoid the obstacle. If the right bumper is pressed, it might turn left. Having two sensors gives your robot more information about its environment and allows for more sophisticated navigation strategies. In your code, you'll specify which bumper you're checking - left or right.</a:t>
            </a:r>
            <a:endParaRPr/>
          </a:p>
          <a:p>
            <a:pPr indent="0" lvl="0" marL="0" rtl="0" algn="l">
              <a:lnSpc>
                <a:spcPct val="100000"/>
              </a:lnSpc>
              <a:spcBef>
                <a:spcPts val="1200"/>
              </a:spcBef>
              <a:spcAft>
                <a:spcPts val="0"/>
              </a:spcAft>
              <a:buSzPts val="1400"/>
              <a:buNone/>
            </a:pPr>
            <a:r>
              <a:t/>
            </a:r>
            <a:endParaRPr/>
          </a:p>
        </p:txBody>
      </p:sp>
      <p:sp>
        <p:nvSpPr>
          <p:cNvPr id="4604" name="Google Shape;4604;g3b3df1f2e99_0_2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2" name="Shape 4612"/>
        <p:cNvGrpSpPr/>
        <p:nvPr/>
      </p:nvGrpSpPr>
      <p:grpSpPr>
        <a:xfrm>
          <a:off x="0" y="0"/>
          <a:ext cx="0" cy="0"/>
          <a:chOff x="0" y="0"/>
          <a:chExt cx="0" cy="0"/>
        </a:xfrm>
      </p:grpSpPr>
      <p:sp>
        <p:nvSpPr>
          <p:cNvPr id="4613" name="Google Shape;4613;g3b3df1f2e99_0_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4" name="Google Shape;4614;g3b3df1f2e99_0_1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The Bumper Sensor is classified as a switch, which is the simplest type of sensor. A switch has only two possible states - just like a light switch can be either on or off. For the Bumper Sensor, these states are "pressed" (when touching a wall) and "released" (when not touching anything). There's no in-between - the sensor can't be "a little bit pressed." This binary nature makes Bumper Sensors reliable and easy to program. You always know exactly what state the sensor is in.</a:t>
            </a:r>
            <a:endParaRPr/>
          </a:p>
          <a:p>
            <a:pPr indent="0" lvl="0" marL="0" rtl="0" algn="l">
              <a:lnSpc>
                <a:spcPct val="100000"/>
              </a:lnSpc>
              <a:spcBef>
                <a:spcPts val="1200"/>
              </a:spcBef>
              <a:spcAft>
                <a:spcPts val="0"/>
              </a:spcAft>
              <a:buSzPts val="1400"/>
              <a:buNone/>
            </a:pPr>
            <a:r>
              <a:t/>
            </a:r>
            <a:endParaRPr/>
          </a:p>
        </p:txBody>
      </p:sp>
      <p:sp>
        <p:nvSpPr>
          <p:cNvPr id="4615" name="Google Shape;4615;g3b3df1f2e99_0_1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1" name="Shape 4621"/>
        <p:cNvGrpSpPr/>
        <p:nvPr/>
      </p:nvGrpSpPr>
      <p:grpSpPr>
        <a:xfrm>
          <a:off x="0" y="0"/>
          <a:ext cx="0" cy="0"/>
          <a:chOff x="0" y="0"/>
          <a:chExt cx="0" cy="0"/>
        </a:xfrm>
      </p:grpSpPr>
      <p:sp>
        <p:nvSpPr>
          <p:cNvPr id="4622" name="Google Shape;4622;g3b3df1f2e99_0_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3" name="Google Shape;4623;g3b3df1f2e99_0_1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rPr lang="en-US"/>
              <a:t> Let's understand the sequence of how Bumper Sensors work. First, your robot drives forward toward a wall. </a:t>
            </a:r>
            <a:endParaRPr/>
          </a:p>
        </p:txBody>
      </p:sp>
      <p:sp>
        <p:nvSpPr>
          <p:cNvPr id="4624" name="Google Shape;4624;g3b3df1f2e99_0_1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9" name="Shape 4629"/>
        <p:cNvGrpSpPr/>
        <p:nvPr/>
      </p:nvGrpSpPr>
      <p:grpSpPr>
        <a:xfrm>
          <a:off x="0" y="0"/>
          <a:ext cx="0" cy="0"/>
          <a:chOff x="0" y="0"/>
          <a:chExt cx="0" cy="0"/>
        </a:xfrm>
      </p:grpSpPr>
      <p:sp>
        <p:nvSpPr>
          <p:cNvPr id="4630" name="Google Shape;4630;g3b3df1f2e99_0_2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1" name="Google Shape;4631;g3b3df1f2e99_0_2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rPr lang="en-US"/>
              <a:t>As it gets closer, the front bumper makes physical contact with the wall surface. </a:t>
            </a:r>
            <a:endParaRPr/>
          </a:p>
        </p:txBody>
      </p:sp>
      <p:sp>
        <p:nvSpPr>
          <p:cNvPr id="4632" name="Google Shape;4632;g3b3df1f2e99_0_2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7" name="Shape 4637"/>
        <p:cNvGrpSpPr/>
        <p:nvPr/>
      </p:nvGrpSpPr>
      <p:grpSpPr>
        <a:xfrm>
          <a:off x="0" y="0"/>
          <a:ext cx="0" cy="0"/>
          <a:chOff x="0" y="0"/>
          <a:chExt cx="0" cy="0"/>
        </a:xfrm>
      </p:grpSpPr>
      <p:sp>
        <p:nvSpPr>
          <p:cNvPr id="4638" name="Google Shape;4638;g3b3df1f2e99_0_2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9" name="Google Shape;4639;g3b3df1f2e99_0_2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rPr lang="en-US"/>
              <a:t>This contact activates the Bumper Sensor, which is actually a type of switch. </a:t>
            </a:r>
            <a:endParaRPr/>
          </a:p>
        </p:txBody>
      </p:sp>
      <p:sp>
        <p:nvSpPr>
          <p:cNvPr id="4640" name="Google Shape;4640;g3b3df1f2e99_0_2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5" name="Shape 4645"/>
        <p:cNvGrpSpPr/>
        <p:nvPr/>
      </p:nvGrpSpPr>
      <p:grpSpPr>
        <a:xfrm>
          <a:off x="0" y="0"/>
          <a:ext cx="0" cy="0"/>
          <a:chOff x="0" y="0"/>
          <a:chExt cx="0" cy="0"/>
        </a:xfrm>
      </p:grpSpPr>
      <p:sp>
        <p:nvSpPr>
          <p:cNvPr id="4646" name="Google Shape;4646;g3b3df1f2e99_0_2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7" name="Google Shape;4647;g3b3df1f2e99_0_2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The sensor then reports a "pressed" status to your code. Finally, your code can respond to this information by stopping, turning, or performing any other programmed behavior. This entire process happens very quickly - in milliseconds!</a:t>
            </a:r>
            <a:endParaRPr/>
          </a:p>
          <a:p>
            <a:pPr indent="0" lvl="0" marL="0" rtl="0" algn="l">
              <a:lnSpc>
                <a:spcPct val="100000"/>
              </a:lnSpc>
              <a:spcBef>
                <a:spcPts val="1200"/>
              </a:spcBef>
              <a:spcAft>
                <a:spcPts val="0"/>
              </a:spcAft>
              <a:buSzPts val="1400"/>
              <a:buNone/>
            </a:pPr>
            <a:r>
              <a:t/>
            </a:r>
            <a:endParaRPr/>
          </a:p>
        </p:txBody>
      </p:sp>
      <p:sp>
        <p:nvSpPr>
          <p:cNvPr id="4648" name="Google Shape;4648;g3b3df1f2e99_0_2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3" name="Shape 4653"/>
        <p:cNvGrpSpPr/>
        <p:nvPr/>
      </p:nvGrpSpPr>
      <p:grpSpPr>
        <a:xfrm>
          <a:off x="0" y="0"/>
          <a:ext cx="0" cy="0"/>
          <a:chOff x="0" y="0"/>
          <a:chExt cx="0" cy="0"/>
        </a:xfrm>
      </p:grpSpPr>
      <p:sp>
        <p:nvSpPr>
          <p:cNvPr id="4654" name="Google Shape;4654;g3b3df1f2e99_0_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5" name="Google Shape;4655;g3b3df1f2e99_0_1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56" name="Google Shape;4656;g3b3df1f2e99_0_1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9" name="Shape 4659"/>
        <p:cNvGrpSpPr/>
        <p:nvPr/>
      </p:nvGrpSpPr>
      <p:grpSpPr>
        <a:xfrm>
          <a:off x="0" y="0"/>
          <a:ext cx="0" cy="0"/>
          <a:chOff x="0" y="0"/>
          <a:chExt cx="0" cy="0"/>
        </a:xfrm>
      </p:grpSpPr>
      <p:sp>
        <p:nvSpPr>
          <p:cNvPr id="4660" name="Google Shape;4660;g3b3df1f2e99_0_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1" name="Google Shape;4661;g3b3df1f2e99_0_1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Let's clarify the two states of the Bumper Sensor. "Pressed" means the bumper is physically touching a wall - this state reports TRUE. When pressed, your robot should respond by stopping, turning, or backing up. "Not pressed" means the bumper is not touching anything - this state reports FALSE. When not pressed, your robot can safely continue driving forward. Understanding this distinction is crucial for programming navigation. Your code will constantly check: "Is the bumper pressed?" and respond accordingly. The robot's behavior changes based on whether the answer is TRUE or FALSE.</a:t>
            </a:r>
            <a:endParaRPr/>
          </a:p>
          <a:p>
            <a:pPr indent="0" lvl="0" marL="0" rtl="0" algn="l">
              <a:lnSpc>
                <a:spcPct val="100000"/>
              </a:lnSpc>
              <a:spcBef>
                <a:spcPts val="1200"/>
              </a:spcBef>
              <a:spcAft>
                <a:spcPts val="0"/>
              </a:spcAft>
              <a:buSzPts val="1400"/>
              <a:buNone/>
            </a:pPr>
            <a:r>
              <a:t/>
            </a:r>
            <a:endParaRPr/>
          </a:p>
        </p:txBody>
      </p:sp>
      <p:sp>
        <p:nvSpPr>
          <p:cNvPr id="4662" name="Google Shape;4662;g3b3df1f2e99_0_1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9" name="Shape 4669"/>
        <p:cNvGrpSpPr/>
        <p:nvPr/>
      </p:nvGrpSpPr>
      <p:grpSpPr>
        <a:xfrm>
          <a:off x="0" y="0"/>
          <a:ext cx="0" cy="0"/>
          <a:chOff x="0" y="0"/>
          <a:chExt cx="0" cy="0"/>
        </a:xfrm>
      </p:grpSpPr>
      <p:sp>
        <p:nvSpPr>
          <p:cNvPr id="4670" name="Google Shape;4670;g3b3df1f2e99_0_1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1" name="Google Shape;4671;g3b3df1f2e99_0_1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In VEXcode VR, the Bumper Sensor pressed block is what we call a Boolean reporter block. Notice its hexagonal shape - this shape indicates it reports a Boolean value (TRUE or FALSE). This block constantly checks the bumper's state and reports the current value. You'll place this hexagonal block inside other blocks that accept Boolean conditions, like the [Wait until] block. The hexagonal shape is a visual cue that helps you identify Boolean blocks. When you see this shape, you know it's checking a condition that can only be TRUE or FALSE.</a:t>
            </a:r>
            <a:endParaRPr/>
          </a:p>
          <a:p>
            <a:pPr indent="0" lvl="0" marL="0" rtl="0" algn="l">
              <a:lnSpc>
                <a:spcPct val="100000"/>
              </a:lnSpc>
              <a:spcBef>
                <a:spcPts val="1200"/>
              </a:spcBef>
              <a:spcAft>
                <a:spcPts val="0"/>
              </a:spcAft>
              <a:buSzPts val="1400"/>
              <a:buNone/>
            </a:pPr>
            <a:r>
              <a:t/>
            </a:r>
            <a:endParaRPr/>
          </a:p>
        </p:txBody>
      </p:sp>
      <p:sp>
        <p:nvSpPr>
          <p:cNvPr id="4672" name="Google Shape;4672;g3b3df1f2e99_0_1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7" name="Shape 4677"/>
        <p:cNvGrpSpPr/>
        <p:nvPr/>
      </p:nvGrpSpPr>
      <p:grpSpPr>
        <a:xfrm>
          <a:off x="0" y="0"/>
          <a:ext cx="0" cy="0"/>
          <a:chOff x="0" y="0"/>
          <a:chExt cx="0" cy="0"/>
        </a:xfrm>
      </p:grpSpPr>
      <p:sp>
        <p:nvSpPr>
          <p:cNvPr id="4678" name="Google Shape;4678;g3b3df1f2e99_0_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9" name="Google Shape;4679;g3b3df1f2e99_0_2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80" name="Google Shape;4680;g3b3df1f2e99_0_2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6" name="Shape 4686"/>
        <p:cNvGrpSpPr/>
        <p:nvPr/>
      </p:nvGrpSpPr>
      <p:grpSpPr>
        <a:xfrm>
          <a:off x="0" y="0"/>
          <a:ext cx="0" cy="0"/>
          <a:chOff x="0" y="0"/>
          <a:chExt cx="0" cy="0"/>
        </a:xfrm>
      </p:grpSpPr>
      <p:sp>
        <p:nvSpPr>
          <p:cNvPr id="4687" name="Google Shape;4687;g3b3df1f2e99_0_2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8" name="Google Shape;4688;g3b3df1f2e99_0_2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89" name="Google Shape;4689;g3b3df1f2e99_0_2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5" name="Shape 4695"/>
        <p:cNvGrpSpPr/>
        <p:nvPr/>
      </p:nvGrpSpPr>
      <p:grpSpPr>
        <a:xfrm>
          <a:off x="0" y="0"/>
          <a:ext cx="0" cy="0"/>
          <a:chOff x="0" y="0"/>
          <a:chExt cx="0" cy="0"/>
        </a:xfrm>
      </p:grpSpPr>
      <p:sp>
        <p:nvSpPr>
          <p:cNvPr id="4696" name="Google Shape;4696;g3b3df1f2e99_0_2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7" name="Google Shape;4697;g3b3df1f2e99_0_2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98" name="Google Shape;4698;g3b3df1f2e99_0_2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4" name="Shape 4704"/>
        <p:cNvGrpSpPr/>
        <p:nvPr/>
      </p:nvGrpSpPr>
      <p:grpSpPr>
        <a:xfrm>
          <a:off x="0" y="0"/>
          <a:ext cx="0" cy="0"/>
          <a:chOff x="0" y="0"/>
          <a:chExt cx="0" cy="0"/>
        </a:xfrm>
      </p:grpSpPr>
      <p:sp>
        <p:nvSpPr>
          <p:cNvPr id="4705" name="Google Shape;4705;g3b3df1f2e99_0_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6" name="Google Shape;4706;g3b3df1f2e99_0_2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7" name="Google Shape;4707;g3b3df1f2e99_0_2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0" name="Shape 4710"/>
        <p:cNvGrpSpPr/>
        <p:nvPr/>
      </p:nvGrpSpPr>
      <p:grpSpPr>
        <a:xfrm>
          <a:off x="0" y="0"/>
          <a:ext cx="0" cy="0"/>
          <a:chOff x="0" y="0"/>
          <a:chExt cx="0" cy="0"/>
        </a:xfrm>
      </p:grpSpPr>
      <p:sp>
        <p:nvSpPr>
          <p:cNvPr id="4711" name="Google Shape;4711;g39211192c48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2" name="Google Shape;4712;g39211192c48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3" name="Google Shape;4713;g39211192c48_0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7" name="Shape 4717"/>
        <p:cNvGrpSpPr/>
        <p:nvPr/>
      </p:nvGrpSpPr>
      <p:grpSpPr>
        <a:xfrm>
          <a:off x="0" y="0"/>
          <a:ext cx="0" cy="0"/>
          <a:chOff x="0" y="0"/>
          <a:chExt cx="0" cy="0"/>
        </a:xfrm>
      </p:grpSpPr>
      <p:sp>
        <p:nvSpPr>
          <p:cNvPr id="4718" name="Google Shape;4718;g39211192c48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9" name="Google Shape;4719;g39211192c48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20" name="Google Shape;4720;g39211192c48_0_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4" name="Shape 4724"/>
        <p:cNvGrpSpPr/>
        <p:nvPr/>
      </p:nvGrpSpPr>
      <p:grpSpPr>
        <a:xfrm>
          <a:off x="0" y="0"/>
          <a:ext cx="0" cy="0"/>
          <a:chOff x="0" y="0"/>
          <a:chExt cx="0" cy="0"/>
        </a:xfrm>
      </p:grpSpPr>
      <p:sp>
        <p:nvSpPr>
          <p:cNvPr id="4725" name="Google Shape;4725;g3b3df1f2e99_0_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6" name="Google Shape;4726;g3b3df1f2e99_0_2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27" name="Google Shape;4727;g3b3df1f2e99_0_2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0" name="Shape 4730"/>
        <p:cNvGrpSpPr/>
        <p:nvPr/>
      </p:nvGrpSpPr>
      <p:grpSpPr>
        <a:xfrm>
          <a:off x="0" y="0"/>
          <a:ext cx="0" cy="0"/>
          <a:chOff x="0" y="0"/>
          <a:chExt cx="0" cy="0"/>
        </a:xfrm>
      </p:grpSpPr>
      <p:sp>
        <p:nvSpPr>
          <p:cNvPr id="4731" name="Google Shape;4731;g3b3df1f2e99_0_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2" name="Google Shape;4732;g3b3df1f2e99_0_2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Control flow refers to the order in which your code executes. Normally, code runs sequentially from top to bottom - each block executes one after another. However, control flow blocks allow you to change this sequence. Some blocks pause execution until certain conditions are met. Others create branches where the code takes different paths based on conditions. The [Wait until] block is a control flow block that pauses your program until a Boolean condition becomes TRUE. Understanding control flow is essential for creating responsive robot behaviors that react to sensor input.</a:t>
            </a:r>
            <a:endParaRPr/>
          </a:p>
          <a:p>
            <a:pPr indent="0" lvl="0" marL="0" rtl="0" algn="l">
              <a:lnSpc>
                <a:spcPct val="100000"/>
              </a:lnSpc>
              <a:spcBef>
                <a:spcPts val="1200"/>
              </a:spcBef>
              <a:spcAft>
                <a:spcPts val="0"/>
              </a:spcAft>
              <a:buSzPts val="1400"/>
              <a:buNone/>
            </a:pPr>
            <a:r>
              <a:t/>
            </a:r>
            <a:endParaRPr/>
          </a:p>
        </p:txBody>
      </p:sp>
      <p:sp>
        <p:nvSpPr>
          <p:cNvPr id="4733" name="Google Shape;4733;g3b3df1f2e99_0_2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7" name="Shape 4737"/>
        <p:cNvGrpSpPr/>
        <p:nvPr/>
      </p:nvGrpSpPr>
      <p:grpSpPr>
        <a:xfrm>
          <a:off x="0" y="0"/>
          <a:ext cx="0" cy="0"/>
          <a:chOff x="0" y="0"/>
          <a:chExt cx="0" cy="0"/>
        </a:xfrm>
      </p:grpSpPr>
      <p:sp>
        <p:nvSpPr>
          <p:cNvPr id="4738" name="Google Shape;4738;g3b3df1f2e99_0_2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9" name="Google Shape;4739;g3b3df1f2e99_0_2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The [Wait until] block is a powerful control block that pauses your program until a specific condition becomes TRUE. Think of it like a traffic light - your robot waits at the red light (FALSE condition) until it turns green (TRUE condition), then continues. The [Wait until] block accepts Boolean conditions in its hexagonal slot. It repeatedly checks this condition, and as soon as it reports TRUE, the code moves to the next block. This is perfect for waiting until the bumper is pressed before turning or stopping.</a:t>
            </a:r>
            <a:endParaRPr/>
          </a:p>
          <a:p>
            <a:pPr indent="0" lvl="0" marL="0" rtl="0" algn="l">
              <a:lnSpc>
                <a:spcPct val="100000"/>
              </a:lnSpc>
              <a:spcBef>
                <a:spcPts val="1200"/>
              </a:spcBef>
              <a:spcAft>
                <a:spcPts val="0"/>
              </a:spcAft>
              <a:buSzPts val="1400"/>
              <a:buNone/>
            </a:pPr>
            <a:r>
              <a:t/>
            </a:r>
            <a:endParaRPr/>
          </a:p>
        </p:txBody>
      </p:sp>
      <p:sp>
        <p:nvSpPr>
          <p:cNvPr id="4740" name="Google Shape;4740;g3b3df1f2e99_0_2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6" name="Shape 4746"/>
        <p:cNvGrpSpPr/>
        <p:nvPr/>
      </p:nvGrpSpPr>
      <p:grpSpPr>
        <a:xfrm>
          <a:off x="0" y="0"/>
          <a:ext cx="0" cy="0"/>
          <a:chOff x="0" y="0"/>
          <a:chExt cx="0" cy="0"/>
        </a:xfrm>
      </p:grpSpPr>
      <p:sp>
        <p:nvSpPr>
          <p:cNvPr id="4747" name="Google Shape;4747;g39211192c48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48" name="Google Shape;4748;g39211192c48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0" name="Shape 4750"/>
        <p:cNvGrpSpPr/>
        <p:nvPr/>
      </p:nvGrpSpPr>
      <p:grpSpPr>
        <a:xfrm>
          <a:off x="0" y="0"/>
          <a:ext cx="0" cy="0"/>
          <a:chOff x="0" y="0"/>
          <a:chExt cx="0" cy="0"/>
        </a:xfrm>
      </p:grpSpPr>
      <p:sp>
        <p:nvSpPr>
          <p:cNvPr id="4751" name="Google Shape;4751;g38b88470f6c_2_18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2" name="Google Shape;4752;g38b88470f6c_2_18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53" name="Google Shape;4753;g38b88470f6c_2_18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7" name="Shape 4757"/>
        <p:cNvGrpSpPr/>
        <p:nvPr/>
      </p:nvGrpSpPr>
      <p:grpSpPr>
        <a:xfrm>
          <a:off x="0" y="0"/>
          <a:ext cx="0" cy="0"/>
          <a:chOff x="0" y="0"/>
          <a:chExt cx="0" cy="0"/>
        </a:xfrm>
      </p:grpSpPr>
      <p:sp>
        <p:nvSpPr>
          <p:cNvPr id="4758" name="Google Shape;4758;g39211192c48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9" name="Google Shape;4759;g39211192c48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0" name="Google Shape;4760;g39211192c48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3" name="Shape 4763"/>
        <p:cNvGrpSpPr/>
        <p:nvPr/>
      </p:nvGrpSpPr>
      <p:grpSpPr>
        <a:xfrm>
          <a:off x="0" y="0"/>
          <a:ext cx="0" cy="0"/>
          <a:chOff x="0" y="0"/>
          <a:chExt cx="0" cy="0"/>
        </a:xfrm>
      </p:grpSpPr>
      <p:sp>
        <p:nvSpPr>
          <p:cNvPr id="4764" name="Google Shape;4764;g3b3df1f2e99_0_2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5" name="Google Shape;4765;g3b3df1f2e99_0_2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6" name="Google Shape;4766;g3b3df1f2e99_0_2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9" name="Shape 4769"/>
        <p:cNvGrpSpPr/>
        <p:nvPr/>
      </p:nvGrpSpPr>
      <p:grpSpPr>
        <a:xfrm>
          <a:off x="0" y="0"/>
          <a:ext cx="0" cy="0"/>
          <a:chOff x="0" y="0"/>
          <a:chExt cx="0" cy="0"/>
        </a:xfrm>
      </p:grpSpPr>
      <p:sp>
        <p:nvSpPr>
          <p:cNvPr id="4770" name="Google Shape;4770;g3b3df1f2e99_0_3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1" name="Google Shape;4771;g3b3df1f2e99_0_3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72" name="Google Shape;4772;g3b3df1f2e99_0_3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6" name="Shape 4776"/>
        <p:cNvGrpSpPr/>
        <p:nvPr/>
      </p:nvGrpSpPr>
      <p:grpSpPr>
        <a:xfrm>
          <a:off x="0" y="0"/>
          <a:ext cx="0" cy="0"/>
          <a:chOff x="0" y="0"/>
          <a:chExt cx="0" cy="0"/>
        </a:xfrm>
      </p:grpSpPr>
      <p:sp>
        <p:nvSpPr>
          <p:cNvPr id="4777" name="Google Shape;4777;g39211192c4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8" name="Google Shape;4778;g39211192c4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79" name="Google Shape;4779;g39211192c48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3" name="Shape 4783"/>
        <p:cNvGrpSpPr/>
        <p:nvPr/>
      </p:nvGrpSpPr>
      <p:grpSpPr>
        <a:xfrm>
          <a:off x="0" y="0"/>
          <a:ext cx="0" cy="0"/>
          <a:chOff x="0" y="0"/>
          <a:chExt cx="0" cy="0"/>
        </a:xfrm>
      </p:grpSpPr>
      <p:sp>
        <p:nvSpPr>
          <p:cNvPr id="4784" name="Google Shape;4784;g3b42a648cc4_5_49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5" name="Google Shape;4785;g3b42a648cc4_5_49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86" name="Google Shape;4786;g3b42a648cc4_5_49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1" name="Shape 4791"/>
        <p:cNvGrpSpPr/>
        <p:nvPr/>
      </p:nvGrpSpPr>
      <p:grpSpPr>
        <a:xfrm>
          <a:off x="0" y="0"/>
          <a:ext cx="0" cy="0"/>
          <a:chOff x="0" y="0"/>
          <a:chExt cx="0" cy="0"/>
        </a:xfrm>
      </p:grpSpPr>
      <p:sp>
        <p:nvSpPr>
          <p:cNvPr id="4792" name="Google Shape;4792;g3b3d06a388d_1_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3" name="Google Shape;4793;g3b3d06a388d_1_2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94" name="Google Shape;4794;g3b3d06a388d_1_2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9" name="Shape 4799"/>
        <p:cNvGrpSpPr/>
        <p:nvPr/>
      </p:nvGrpSpPr>
      <p:grpSpPr>
        <a:xfrm>
          <a:off x="0" y="0"/>
          <a:ext cx="0" cy="0"/>
          <a:chOff x="0" y="0"/>
          <a:chExt cx="0" cy="0"/>
        </a:xfrm>
      </p:grpSpPr>
      <p:sp>
        <p:nvSpPr>
          <p:cNvPr id="4800" name="Google Shape;4800;g3b3d06a388d_1_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1" name="Google Shape;4801;g3b3d06a388d_1_2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02" name="Google Shape;4802;g3b3d06a388d_1_2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4" name="Shape 4804"/>
        <p:cNvGrpSpPr/>
        <p:nvPr/>
      </p:nvGrpSpPr>
      <p:grpSpPr>
        <a:xfrm>
          <a:off x="0" y="0"/>
          <a:ext cx="0" cy="0"/>
          <a:chOff x="0" y="0"/>
          <a:chExt cx="0" cy="0"/>
        </a:xfrm>
      </p:grpSpPr>
      <p:sp>
        <p:nvSpPr>
          <p:cNvPr id="4805" name="Google Shape;4805;g3b3a5179d87_0_7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6" name="Google Shape;4806;g3b3a5179d87_0_7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07" name="Google Shape;4807;g3b3a5179d87_0_7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9" name="Shape 4809"/>
        <p:cNvGrpSpPr/>
        <p:nvPr/>
      </p:nvGrpSpPr>
      <p:grpSpPr>
        <a:xfrm>
          <a:off x="0" y="0"/>
          <a:ext cx="0" cy="0"/>
          <a:chOff x="0" y="0"/>
          <a:chExt cx="0" cy="0"/>
        </a:xfrm>
      </p:grpSpPr>
      <p:sp>
        <p:nvSpPr>
          <p:cNvPr id="4810" name="Google Shape;4810;g38b88470f6c_2_52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1" name="Google Shape;4811;g38b88470f6c_2_52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4.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3.png"/><Relationship Id="rId8"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23.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31.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0.png"/><Relationship Id="rId4" Type="http://schemas.openxmlformats.org/officeDocument/2006/relationships/image" Target="../media/image2.png"/><Relationship Id="rId5" Type="http://schemas.openxmlformats.org/officeDocument/2006/relationships/image" Target="../media/image14.png"/><Relationship Id="rId6" Type="http://schemas.openxmlformats.org/officeDocument/2006/relationships/image" Target="../media/image43.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20.png"/><Relationship Id="rId4" Type="http://schemas.openxmlformats.org/officeDocument/2006/relationships/image" Target="../media/image2.png"/><Relationship Id="rId5" Type="http://schemas.openxmlformats.org/officeDocument/2006/relationships/image" Target="../media/image43.png"/><Relationship Id="rId6" Type="http://schemas.openxmlformats.org/officeDocument/2006/relationships/image" Target="../media/image34.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5.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43.png"/><Relationship Id="rId5" Type="http://schemas.openxmlformats.org/officeDocument/2006/relationships/image" Target="../media/image34.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3.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34.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4.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9.png"/><Relationship Id="rId4" Type="http://schemas.openxmlformats.org/officeDocument/2006/relationships/image" Target="../media/image34.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4.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2.png"/><Relationship Id="rId7" Type="http://schemas.openxmlformats.org/officeDocument/2006/relationships/image" Target="../media/image10.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2.png"/><Relationship Id="rId7" Type="http://schemas.openxmlformats.org/officeDocument/2006/relationships/image" Target="../media/image10.png"/><Relationship Id="rId8" Type="http://schemas.openxmlformats.org/officeDocument/2006/relationships/image" Target="../media/image13.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4.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 Id="rId3" Type="http://schemas.openxmlformats.org/officeDocument/2006/relationships/image" Target="../media/image16.png"/><Relationship Id="rId4" Type="http://schemas.openxmlformats.org/officeDocument/2006/relationships/image" Target="../media/image51.png"/><Relationship Id="rId5" Type="http://schemas.openxmlformats.org/officeDocument/2006/relationships/image" Target="../media/image53.png"/><Relationship Id="rId6" Type="http://schemas.openxmlformats.org/officeDocument/2006/relationships/image" Target="../media/image49.png"/><Relationship Id="rId7" Type="http://schemas.openxmlformats.org/officeDocument/2006/relationships/image" Target="../media/image50.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 Id="rId3" Type="http://schemas.openxmlformats.org/officeDocument/2006/relationships/image" Target="../media/image16.png"/><Relationship Id="rId4" Type="http://schemas.openxmlformats.org/officeDocument/2006/relationships/image" Target="../media/image51.png"/><Relationship Id="rId5" Type="http://schemas.openxmlformats.org/officeDocument/2006/relationships/image" Target="../media/image53.png"/><Relationship Id="rId6" Type="http://schemas.openxmlformats.org/officeDocument/2006/relationships/image" Target="../media/image49.png"/><Relationship Id="rId7" Type="http://schemas.openxmlformats.org/officeDocument/2006/relationships/image" Target="../media/image50.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0.png"/><Relationship Id="rId3" Type="http://schemas.openxmlformats.org/officeDocument/2006/relationships/image" Target="../media/image2.png"/><Relationship Id="rId4" Type="http://schemas.openxmlformats.org/officeDocument/2006/relationships/image" Target="../media/image55.png"/><Relationship Id="rId5" Type="http://schemas.openxmlformats.org/officeDocument/2006/relationships/image" Target="../media/image34.png"/><Relationship Id="rId6" Type="http://schemas.openxmlformats.org/officeDocument/2006/relationships/image" Target="../media/image43.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0.png"/><Relationship Id="rId3" Type="http://schemas.openxmlformats.org/officeDocument/2006/relationships/image" Target="../media/image55.png"/><Relationship Id="rId4" Type="http://schemas.openxmlformats.org/officeDocument/2006/relationships/image" Target="../media/image34.png"/><Relationship Id="rId5" Type="http://schemas.openxmlformats.org/officeDocument/2006/relationships/image" Target="../media/image2.png"/><Relationship Id="rId6" Type="http://schemas.openxmlformats.org/officeDocument/2006/relationships/image" Target="../media/image43.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6.png"/><Relationship Id="rId3" Type="http://schemas.openxmlformats.org/officeDocument/2006/relationships/image" Target="../media/image2.png"/><Relationship Id="rId4" Type="http://schemas.openxmlformats.org/officeDocument/2006/relationships/image" Target="../media/image56.png"/><Relationship Id="rId5" Type="http://schemas.openxmlformats.org/officeDocument/2006/relationships/image" Target="../media/image34.png"/><Relationship Id="rId6" Type="http://schemas.openxmlformats.org/officeDocument/2006/relationships/image" Target="../media/image43.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7.png"/><Relationship Id="rId3" Type="http://schemas.openxmlformats.org/officeDocument/2006/relationships/image" Target="../media/image34.png"/><Relationship Id="rId4" Type="http://schemas.openxmlformats.org/officeDocument/2006/relationships/image" Target="../media/image76.png"/><Relationship Id="rId5" Type="http://schemas.openxmlformats.org/officeDocument/2006/relationships/image" Target="../media/image2.png"/><Relationship Id="rId6" Type="http://schemas.openxmlformats.org/officeDocument/2006/relationships/image" Target="../media/image56.png"/><Relationship Id="rId7" Type="http://schemas.openxmlformats.org/officeDocument/2006/relationships/image" Target="../media/image43.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 Id="rId3" Type="http://schemas.openxmlformats.org/officeDocument/2006/relationships/image" Target="../media/image57.png"/><Relationship Id="rId4" Type="http://schemas.openxmlformats.org/officeDocument/2006/relationships/image" Target="../media/image76.png"/><Relationship Id="rId5" Type="http://schemas.openxmlformats.org/officeDocument/2006/relationships/image" Target="../media/image2.png"/><Relationship Id="rId6" Type="http://schemas.openxmlformats.org/officeDocument/2006/relationships/image" Target="../media/image56.png"/><Relationship Id="rId7" Type="http://schemas.openxmlformats.org/officeDocument/2006/relationships/image" Target="../media/image43.pn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3.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3.pn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7.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39.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67.png"/><Relationship Id="rId6" Type="http://schemas.openxmlformats.org/officeDocument/2006/relationships/image" Target="../media/image10.pn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9.png"/><Relationship Id="rId3" Type="http://schemas.openxmlformats.org/officeDocument/2006/relationships/image" Target="../media/image34.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4.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4.pn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54.pn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8.pn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0.png"/></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3.png"/><Relationship Id="rId3" Type="http://schemas.openxmlformats.org/officeDocument/2006/relationships/image" Target="../media/image18.pn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 Id="rId3" Type="http://schemas.openxmlformats.org/officeDocument/2006/relationships/image" Target="../media/image23.pn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 Id="rId3" Type="http://schemas.openxmlformats.org/officeDocument/2006/relationships/image" Target="../media/image9.pn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 Id="rId3" Type="http://schemas.openxmlformats.org/officeDocument/2006/relationships/image" Target="../media/image31.png"/></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1.png"/></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34.png"/><Relationship Id="rId4" Type="http://schemas.openxmlformats.org/officeDocument/2006/relationships/image" Target="../media/image2.pn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34.png"/></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4.png"/><Relationship Id="rId3" Type="http://schemas.openxmlformats.org/officeDocument/2006/relationships/image" Target="../media/image2.png"/></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0.png"/></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3.png"/><Relationship Id="rId8" Type="http://schemas.openxmlformats.org/officeDocument/2006/relationships/image" Target="../media/image2.png"/></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3.png"/></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4.png"/></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4.png"/></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3.png"/></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34.png"/></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4.png"/></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png"/></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 Id="rId3" Type="http://schemas.openxmlformats.org/officeDocument/2006/relationships/image" Target="../media/image23.png"/></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 Id="rId3" Type="http://schemas.openxmlformats.org/officeDocument/2006/relationships/image" Target="../media/image19.png"/></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 Id="rId3" Type="http://schemas.openxmlformats.org/officeDocument/2006/relationships/image" Target="../media/image31.png"/></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8.png"/></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2.png"/></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4.png"/><Relationship Id="rId3" Type="http://schemas.openxmlformats.org/officeDocument/2006/relationships/image" Target="../media/image20.png"/><Relationship Id="rId4" Type="http://schemas.openxmlformats.org/officeDocument/2006/relationships/image" Target="../media/image2.png"/><Relationship Id="rId5" Type="http://schemas.openxmlformats.org/officeDocument/2006/relationships/image" Target="../media/image34.png"/><Relationship Id="rId6" Type="http://schemas.openxmlformats.org/officeDocument/2006/relationships/image" Target="../media/image43.png"/></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5.png"/></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p:cSld name="2_Blank">
    <p:spTree>
      <p:nvGrpSpPr>
        <p:cNvPr id="26" name="Shape 2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Entry Point with Science background">
  <p:cSld name="Session Entry Point with Science background">
    <p:spTree>
      <p:nvGrpSpPr>
        <p:cNvPr id="27" name="Shape 27"/>
        <p:cNvGrpSpPr/>
        <p:nvPr/>
      </p:nvGrpSpPr>
      <p:grpSpPr>
        <a:xfrm>
          <a:off x="0" y="0"/>
          <a:ext cx="0" cy="0"/>
          <a:chOff x="0" y="0"/>
          <a:chExt cx="0" cy="0"/>
        </a:xfrm>
      </p:grpSpPr>
      <p:sp>
        <p:nvSpPr>
          <p:cNvPr id="28" name="Google Shape;28;g3b3a45db5ed_1_3065"/>
          <p:cNvSpPr/>
          <p:nvPr/>
        </p:nvSpPr>
        <p:spPr>
          <a:xfrm>
            <a:off x="204186" y="173736"/>
            <a:ext cx="11656500" cy="6382500"/>
          </a:xfrm>
          <a:prstGeom prst="rect">
            <a:avLst/>
          </a:prstGeom>
          <a:blipFill rotWithShape="1">
            <a:blip r:embed="rId2">
              <a:alphaModFix amt="7000"/>
            </a:blip>
            <a:tile algn="tl" flip="none" tx="0" sx="99995" ty="0" sy="99995"/>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9" name="Google Shape;29;g3b3a45db5ed_1_3065"/>
          <p:cNvSpPr txBox="1"/>
          <p:nvPr>
            <p:ph type="title"/>
          </p:nvPr>
        </p:nvSpPr>
        <p:spPr>
          <a:xfrm>
            <a:off x="838200" y="2523046"/>
            <a:ext cx="7754700" cy="682500"/>
          </a:xfrm>
          <a:prstGeom prst="rect">
            <a:avLst/>
          </a:prstGeom>
          <a:noFill/>
          <a:ln>
            <a:noFill/>
          </a:ln>
          <a:effectLst>
            <a:outerShdw blurRad="76200" rotWithShape="0" algn="tl" dir="2700000" dist="50800">
              <a:srgbClr val="000000">
                <a:alpha val="20000"/>
              </a:srgbClr>
            </a:outerShdw>
          </a:effectLst>
        </p:spPr>
        <p:txBody>
          <a:bodyPr anchorCtr="0" anchor="t" bIns="45700" lIns="0" spcFirstLastPara="1" rIns="91425" wrap="square" tIns="45700">
            <a:noAutofit/>
          </a:bodyPr>
          <a:lstStyle>
            <a:lvl1pPr lvl="0" marR="0" rtl="0" algn="l">
              <a:lnSpc>
                <a:spcPct val="90000"/>
              </a:lnSpc>
              <a:spcBef>
                <a:spcPts val="0"/>
              </a:spcBef>
              <a:spcAft>
                <a:spcPts val="0"/>
              </a:spcAft>
              <a:buClr>
                <a:srgbClr val="00337F"/>
              </a:buClr>
              <a:buSzPts val="4400"/>
              <a:buFont typeface="Fredoka"/>
              <a:buNone/>
              <a:defRPr b="1" i="0" sz="4400" u="none" cap="none" strike="noStrike">
                <a:solidFill>
                  <a:srgbClr val="00337F"/>
                </a:solidFill>
                <a:latin typeface="Fredoka"/>
                <a:ea typeface="Fredoka"/>
                <a:cs typeface="Fredoka"/>
                <a:sym typeface="Fredok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 name="Google Shape;30;g3b3a45db5ed_1_3065"/>
          <p:cNvSpPr txBox="1"/>
          <p:nvPr>
            <p:ph idx="1" type="body"/>
          </p:nvPr>
        </p:nvSpPr>
        <p:spPr>
          <a:xfrm>
            <a:off x="838200" y="3077083"/>
            <a:ext cx="7752600" cy="543000"/>
          </a:xfrm>
          <a:prstGeom prst="rect">
            <a:avLst/>
          </a:prstGeom>
          <a:noFill/>
          <a:ln>
            <a:noFill/>
          </a:ln>
          <a:effectLst>
            <a:outerShdw blurRad="76200" rotWithShape="0" algn="tl" dir="2700000" dist="139700">
              <a:schemeClr val="dk1">
                <a:alpha val="8627"/>
              </a:schemeClr>
            </a:outerShdw>
          </a:effectLst>
        </p:spPr>
        <p:txBody>
          <a:bodyPr anchorCtr="0" anchor="t" bIns="0" lIns="0" spcFirstLastPara="1" rIns="0" wrap="square" tIns="91425">
            <a:noAutofit/>
          </a:bodyPr>
          <a:lstStyle>
            <a:lvl1pPr indent="-228600" lvl="0" marL="457200" marR="0" rtl="0" algn="l">
              <a:lnSpc>
                <a:spcPct val="90000"/>
              </a:lnSpc>
              <a:spcBef>
                <a:spcPts val="0"/>
              </a:spcBef>
              <a:spcAft>
                <a:spcPts val="0"/>
              </a:spcAft>
              <a:buClr>
                <a:schemeClr val="accent2"/>
              </a:buClr>
              <a:buSzPts val="2000"/>
              <a:buFont typeface="Arial"/>
              <a:buNone/>
              <a:defRPr b="1" i="0" sz="20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p:cSld name="CUSTOM_1">
    <p:spTree>
      <p:nvGrpSpPr>
        <p:cNvPr id="31" name="Shape 31"/>
        <p:cNvGrpSpPr/>
        <p:nvPr/>
      </p:nvGrpSpPr>
      <p:grpSpPr>
        <a:xfrm>
          <a:off x="0" y="0"/>
          <a:ext cx="0" cy="0"/>
          <a:chOff x="0" y="0"/>
          <a:chExt cx="0" cy="0"/>
        </a:xfrm>
      </p:grpSpPr>
      <p:sp>
        <p:nvSpPr>
          <p:cNvPr id="32" name="Google Shape;32;g3b3a45db5ed_1_3069"/>
          <p:cNvSpPr txBox="1"/>
          <p:nvPr/>
        </p:nvSpPr>
        <p:spPr>
          <a:xfrm>
            <a:off x="733725" y="3028788"/>
            <a:ext cx="58695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Arial"/>
                <a:ea typeface="Arial"/>
                <a:cs typeface="Arial"/>
                <a:sym typeface="Arial"/>
              </a:rPr>
              <a:t>ATTENDANCE</a:t>
            </a:r>
            <a:endParaRPr b="1" i="0" sz="40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
  <p:cSld name="2_Content">
    <p:spTree>
      <p:nvGrpSpPr>
        <p:cNvPr id="33" name="Shape 33"/>
        <p:cNvGrpSpPr/>
        <p:nvPr/>
      </p:nvGrpSpPr>
      <p:grpSpPr>
        <a:xfrm>
          <a:off x="0" y="0"/>
          <a:ext cx="0" cy="0"/>
          <a:chOff x="0" y="0"/>
          <a:chExt cx="0" cy="0"/>
        </a:xfrm>
      </p:grpSpPr>
      <p:pic>
        <p:nvPicPr>
          <p:cNvPr id="34" name="Google Shape;34;g3b3a45db5ed_1_3071"/>
          <p:cNvPicPr preferRelativeResize="0"/>
          <p:nvPr/>
        </p:nvPicPr>
        <p:blipFill rotWithShape="1">
          <a:blip r:embed="rId2">
            <a:alphaModFix/>
          </a:blip>
          <a:srcRect b="0" l="0" r="0" t="0"/>
          <a:stretch/>
        </p:blipFill>
        <p:spPr>
          <a:xfrm>
            <a:off x="4009535" y="933234"/>
            <a:ext cx="3942774" cy="3340903"/>
          </a:xfrm>
          <a:prstGeom prst="rect">
            <a:avLst/>
          </a:prstGeom>
          <a:noFill/>
          <a:ln>
            <a:noFill/>
          </a:ln>
        </p:spPr>
      </p:pic>
      <p:sp>
        <p:nvSpPr>
          <p:cNvPr id="35" name="Google Shape;35;g3b3a45db5ed_1_3071"/>
          <p:cNvSpPr txBox="1"/>
          <p:nvPr>
            <p:ph idx="1" type="body"/>
          </p:nvPr>
        </p:nvSpPr>
        <p:spPr>
          <a:xfrm>
            <a:off x="4222032" y="719125"/>
            <a:ext cx="3327600" cy="2352000"/>
          </a:xfrm>
          <a:prstGeom prst="rect">
            <a:avLst/>
          </a:prstGeom>
          <a:noFill/>
          <a:ln>
            <a:noFill/>
          </a:ln>
        </p:spPr>
        <p:txBody>
          <a:bodyPr anchorCtr="0" anchor="b" bIns="45700" lIns="91425" spcFirstLastPara="1" rIns="91425" wrap="square" tIns="45700">
            <a:noAutofit/>
          </a:bodyPr>
          <a:lstStyle>
            <a:lvl1pPr indent="-355600" lvl="0" marL="457200" marR="0" rtl="0" algn="l">
              <a:lnSpc>
                <a:spcPct val="100000"/>
              </a:lnSpc>
              <a:spcBef>
                <a:spcPts val="0"/>
              </a:spcBef>
              <a:spcAft>
                <a:spcPts val="0"/>
              </a:spcAft>
              <a:buClr>
                <a:srgbClr val="F5B80B"/>
              </a:buClr>
              <a:buSzPts val="2000"/>
              <a:buFont typeface="Arial"/>
              <a:buChar char="•"/>
              <a:defRPr b="0" i="0" sz="2000" u="none" cap="none" strike="noStrike">
                <a:solidFill>
                  <a:srgbClr val="3F3F3F"/>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36" name="Google Shape;36;g3b3a45db5ed_1_3071"/>
          <p:cNvPicPr preferRelativeResize="0"/>
          <p:nvPr/>
        </p:nvPicPr>
        <p:blipFill rotWithShape="1">
          <a:blip r:embed="rId3">
            <a:alphaModFix/>
          </a:blip>
          <a:srcRect b="0" l="0" r="0" t="0"/>
          <a:stretch/>
        </p:blipFill>
        <p:spPr>
          <a:xfrm>
            <a:off x="1908992" y="4568098"/>
            <a:ext cx="7953694" cy="1630927"/>
          </a:xfrm>
          <a:prstGeom prst="rect">
            <a:avLst/>
          </a:prstGeom>
          <a:noFill/>
          <a:ln>
            <a:noFill/>
          </a:ln>
        </p:spPr>
      </p:pic>
      <p:pic>
        <p:nvPicPr>
          <p:cNvPr id="37" name="Google Shape;37;g3b3a45db5ed_1_3071"/>
          <p:cNvPicPr preferRelativeResize="0"/>
          <p:nvPr/>
        </p:nvPicPr>
        <p:blipFill rotWithShape="1">
          <a:blip r:embed="rId4">
            <a:alphaModFix/>
          </a:blip>
          <a:srcRect b="0" l="0" r="0" t="0"/>
          <a:stretch/>
        </p:blipFill>
        <p:spPr>
          <a:xfrm>
            <a:off x="722975" y="442206"/>
            <a:ext cx="2012479" cy="744752"/>
          </a:xfrm>
          <a:prstGeom prst="rect">
            <a:avLst/>
          </a:prstGeom>
          <a:noFill/>
          <a:ln>
            <a:noFill/>
          </a:ln>
        </p:spPr>
      </p:pic>
      <p:sp>
        <p:nvSpPr>
          <p:cNvPr id="38" name="Google Shape;38;g3b3a45db5ed_1_3071"/>
          <p:cNvSpPr txBox="1"/>
          <p:nvPr/>
        </p:nvSpPr>
        <p:spPr>
          <a:xfrm>
            <a:off x="511125" y="529365"/>
            <a:ext cx="23073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Content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
                                        </p:tgtEl>
                                        <p:attrNameLst>
                                          <p:attrName>style.visibility</p:attrName>
                                        </p:attrNameLst>
                                      </p:cBhvr>
                                      <p:to>
                                        <p:strVal val="visible"/>
                                      </p:to>
                                    </p:set>
                                    <p:animEffect filter="fade" transition="in">
                                      <p:cBhvr>
                                        <p:cTn dur="500"/>
                                        <p:tgtEl>
                                          <p:spTgt spid="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 name="Shape 39"/>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ore">
  <p:cSld name="Explore">
    <p:spTree>
      <p:nvGrpSpPr>
        <p:cNvPr id="40" name="Shape 40"/>
        <p:cNvGrpSpPr/>
        <p:nvPr/>
      </p:nvGrpSpPr>
      <p:grpSpPr>
        <a:xfrm>
          <a:off x="0" y="0"/>
          <a:ext cx="0" cy="0"/>
          <a:chOff x="0" y="0"/>
          <a:chExt cx="0" cy="0"/>
        </a:xfrm>
      </p:grpSpPr>
      <p:grpSp>
        <p:nvGrpSpPr>
          <p:cNvPr id="41" name="Google Shape;41;g3b3a45db5ed_1_3094"/>
          <p:cNvGrpSpPr/>
          <p:nvPr/>
        </p:nvGrpSpPr>
        <p:grpSpPr>
          <a:xfrm>
            <a:off x="680011" y="0"/>
            <a:ext cx="3090697" cy="1806089"/>
            <a:chOff x="536716" y="-1319"/>
            <a:chExt cx="3976708" cy="2323841"/>
          </a:xfrm>
        </p:grpSpPr>
        <p:sp>
          <p:nvSpPr>
            <p:cNvPr id="42" name="Google Shape;42;g3b3a45db5ed_1_3094"/>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3" name="Google Shape;43;g3b3a45db5ed_1_3094"/>
            <p:cNvGrpSpPr/>
            <p:nvPr/>
          </p:nvGrpSpPr>
          <p:grpSpPr>
            <a:xfrm>
              <a:off x="536716" y="0"/>
              <a:ext cx="3976708" cy="2322522"/>
              <a:chOff x="947530" y="0"/>
              <a:chExt cx="3976708" cy="2322522"/>
            </a:xfrm>
          </p:grpSpPr>
          <p:sp>
            <p:nvSpPr>
              <p:cNvPr id="44" name="Google Shape;44;g3b3a45db5ed_1_3094"/>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5" name="Google Shape;45;g3b3a45db5ed_1_3094"/>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6" name="Google Shape;46;g3b3a45db5ed_1_3094"/>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7" name="Google Shape;47;g3b3a45db5ed_1_3094"/>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8" name="Google Shape;48;g3b3a45db5ed_1_3094"/>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49" name="Google Shape;49;g3b3a45db5ed_1_3094"/>
          <p:cNvGrpSpPr/>
          <p:nvPr/>
        </p:nvGrpSpPr>
        <p:grpSpPr>
          <a:xfrm>
            <a:off x="4978675" y="230124"/>
            <a:ext cx="6585927" cy="6481913"/>
            <a:chOff x="4481529" y="255149"/>
            <a:chExt cx="6585927" cy="6481913"/>
          </a:xfrm>
        </p:grpSpPr>
        <p:sp>
          <p:nvSpPr>
            <p:cNvPr id="50" name="Google Shape;50;g3b3a45db5ed_1_3094"/>
            <p:cNvSpPr/>
            <p:nvPr/>
          </p:nvSpPr>
          <p:spPr>
            <a:xfrm rot="1850363">
              <a:off x="5316848" y="1188781"/>
              <a:ext cx="4915289" cy="4614648"/>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DDEAF6">
                <a:alpha val="6352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51" name="Google Shape;51;g3b3a45db5ed_1_3094"/>
            <p:cNvGrpSpPr/>
            <p:nvPr/>
          </p:nvGrpSpPr>
          <p:grpSpPr>
            <a:xfrm>
              <a:off x="5620308" y="1114019"/>
              <a:ext cx="3943957" cy="4769705"/>
              <a:chOff x="6160170" y="1922227"/>
              <a:chExt cx="3328794" cy="4025747"/>
            </a:xfrm>
          </p:grpSpPr>
          <p:sp>
            <p:nvSpPr>
              <p:cNvPr id="52" name="Google Shape;52;g3b3a45db5ed_1_3094"/>
              <p:cNvSpPr/>
              <p:nvPr/>
            </p:nvSpPr>
            <p:spPr>
              <a:xfrm rot="-2150259">
                <a:off x="8450480" y="4694665"/>
                <a:ext cx="781100" cy="1131780"/>
              </a:xfrm>
              <a:custGeom>
                <a:rect b="b" l="l" r="r" t="t"/>
                <a:pathLst>
                  <a:path extrusionOk="0" h="1132729" w="781755">
                    <a:moveTo>
                      <a:pt x="222339" y="21638"/>
                    </a:moveTo>
                    <a:cubicBezTo>
                      <a:pt x="-18685" y="149782"/>
                      <a:pt x="-62846" y="511644"/>
                      <a:pt x="85454" y="760887"/>
                    </a:cubicBezTo>
                    <a:cubicBezTo>
                      <a:pt x="126483" y="566372"/>
                      <a:pt x="222958" y="461222"/>
                      <a:pt x="222958" y="461222"/>
                    </a:cubicBezTo>
                    <a:cubicBezTo>
                      <a:pt x="162001" y="880779"/>
                      <a:pt x="359615" y="1132729"/>
                      <a:pt x="359615" y="1132729"/>
                    </a:cubicBezTo>
                    <a:cubicBezTo>
                      <a:pt x="738274" y="758832"/>
                      <a:pt x="580809" y="312856"/>
                      <a:pt x="580809" y="312856"/>
                    </a:cubicBezTo>
                    <a:cubicBezTo>
                      <a:pt x="697538" y="487477"/>
                      <a:pt x="672555" y="650453"/>
                      <a:pt x="672555" y="650453"/>
                    </a:cubicBezTo>
                    <a:cubicBezTo>
                      <a:pt x="940486" y="293940"/>
                      <a:pt x="631068" y="28976"/>
                      <a:pt x="631068" y="28976"/>
                    </a:cubicBezTo>
                    <a:cubicBezTo>
                      <a:pt x="359582" y="-31622"/>
                      <a:pt x="222339" y="21638"/>
                      <a:pt x="222339" y="21638"/>
                    </a:cubicBezTo>
                    <a:close/>
                  </a:path>
                </a:pathLst>
              </a:custGeom>
              <a:solidFill>
                <a:srgbClr val="004C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3" name="Google Shape;53;g3b3a45db5ed_1_3094"/>
              <p:cNvSpPr/>
              <p:nvPr/>
            </p:nvSpPr>
            <p:spPr>
              <a:xfrm rot="-2193268">
                <a:off x="8498300" y="4761272"/>
                <a:ext cx="389684" cy="515924"/>
              </a:xfrm>
              <a:custGeom>
                <a:rect b="b" l="l" r="r" t="t"/>
                <a:pathLst>
                  <a:path extrusionOk="0" h="516433" w="390068">
                    <a:moveTo>
                      <a:pt x="81987" y="2194"/>
                    </a:moveTo>
                    <a:cubicBezTo>
                      <a:pt x="-44200" y="98930"/>
                      <a:pt x="12876" y="259819"/>
                      <a:pt x="12876" y="259819"/>
                    </a:cubicBezTo>
                    <a:cubicBezTo>
                      <a:pt x="60200" y="146254"/>
                      <a:pt x="93043" y="116248"/>
                      <a:pt x="93043" y="116248"/>
                    </a:cubicBezTo>
                    <a:cubicBezTo>
                      <a:pt x="39392" y="324494"/>
                      <a:pt x="168155" y="516433"/>
                      <a:pt x="168155" y="516433"/>
                    </a:cubicBezTo>
                    <a:cubicBezTo>
                      <a:pt x="386414" y="308709"/>
                      <a:pt x="285373" y="105746"/>
                      <a:pt x="285373" y="105746"/>
                    </a:cubicBezTo>
                    <a:cubicBezTo>
                      <a:pt x="372912" y="145960"/>
                      <a:pt x="370824" y="261645"/>
                      <a:pt x="370824" y="261645"/>
                    </a:cubicBezTo>
                    <a:cubicBezTo>
                      <a:pt x="430803" y="117292"/>
                      <a:pt x="331425" y="8456"/>
                      <a:pt x="331425" y="8456"/>
                    </a:cubicBezTo>
                    <a:cubicBezTo>
                      <a:pt x="217828" y="-5699"/>
                      <a:pt x="81987" y="2194"/>
                      <a:pt x="81987" y="2194"/>
                    </a:cubicBezTo>
                    <a:close/>
                  </a:path>
                </a:pathLst>
              </a:custGeom>
              <a:solidFill>
                <a:srgbClr val="66A3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54" name="Google Shape;54;g3b3a45db5ed_1_3094"/>
              <p:cNvGrpSpPr/>
              <p:nvPr/>
            </p:nvGrpSpPr>
            <p:grpSpPr>
              <a:xfrm rot="-2084623">
                <a:off x="6852798" y="2171736"/>
                <a:ext cx="1813520" cy="2998018"/>
                <a:chOff x="6852949" y="2172109"/>
                <a:chExt cx="1813541" cy="2998053"/>
              </a:xfrm>
            </p:grpSpPr>
            <p:sp>
              <p:nvSpPr>
                <p:cNvPr id="55" name="Google Shape;55;g3b3a45db5ed_1_3094"/>
                <p:cNvSpPr/>
                <p:nvPr/>
              </p:nvSpPr>
              <p:spPr>
                <a:xfrm>
                  <a:off x="6852949" y="4281803"/>
                  <a:ext cx="906787" cy="888359"/>
                </a:xfrm>
                <a:custGeom>
                  <a:rect b="b" l="l" r="r" t="t"/>
                  <a:pathLst>
                    <a:path extrusionOk="0" h="888359" w="906787">
                      <a:moveTo>
                        <a:pt x="906754" y="0"/>
                      </a:moveTo>
                      <a:lnTo>
                        <a:pt x="448124" y="0"/>
                      </a:lnTo>
                      <a:cubicBezTo>
                        <a:pt x="281592" y="0"/>
                        <a:pt x="138739" y="118784"/>
                        <a:pt x="108375" y="282510"/>
                      </a:cubicBezTo>
                      <a:lnTo>
                        <a:pt x="354" y="864719"/>
                      </a:lnTo>
                      <a:cubicBezTo>
                        <a:pt x="-2842" y="882005"/>
                        <a:pt x="16270" y="894692"/>
                        <a:pt x="30947" y="885005"/>
                      </a:cubicBezTo>
                      <a:lnTo>
                        <a:pt x="906787" y="307330"/>
                      </a:lnTo>
                      <a:lnTo>
                        <a:pt x="906787" y="0"/>
                      </a:ln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6" name="Google Shape;56;g3b3a45db5ed_1_3094"/>
                <p:cNvSpPr/>
                <p:nvPr/>
              </p:nvSpPr>
              <p:spPr>
                <a:xfrm>
                  <a:off x="6852949" y="4316798"/>
                  <a:ext cx="631941" cy="853330"/>
                </a:xfrm>
                <a:custGeom>
                  <a:rect b="b" l="l" r="r" t="t"/>
                  <a:pathLst>
                    <a:path extrusionOk="0" h="853330" w="631941">
                      <a:moveTo>
                        <a:pt x="608361" y="299666"/>
                      </a:moveTo>
                      <a:cubicBezTo>
                        <a:pt x="568701" y="115196"/>
                        <a:pt x="337559" y="0"/>
                        <a:pt x="337559" y="0"/>
                      </a:cubicBezTo>
                      <a:cubicBezTo>
                        <a:pt x="461007" y="397706"/>
                        <a:pt x="205730" y="627837"/>
                        <a:pt x="18129" y="733933"/>
                      </a:cubicBezTo>
                      <a:lnTo>
                        <a:pt x="354" y="829690"/>
                      </a:lnTo>
                      <a:cubicBezTo>
                        <a:pt x="-2842" y="846976"/>
                        <a:pt x="16270" y="859663"/>
                        <a:pt x="30947" y="849977"/>
                      </a:cubicBezTo>
                      <a:lnTo>
                        <a:pt x="631941" y="453575"/>
                      </a:lnTo>
                      <a:cubicBezTo>
                        <a:pt x="627212" y="394869"/>
                        <a:pt x="617558" y="342424"/>
                        <a:pt x="608361" y="299666"/>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7" name="Google Shape;57;g3b3a45db5ed_1_3094"/>
                <p:cNvSpPr/>
                <p:nvPr/>
              </p:nvSpPr>
              <p:spPr>
                <a:xfrm>
                  <a:off x="7759704" y="4281803"/>
                  <a:ext cx="906754" cy="888359"/>
                </a:xfrm>
                <a:custGeom>
                  <a:rect b="b" l="l" r="r" t="t"/>
                  <a:pathLst>
                    <a:path extrusionOk="0" h="888359" w="906754">
                      <a:moveTo>
                        <a:pt x="0" y="0"/>
                      </a:moveTo>
                      <a:lnTo>
                        <a:pt x="458631" y="0"/>
                      </a:lnTo>
                      <a:cubicBezTo>
                        <a:pt x="625162" y="0"/>
                        <a:pt x="768016" y="118784"/>
                        <a:pt x="798380" y="282510"/>
                      </a:cubicBezTo>
                      <a:lnTo>
                        <a:pt x="906401" y="864719"/>
                      </a:lnTo>
                      <a:cubicBezTo>
                        <a:pt x="909597" y="882005"/>
                        <a:pt x="890484" y="894692"/>
                        <a:pt x="875808" y="885005"/>
                      </a:cubicBezTo>
                      <a:lnTo>
                        <a:pt x="0" y="307330"/>
                      </a:lnTo>
                      <a:lnTo>
                        <a:pt x="0" y="0"/>
                      </a:ln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8" name="Google Shape;58;g3b3a45db5ed_1_3094"/>
                <p:cNvSpPr/>
                <p:nvPr/>
              </p:nvSpPr>
              <p:spPr>
                <a:xfrm>
                  <a:off x="7956926" y="4435158"/>
                  <a:ext cx="709564" cy="735003"/>
                </a:xfrm>
                <a:custGeom>
                  <a:rect b="b" l="l" r="r" t="t"/>
                  <a:pathLst>
                    <a:path extrusionOk="0" h="735003" w="709564">
                      <a:moveTo>
                        <a:pt x="678618" y="731650"/>
                      </a:moveTo>
                      <a:cubicBezTo>
                        <a:pt x="693295" y="741336"/>
                        <a:pt x="712407" y="728649"/>
                        <a:pt x="709211" y="711363"/>
                      </a:cubicBezTo>
                      <a:lnTo>
                        <a:pt x="601190" y="129155"/>
                      </a:lnTo>
                      <a:cubicBezTo>
                        <a:pt x="592384" y="81733"/>
                        <a:pt x="574153" y="38094"/>
                        <a:pt x="548615" y="0"/>
                      </a:cubicBezTo>
                      <a:cubicBezTo>
                        <a:pt x="633773" y="427581"/>
                        <a:pt x="572652" y="606670"/>
                        <a:pt x="383127" y="484005"/>
                      </a:cubicBezTo>
                      <a:cubicBezTo>
                        <a:pt x="193602" y="361308"/>
                        <a:pt x="146278" y="239132"/>
                        <a:pt x="165195" y="98040"/>
                      </a:cubicBezTo>
                      <a:cubicBezTo>
                        <a:pt x="85973" y="155214"/>
                        <a:pt x="32517" y="218422"/>
                        <a:pt x="0" y="284076"/>
                      </a:cubicBezTo>
                      <a:lnTo>
                        <a:pt x="678618" y="731650"/>
                      </a:ln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59" name="Google Shape;59;g3b3a45db5ed_1_3094"/>
                <p:cNvSpPr/>
                <p:nvPr/>
              </p:nvSpPr>
              <p:spPr>
                <a:xfrm>
                  <a:off x="7034055" y="2172109"/>
                  <a:ext cx="1451297" cy="2835734"/>
                </a:xfrm>
                <a:custGeom>
                  <a:rect b="b" l="l" r="r" t="t"/>
                  <a:pathLst>
                    <a:path extrusionOk="0" h="2835734" w="1451297">
                      <a:moveTo>
                        <a:pt x="540103" y="2835734"/>
                      </a:moveTo>
                      <a:lnTo>
                        <a:pt x="911195" y="2835734"/>
                      </a:lnTo>
                      <a:cubicBezTo>
                        <a:pt x="1117484" y="2629445"/>
                        <a:pt x="1451298" y="1971211"/>
                        <a:pt x="1451298" y="1252542"/>
                      </a:cubicBezTo>
                      <a:cubicBezTo>
                        <a:pt x="1451330" y="396988"/>
                        <a:pt x="725649" y="0"/>
                        <a:pt x="725649" y="0"/>
                      </a:cubicBezTo>
                      <a:cubicBezTo>
                        <a:pt x="725649" y="0"/>
                        <a:pt x="0" y="396988"/>
                        <a:pt x="0" y="1252575"/>
                      </a:cubicBezTo>
                      <a:cubicBezTo>
                        <a:pt x="0" y="1971211"/>
                        <a:pt x="323018" y="2618650"/>
                        <a:pt x="540103" y="2835734"/>
                      </a:cubicBezTo>
                      <a:close/>
                    </a:path>
                  </a:pathLst>
                </a:custGeom>
                <a:solidFill>
                  <a:srgbClr val="99C1F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0" name="Google Shape;60;g3b3a45db5ed_1_3094"/>
                <p:cNvSpPr/>
                <p:nvPr/>
              </p:nvSpPr>
              <p:spPr>
                <a:xfrm>
                  <a:off x="7397320" y="2172110"/>
                  <a:ext cx="1088032" cy="2835734"/>
                </a:xfrm>
                <a:custGeom>
                  <a:rect b="b" l="l" r="r" t="t"/>
                  <a:pathLst>
                    <a:path extrusionOk="0" h="2835734" w="1088032">
                      <a:moveTo>
                        <a:pt x="589579" y="2435517"/>
                      </a:moveTo>
                      <a:cubicBezTo>
                        <a:pt x="387530" y="2679900"/>
                        <a:pt x="246895" y="2746794"/>
                        <a:pt x="0" y="2596374"/>
                      </a:cubicBezTo>
                      <a:cubicBezTo>
                        <a:pt x="61088" y="2699535"/>
                        <a:pt x="122306" y="2781202"/>
                        <a:pt x="176838" y="2835734"/>
                      </a:cubicBezTo>
                      <a:lnTo>
                        <a:pt x="547930" y="2835734"/>
                      </a:lnTo>
                      <a:cubicBezTo>
                        <a:pt x="754219" y="2629445"/>
                        <a:pt x="1088033" y="1971211"/>
                        <a:pt x="1088033" y="1252542"/>
                      </a:cubicBezTo>
                      <a:cubicBezTo>
                        <a:pt x="1088065" y="396988"/>
                        <a:pt x="362384" y="0"/>
                        <a:pt x="362384" y="0"/>
                      </a:cubicBezTo>
                      <a:cubicBezTo>
                        <a:pt x="1176419" y="572457"/>
                        <a:pt x="942929" y="1993814"/>
                        <a:pt x="589579" y="2435517"/>
                      </a:cubicBezTo>
                      <a:close/>
                    </a:path>
                  </a:pathLst>
                </a:custGeom>
                <a:solidFill>
                  <a:srgbClr val="66A3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1" name="Google Shape;61;g3b3a45db5ed_1_3094"/>
                <p:cNvSpPr/>
                <p:nvPr/>
              </p:nvSpPr>
              <p:spPr>
                <a:xfrm>
                  <a:off x="7349800" y="2784094"/>
                  <a:ext cx="831744" cy="831744"/>
                </a:xfrm>
                <a:custGeom>
                  <a:rect b="b" l="l" r="r" t="t"/>
                  <a:pathLst>
                    <a:path extrusionOk="0" h="831744" w="831744">
                      <a:moveTo>
                        <a:pt x="831745" y="415872"/>
                      </a:moveTo>
                      <a:cubicBezTo>
                        <a:pt x="831745" y="645552"/>
                        <a:pt x="645553" y="831745"/>
                        <a:pt x="415872" y="831745"/>
                      </a:cubicBezTo>
                      <a:cubicBezTo>
                        <a:pt x="186192" y="831745"/>
                        <a:pt x="0" y="645553"/>
                        <a:pt x="0" y="415872"/>
                      </a:cubicBezTo>
                      <a:cubicBezTo>
                        <a:pt x="0" y="186192"/>
                        <a:pt x="186192" y="0"/>
                        <a:pt x="415872" y="0"/>
                      </a:cubicBezTo>
                      <a:cubicBezTo>
                        <a:pt x="645552" y="0"/>
                        <a:pt x="831745" y="186192"/>
                        <a:pt x="831745" y="415872"/>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2" name="Google Shape;62;g3b3a45db5ed_1_3094"/>
                <p:cNvSpPr/>
                <p:nvPr/>
              </p:nvSpPr>
              <p:spPr>
                <a:xfrm>
                  <a:off x="7323512" y="2768341"/>
                  <a:ext cx="831744" cy="831744"/>
                </a:xfrm>
                <a:custGeom>
                  <a:rect b="b" l="l" r="r" t="t"/>
                  <a:pathLst>
                    <a:path extrusionOk="0" h="831744" w="831744">
                      <a:moveTo>
                        <a:pt x="831745" y="415872"/>
                      </a:moveTo>
                      <a:cubicBezTo>
                        <a:pt x="831745" y="645552"/>
                        <a:pt x="645553" y="831745"/>
                        <a:pt x="415872" y="831745"/>
                      </a:cubicBezTo>
                      <a:cubicBezTo>
                        <a:pt x="186192" y="831745"/>
                        <a:pt x="0" y="645553"/>
                        <a:pt x="0" y="415872"/>
                      </a:cubicBezTo>
                      <a:cubicBezTo>
                        <a:pt x="0" y="186192"/>
                        <a:pt x="186192" y="0"/>
                        <a:pt x="415872" y="0"/>
                      </a:cubicBezTo>
                      <a:cubicBezTo>
                        <a:pt x="645552" y="0"/>
                        <a:pt x="831745" y="186192"/>
                        <a:pt x="831745" y="415872"/>
                      </a:cubicBez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3" name="Google Shape;63;g3b3a45db5ed_1_3094"/>
                <p:cNvSpPr/>
                <p:nvPr/>
              </p:nvSpPr>
              <p:spPr>
                <a:xfrm>
                  <a:off x="7709412" y="2804413"/>
                  <a:ext cx="59946" cy="59946"/>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4" name="Google Shape;64;g3b3a45db5ed_1_3094"/>
                <p:cNvSpPr/>
                <p:nvPr/>
              </p:nvSpPr>
              <p:spPr>
                <a:xfrm rot="-4040824">
                  <a:off x="7709401" y="3503999"/>
                  <a:ext cx="59923" cy="59923"/>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5" name="Google Shape;65;g3b3a45db5ed_1_3094"/>
                <p:cNvSpPr/>
                <p:nvPr/>
              </p:nvSpPr>
              <p:spPr>
                <a:xfrm>
                  <a:off x="7359617" y="3154241"/>
                  <a:ext cx="59946" cy="59946"/>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6" name="Google Shape;66;g3b3a45db5ed_1_3094"/>
                <p:cNvSpPr/>
                <p:nvPr/>
              </p:nvSpPr>
              <p:spPr>
                <a:xfrm rot="-4059997">
                  <a:off x="8059192" y="3154122"/>
                  <a:ext cx="59948" cy="59948"/>
                </a:xfrm>
                <a:custGeom>
                  <a:rect b="b" l="l" r="r" t="t"/>
                  <a:pathLst>
                    <a:path extrusionOk="0" h="59947" w="59947">
                      <a:moveTo>
                        <a:pt x="59947" y="29974"/>
                      </a:moveTo>
                      <a:cubicBezTo>
                        <a:pt x="59947" y="46528"/>
                        <a:pt x="46528" y="59947"/>
                        <a:pt x="29974" y="59947"/>
                      </a:cubicBezTo>
                      <a:cubicBezTo>
                        <a:pt x="13420" y="59947"/>
                        <a:pt x="0" y="46528"/>
                        <a:pt x="0" y="29974"/>
                      </a:cubicBezTo>
                      <a:cubicBezTo>
                        <a:pt x="0" y="13420"/>
                        <a:pt x="13420" y="0"/>
                        <a:pt x="29974" y="0"/>
                      </a:cubicBezTo>
                      <a:cubicBezTo>
                        <a:pt x="46528" y="0"/>
                        <a:pt x="59947" y="13420"/>
                        <a:pt x="59947" y="29974"/>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7" name="Google Shape;67;g3b3a45db5ed_1_3094"/>
                <p:cNvSpPr/>
                <p:nvPr/>
              </p:nvSpPr>
              <p:spPr>
                <a:xfrm>
                  <a:off x="7462052" y="2906881"/>
                  <a:ext cx="59962" cy="59962"/>
                </a:xfrm>
                <a:custGeom>
                  <a:rect b="b" l="l" r="r" t="t"/>
                  <a:pathLst>
                    <a:path extrusionOk="0" h="59962" w="59962">
                      <a:moveTo>
                        <a:pt x="51181" y="8782"/>
                      </a:moveTo>
                      <a:cubicBezTo>
                        <a:pt x="62890" y="20490"/>
                        <a:pt x="62890" y="39472"/>
                        <a:pt x="51181" y="51181"/>
                      </a:cubicBezTo>
                      <a:cubicBezTo>
                        <a:pt x="39472" y="62890"/>
                        <a:pt x="20490" y="62890"/>
                        <a:pt x="8782" y="51181"/>
                      </a:cubicBezTo>
                      <a:cubicBezTo>
                        <a:pt x="-2927" y="39472"/>
                        <a:pt x="-2927" y="20490"/>
                        <a:pt x="8782" y="8782"/>
                      </a:cubicBezTo>
                      <a:cubicBezTo>
                        <a:pt x="20490" y="-2927"/>
                        <a:pt x="39472" y="-2927"/>
                        <a:pt x="51181"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8" name="Google Shape;68;g3b3a45db5ed_1_3094"/>
                <p:cNvSpPr/>
                <p:nvPr/>
              </p:nvSpPr>
              <p:spPr>
                <a:xfrm>
                  <a:off x="7956755" y="3401584"/>
                  <a:ext cx="59962" cy="59962"/>
                </a:xfrm>
                <a:custGeom>
                  <a:rect b="b" l="l" r="r" t="t"/>
                  <a:pathLst>
                    <a:path extrusionOk="0" h="59962" w="59962">
                      <a:moveTo>
                        <a:pt x="51181" y="8782"/>
                      </a:moveTo>
                      <a:cubicBezTo>
                        <a:pt x="39472" y="-2927"/>
                        <a:pt x="20490" y="-2927"/>
                        <a:pt x="8782" y="8782"/>
                      </a:cubicBezTo>
                      <a:cubicBezTo>
                        <a:pt x="-2927" y="20490"/>
                        <a:pt x="-2927" y="39472"/>
                        <a:pt x="8782" y="51181"/>
                      </a:cubicBezTo>
                      <a:cubicBezTo>
                        <a:pt x="20490" y="62890"/>
                        <a:pt x="39472" y="62890"/>
                        <a:pt x="51181" y="51181"/>
                      </a:cubicBezTo>
                      <a:cubicBezTo>
                        <a:pt x="62890" y="39472"/>
                        <a:pt x="62890" y="20490"/>
                        <a:pt x="51181"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69" name="Google Shape;69;g3b3a45db5ed_1_3094"/>
                <p:cNvSpPr/>
                <p:nvPr/>
              </p:nvSpPr>
              <p:spPr>
                <a:xfrm>
                  <a:off x="7462052" y="3401584"/>
                  <a:ext cx="59962" cy="59962"/>
                </a:xfrm>
                <a:custGeom>
                  <a:rect b="b" l="l" r="r" t="t"/>
                  <a:pathLst>
                    <a:path extrusionOk="0" h="59962" w="59962">
                      <a:moveTo>
                        <a:pt x="8782" y="8782"/>
                      </a:moveTo>
                      <a:cubicBezTo>
                        <a:pt x="20490" y="-2927"/>
                        <a:pt x="39472" y="-2927"/>
                        <a:pt x="51181" y="8782"/>
                      </a:cubicBezTo>
                      <a:cubicBezTo>
                        <a:pt x="62890" y="20490"/>
                        <a:pt x="62890" y="39472"/>
                        <a:pt x="51181" y="51181"/>
                      </a:cubicBezTo>
                      <a:cubicBezTo>
                        <a:pt x="39472" y="62890"/>
                        <a:pt x="20490" y="62890"/>
                        <a:pt x="8782" y="51181"/>
                      </a:cubicBezTo>
                      <a:cubicBezTo>
                        <a:pt x="-2927" y="39472"/>
                        <a:pt x="-2927" y="20490"/>
                        <a:pt x="8782"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0" name="Google Shape;70;g3b3a45db5ed_1_3094"/>
                <p:cNvSpPr/>
                <p:nvPr/>
              </p:nvSpPr>
              <p:spPr>
                <a:xfrm>
                  <a:off x="7956755" y="2906881"/>
                  <a:ext cx="59962" cy="59962"/>
                </a:xfrm>
                <a:custGeom>
                  <a:rect b="b" l="l" r="r" t="t"/>
                  <a:pathLst>
                    <a:path extrusionOk="0" h="59962" w="59962">
                      <a:moveTo>
                        <a:pt x="8782" y="8782"/>
                      </a:moveTo>
                      <a:cubicBezTo>
                        <a:pt x="-2927" y="20490"/>
                        <a:pt x="-2927" y="39472"/>
                        <a:pt x="8782" y="51181"/>
                      </a:cubicBezTo>
                      <a:cubicBezTo>
                        <a:pt x="20490" y="62890"/>
                        <a:pt x="39472" y="62890"/>
                        <a:pt x="51181" y="51181"/>
                      </a:cubicBezTo>
                      <a:cubicBezTo>
                        <a:pt x="62890" y="39472"/>
                        <a:pt x="62890" y="20490"/>
                        <a:pt x="51181" y="8782"/>
                      </a:cubicBezTo>
                      <a:cubicBezTo>
                        <a:pt x="39472" y="-2927"/>
                        <a:pt x="20490" y="-2927"/>
                        <a:pt x="8782"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1" name="Google Shape;71;g3b3a45db5ed_1_3094"/>
                <p:cNvSpPr/>
                <p:nvPr/>
              </p:nvSpPr>
              <p:spPr>
                <a:xfrm rot="-2700000">
                  <a:off x="7475039" y="2914399"/>
                  <a:ext cx="556452" cy="556452"/>
                </a:xfrm>
                <a:custGeom>
                  <a:rect b="b" l="l" r="r" t="t"/>
                  <a:pathLst>
                    <a:path extrusionOk="0" h="556143" w="556143">
                      <a:moveTo>
                        <a:pt x="556144" y="278072"/>
                      </a:moveTo>
                      <a:cubicBezTo>
                        <a:pt x="556144" y="431647"/>
                        <a:pt x="431647" y="556144"/>
                        <a:pt x="278072" y="556144"/>
                      </a:cubicBezTo>
                      <a:cubicBezTo>
                        <a:pt x="124497" y="556144"/>
                        <a:pt x="0" y="431647"/>
                        <a:pt x="0" y="278072"/>
                      </a:cubicBezTo>
                      <a:cubicBezTo>
                        <a:pt x="0" y="124497"/>
                        <a:pt x="124497" y="0"/>
                        <a:pt x="278072" y="0"/>
                      </a:cubicBezTo>
                      <a:cubicBezTo>
                        <a:pt x="431647" y="0"/>
                        <a:pt x="556144" y="124497"/>
                        <a:pt x="556144" y="278072"/>
                      </a:cubicBezTo>
                      <a:close/>
                    </a:path>
                  </a:pathLst>
                </a:custGeom>
                <a:solidFill>
                  <a:srgbClr val="77A4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2" name="Google Shape;72;g3b3a45db5ed_1_3094"/>
                <p:cNvSpPr/>
                <p:nvPr/>
              </p:nvSpPr>
              <p:spPr>
                <a:xfrm>
                  <a:off x="7461277" y="2906139"/>
                  <a:ext cx="430125" cy="519326"/>
                </a:xfrm>
                <a:custGeom>
                  <a:rect b="b" l="l" r="r" t="t"/>
                  <a:pathLst>
                    <a:path extrusionOk="0" h="519326" w="430125">
                      <a:moveTo>
                        <a:pt x="13698" y="286489"/>
                      </a:moveTo>
                      <a:cubicBezTo>
                        <a:pt x="13698" y="132906"/>
                        <a:pt x="138189" y="8415"/>
                        <a:pt x="291773" y="8415"/>
                      </a:cubicBezTo>
                      <a:cubicBezTo>
                        <a:pt x="342130" y="8415"/>
                        <a:pt x="389389" y="21819"/>
                        <a:pt x="430125" y="45237"/>
                      </a:cubicBezTo>
                      <a:cubicBezTo>
                        <a:pt x="386421" y="16634"/>
                        <a:pt x="334205" y="0"/>
                        <a:pt x="278075" y="0"/>
                      </a:cubicBezTo>
                      <a:cubicBezTo>
                        <a:pt x="124491" y="0"/>
                        <a:pt x="0" y="124491"/>
                        <a:pt x="0" y="278075"/>
                      </a:cubicBezTo>
                      <a:cubicBezTo>
                        <a:pt x="0" y="381268"/>
                        <a:pt x="56228" y="471350"/>
                        <a:pt x="139722" y="519327"/>
                      </a:cubicBezTo>
                      <a:cubicBezTo>
                        <a:pt x="63860" y="469687"/>
                        <a:pt x="13698" y="383942"/>
                        <a:pt x="13698" y="286489"/>
                      </a:cubicBezTo>
                      <a:close/>
                    </a:path>
                  </a:pathLst>
                </a:custGeom>
                <a:solidFill>
                  <a:srgbClr val="5D8DD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3" name="Google Shape;73;g3b3a45db5ed_1_3094"/>
                <p:cNvSpPr/>
                <p:nvPr/>
              </p:nvSpPr>
              <p:spPr>
                <a:xfrm>
                  <a:off x="7505471" y="2950300"/>
                  <a:ext cx="330421" cy="330421"/>
                </a:xfrm>
                <a:custGeom>
                  <a:rect b="b" l="l" r="r" t="t"/>
                  <a:pathLst>
                    <a:path extrusionOk="0" h="330421" w="330421">
                      <a:moveTo>
                        <a:pt x="17351" y="320604"/>
                      </a:moveTo>
                      <a:cubicBezTo>
                        <a:pt x="17351" y="153127"/>
                        <a:pt x="153127" y="17351"/>
                        <a:pt x="320604" y="17351"/>
                      </a:cubicBezTo>
                      <a:cubicBezTo>
                        <a:pt x="323899" y="17351"/>
                        <a:pt x="327160" y="17416"/>
                        <a:pt x="330421" y="17514"/>
                      </a:cubicBezTo>
                      <a:cubicBezTo>
                        <a:pt x="302568" y="6229"/>
                        <a:pt x="272139" y="0"/>
                        <a:pt x="240209" y="0"/>
                      </a:cubicBezTo>
                      <a:cubicBezTo>
                        <a:pt x="107531" y="0"/>
                        <a:pt x="0" y="107564"/>
                        <a:pt x="0" y="240209"/>
                      </a:cubicBezTo>
                      <a:cubicBezTo>
                        <a:pt x="0" y="272106"/>
                        <a:pt x="6229" y="302568"/>
                        <a:pt x="17514" y="330421"/>
                      </a:cubicBezTo>
                      <a:cubicBezTo>
                        <a:pt x="17416" y="327160"/>
                        <a:pt x="17351" y="323898"/>
                        <a:pt x="17351" y="320604"/>
                      </a:cubicBezTo>
                      <a:close/>
                    </a:path>
                  </a:pathLst>
                </a:custGeom>
                <a:solidFill>
                  <a:srgbClr val="8EB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4" name="Google Shape;74;g3b3a45db5ed_1_3094"/>
                <p:cNvSpPr/>
                <p:nvPr/>
              </p:nvSpPr>
              <p:spPr>
                <a:xfrm>
                  <a:off x="7499111" y="4966357"/>
                  <a:ext cx="521251" cy="82972"/>
                </a:xfrm>
                <a:custGeom>
                  <a:rect b="b" l="l" r="r" t="t"/>
                  <a:pathLst>
                    <a:path extrusionOk="0" h="82972" w="521251">
                      <a:moveTo>
                        <a:pt x="479732" y="82972"/>
                      </a:moveTo>
                      <a:lnTo>
                        <a:pt x="41486" y="82972"/>
                      </a:lnTo>
                      <a:cubicBezTo>
                        <a:pt x="18558" y="82972"/>
                        <a:pt x="0" y="64382"/>
                        <a:pt x="0" y="41486"/>
                      </a:cubicBezTo>
                      <a:lnTo>
                        <a:pt x="0" y="41486"/>
                      </a:lnTo>
                      <a:cubicBezTo>
                        <a:pt x="0" y="18558"/>
                        <a:pt x="18591" y="0"/>
                        <a:pt x="41486" y="0"/>
                      </a:cubicBezTo>
                      <a:lnTo>
                        <a:pt x="479765" y="0"/>
                      </a:lnTo>
                      <a:cubicBezTo>
                        <a:pt x="502693" y="0"/>
                        <a:pt x="521251" y="18591"/>
                        <a:pt x="521251" y="41486"/>
                      </a:cubicBezTo>
                      <a:lnTo>
                        <a:pt x="521251" y="41486"/>
                      </a:lnTo>
                      <a:cubicBezTo>
                        <a:pt x="521219" y="64414"/>
                        <a:pt x="502661" y="82972"/>
                        <a:pt x="479732" y="82972"/>
                      </a:cubicBez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75" name="Google Shape;75;g3b3a45db5ed_1_3094"/>
                <p:cNvSpPr/>
                <p:nvPr/>
              </p:nvSpPr>
              <p:spPr>
                <a:xfrm>
                  <a:off x="7509808" y="4966357"/>
                  <a:ext cx="510553" cy="82972"/>
                </a:xfrm>
                <a:custGeom>
                  <a:rect b="b" l="l" r="r" t="t"/>
                  <a:pathLst>
                    <a:path extrusionOk="0" h="82972" w="510553">
                      <a:moveTo>
                        <a:pt x="469035" y="0"/>
                      </a:moveTo>
                      <a:lnTo>
                        <a:pt x="461957" y="0"/>
                      </a:lnTo>
                      <a:cubicBezTo>
                        <a:pt x="468611" y="7371"/>
                        <a:pt x="472655" y="17123"/>
                        <a:pt x="472655" y="27821"/>
                      </a:cubicBezTo>
                      <a:cubicBezTo>
                        <a:pt x="472655" y="50749"/>
                        <a:pt x="454097" y="69307"/>
                        <a:pt x="431169" y="69307"/>
                      </a:cubicBezTo>
                      <a:lnTo>
                        <a:pt x="0" y="69307"/>
                      </a:lnTo>
                      <a:cubicBezTo>
                        <a:pt x="7599" y="77689"/>
                        <a:pt x="18558" y="82972"/>
                        <a:pt x="30788" y="82972"/>
                      </a:cubicBezTo>
                      <a:lnTo>
                        <a:pt x="469067" y="82972"/>
                      </a:lnTo>
                      <a:cubicBezTo>
                        <a:pt x="491996" y="82972"/>
                        <a:pt x="510554" y="64382"/>
                        <a:pt x="510554" y="41486"/>
                      </a:cubicBezTo>
                      <a:lnTo>
                        <a:pt x="510554" y="41486"/>
                      </a:lnTo>
                      <a:cubicBezTo>
                        <a:pt x="510521" y="18591"/>
                        <a:pt x="491963" y="0"/>
                        <a:pt x="469035" y="0"/>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grpSp>
      <p:sp>
        <p:nvSpPr>
          <p:cNvPr id="76" name="Google Shape;76;g3b3a45db5ed_1_3094"/>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Explore</a:t>
            </a:r>
            <a:endParaRPr b="0" i="0" sz="1400" u="none" cap="none" strike="noStrike">
              <a:solidFill>
                <a:srgbClr val="000000"/>
              </a:solidFill>
              <a:latin typeface="Arial"/>
              <a:ea typeface="Arial"/>
              <a:cs typeface="Arial"/>
              <a:sym typeface="Arial"/>
            </a:endParaRPr>
          </a:p>
        </p:txBody>
      </p:sp>
      <p:sp>
        <p:nvSpPr>
          <p:cNvPr id="77" name="Google Shape;77;g3b3a45db5ed_1_3094"/>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with content T3">
  <p:cSld name="1_Title with content T3">
    <p:spTree>
      <p:nvGrpSpPr>
        <p:cNvPr id="78" name="Shape 78"/>
        <p:cNvGrpSpPr/>
        <p:nvPr/>
      </p:nvGrpSpPr>
      <p:grpSpPr>
        <a:xfrm>
          <a:off x="0" y="0"/>
          <a:ext cx="0" cy="0"/>
          <a:chOff x="0" y="0"/>
          <a:chExt cx="0" cy="0"/>
        </a:xfrm>
      </p:grpSpPr>
      <p:sp>
        <p:nvSpPr>
          <p:cNvPr id="79" name="Google Shape;79;g3b3a45db5ed_1_3601"/>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317500" lvl="0" marL="457200" marR="0" rtl="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1pPr>
            <a:lvl2pPr indent="-317500" lvl="1" marL="914400" marR="0" rtl="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2pPr>
            <a:lvl3pPr indent="-317500" lvl="2" marL="1371600" marR="0" rtl="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3pPr>
            <a:lvl4pPr indent="-317500" lvl="3" marL="1828800" marR="0" rtl="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4pPr>
            <a:lvl5pPr indent="-317500" lvl="4" marL="2286000" marR="0" rtl="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80" name="Google Shape;80;g3b3a45db5ed_1_3601"/>
          <p:cNvGrpSpPr/>
          <p:nvPr/>
        </p:nvGrpSpPr>
        <p:grpSpPr>
          <a:xfrm>
            <a:off x="-1" y="579518"/>
            <a:ext cx="11387071" cy="823623"/>
            <a:chOff x="0" y="579518"/>
            <a:chExt cx="4125900" cy="823623"/>
          </a:xfrm>
        </p:grpSpPr>
        <p:sp>
          <p:nvSpPr>
            <p:cNvPr id="81" name="Google Shape;81;g3b3a45db5ed_1_3601"/>
            <p:cNvSpPr/>
            <p:nvPr/>
          </p:nvSpPr>
          <p:spPr>
            <a:xfrm>
              <a:off x="0" y="676841"/>
              <a:ext cx="4125900" cy="726300"/>
            </a:xfrm>
            <a:prstGeom prst="rect">
              <a:avLst/>
            </a:prstGeom>
            <a:solidFill>
              <a:srgbClr val="D06800"/>
            </a:solidFill>
            <a:ln>
              <a:noFill/>
            </a:ln>
          </p:spPr>
          <p:txBody>
            <a:bodyPr anchorCtr="0" anchor="ctr" bIns="0"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 name="Google Shape;82;g3b3a45db5ed_1_3601"/>
            <p:cNvSpPr/>
            <p:nvPr/>
          </p:nvSpPr>
          <p:spPr>
            <a:xfrm>
              <a:off x="0" y="579518"/>
              <a:ext cx="4092000" cy="726300"/>
            </a:xfrm>
            <a:prstGeom prst="rect">
              <a:avLst/>
            </a:prstGeom>
            <a:solidFill>
              <a:srgbClr val="FC7C00"/>
            </a:solidFill>
            <a:ln>
              <a:noFill/>
            </a:ln>
          </p:spPr>
          <p:txBody>
            <a:bodyPr anchorCtr="0" anchor="ctr" bIns="0"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83" name="Google Shape;83;g3b3a45db5ed_1_3601"/>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1" i="0" sz="36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4" name="Google Shape;84;g3b3a45db5ed_1_3601"/>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p:cSld name="Section">
    <p:spTree>
      <p:nvGrpSpPr>
        <p:cNvPr id="85" name="Shape 85"/>
        <p:cNvGrpSpPr/>
        <p:nvPr/>
      </p:nvGrpSpPr>
      <p:grpSpPr>
        <a:xfrm>
          <a:off x="0" y="0"/>
          <a:ext cx="0" cy="0"/>
          <a:chOff x="0" y="0"/>
          <a:chExt cx="0" cy="0"/>
        </a:xfrm>
      </p:grpSpPr>
      <p:sp>
        <p:nvSpPr>
          <p:cNvPr id="86" name="Google Shape;86;g3b3a45db5ed_1_3090"/>
          <p:cNvSpPr/>
          <p:nvPr/>
        </p:nvSpPr>
        <p:spPr>
          <a:xfrm>
            <a:off x="-15279338" y="-6822541"/>
            <a:ext cx="0" cy="25658117"/>
          </a:xfrm>
          <a:custGeom>
            <a:rect b="b" l="l" r="r" t="t"/>
            <a:pathLst>
              <a:path extrusionOk="0" h="13191834" w="120000">
                <a:moveTo>
                  <a:pt x="0" y="0"/>
                </a:moveTo>
                <a:lnTo>
                  <a:pt x="0" y="13191834"/>
                </a:lnTo>
              </a:path>
            </a:pathLst>
          </a:custGeom>
          <a:noFill/>
          <a:ln cap="rnd" cmpd="sng" w="44450">
            <a:solidFill>
              <a:schemeClr val="dk1"/>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87" name="Google Shape;87;g3b3a45db5ed_1_3090"/>
          <p:cNvSpPr/>
          <p:nvPr/>
        </p:nvSpPr>
        <p:spPr>
          <a:xfrm>
            <a:off x="-13303054" y="-11895986"/>
            <a:ext cx="0" cy="25658117"/>
          </a:xfrm>
          <a:custGeom>
            <a:rect b="b" l="l" r="r" t="t"/>
            <a:pathLst>
              <a:path extrusionOk="0" h="13191834" w="120000">
                <a:moveTo>
                  <a:pt x="0" y="0"/>
                </a:moveTo>
                <a:lnTo>
                  <a:pt x="0" y="13191834"/>
                </a:lnTo>
              </a:path>
            </a:pathLst>
          </a:custGeom>
          <a:noFill/>
          <a:ln cap="rnd" cmpd="sng" w="44450">
            <a:solidFill>
              <a:schemeClr val="dk1"/>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88" name="Google Shape;88;g3b3a45db5ed_1_3090"/>
          <p:cNvSpPr txBox="1"/>
          <p:nvPr>
            <p:ph idx="1" type="body"/>
          </p:nvPr>
        </p:nvSpPr>
        <p:spPr>
          <a:xfrm>
            <a:off x="3480620" y="2300748"/>
            <a:ext cx="5230800" cy="22566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4000"/>
              <a:buFont typeface="Arial"/>
              <a:buNone/>
              <a:defRPr b="0" i="0" sz="4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500"/>
                                        <p:tgtEl>
                                          <p:spTgt spid="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gage">
  <p:cSld name="Engage">
    <p:spTree>
      <p:nvGrpSpPr>
        <p:cNvPr id="89" name="Shape 89"/>
        <p:cNvGrpSpPr/>
        <p:nvPr/>
      </p:nvGrpSpPr>
      <p:grpSpPr>
        <a:xfrm>
          <a:off x="0" y="0"/>
          <a:ext cx="0" cy="0"/>
          <a:chOff x="0" y="0"/>
          <a:chExt cx="0" cy="0"/>
        </a:xfrm>
      </p:grpSpPr>
      <p:grpSp>
        <p:nvGrpSpPr>
          <p:cNvPr id="90" name="Google Shape;90;g3b3a45db5ed_1_3299"/>
          <p:cNvGrpSpPr/>
          <p:nvPr/>
        </p:nvGrpSpPr>
        <p:grpSpPr>
          <a:xfrm>
            <a:off x="680011" y="0"/>
            <a:ext cx="3090697" cy="1806089"/>
            <a:chOff x="536716" y="-1319"/>
            <a:chExt cx="3976708" cy="2323841"/>
          </a:xfrm>
        </p:grpSpPr>
        <p:sp>
          <p:nvSpPr>
            <p:cNvPr id="91" name="Google Shape;91;g3b3a45db5ed_1_3299"/>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92" name="Google Shape;92;g3b3a45db5ed_1_3299"/>
            <p:cNvGrpSpPr/>
            <p:nvPr/>
          </p:nvGrpSpPr>
          <p:grpSpPr>
            <a:xfrm>
              <a:off x="536716" y="0"/>
              <a:ext cx="3976708" cy="2322522"/>
              <a:chOff x="947530" y="0"/>
              <a:chExt cx="3976708" cy="2322522"/>
            </a:xfrm>
          </p:grpSpPr>
          <p:sp>
            <p:nvSpPr>
              <p:cNvPr id="93" name="Google Shape;93;g3b3a45db5ed_1_329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94" name="Google Shape;94;g3b3a45db5ed_1_3299"/>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95" name="Google Shape;95;g3b3a45db5ed_1_3299"/>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96" name="Google Shape;96;g3b3a45db5ed_1_3299"/>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97" name="Google Shape;97;g3b3a45db5ed_1_329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98" name="Google Shape;98;g3b3a45db5ed_1_3299"/>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Engage</a:t>
            </a:r>
            <a:endParaRPr b="0" i="0" sz="1400" u="none" cap="none" strike="noStrike">
              <a:solidFill>
                <a:srgbClr val="000000"/>
              </a:solidFill>
              <a:latin typeface="Arial"/>
              <a:ea typeface="Arial"/>
              <a:cs typeface="Arial"/>
              <a:sym typeface="Arial"/>
            </a:endParaRPr>
          </a:p>
        </p:txBody>
      </p:sp>
      <p:grpSp>
        <p:nvGrpSpPr>
          <p:cNvPr id="99" name="Google Shape;99;g3b3a45db5ed_1_3299"/>
          <p:cNvGrpSpPr/>
          <p:nvPr/>
        </p:nvGrpSpPr>
        <p:grpSpPr>
          <a:xfrm>
            <a:off x="5346784" y="1129383"/>
            <a:ext cx="4318845" cy="2583681"/>
            <a:chOff x="5320151" y="896335"/>
            <a:chExt cx="4318845" cy="2583681"/>
          </a:xfrm>
        </p:grpSpPr>
        <p:sp>
          <p:nvSpPr>
            <p:cNvPr id="100" name="Google Shape;100;g3b3a45db5ed_1_3299"/>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1" name="Google Shape;101;g3b3a45db5ed_1_3299"/>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FFFFFF">
                <a:alpha val="8352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102" name="Google Shape;102;g3b3a45db5ed_1_3299"/>
          <p:cNvGrpSpPr/>
          <p:nvPr/>
        </p:nvGrpSpPr>
        <p:grpSpPr>
          <a:xfrm>
            <a:off x="8020375" y="1479739"/>
            <a:ext cx="1344658" cy="4110296"/>
            <a:chOff x="7993742" y="1246691"/>
            <a:chExt cx="1344658" cy="4110296"/>
          </a:xfrm>
        </p:grpSpPr>
        <p:sp>
          <p:nvSpPr>
            <p:cNvPr id="103" name="Google Shape;103;g3b3a45db5ed_1_3299"/>
            <p:cNvSpPr/>
            <p:nvPr/>
          </p:nvSpPr>
          <p:spPr>
            <a:xfrm>
              <a:off x="8617716" y="1305764"/>
              <a:ext cx="120606" cy="214213"/>
            </a:xfrm>
            <a:custGeom>
              <a:rect b="b" l="l" r="r" t="t"/>
              <a:pathLst>
                <a:path extrusionOk="0" h="214213" w="120606">
                  <a:moveTo>
                    <a:pt x="50604" y="201848"/>
                  </a:moveTo>
                  <a:cubicBezTo>
                    <a:pt x="23239" y="174484"/>
                    <a:pt x="-29434" y="70807"/>
                    <a:pt x="21055" y="21988"/>
                  </a:cubicBezTo>
                  <a:cubicBezTo>
                    <a:pt x="71544" y="-26831"/>
                    <a:pt x="116509" y="17492"/>
                    <a:pt x="119978" y="41259"/>
                  </a:cubicBezTo>
                  <a:cubicBezTo>
                    <a:pt x="123447" y="65026"/>
                    <a:pt x="114197" y="265312"/>
                    <a:pt x="50604" y="20184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4" name="Google Shape;104;g3b3a45db5ed_1_3299"/>
            <p:cNvSpPr/>
            <p:nvPr/>
          </p:nvSpPr>
          <p:spPr>
            <a:xfrm>
              <a:off x="8510814" y="4971832"/>
              <a:ext cx="145942" cy="266191"/>
            </a:xfrm>
            <a:custGeom>
              <a:rect b="b" l="l" r="r" t="t"/>
              <a:pathLst>
                <a:path extrusionOk="0" h="266191" w="145942">
                  <a:moveTo>
                    <a:pt x="145943" y="265164"/>
                  </a:moveTo>
                  <a:lnTo>
                    <a:pt x="31218" y="266192"/>
                  </a:lnTo>
                  <a:lnTo>
                    <a:pt x="0" y="1028"/>
                  </a:lnTo>
                  <a:lnTo>
                    <a:pt x="114596" y="0"/>
                  </a:lnTo>
                  <a:lnTo>
                    <a:pt x="145943"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5" name="Google Shape;105;g3b3a45db5ed_1_3299"/>
            <p:cNvSpPr/>
            <p:nvPr/>
          </p:nvSpPr>
          <p:spPr>
            <a:xfrm>
              <a:off x="8299416" y="5223635"/>
              <a:ext cx="409052" cy="133352"/>
            </a:xfrm>
            <a:custGeom>
              <a:rect b="b" l="l" r="r" t="t"/>
              <a:pathLst>
                <a:path extrusionOk="0" h="133352" w="409052">
                  <a:moveTo>
                    <a:pt x="242488" y="1157"/>
                  </a:moveTo>
                  <a:lnTo>
                    <a:pt x="367619" y="0"/>
                  </a:lnTo>
                  <a:cubicBezTo>
                    <a:pt x="372360" y="64"/>
                    <a:pt x="376509" y="3186"/>
                    <a:pt x="377897" y="7708"/>
                  </a:cubicBezTo>
                  <a:lnTo>
                    <a:pt x="408216" y="109329"/>
                  </a:lnTo>
                  <a:cubicBezTo>
                    <a:pt x="410991" y="117461"/>
                    <a:pt x="406636" y="126287"/>
                    <a:pt x="398516" y="129062"/>
                  </a:cubicBezTo>
                  <a:cubicBezTo>
                    <a:pt x="396795" y="129640"/>
                    <a:pt x="394996" y="129923"/>
                    <a:pt x="393185" y="129884"/>
                  </a:cubicBezTo>
                  <a:cubicBezTo>
                    <a:pt x="348091" y="129884"/>
                    <a:pt x="282571" y="127443"/>
                    <a:pt x="226173" y="127957"/>
                  </a:cubicBezTo>
                  <a:cubicBezTo>
                    <a:pt x="159881" y="127957"/>
                    <a:pt x="130333" y="132582"/>
                    <a:pt x="52480" y="133353"/>
                  </a:cubicBezTo>
                  <a:cubicBezTo>
                    <a:pt x="5459" y="133353"/>
                    <a:pt x="-11756" y="86333"/>
                    <a:pt x="8157" y="81965"/>
                  </a:cubicBezTo>
                  <a:cubicBezTo>
                    <a:pt x="96417" y="61538"/>
                    <a:pt x="142024" y="58840"/>
                    <a:pt x="215895" y="10407"/>
                  </a:cubicBezTo>
                  <a:cubicBezTo>
                    <a:pt x="223667" y="4792"/>
                    <a:pt x="232917" y="1580"/>
                    <a:pt x="242488"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6" name="Google Shape;106;g3b3a45db5ed_1_3299"/>
            <p:cNvSpPr/>
            <p:nvPr/>
          </p:nvSpPr>
          <p:spPr>
            <a:xfrm>
              <a:off x="8510814" y="4971960"/>
              <a:ext cx="130783" cy="137720"/>
            </a:xfrm>
            <a:custGeom>
              <a:rect b="b" l="l" r="r" t="t"/>
              <a:pathLst>
                <a:path extrusionOk="0" h="137720" w="130783">
                  <a:moveTo>
                    <a:pt x="0" y="1028"/>
                  </a:moveTo>
                  <a:lnTo>
                    <a:pt x="16187"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7" name="Google Shape;107;g3b3a45db5ed_1_3299"/>
            <p:cNvSpPr/>
            <p:nvPr/>
          </p:nvSpPr>
          <p:spPr>
            <a:xfrm>
              <a:off x="8461219" y="5216393"/>
              <a:ext cx="72216" cy="28944"/>
            </a:xfrm>
            <a:custGeom>
              <a:rect b="b" l="l" r="r" t="t"/>
              <a:pathLst>
                <a:path extrusionOk="0" h="28944" w="72216">
                  <a:moveTo>
                    <a:pt x="33279" y="28825"/>
                  </a:moveTo>
                  <a:cubicBezTo>
                    <a:pt x="45651" y="28606"/>
                    <a:pt x="57958" y="27103"/>
                    <a:pt x="70022" y="24328"/>
                  </a:cubicBezTo>
                  <a:cubicBezTo>
                    <a:pt x="71191" y="24161"/>
                    <a:pt x="72103" y="23198"/>
                    <a:pt x="72206" y="22016"/>
                  </a:cubicBezTo>
                  <a:cubicBezTo>
                    <a:pt x="72308" y="20885"/>
                    <a:pt x="71692" y="19806"/>
                    <a:pt x="70664" y="19318"/>
                  </a:cubicBezTo>
                  <a:cubicBezTo>
                    <a:pt x="65268" y="16620"/>
                    <a:pt x="17092" y="-6377"/>
                    <a:pt x="3859" y="1717"/>
                  </a:cubicBezTo>
                  <a:cubicBezTo>
                    <a:pt x="1367" y="3310"/>
                    <a:pt x="-98" y="6085"/>
                    <a:pt x="5" y="9040"/>
                  </a:cubicBezTo>
                  <a:cubicBezTo>
                    <a:pt x="-59" y="14051"/>
                    <a:pt x="2228" y="18804"/>
                    <a:pt x="6172" y="21887"/>
                  </a:cubicBezTo>
                  <a:cubicBezTo>
                    <a:pt x="14201" y="27103"/>
                    <a:pt x="23734" y="29531"/>
                    <a:pt x="33279" y="28825"/>
                  </a:cubicBezTo>
                  <a:close/>
                  <a:moveTo>
                    <a:pt x="60772" y="20602"/>
                  </a:moveTo>
                  <a:cubicBezTo>
                    <a:pt x="35977" y="24970"/>
                    <a:pt x="17092" y="24071"/>
                    <a:pt x="9384" y="17905"/>
                  </a:cubicBezTo>
                  <a:cubicBezTo>
                    <a:pt x="6673" y="15785"/>
                    <a:pt x="5183" y="12470"/>
                    <a:pt x="5401" y="9040"/>
                  </a:cubicBezTo>
                  <a:cubicBezTo>
                    <a:pt x="5247" y="7961"/>
                    <a:pt x="5748" y="6895"/>
                    <a:pt x="6685" y="6342"/>
                  </a:cubicBezTo>
                  <a:cubicBezTo>
                    <a:pt x="13880" y="1974"/>
                    <a:pt x="41116" y="12252"/>
                    <a:pt x="60772"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8" name="Google Shape;108;g3b3a45db5ed_1_3299"/>
            <p:cNvSpPr/>
            <p:nvPr/>
          </p:nvSpPr>
          <p:spPr>
            <a:xfrm>
              <a:off x="8487342" y="5189837"/>
              <a:ext cx="46031" cy="51655"/>
            </a:xfrm>
            <a:custGeom>
              <a:rect b="b" l="l" r="r" t="t"/>
              <a:pathLst>
                <a:path extrusionOk="0" h="51655" w="46031">
                  <a:moveTo>
                    <a:pt x="43385" y="51656"/>
                  </a:moveTo>
                  <a:cubicBezTo>
                    <a:pt x="43989" y="51617"/>
                    <a:pt x="44580" y="51386"/>
                    <a:pt x="45055" y="51013"/>
                  </a:cubicBezTo>
                  <a:cubicBezTo>
                    <a:pt x="45851" y="50422"/>
                    <a:pt x="46198" y="49408"/>
                    <a:pt x="45954" y="48444"/>
                  </a:cubicBezTo>
                  <a:cubicBezTo>
                    <a:pt x="45954" y="46388"/>
                    <a:pt x="36961" y="-2945"/>
                    <a:pt x="9726" y="139"/>
                  </a:cubicBezTo>
                  <a:cubicBezTo>
                    <a:pt x="2531" y="909"/>
                    <a:pt x="476" y="4635"/>
                    <a:pt x="90" y="7462"/>
                  </a:cubicBezTo>
                  <a:cubicBezTo>
                    <a:pt x="-1837" y="20309"/>
                    <a:pt x="27583" y="45232"/>
                    <a:pt x="42229" y="51399"/>
                  </a:cubicBezTo>
                  <a:close/>
                  <a:moveTo>
                    <a:pt x="12038" y="5406"/>
                  </a:moveTo>
                  <a:cubicBezTo>
                    <a:pt x="28482" y="5406"/>
                    <a:pt x="36705" y="32256"/>
                    <a:pt x="39531" y="43947"/>
                  </a:cubicBezTo>
                  <a:cubicBezTo>
                    <a:pt x="24371" y="35468"/>
                    <a:pt x="4330" y="15941"/>
                    <a:pt x="5486" y="8232"/>
                  </a:cubicBezTo>
                  <a:cubicBezTo>
                    <a:pt x="5486" y="8232"/>
                    <a:pt x="5486" y="6049"/>
                    <a:pt x="10368"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09" name="Google Shape;109;g3b3a45db5ed_1_3299"/>
            <p:cNvSpPr/>
            <p:nvPr/>
          </p:nvSpPr>
          <p:spPr>
            <a:xfrm>
              <a:off x="7993742" y="1838039"/>
              <a:ext cx="581950" cy="492687"/>
            </a:xfrm>
            <a:custGeom>
              <a:rect b="b" l="l" r="r" t="t"/>
              <a:pathLst>
                <a:path extrusionOk="0" h="492687" w="581950">
                  <a:moveTo>
                    <a:pt x="581951" y="248591"/>
                  </a:moveTo>
                  <a:lnTo>
                    <a:pt x="570131" y="261438"/>
                  </a:lnTo>
                  <a:lnTo>
                    <a:pt x="559083" y="272358"/>
                  </a:lnTo>
                  <a:cubicBezTo>
                    <a:pt x="551760" y="279553"/>
                    <a:pt x="544180" y="286362"/>
                    <a:pt x="536600" y="293042"/>
                  </a:cubicBezTo>
                  <a:cubicBezTo>
                    <a:pt x="521531" y="306570"/>
                    <a:pt x="506114" y="319417"/>
                    <a:pt x="490351" y="331584"/>
                  </a:cubicBezTo>
                  <a:cubicBezTo>
                    <a:pt x="458554" y="356854"/>
                    <a:pt x="425075" y="379953"/>
                    <a:pt x="390143" y="400701"/>
                  </a:cubicBezTo>
                  <a:cubicBezTo>
                    <a:pt x="372543" y="411107"/>
                    <a:pt x="354429" y="420999"/>
                    <a:pt x="336057" y="430378"/>
                  </a:cubicBezTo>
                  <a:cubicBezTo>
                    <a:pt x="317686" y="439756"/>
                    <a:pt x="298286" y="447850"/>
                    <a:pt x="278759" y="456072"/>
                  </a:cubicBezTo>
                  <a:cubicBezTo>
                    <a:pt x="238715" y="472054"/>
                    <a:pt x="197000" y="483462"/>
                    <a:pt x="154399" y="490117"/>
                  </a:cubicBezTo>
                  <a:lnTo>
                    <a:pt x="144892" y="491530"/>
                  </a:lnTo>
                  <a:cubicBezTo>
                    <a:pt x="138713" y="492326"/>
                    <a:pt x="132495" y="492712"/>
                    <a:pt x="126264" y="492686"/>
                  </a:cubicBezTo>
                  <a:cubicBezTo>
                    <a:pt x="111952" y="492558"/>
                    <a:pt x="97795" y="489770"/>
                    <a:pt x="84511" y="484464"/>
                  </a:cubicBezTo>
                  <a:cubicBezTo>
                    <a:pt x="71330" y="479171"/>
                    <a:pt x="59266" y="471463"/>
                    <a:pt x="48925" y="461725"/>
                  </a:cubicBezTo>
                  <a:cubicBezTo>
                    <a:pt x="40689" y="453875"/>
                    <a:pt x="33521" y="444972"/>
                    <a:pt x="27598" y="435260"/>
                  </a:cubicBezTo>
                  <a:cubicBezTo>
                    <a:pt x="19389" y="421166"/>
                    <a:pt x="13210" y="405981"/>
                    <a:pt x="9227" y="390166"/>
                  </a:cubicBezTo>
                  <a:cubicBezTo>
                    <a:pt x="6118" y="377923"/>
                    <a:pt x="3831" y="365474"/>
                    <a:pt x="2418" y="352910"/>
                  </a:cubicBezTo>
                  <a:cubicBezTo>
                    <a:pt x="80" y="331198"/>
                    <a:pt x="-563" y="309332"/>
                    <a:pt x="491" y="287518"/>
                  </a:cubicBezTo>
                  <a:cubicBezTo>
                    <a:pt x="1390" y="266706"/>
                    <a:pt x="3060" y="246664"/>
                    <a:pt x="5373" y="227008"/>
                  </a:cubicBezTo>
                  <a:cubicBezTo>
                    <a:pt x="10255" y="187568"/>
                    <a:pt x="17192" y="149926"/>
                    <a:pt x="25671" y="111384"/>
                  </a:cubicBezTo>
                  <a:cubicBezTo>
                    <a:pt x="34150" y="72843"/>
                    <a:pt x="43785" y="37257"/>
                    <a:pt x="56247" y="0"/>
                  </a:cubicBezTo>
                  <a:lnTo>
                    <a:pt x="140653" y="16701"/>
                  </a:lnTo>
                  <a:cubicBezTo>
                    <a:pt x="137569" y="88902"/>
                    <a:pt x="134101" y="162901"/>
                    <a:pt x="136413" y="232789"/>
                  </a:cubicBezTo>
                  <a:cubicBezTo>
                    <a:pt x="136837" y="265241"/>
                    <a:pt x="140280" y="297590"/>
                    <a:pt x="146691" y="329400"/>
                  </a:cubicBezTo>
                  <a:cubicBezTo>
                    <a:pt x="147963" y="335271"/>
                    <a:pt x="149723" y="341039"/>
                    <a:pt x="151958" y="346615"/>
                  </a:cubicBezTo>
                  <a:cubicBezTo>
                    <a:pt x="153757" y="350983"/>
                    <a:pt x="155941" y="353681"/>
                    <a:pt x="155812" y="352524"/>
                  </a:cubicBezTo>
                  <a:cubicBezTo>
                    <a:pt x="155067" y="350572"/>
                    <a:pt x="153885" y="348812"/>
                    <a:pt x="152344" y="347385"/>
                  </a:cubicBezTo>
                  <a:cubicBezTo>
                    <a:pt x="148849" y="344007"/>
                    <a:pt x="144751" y="341309"/>
                    <a:pt x="140267" y="339420"/>
                  </a:cubicBezTo>
                  <a:cubicBezTo>
                    <a:pt x="135655" y="337480"/>
                    <a:pt x="130748" y="336311"/>
                    <a:pt x="125750" y="335952"/>
                  </a:cubicBezTo>
                  <a:cubicBezTo>
                    <a:pt x="123438" y="335952"/>
                    <a:pt x="122410" y="335952"/>
                    <a:pt x="120997" y="335952"/>
                  </a:cubicBezTo>
                  <a:lnTo>
                    <a:pt x="122410" y="335952"/>
                  </a:lnTo>
                  <a:lnTo>
                    <a:pt x="125108" y="335181"/>
                  </a:lnTo>
                  <a:cubicBezTo>
                    <a:pt x="155542" y="327370"/>
                    <a:pt x="185142" y="316604"/>
                    <a:pt x="213496" y="303063"/>
                  </a:cubicBezTo>
                  <a:cubicBezTo>
                    <a:pt x="243160" y="288751"/>
                    <a:pt x="271873" y="272525"/>
                    <a:pt x="299443" y="254501"/>
                  </a:cubicBezTo>
                  <a:cubicBezTo>
                    <a:pt x="327321" y="236001"/>
                    <a:pt x="354814" y="215960"/>
                    <a:pt x="381279" y="194762"/>
                  </a:cubicBezTo>
                  <a:cubicBezTo>
                    <a:pt x="394126" y="184227"/>
                    <a:pt x="407615" y="173179"/>
                    <a:pt x="419820" y="162002"/>
                  </a:cubicBezTo>
                  <a:lnTo>
                    <a:pt x="438577" y="145044"/>
                  </a:lnTo>
                  <a:lnTo>
                    <a:pt x="447570" y="136693"/>
                  </a:lnTo>
                  <a:lnTo>
                    <a:pt x="455407" y="129242"/>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0" name="Google Shape;110;g3b3a45db5ed_1_3299"/>
            <p:cNvSpPr/>
            <p:nvPr/>
          </p:nvSpPr>
          <p:spPr>
            <a:xfrm>
              <a:off x="8256827" y="1917741"/>
              <a:ext cx="387059" cy="415297"/>
            </a:xfrm>
            <a:custGeom>
              <a:rect b="b" l="l" r="r" t="t"/>
              <a:pathLst>
                <a:path extrusionOk="0" h="415297" w="387059">
                  <a:moveTo>
                    <a:pt x="386826" y="123539"/>
                  </a:moveTo>
                  <a:cubicBezTo>
                    <a:pt x="382458" y="2391"/>
                    <a:pt x="283022" y="-39747"/>
                    <a:pt x="158405" y="42860"/>
                  </a:cubicBezTo>
                  <a:cubicBezTo>
                    <a:pt x="103471" y="77688"/>
                    <a:pt x="50579" y="115651"/>
                    <a:pt x="0" y="156556"/>
                  </a:cubicBezTo>
                  <a:lnTo>
                    <a:pt x="80552" y="415297"/>
                  </a:lnTo>
                  <a:cubicBezTo>
                    <a:pt x="80552" y="415297"/>
                    <a:pt x="234717" y="366350"/>
                    <a:pt x="323875" y="270253"/>
                  </a:cubicBezTo>
                  <a:cubicBezTo>
                    <a:pt x="383871" y="204990"/>
                    <a:pt x="388368" y="164779"/>
                    <a:pt x="386826" y="12353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1" name="Google Shape;111;g3b3a45db5ed_1_3299"/>
            <p:cNvSpPr/>
            <p:nvPr/>
          </p:nvSpPr>
          <p:spPr>
            <a:xfrm>
              <a:off x="8391208" y="2092925"/>
              <a:ext cx="105346" cy="219428"/>
            </a:xfrm>
            <a:custGeom>
              <a:rect b="b" l="l" r="r" t="t"/>
              <a:pathLst>
                <a:path extrusionOk="0" h="219428" w="105346">
                  <a:moveTo>
                    <a:pt x="100722" y="0"/>
                  </a:moveTo>
                  <a:cubicBezTo>
                    <a:pt x="100722" y="0"/>
                    <a:pt x="26337" y="106374"/>
                    <a:pt x="0" y="219428"/>
                  </a:cubicBezTo>
                  <a:cubicBezTo>
                    <a:pt x="36576" y="203832"/>
                    <a:pt x="71803" y="185268"/>
                    <a:pt x="105346" y="163929"/>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2" name="Google Shape;112;g3b3a45db5ed_1_3299"/>
            <p:cNvSpPr/>
            <p:nvPr/>
          </p:nvSpPr>
          <p:spPr>
            <a:xfrm>
              <a:off x="8038469" y="1759929"/>
              <a:ext cx="134852" cy="133224"/>
            </a:xfrm>
            <a:custGeom>
              <a:rect b="b" l="l" r="r" t="t"/>
              <a:pathLst>
                <a:path extrusionOk="0" h="133224" w="134852">
                  <a:moveTo>
                    <a:pt x="91686" y="133224"/>
                  </a:moveTo>
                  <a:lnTo>
                    <a:pt x="134852" y="35715"/>
                  </a:lnTo>
                  <a:lnTo>
                    <a:pt x="12676" y="0"/>
                  </a:lnTo>
                  <a:cubicBezTo>
                    <a:pt x="12676" y="0"/>
                    <a:pt x="-8264" y="46635"/>
                    <a:pt x="3684" y="1266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3" name="Google Shape;113;g3b3a45db5ed_1_3299"/>
            <p:cNvSpPr/>
            <p:nvPr/>
          </p:nvSpPr>
          <p:spPr>
            <a:xfrm>
              <a:off x="8051145" y="1681305"/>
              <a:ext cx="135151" cy="114339"/>
            </a:xfrm>
            <a:custGeom>
              <a:rect b="b" l="l" r="r" t="t"/>
              <a:pathLst>
                <a:path extrusionOk="0" h="114339" w="135151">
                  <a:moveTo>
                    <a:pt x="135152" y="0"/>
                  </a:moveTo>
                  <a:lnTo>
                    <a:pt x="28906" y="12719"/>
                  </a:lnTo>
                  <a:lnTo>
                    <a:pt x="0" y="78624"/>
                  </a:lnTo>
                  <a:lnTo>
                    <a:pt x="122176" y="114339"/>
                  </a:lnTo>
                  <a:lnTo>
                    <a:pt x="135152" y="0"/>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4" name="Google Shape;114;g3b3a45db5ed_1_3299"/>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5" name="Google Shape;115;g3b3a45db5ed_1_3299"/>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6" name="Google Shape;116;g3b3a45db5ed_1_3299"/>
            <p:cNvSpPr/>
            <p:nvPr/>
          </p:nvSpPr>
          <p:spPr>
            <a:xfrm>
              <a:off x="8677205" y="3056349"/>
              <a:ext cx="144252" cy="904929"/>
            </a:xfrm>
            <a:custGeom>
              <a:rect b="b" l="l" r="r" t="t"/>
              <a:pathLst>
                <a:path extrusionOk="0" h="904929" w="144252">
                  <a:moveTo>
                    <a:pt x="62031" y="50341"/>
                  </a:moveTo>
                  <a:cubicBezTo>
                    <a:pt x="-30468" y="254224"/>
                    <a:pt x="-5673" y="709654"/>
                    <a:pt x="46871" y="904930"/>
                  </a:cubicBezTo>
                  <a:cubicBezTo>
                    <a:pt x="48798" y="876538"/>
                    <a:pt x="50854" y="849687"/>
                    <a:pt x="52909" y="824892"/>
                  </a:cubicBezTo>
                  <a:cubicBezTo>
                    <a:pt x="74364" y="563582"/>
                    <a:pt x="117145" y="225832"/>
                    <a:pt x="144252" y="25803"/>
                  </a:cubicBezTo>
                  <a:cubicBezTo>
                    <a:pt x="119072" y="-10683"/>
                    <a:pt x="90937" y="-13509"/>
                    <a:pt x="62031" y="5034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7" name="Google Shape;117;g3b3a45db5ed_1_3299"/>
            <p:cNvSpPr/>
            <p:nvPr/>
          </p:nvSpPr>
          <p:spPr>
            <a:xfrm>
              <a:off x="8439256" y="4971318"/>
              <a:ext cx="261309" cy="81450"/>
            </a:xfrm>
            <a:custGeom>
              <a:rect b="b" l="l" r="r" t="t"/>
              <a:pathLst>
                <a:path extrusionOk="0" h="81450" w="261309">
                  <a:moveTo>
                    <a:pt x="261310" y="76569"/>
                  </a:moveTo>
                  <a:lnTo>
                    <a:pt x="17986"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8" name="Google Shape;118;g3b3a45db5ed_1_3299"/>
            <p:cNvSpPr/>
            <p:nvPr/>
          </p:nvSpPr>
          <p:spPr>
            <a:xfrm>
              <a:off x="9022129" y="4971832"/>
              <a:ext cx="145814" cy="266191"/>
            </a:xfrm>
            <a:custGeom>
              <a:rect b="b" l="l" r="r" t="t"/>
              <a:pathLst>
                <a:path extrusionOk="0" h="266191" w="145814">
                  <a:moveTo>
                    <a:pt x="145815" y="265164"/>
                  </a:moveTo>
                  <a:lnTo>
                    <a:pt x="31218" y="266192"/>
                  </a:lnTo>
                  <a:lnTo>
                    <a:pt x="0" y="1028"/>
                  </a:lnTo>
                  <a:lnTo>
                    <a:pt x="114596" y="0"/>
                  </a:lnTo>
                  <a:lnTo>
                    <a:pt x="145815"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19" name="Google Shape;119;g3b3a45db5ed_1_3299"/>
            <p:cNvSpPr/>
            <p:nvPr/>
          </p:nvSpPr>
          <p:spPr>
            <a:xfrm>
              <a:off x="8810731" y="5223635"/>
              <a:ext cx="409000" cy="133352"/>
            </a:xfrm>
            <a:custGeom>
              <a:rect b="b" l="l" r="r" t="t"/>
              <a:pathLst>
                <a:path extrusionOk="0" h="133352" w="409000">
                  <a:moveTo>
                    <a:pt x="242360" y="1157"/>
                  </a:moveTo>
                  <a:lnTo>
                    <a:pt x="367619" y="0"/>
                  </a:lnTo>
                  <a:cubicBezTo>
                    <a:pt x="372334" y="103"/>
                    <a:pt x="376471" y="3212"/>
                    <a:pt x="377897" y="7708"/>
                  </a:cubicBezTo>
                  <a:lnTo>
                    <a:pt x="408216" y="109329"/>
                  </a:lnTo>
                  <a:cubicBezTo>
                    <a:pt x="410914" y="117551"/>
                    <a:pt x="406430" y="126403"/>
                    <a:pt x="398208" y="129101"/>
                  </a:cubicBezTo>
                  <a:cubicBezTo>
                    <a:pt x="396589" y="129640"/>
                    <a:pt x="394893" y="129897"/>
                    <a:pt x="393185" y="129884"/>
                  </a:cubicBezTo>
                  <a:cubicBezTo>
                    <a:pt x="347963" y="129884"/>
                    <a:pt x="282571" y="127443"/>
                    <a:pt x="226172" y="127957"/>
                  </a:cubicBezTo>
                  <a:cubicBezTo>
                    <a:pt x="159881" y="127957"/>
                    <a:pt x="130204" y="132582"/>
                    <a:pt x="52480" y="133353"/>
                  </a:cubicBezTo>
                  <a:cubicBezTo>
                    <a:pt x="5459" y="133353"/>
                    <a:pt x="-11756" y="86333"/>
                    <a:pt x="8157" y="81965"/>
                  </a:cubicBezTo>
                  <a:cubicBezTo>
                    <a:pt x="96288" y="61538"/>
                    <a:pt x="141895" y="58840"/>
                    <a:pt x="215895" y="10407"/>
                  </a:cubicBezTo>
                  <a:cubicBezTo>
                    <a:pt x="223629" y="4805"/>
                    <a:pt x="232827" y="1580"/>
                    <a:pt x="242360"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0" name="Google Shape;120;g3b3a45db5ed_1_3299"/>
            <p:cNvSpPr/>
            <p:nvPr/>
          </p:nvSpPr>
          <p:spPr>
            <a:xfrm>
              <a:off x="9022129" y="4971960"/>
              <a:ext cx="130783" cy="137720"/>
            </a:xfrm>
            <a:custGeom>
              <a:rect b="b" l="l" r="r" t="t"/>
              <a:pathLst>
                <a:path extrusionOk="0" h="137720" w="130783">
                  <a:moveTo>
                    <a:pt x="0" y="1028"/>
                  </a:moveTo>
                  <a:lnTo>
                    <a:pt x="16059"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1" name="Google Shape;121;g3b3a45db5ed_1_3299"/>
            <p:cNvSpPr/>
            <p:nvPr/>
          </p:nvSpPr>
          <p:spPr>
            <a:xfrm>
              <a:off x="8972528" y="5216393"/>
              <a:ext cx="72112" cy="28940"/>
            </a:xfrm>
            <a:custGeom>
              <a:rect b="b" l="l" r="r" t="t"/>
              <a:pathLst>
                <a:path extrusionOk="0" h="28940" w="72112">
                  <a:moveTo>
                    <a:pt x="33285" y="28825"/>
                  </a:moveTo>
                  <a:cubicBezTo>
                    <a:pt x="45657" y="28593"/>
                    <a:pt x="57964" y="27077"/>
                    <a:pt x="70028" y="24328"/>
                  </a:cubicBezTo>
                  <a:cubicBezTo>
                    <a:pt x="71171" y="24148"/>
                    <a:pt x="72032" y="23172"/>
                    <a:pt x="72083" y="22016"/>
                  </a:cubicBezTo>
                  <a:cubicBezTo>
                    <a:pt x="72250" y="20898"/>
                    <a:pt x="71685" y="19806"/>
                    <a:pt x="70670" y="19318"/>
                  </a:cubicBezTo>
                  <a:cubicBezTo>
                    <a:pt x="65146" y="16620"/>
                    <a:pt x="16969" y="-6377"/>
                    <a:pt x="3865" y="1717"/>
                  </a:cubicBezTo>
                  <a:cubicBezTo>
                    <a:pt x="1335" y="3272"/>
                    <a:pt x="-143" y="6073"/>
                    <a:pt x="11" y="9040"/>
                  </a:cubicBezTo>
                  <a:cubicBezTo>
                    <a:pt x="-40" y="14025"/>
                    <a:pt x="2182" y="18753"/>
                    <a:pt x="6049" y="21887"/>
                  </a:cubicBezTo>
                  <a:cubicBezTo>
                    <a:pt x="14143" y="27090"/>
                    <a:pt x="23701" y="29518"/>
                    <a:pt x="33285" y="28825"/>
                  </a:cubicBezTo>
                  <a:close/>
                  <a:moveTo>
                    <a:pt x="60778" y="20602"/>
                  </a:moveTo>
                  <a:cubicBezTo>
                    <a:pt x="35983" y="24970"/>
                    <a:pt x="17098" y="24071"/>
                    <a:pt x="9389" y="17905"/>
                  </a:cubicBezTo>
                  <a:cubicBezTo>
                    <a:pt x="6705" y="15759"/>
                    <a:pt x="5176" y="12483"/>
                    <a:pt x="5278" y="9040"/>
                  </a:cubicBezTo>
                  <a:cubicBezTo>
                    <a:pt x="5124" y="7961"/>
                    <a:pt x="5625" y="6895"/>
                    <a:pt x="6563" y="6342"/>
                  </a:cubicBezTo>
                  <a:cubicBezTo>
                    <a:pt x="13757" y="1974"/>
                    <a:pt x="40736" y="12252"/>
                    <a:pt x="60778"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2" name="Google Shape;122;g3b3a45db5ed_1_3299"/>
            <p:cNvSpPr/>
            <p:nvPr/>
          </p:nvSpPr>
          <p:spPr>
            <a:xfrm>
              <a:off x="8998540" y="5189837"/>
              <a:ext cx="46098" cy="51655"/>
            </a:xfrm>
            <a:custGeom>
              <a:rect b="b" l="l" r="r" t="t"/>
              <a:pathLst>
                <a:path extrusionOk="0" h="51655" w="46098">
                  <a:moveTo>
                    <a:pt x="43374" y="51656"/>
                  </a:moveTo>
                  <a:cubicBezTo>
                    <a:pt x="44928" y="51604"/>
                    <a:pt x="46149" y="50294"/>
                    <a:pt x="46097" y="48727"/>
                  </a:cubicBezTo>
                  <a:cubicBezTo>
                    <a:pt x="46097" y="48637"/>
                    <a:pt x="46085" y="48534"/>
                    <a:pt x="46072" y="48444"/>
                  </a:cubicBezTo>
                  <a:cubicBezTo>
                    <a:pt x="46072" y="46388"/>
                    <a:pt x="37079" y="-2945"/>
                    <a:pt x="9843" y="139"/>
                  </a:cubicBezTo>
                  <a:cubicBezTo>
                    <a:pt x="2648" y="909"/>
                    <a:pt x="593" y="4635"/>
                    <a:pt x="79" y="7462"/>
                  </a:cubicBezTo>
                  <a:cubicBezTo>
                    <a:pt x="-1720" y="20309"/>
                    <a:pt x="27700" y="45232"/>
                    <a:pt x="42346" y="51399"/>
                  </a:cubicBezTo>
                  <a:close/>
                  <a:moveTo>
                    <a:pt x="12155" y="5406"/>
                  </a:moveTo>
                  <a:cubicBezTo>
                    <a:pt x="28471" y="5406"/>
                    <a:pt x="36822" y="32256"/>
                    <a:pt x="39648" y="43947"/>
                  </a:cubicBezTo>
                  <a:cubicBezTo>
                    <a:pt x="24489" y="35468"/>
                    <a:pt x="4319" y="15941"/>
                    <a:pt x="5475" y="8232"/>
                  </a:cubicBezTo>
                  <a:cubicBezTo>
                    <a:pt x="5475" y="8232"/>
                    <a:pt x="5475" y="6049"/>
                    <a:pt x="10357"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3" name="Google Shape;123;g3b3a45db5ed_1_3299"/>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4" name="Google Shape;124;g3b3a45db5ed_1_3299"/>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5" name="Google Shape;125;g3b3a45db5ed_1_3299"/>
            <p:cNvSpPr/>
            <p:nvPr/>
          </p:nvSpPr>
          <p:spPr>
            <a:xfrm>
              <a:off x="8950570" y="4971318"/>
              <a:ext cx="261309" cy="81450"/>
            </a:xfrm>
            <a:custGeom>
              <a:rect b="b" l="l" r="r" t="t"/>
              <a:pathLst>
                <a:path extrusionOk="0" h="81450" w="261309">
                  <a:moveTo>
                    <a:pt x="261310" y="76569"/>
                  </a:moveTo>
                  <a:lnTo>
                    <a:pt x="17858"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6" name="Google Shape;126;g3b3a45db5ed_1_3299"/>
            <p:cNvSpPr/>
            <p:nvPr/>
          </p:nvSpPr>
          <p:spPr>
            <a:xfrm>
              <a:off x="8444706" y="1886907"/>
              <a:ext cx="646925" cy="1032600"/>
            </a:xfrm>
            <a:custGeom>
              <a:rect b="b" l="l" r="r" t="t"/>
              <a:pathLst>
                <a:path extrusionOk="0" h="1032600" w="646925">
                  <a:moveTo>
                    <a:pt x="33733" y="41961"/>
                  </a:moveTo>
                  <a:cubicBezTo>
                    <a:pt x="33733" y="41961"/>
                    <a:pt x="-50929" y="356201"/>
                    <a:pt x="47994" y="1032600"/>
                  </a:cubicBezTo>
                  <a:cubicBezTo>
                    <a:pt x="232735" y="1028618"/>
                    <a:pt x="542993" y="1021423"/>
                    <a:pt x="632794" y="1019753"/>
                  </a:cubicBezTo>
                  <a:cubicBezTo>
                    <a:pt x="635106" y="925584"/>
                    <a:pt x="565603" y="463860"/>
                    <a:pt x="646926" y="18707"/>
                  </a:cubicBezTo>
                  <a:cubicBezTo>
                    <a:pt x="588420" y="8610"/>
                    <a:pt x="529246" y="2854"/>
                    <a:pt x="469892" y="1492"/>
                  </a:cubicBezTo>
                  <a:cubicBezTo>
                    <a:pt x="383008" y="-1681"/>
                    <a:pt x="296020" y="208"/>
                    <a:pt x="209353" y="7145"/>
                  </a:cubicBezTo>
                  <a:cubicBezTo>
                    <a:pt x="150000" y="14172"/>
                    <a:pt x="91276" y="25812"/>
                    <a:pt x="33733" y="419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7" name="Google Shape;127;g3b3a45db5ed_1_3299"/>
            <p:cNvSpPr/>
            <p:nvPr/>
          </p:nvSpPr>
          <p:spPr>
            <a:xfrm>
              <a:off x="8960463" y="2143158"/>
              <a:ext cx="95710" cy="290472"/>
            </a:xfrm>
            <a:custGeom>
              <a:rect b="b" l="l" r="r" t="t"/>
              <a:pathLst>
                <a:path extrusionOk="0" h="290472" w="95710">
                  <a:moveTo>
                    <a:pt x="95711" y="79267"/>
                  </a:moveTo>
                  <a:lnTo>
                    <a:pt x="0" y="0"/>
                  </a:lnTo>
                  <a:cubicBezTo>
                    <a:pt x="6295" y="61923"/>
                    <a:pt x="62308" y="213647"/>
                    <a:pt x="91857" y="290473"/>
                  </a:cubicBezTo>
                  <a:cubicBezTo>
                    <a:pt x="91343" y="223154"/>
                    <a:pt x="91985" y="152110"/>
                    <a:pt x="95711" y="79267"/>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8" name="Google Shape;128;g3b3a45db5ed_1_3299"/>
            <p:cNvSpPr/>
            <p:nvPr/>
          </p:nvSpPr>
          <p:spPr>
            <a:xfrm>
              <a:off x="8606849" y="2099095"/>
              <a:ext cx="228066" cy="266202"/>
            </a:xfrm>
            <a:custGeom>
              <a:rect b="b" l="l" r="r" t="t"/>
              <a:pathLst>
                <a:path extrusionOk="0" h="266202" w="228066">
                  <a:moveTo>
                    <a:pt x="106949" y="11945"/>
                  </a:moveTo>
                  <a:lnTo>
                    <a:pt x="2502" y="218655"/>
                  </a:lnTo>
                  <a:cubicBezTo>
                    <a:pt x="-3253" y="229973"/>
                    <a:pt x="1256" y="243823"/>
                    <a:pt x="12587" y="249578"/>
                  </a:cubicBezTo>
                  <a:cubicBezTo>
                    <a:pt x="19191" y="252931"/>
                    <a:pt x="27014" y="252906"/>
                    <a:pt x="33592" y="249488"/>
                  </a:cubicBezTo>
                  <a:lnTo>
                    <a:pt x="101810" y="211975"/>
                  </a:lnTo>
                  <a:cubicBezTo>
                    <a:pt x="109377" y="207902"/>
                    <a:pt x="118601" y="208506"/>
                    <a:pt x="125577" y="213516"/>
                  </a:cubicBezTo>
                  <a:lnTo>
                    <a:pt x="192768" y="261950"/>
                  </a:lnTo>
                  <a:cubicBezTo>
                    <a:pt x="202699" y="269170"/>
                    <a:pt x="216599" y="266973"/>
                    <a:pt x="223819" y="257055"/>
                  </a:cubicBezTo>
                  <a:cubicBezTo>
                    <a:pt x="228187" y="251043"/>
                    <a:pt x="229266" y="243232"/>
                    <a:pt x="226684" y="236256"/>
                  </a:cubicBezTo>
                  <a:lnTo>
                    <a:pt x="148188" y="15543"/>
                  </a:lnTo>
                  <a:cubicBezTo>
                    <a:pt x="144347" y="3736"/>
                    <a:pt x="131667" y="-2726"/>
                    <a:pt x="119860" y="1102"/>
                  </a:cubicBezTo>
                  <a:cubicBezTo>
                    <a:pt x="114310" y="2914"/>
                    <a:pt x="109686" y="6794"/>
                    <a:pt x="106949" y="119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9" name="Google Shape;129;g3b3a45db5ed_1_3299"/>
            <p:cNvSpPr/>
            <p:nvPr/>
          </p:nvSpPr>
          <p:spPr>
            <a:xfrm>
              <a:off x="8651872" y="1594972"/>
              <a:ext cx="262726" cy="395562"/>
            </a:xfrm>
            <a:custGeom>
              <a:rect b="b" l="l" r="r" t="t"/>
              <a:pathLst>
                <a:path extrusionOk="0" h="395562" w="262726">
                  <a:moveTo>
                    <a:pt x="230608" y="0"/>
                  </a:moveTo>
                  <a:cubicBezTo>
                    <a:pt x="215963" y="84277"/>
                    <a:pt x="202859" y="238185"/>
                    <a:pt x="262726" y="292785"/>
                  </a:cubicBezTo>
                  <a:cubicBezTo>
                    <a:pt x="262726" y="292785"/>
                    <a:pt x="245254" y="369097"/>
                    <a:pt x="85821" y="395562"/>
                  </a:cubicBezTo>
                  <a:cubicBezTo>
                    <a:pt x="-21323" y="361132"/>
                    <a:pt x="2187" y="298952"/>
                    <a:pt x="2187" y="298952"/>
                  </a:cubicBezTo>
                  <a:cubicBezTo>
                    <a:pt x="95200" y="274542"/>
                    <a:pt x="91217" y="205297"/>
                    <a:pt x="73617" y="140547"/>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30" name="Google Shape;130;g3b3a45db5ed_1_3299"/>
            <p:cNvSpPr/>
            <p:nvPr/>
          </p:nvSpPr>
          <p:spPr>
            <a:xfrm>
              <a:off x="8725489" y="1652142"/>
              <a:ext cx="96736" cy="128856"/>
            </a:xfrm>
            <a:custGeom>
              <a:rect b="b" l="l" r="r" t="t"/>
              <a:pathLst>
                <a:path extrusionOk="0" h="128856" w="96736">
                  <a:moveTo>
                    <a:pt x="93013" y="0"/>
                  </a:moveTo>
                  <a:lnTo>
                    <a:pt x="0" y="82735"/>
                  </a:lnTo>
                  <a:cubicBezTo>
                    <a:pt x="4330" y="97818"/>
                    <a:pt x="7335" y="113247"/>
                    <a:pt x="8993" y="128856"/>
                  </a:cubicBezTo>
                  <a:cubicBezTo>
                    <a:pt x="44708" y="122947"/>
                    <a:pt x="92884" y="82607"/>
                    <a:pt x="95839" y="45222"/>
                  </a:cubicBezTo>
                  <a:cubicBezTo>
                    <a:pt x="97664" y="30101"/>
                    <a:pt x="96700" y="14774"/>
                    <a:pt x="93013"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31" name="Google Shape;131;g3b3a45db5ed_1_3299"/>
            <p:cNvSpPr/>
            <p:nvPr/>
          </p:nvSpPr>
          <p:spPr>
            <a:xfrm>
              <a:off x="8590391" y="1292323"/>
              <a:ext cx="349385" cy="443484"/>
            </a:xfrm>
            <a:custGeom>
              <a:rect b="b" l="l" r="r" t="t"/>
              <a:pathLst>
                <a:path extrusionOk="0" h="443484" w="349385">
                  <a:moveTo>
                    <a:pt x="343093" y="198972"/>
                  </a:moveTo>
                  <a:cubicBezTo>
                    <a:pt x="312131" y="308430"/>
                    <a:pt x="299670" y="374078"/>
                    <a:pt x="231323" y="418915"/>
                  </a:cubicBezTo>
                  <a:cubicBezTo>
                    <a:pt x="128546" y="486234"/>
                    <a:pt x="2516" y="406068"/>
                    <a:pt x="75" y="289288"/>
                  </a:cubicBezTo>
                  <a:cubicBezTo>
                    <a:pt x="-2237" y="184455"/>
                    <a:pt x="48637" y="22967"/>
                    <a:pt x="167088" y="2412"/>
                  </a:cubicBezTo>
                  <a:cubicBezTo>
                    <a:pt x="251480" y="-12559"/>
                    <a:pt x="332031" y="43715"/>
                    <a:pt x="346998" y="128108"/>
                  </a:cubicBezTo>
                  <a:cubicBezTo>
                    <a:pt x="351187" y="151721"/>
                    <a:pt x="349851" y="175976"/>
                    <a:pt x="343093" y="1989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32" name="Google Shape;132;g3b3a45db5ed_1_3299"/>
            <p:cNvSpPr/>
            <p:nvPr/>
          </p:nvSpPr>
          <p:spPr>
            <a:xfrm>
              <a:off x="8856466" y="1373392"/>
              <a:ext cx="155303" cy="210193"/>
            </a:xfrm>
            <a:custGeom>
              <a:rect b="b" l="l" r="r" t="t"/>
              <a:pathLst>
                <a:path extrusionOk="0" h="210193" w="155303">
                  <a:moveTo>
                    <a:pt x="11112" y="184966"/>
                  </a:moveTo>
                  <a:cubicBezTo>
                    <a:pt x="-3277" y="150022"/>
                    <a:pt x="-13683" y="34912"/>
                    <a:pt x="46313" y="6648"/>
                  </a:cubicBezTo>
                  <a:cubicBezTo>
                    <a:pt x="106309" y="-21616"/>
                    <a:pt x="168618" y="47373"/>
                    <a:pt x="152816" y="80005"/>
                  </a:cubicBezTo>
                  <a:cubicBezTo>
                    <a:pt x="128534" y="130622"/>
                    <a:pt x="44515" y="265902"/>
                    <a:pt x="11112" y="18496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33" name="Google Shape;133;g3b3a45db5ed_1_3299"/>
            <p:cNvSpPr/>
            <p:nvPr/>
          </p:nvSpPr>
          <p:spPr>
            <a:xfrm>
              <a:off x="8683346" y="1274104"/>
              <a:ext cx="291438" cy="146532"/>
            </a:xfrm>
            <a:custGeom>
              <a:rect b="b" l="l" r="r" t="t"/>
              <a:pathLst>
                <a:path extrusionOk="0" h="146532" w="291438">
                  <a:moveTo>
                    <a:pt x="220076" y="146533"/>
                  </a:moveTo>
                  <a:cubicBezTo>
                    <a:pt x="205301" y="107991"/>
                    <a:pt x="29168" y="86151"/>
                    <a:pt x="4501" y="44655"/>
                  </a:cubicBezTo>
                  <a:cubicBezTo>
                    <a:pt x="-24790" y="-4678"/>
                    <a:pt x="95330" y="-10587"/>
                    <a:pt x="177937" y="14464"/>
                  </a:cubicBezTo>
                  <a:cubicBezTo>
                    <a:pt x="250523" y="36561"/>
                    <a:pt x="298957" y="57888"/>
                    <a:pt x="290478" y="111845"/>
                  </a:cubicBezTo>
                  <a:cubicBezTo>
                    <a:pt x="285724" y="142421"/>
                    <a:pt x="220076" y="146533"/>
                    <a:pt x="220076" y="14653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34" name="Google Shape;134;g3b3a45db5ed_1_3299"/>
            <p:cNvSpPr/>
            <p:nvPr/>
          </p:nvSpPr>
          <p:spPr>
            <a:xfrm>
              <a:off x="8941706" y="1363210"/>
              <a:ext cx="59610" cy="36521"/>
            </a:xfrm>
            <a:custGeom>
              <a:rect b="b" l="l" r="r" t="t"/>
              <a:pathLst>
                <a:path extrusionOk="0" h="36521" w="59610">
                  <a:moveTo>
                    <a:pt x="0" y="17729"/>
                  </a:moveTo>
                  <a:cubicBezTo>
                    <a:pt x="0" y="17729"/>
                    <a:pt x="38541" y="28264"/>
                    <a:pt x="59611" y="0"/>
                  </a:cubicBezTo>
                  <a:cubicBezTo>
                    <a:pt x="52930" y="28007"/>
                    <a:pt x="20170" y="56270"/>
                    <a:pt x="0" y="17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35" name="Google Shape;135;g3b3a45db5ed_1_3299"/>
            <p:cNvSpPr/>
            <p:nvPr/>
          </p:nvSpPr>
          <p:spPr>
            <a:xfrm>
              <a:off x="8646673" y="1246691"/>
              <a:ext cx="185726" cy="170477"/>
            </a:xfrm>
            <a:custGeom>
              <a:rect b="b" l="l" r="r" t="t"/>
              <a:pathLst>
                <a:path extrusionOk="0" h="170477" w="185726">
                  <a:moveTo>
                    <a:pt x="118642" y="15413"/>
                  </a:moveTo>
                  <a:cubicBezTo>
                    <a:pt x="65712" y="-25698"/>
                    <a:pt x="-6360" y="22607"/>
                    <a:pt x="449" y="76180"/>
                  </a:cubicBezTo>
                  <a:cubicBezTo>
                    <a:pt x="7258" y="129752"/>
                    <a:pt x="185704" y="170477"/>
                    <a:pt x="185704" y="170477"/>
                  </a:cubicBezTo>
                  <a:cubicBezTo>
                    <a:pt x="185704" y="170477"/>
                    <a:pt x="188916" y="70013"/>
                    <a:pt x="118642" y="1541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36" name="Google Shape;136;g3b3a45db5ed_1_3299"/>
            <p:cNvSpPr/>
            <p:nvPr/>
          </p:nvSpPr>
          <p:spPr>
            <a:xfrm>
              <a:off x="8647251" y="1317989"/>
              <a:ext cx="90828" cy="93912"/>
            </a:xfrm>
            <a:custGeom>
              <a:rect b="b" l="l" r="r" t="t"/>
              <a:pathLst>
                <a:path extrusionOk="0" h="93912" w="90828">
                  <a:moveTo>
                    <a:pt x="0" y="5139"/>
                  </a:moveTo>
                  <a:cubicBezTo>
                    <a:pt x="8094" y="42652"/>
                    <a:pt x="35458" y="72072"/>
                    <a:pt x="90829" y="93912"/>
                  </a:cubicBezTo>
                  <a:cubicBezTo>
                    <a:pt x="58775" y="70209"/>
                    <a:pt x="34494" y="37526"/>
                    <a:pt x="21069"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37" name="Google Shape;137;g3b3a45db5ed_1_3299"/>
            <p:cNvSpPr/>
            <p:nvPr/>
          </p:nvSpPr>
          <p:spPr>
            <a:xfrm>
              <a:off x="8736492" y="1466977"/>
              <a:ext cx="22507" cy="33092"/>
            </a:xfrm>
            <a:custGeom>
              <a:rect b="b" l="l" r="r" t="t"/>
              <a:pathLst>
                <a:path extrusionOk="0" h="33092" w="22507">
                  <a:moveTo>
                    <a:pt x="21885" y="18795"/>
                  </a:moveTo>
                  <a:cubicBezTo>
                    <a:pt x="19958" y="27916"/>
                    <a:pt x="13663" y="34211"/>
                    <a:pt x="7754" y="32927"/>
                  </a:cubicBezTo>
                  <a:cubicBezTo>
                    <a:pt x="1844" y="31642"/>
                    <a:pt x="-1368" y="23163"/>
                    <a:pt x="559" y="14170"/>
                  </a:cubicBezTo>
                  <a:cubicBezTo>
                    <a:pt x="2486" y="5177"/>
                    <a:pt x="8910" y="-1118"/>
                    <a:pt x="14819" y="166"/>
                  </a:cubicBezTo>
                  <a:cubicBezTo>
                    <a:pt x="20729" y="1451"/>
                    <a:pt x="23941" y="10316"/>
                    <a:pt x="21885" y="187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38" name="Google Shape;138;g3b3a45db5ed_1_3299"/>
            <p:cNvSpPr/>
            <p:nvPr/>
          </p:nvSpPr>
          <p:spPr>
            <a:xfrm>
              <a:off x="8634358" y="1444781"/>
              <a:ext cx="22573" cy="33063"/>
            </a:xfrm>
            <a:custGeom>
              <a:rect b="b" l="l" r="r" t="t"/>
              <a:pathLst>
                <a:path extrusionOk="0" h="33063" w="22573">
                  <a:moveTo>
                    <a:pt x="22014" y="18894"/>
                  </a:moveTo>
                  <a:cubicBezTo>
                    <a:pt x="19958" y="27887"/>
                    <a:pt x="13664" y="34182"/>
                    <a:pt x="7754" y="32897"/>
                  </a:cubicBezTo>
                  <a:cubicBezTo>
                    <a:pt x="1844" y="31612"/>
                    <a:pt x="-1368" y="23262"/>
                    <a:pt x="559" y="14269"/>
                  </a:cubicBezTo>
                  <a:cubicBezTo>
                    <a:pt x="2487" y="5276"/>
                    <a:pt x="8910" y="-1019"/>
                    <a:pt x="14820" y="137"/>
                  </a:cubicBezTo>
                  <a:cubicBezTo>
                    <a:pt x="20729" y="1293"/>
                    <a:pt x="23941" y="9901"/>
                    <a:pt x="22014" y="1889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39" name="Google Shape;139;g3b3a45db5ed_1_3299"/>
            <p:cNvSpPr/>
            <p:nvPr/>
          </p:nvSpPr>
          <p:spPr>
            <a:xfrm>
              <a:off x="8627851" y="1475237"/>
              <a:ext cx="59996" cy="85311"/>
            </a:xfrm>
            <a:custGeom>
              <a:rect b="b" l="l" r="r" t="t"/>
              <a:pathLst>
                <a:path extrusionOk="0" h="85311" w="59996">
                  <a:moveTo>
                    <a:pt x="59996" y="0"/>
                  </a:moveTo>
                  <a:cubicBezTo>
                    <a:pt x="43230" y="25270"/>
                    <a:pt x="23035" y="48100"/>
                    <a:pt x="0" y="67833"/>
                  </a:cubicBezTo>
                  <a:cubicBezTo>
                    <a:pt x="12847" y="86204"/>
                    <a:pt x="41496" y="85305"/>
                    <a:pt x="41496" y="85305"/>
                  </a:cubicBezTo>
                  <a:close/>
                </a:path>
              </a:pathLst>
            </a:custGeom>
            <a:solidFill>
              <a:srgbClr val="FF565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0" name="Google Shape;140;g3b3a45db5ed_1_3299"/>
            <p:cNvSpPr/>
            <p:nvPr/>
          </p:nvSpPr>
          <p:spPr>
            <a:xfrm>
              <a:off x="8688106" y="1569801"/>
              <a:ext cx="72237" cy="23716"/>
            </a:xfrm>
            <a:custGeom>
              <a:rect b="b" l="l" r="r" t="t"/>
              <a:pathLst>
                <a:path extrusionOk="0" h="23716" w="72237">
                  <a:moveTo>
                    <a:pt x="2054" y="21445"/>
                  </a:moveTo>
                  <a:lnTo>
                    <a:pt x="2054" y="21445"/>
                  </a:lnTo>
                  <a:cubicBezTo>
                    <a:pt x="26540" y="27522"/>
                    <a:pt x="52453" y="21239"/>
                    <a:pt x="71428" y="4615"/>
                  </a:cubicBezTo>
                  <a:cubicBezTo>
                    <a:pt x="72494" y="3575"/>
                    <a:pt x="72507" y="1866"/>
                    <a:pt x="71466" y="800"/>
                  </a:cubicBezTo>
                  <a:cubicBezTo>
                    <a:pt x="71454" y="787"/>
                    <a:pt x="71441" y="774"/>
                    <a:pt x="71428" y="761"/>
                  </a:cubicBezTo>
                  <a:cubicBezTo>
                    <a:pt x="70336" y="-254"/>
                    <a:pt x="68653" y="-254"/>
                    <a:pt x="67574" y="761"/>
                  </a:cubicBezTo>
                  <a:cubicBezTo>
                    <a:pt x="49781" y="15728"/>
                    <a:pt x="25962" y="21406"/>
                    <a:pt x="3338" y="16049"/>
                  </a:cubicBezTo>
                  <a:cubicBezTo>
                    <a:pt x="1848" y="15728"/>
                    <a:pt x="383" y="16679"/>
                    <a:pt x="62" y="18169"/>
                  </a:cubicBezTo>
                  <a:cubicBezTo>
                    <a:pt x="-259" y="19659"/>
                    <a:pt x="692" y="21124"/>
                    <a:pt x="2182" y="214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1" name="Google Shape;141;g3b3a45db5ed_1_3299"/>
            <p:cNvSpPr/>
            <p:nvPr/>
          </p:nvSpPr>
          <p:spPr>
            <a:xfrm>
              <a:off x="8757669" y="1420590"/>
              <a:ext cx="45215" cy="39083"/>
            </a:xfrm>
            <a:custGeom>
              <a:rect b="b" l="l" r="r" t="t"/>
              <a:pathLst>
                <a:path extrusionOk="0" h="39083" w="45215">
                  <a:moveTo>
                    <a:pt x="38607" y="38973"/>
                  </a:moveTo>
                  <a:cubicBezTo>
                    <a:pt x="41601" y="39577"/>
                    <a:pt x="44504" y="37637"/>
                    <a:pt x="45108" y="34644"/>
                  </a:cubicBezTo>
                  <a:cubicBezTo>
                    <a:pt x="45326" y="33552"/>
                    <a:pt x="45211" y="32421"/>
                    <a:pt x="44774" y="31393"/>
                  </a:cubicBezTo>
                  <a:cubicBezTo>
                    <a:pt x="37734" y="15335"/>
                    <a:pt x="23383" y="3669"/>
                    <a:pt x="6233" y="46"/>
                  </a:cubicBezTo>
                  <a:cubicBezTo>
                    <a:pt x="3265" y="-339"/>
                    <a:pt x="529" y="1717"/>
                    <a:pt x="66" y="4671"/>
                  </a:cubicBezTo>
                  <a:cubicBezTo>
                    <a:pt x="-396" y="7613"/>
                    <a:pt x="1620" y="10376"/>
                    <a:pt x="4563" y="10838"/>
                  </a:cubicBezTo>
                  <a:cubicBezTo>
                    <a:pt x="4563" y="10838"/>
                    <a:pt x="4563" y="10838"/>
                    <a:pt x="4563" y="10838"/>
                  </a:cubicBezTo>
                  <a:lnTo>
                    <a:pt x="4563" y="10838"/>
                  </a:lnTo>
                  <a:cubicBezTo>
                    <a:pt x="18091" y="13806"/>
                    <a:pt x="29332" y="23146"/>
                    <a:pt x="34753" y="35890"/>
                  </a:cubicBezTo>
                  <a:cubicBezTo>
                    <a:pt x="35486" y="37470"/>
                    <a:pt x="36912" y="38613"/>
                    <a:pt x="38607" y="3897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2" name="Google Shape;142;g3b3a45db5ed_1_3299"/>
            <p:cNvSpPr/>
            <p:nvPr/>
          </p:nvSpPr>
          <p:spPr>
            <a:xfrm>
              <a:off x="8614947" y="1388624"/>
              <a:ext cx="50699" cy="30398"/>
            </a:xfrm>
            <a:custGeom>
              <a:rect b="b" l="l" r="r" t="t"/>
              <a:pathLst>
                <a:path extrusionOk="0" h="30398" w="50699">
                  <a:moveTo>
                    <a:pt x="4168" y="30214"/>
                  </a:moveTo>
                  <a:cubicBezTo>
                    <a:pt x="6236" y="30779"/>
                    <a:pt x="8434" y="30021"/>
                    <a:pt x="9692" y="28287"/>
                  </a:cubicBezTo>
                  <a:cubicBezTo>
                    <a:pt x="17940" y="17226"/>
                    <a:pt x="30967" y="10738"/>
                    <a:pt x="44765" y="10815"/>
                  </a:cubicBezTo>
                  <a:cubicBezTo>
                    <a:pt x="47746" y="11097"/>
                    <a:pt x="50392" y="8913"/>
                    <a:pt x="50675" y="5933"/>
                  </a:cubicBezTo>
                  <a:cubicBezTo>
                    <a:pt x="50957" y="2952"/>
                    <a:pt x="48773" y="306"/>
                    <a:pt x="45793" y="23"/>
                  </a:cubicBezTo>
                  <a:cubicBezTo>
                    <a:pt x="28295" y="-491"/>
                    <a:pt x="11658" y="7564"/>
                    <a:pt x="1213" y="21606"/>
                  </a:cubicBezTo>
                  <a:cubicBezTo>
                    <a:pt x="-649" y="23842"/>
                    <a:pt x="-328" y="27169"/>
                    <a:pt x="1907" y="29019"/>
                  </a:cubicBezTo>
                  <a:cubicBezTo>
                    <a:pt x="1971" y="29083"/>
                    <a:pt x="2048" y="29135"/>
                    <a:pt x="2113" y="29186"/>
                  </a:cubicBezTo>
                  <a:cubicBezTo>
                    <a:pt x="2704" y="29700"/>
                    <a:pt x="3410" y="30060"/>
                    <a:pt x="4168" y="3021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3" name="Google Shape;143;g3b3a45db5ed_1_3299"/>
            <p:cNvSpPr/>
            <p:nvPr/>
          </p:nvSpPr>
          <p:spPr>
            <a:xfrm>
              <a:off x="8949800" y="1993232"/>
              <a:ext cx="388600" cy="968157"/>
            </a:xfrm>
            <a:custGeom>
              <a:rect b="b" l="l" r="r" t="t"/>
              <a:pathLst>
                <a:path extrusionOk="0" h="968157" w="388600">
                  <a:moveTo>
                    <a:pt x="169839" y="0"/>
                  </a:moveTo>
                  <a:cubicBezTo>
                    <a:pt x="193220" y="40854"/>
                    <a:pt x="212748" y="80423"/>
                    <a:pt x="233047" y="121148"/>
                  </a:cubicBezTo>
                  <a:cubicBezTo>
                    <a:pt x="253345" y="161873"/>
                    <a:pt x="271588" y="202856"/>
                    <a:pt x="288931" y="244737"/>
                  </a:cubicBezTo>
                  <a:cubicBezTo>
                    <a:pt x="306275" y="286619"/>
                    <a:pt x="323104" y="329143"/>
                    <a:pt x="337750" y="373208"/>
                  </a:cubicBezTo>
                  <a:cubicBezTo>
                    <a:pt x="352974" y="417158"/>
                    <a:pt x="365847" y="461879"/>
                    <a:pt x="376292" y="507203"/>
                  </a:cubicBezTo>
                  <a:lnTo>
                    <a:pt x="384128" y="542276"/>
                  </a:lnTo>
                  <a:cubicBezTo>
                    <a:pt x="387558" y="558746"/>
                    <a:pt x="389023" y="575563"/>
                    <a:pt x="388496" y="592380"/>
                  </a:cubicBezTo>
                  <a:cubicBezTo>
                    <a:pt x="387404" y="623624"/>
                    <a:pt x="380480" y="654380"/>
                    <a:pt x="368069" y="683080"/>
                  </a:cubicBezTo>
                  <a:cubicBezTo>
                    <a:pt x="346255" y="731437"/>
                    <a:pt x="315229" y="775065"/>
                    <a:pt x="276727" y="811551"/>
                  </a:cubicBezTo>
                  <a:cubicBezTo>
                    <a:pt x="242386" y="844709"/>
                    <a:pt x="204963" y="874528"/>
                    <a:pt x="164957" y="900581"/>
                  </a:cubicBezTo>
                  <a:cubicBezTo>
                    <a:pt x="145558" y="913429"/>
                    <a:pt x="125516" y="925248"/>
                    <a:pt x="105346" y="936553"/>
                  </a:cubicBezTo>
                  <a:cubicBezTo>
                    <a:pt x="85176" y="947859"/>
                    <a:pt x="65135" y="958265"/>
                    <a:pt x="42652" y="968157"/>
                  </a:cubicBezTo>
                  <a:lnTo>
                    <a:pt x="0" y="893516"/>
                  </a:lnTo>
                  <a:cubicBezTo>
                    <a:pt x="15545" y="880669"/>
                    <a:pt x="32632" y="867822"/>
                    <a:pt x="48562" y="853947"/>
                  </a:cubicBezTo>
                  <a:cubicBezTo>
                    <a:pt x="64492" y="840072"/>
                    <a:pt x="80038" y="825940"/>
                    <a:pt x="95454" y="811808"/>
                  </a:cubicBezTo>
                  <a:cubicBezTo>
                    <a:pt x="125221" y="784187"/>
                    <a:pt x="152842" y="754343"/>
                    <a:pt x="178061" y="722521"/>
                  </a:cubicBezTo>
                  <a:cubicBezTo>
                    <a:pt x="200492" y="695234"/>
                    <a:pt x="217887" y="664169"/>
                    <a:pt x="229449" y="630792"/>
                  </a:cubicBezTo>
                  <a:cubicBezTo>
                    <a:pt x="233419" y="618357"/>
                    <a:pt x="234999" y="605278"/>
                    <a:pt x="234074" y="592251"/>
                  </a:cubicBezTo>
                  <a:cubicBezTo>
                    <a:pt x="233702" y="587010"/>
                    <a:pt x="232713" y="581845"/>
                    <a:pt x="231119" y="576835"/>
                  </a:cubicBezTo>
                  <a:lnTo>
                    <a:pt x="222383" y="548057"/>
                  </a:lnTo>
                  <a:cubicBezTo>
                    <a:pt x="196419" y="468238"/>
                    <a:pt x="165535" y="390102"/>
                    <a:pt x="129884" y="314112"/>
                  </a:cubicBezTo>
                  <a:cubicBezTo>
                    <a:pt x="112284" y="275570"/>
                    <a:pt x="93527" y="237029"/>
                    <a:pt x="74770" y="198488"/>
                  </a:cubicBezTo>
                  <a:cubicBezTo>
                    <a:pt x="56014" y="159946"/>
                    <a:pt x="36229" y="121405"/>
                    <a:pt x="17087" y="84791"/>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4" name="Google Shape;144;g3b3a45db5ed_1_3299"/>
            <p:cNvSpPr/>
            <p:nvPr/>
          </p:nvSpPr>
          <p:spPr>
            <a:xfrm>
              <a:off x="8930027" y="1903175"/>
              <a:ext cx="347629" cy="479580"/>
            </a:xfrm>
            <a:custGeom>
              <a:rect b="b" l="l" r="r" t="t"/>
              <a:pathLst>
                <a:path extrusionOk="0" h="479580" w="347629">
                  <a:moveTo>
                    <a:pt x="165972" y="3082"/>
                  </a:moveTo>
                  <a:cubicBezTo>
                    <a:pt x="273117" y="26207"/>
                    <a:pt x="347630" y="305760"/>
                    <a:pt x="347630" y="305760"/>
                  </a:cubicBezTo>
                  <a:lnTo>
                    <a:pt x="156080" y="479581"/>
                  </a:lnTo>
                  <a:cubicBezTo>
                    <a:pt x="95185" y="411825"/>
                    <a:pt x="47278" y="333432"/>
                    <a:pt x="14762" y="248333"/>
                  </a:cubicBezTo>
                  <a:cubicBezTo>
                    <a:pt x="-35984" y="108428"/>
                    <a:pt x="51376" y="-21841"/>
                    <a:pt x="165972" y="308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5" name="Google Shape;145;g3b3a45db5ed_1_3299"/>
            <p:cNvSpPr/>
            <p:nvPr/>
          </p:nvSpPr>
          <p:spPr>
            <a:xfrm>
              <a:off x="8849849" y="2873515"/>
              <a:ext cx="172665" cy="125516"/>
            </a:xfrm>
            <a:custGeom>
              <a:rect b="b" l="l" r="r" t="t"/>
              <a:pathLst>
                <a:path extrusionOk="0" h="125516" w="172665">
                  <a:moveTo>
                    <a:pt x="123204" y="0"/>
                  </a:moveTo>
                  <a:lnTo>
                    <a:pt x="0" y="1285"/>
                  </a:lnTo>
                  <a:lnTo>
                    <a:pt x="77083" y="125516"/>
                  </a:lnTo>
                  <a:cubicBezTo>
                    <a:pt x="77083" y="125516"/>
                    <a:pt x="164828" y="103805"/>
                    <a:pt x="172665" y="59739"/>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6" name="Google Shape;146;g3b3a45db5ed_1_3299"/>
            <p:cNvSpPr/>
            <p:nvPr/>
          </p:nvSpPr>
          <p:spPr>
            <a:xfrm>
              <a:off x="8773152" y="2874800"/>
              <a:ext cx="153137" cy="173050"/>
            </a:xfrm>
            <a:custGeom>
              <a:rect b="b" l="l" r="r" t="t"/>
              <a:pathLst>
                <a:path extrusionOk="0" h="173050" w="153137">
                  <a:moveTo>
                    <a:pt x="0" y="73357"/>
                  </a:moveTo>
                  <a:lnTo>
                    <a:pt x="67961" y="173050"/>
                  </a:lnTo>
                  <a:lnTo>
                    <a:pt x="153138" y="124231"/>
                  </a:lnTo>
                  <a:lnTo>
                    <a:pt x="76697" y="0"/>
                  </a:lnTo>
                  <a:lnTo>
                    <a:pt x="0" y="73357"/>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47" name="Google Shape;147;g3b3a45db5ed_1_3299"/>
            <p:cNvSpPr/>
            <p:nvPr/>
          </p:nvSpPr>
          <p:spPr>
            <a:xfrm>
              <a:off x="8854983" y="1517307"/>
              <a:ext cx="118833" cy="128416"/>
            </a:xfrm>
            <a:custGeom>
              <a:rect b="b" l="l" r="r" t="t"/>
              <a:pathLst>
                <a:path extrusionOk="0" h="128416" w="118833">
                  <a:moveTo>
                    <a:pt x="112160" y="74196"/>
                  </a:moveTo>
                  <a:cubicBezTo>
                    <a:pt x="98478" y="99377"/>
                    <a:pt x="75379" y="118133"/>
                    <a:pt x="47925" y="126356"/>
                  </a:cubicBezTo>
                  <a:cubicBezTo>
                    <a:pt x="11439" y="137019"/>
                    <a:pt x="-7189" y="104516"/>
                    <a:pt x="2575" y="69957"/>
                  </a:cubicBezTo>
                  <a:cubicBezTo>
                    <a:pt x="11439" y="38867"/>
                    <a:pt x="41116" y="-4171"/>
                    <a:pt x="77602" y="326"/>
                  </a:cubicBezTo>
                  <a:cubicBezTo>
                    <a:pt x="114087" y="4822"/>
                    <a:pt x="128476" y="43235"/>
                    <a:pt x="112160" y="74196"/>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148" name="Google Shape;148;g3b3a45db5ed_1_3299"/>
          <p:cNvGrpSpPr/>
          <p:nvPr/>
        </p:nvGrpSpPr>
        <p:grpSpPr>
          <a:xfrm>
            <a:off x="6181783" y="2432841"/>
            <a:ext cx="2702942" cy="1829559"/>
            <a:chOff x="6155150" y="2199793"/>
            <a:chExt cx="2702942" cy="1829559"/>
          </a:xfrm>
        </p:grpSpPr>
        <p:sp>
          <p:nvSpPr>
            <p:cNvPr id="149" name="Google Shape;149;g3b3a45db5ed_1_3299"/>
            <p:cNvSpPr/>
            <p:nvPr/>
          </p:nvSpPr>
          <p:spPr>
            <a:xfrm rot="-249423">
              <a:off x="7738494" y="3722082"/>
              <a:ext cx="137353" cy="12849"/>
            </a:xfrm>
            <a:custGeom>
              <a:rect b="b" l="l" r="r" t="t"/>
              <a:pathLst>
                <a:path extrusionOk="0" h="12847" w="137335">
                  <a:moveTo>
                    <a:pt x="0" y="0"/>
                  </a:moveTo>
                  <a:lnTo>
                    <a:pt x="137336" y="0"/>
                  </a:lnTo>
                  <a:lnTo>
                    <a:pt x="137336"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0" name="Google Shape;150;g3b3a45db5ed_1_3299"/>
            <p:cNvSpPr/>
            <p:nvPr/>
          </p:nvSpPr>
          <p:spPr>
            <a:xfrm rot="-249423">
              <a:off x="7931373" y="3710681"/>
              <a:ext cx="67456" cy="12849"/>
            </a:xfrm>
            <a:custGeom>
              <a:rect b="b" l="l" r="r" t="t"/>
              <a:pathLst>
                <a:path extrusionOk="0" h="12847" w="67447">
                  <a:moveTo>
                    <a:pt x="0" y="0"/>
                  </a:moveTo>
                  <a:lnTo>
                    <a:pt x="67447" y="0"/>
                  </a:lnTo>
                  <a:lnTo>
                    <a:pt x="67447"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1" name="Google Shape;151;g3b3a45db5ed_1_3299"/>
            <p:cNvSpPr/>
            <p:nvPr/>
          </p:nvSpPr>
          <p:spPr>
            <a:xfrm>
              <a:off x="6155150" y="2199793"/>
              <a:ext cx="2702942" cy="1829559"/>
            </a:xfrm>
            <a:custGeom>
              <a:rect b="b" l="l" r="r" t="t"/>
              <a:pathLst>
                <a:path extrusionOk="0" h="1829559" w="2702942">
                  <a:moveTo>
                    <a:pt x="2434161" y="406"/>
                  </a:moveTo>
                  <a:lnTo>
                    <a:pt x="165877" y="163949"/>
                  </a:lnTo>
                  <a:cubicBezTo>
                    <a:pt x="67622" y="171619"/>
                    <a:pt x="-6159" y="256911"/>
                    <a:pt x="406" y="355243"/>
                  </a:cubicBezTo>
                  <a:lnTo>
                    <a:pt x="77489" y="1424378"/>
                  </a:lnTo>
                  <a:cubicBezTo>
                    <a:pt x="85081" y="1522787"/>
                    <a:pt x="170566" y="1596683"/>
                    <a:pt x="269039" y="1589977"/>
                  </a:cubicBezTo>
                  <a:lnTo>
                    <a:pt x="397510" y="1580727"/>
                  </a:lnTo>
                  <a:cubicBezTo>
                    <a:pt x="416948" y="1579327"/>
                    <a:pt x="433842" y="1593921"/>
                    <a:pt x="435281" y="1613359"/>
                  </a:cubicBezTo>
                  <a:lnTo>
                    <a:pt x="449669" y="1811461"/>
                  </a:lnTo>
                  <a:cubicBezTo>
                    <a:pt x="450324" y="1822086"/>
                    <a:pt x="459459" y="1830167"/>
                    <a:pt x="470083" y="1829524"/>
                  </a:cubicBezTo>
                  <a:cubicBezTo>
                    <a:pt x="475312" y="1829203"/>
                    <a:pt x="480194" y="1826762"/>
                    <a:pt x="483586" y="1822767"/>
                  </a:cubicBezTo>
                  <a:lnTo>
                    <a:pt x="698646" y="1574175"/>
                  </a:lnTo>
                  <a:cubicBezTo>
                    <a:pt x="707690" y="1563757"/>
                    <a:pt x="720473" y="1557346"/>
                    <a:pt x="734232" y="1556318"/>
                  </a:cubicBezTo>
                  <a:lnTo>
                    <a:pt x="2536937" y="1426434"/>
                  </a:lnTo>
                  <a:cubicBezTo>
                    <a:pt x="2635243" y="1418841"/>
                    <a:pt x="2709101" y="1333510"/>
                    <a:pt x="2702537" y="1235140"/>
                  </a:cubicBezTo>
                  <a:lnTo>
                    <a:pt x="2625454" y="166005"/>
                  </a:lnTo>
                  <a:cubicBezTo>
                    <a:pt x="2617861" y="67699"/>
                    <a:pt x="2532531" y="-6159"/>
                    <a:pt x="2434161" y="40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2" name="Google Shape;152;g3b3a45db5ed_1_3299"/>
            <p:cNvSpPr/>
            <p:nvPr/>
          </p:nvSpPr>
          <p:spPr>
            <a:xfrm>
              <a:off x="6652353" y="2827009"/>
              <a:ext cx="408152" cy="423954"/>
            </a:xfrm>
            <a:custGeom>
              <a:rect b="b" l="l" r="r" t="t"/>
              <a:pathLst>
                <a:path extrusionOk="0" h="423954" w="408152">
                  <a:moveTo>
                    <a:pt x="0" y="27493"/>
                  </a:moveTo>
                  <a:lnTo>
                    <a:pt x="122561" y="18628"/>
                  </a:lnTo>
                  <a:lnTo>
                    <a:pt x="132582" y="157377"/>
                  </a:lnTo>
                  <a:lnTo>
                    <a:pt x="266449" y="147742"/>
                  </a:lnTo>
                  <a:lnTo>
                    <a:pt x="256428" y="8993"/>
                  </a:lnTo>
                  <a:lnTo>
                    <a:pt x="379503" y="0"/>
                  </a:lnTo>
                  <a:lnTo>
                    <a:pt x="408152" y="396461"/>
                  </a:lnTo>
                  <a:lnTo>
                    <a:pt x="285077" y="405326"/>
                  </a:lnTo>
                  <a:lnTo>
                    <a:pt x="273515" y="244994"/>
                  </a:lnTo>
                  <a:lnTo>
                    <a:pt x="139648" y="254758"/>
                  </a:lnTo>
                  <a:lnTo>
                    <a:pt x="151210" y="415090"/>
                  </a:lnTo>
                  <a:lnTo>
                    <a:pt x="28778" y="42395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3" name="Google Shape;153;g3b3a45db5ed_1_3299"/>
            <p:cNvSpPr/>
            <p:nvPr/>
          </p:nvSpPr>
          <p:spPr>
            <a:xfrm>
              <a:off x="6155150" y="2326871"/>
              <a:ext cx="676292" cy="1463321"/>
            </a:xfrm>
            <a:custGeom>
              <a:rect b="b" l="l" r="r" t="t"/>
              <a:pathLst>
                <a:path extrusionOk="0" h="1463321" w="676292">
                  <a:moveTo>
                    <a:pt x="165877" y="36871"/>
                  </a:moveTo>
                  <a:cubicBezTo>
                    <a:pt x="67622" y="44541"/>
                    <a:pt x="-6159" y="129833"/>
                    <a:pt x="406" y="228164"/>
                  </a:cubicBezTo>
                  <a:lnTo>
                    <a:pt x="77489" y="1297300"/>
                  </a:lnTo>
                  <a:cubicBezTo>
                    <a:pt x="85081" y="1395709"/>
                    <a:pt x="170566" y="1469605"/>
                    <a:pt x="269039" y="1462899"/>
                  </a:cubicBezTo>
                  <a:lnTo>
                    <a:pt x="287924" y="1461486"/>
                  </a:lnTo>
                  <a:cubicBezTo>
                    <a:pt x="352442" y="1456822"/>
                    <a:pt x="405771" y="1409391"/>
                    <a:pt x="417937" y="1345862"/>
                  </a:cubicBezTo>
                  <a:lnTo>
                    <a:pt x="676292"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4" name="Google Shape;154;g3b3a45db5ed_1_3299"/>
            <p:cNvSpPr/>
            <p:nvPr/>
          </p:nvSpPr>
          <p:spPr>
            <a:xfrm>
              <a:off x="7109547" y="2911852"/>
              <a:ext cx="335471" cy="302867"/>
            </a:xfrm>
            <a:custGeom>
              <a:rect b="b" l="l" r="r" t="t"/>
              <a:pathLst>
                <a:path extrusionOk="0" h="302867" w="335471">
                  <a:moveTo>
                    <a:pt x="335472" y="166959"/>
                  </a:moveTo>
                  <a:lnTo>
                    <a:pt x="114759" y="182890"/>
                  </a:lnTo>
                  <a:cubicBezTo>
                    <a:pt x="116455" y="197189"/>
                    <a:pt x="122454" y="210627"/>
                    <a:pt x="131974" y="221431"/>
                  </a:cubicBezTo>
                  <a:cubicBezTo>
                    <a:pt x="143035" y="233070"/>
                    <a:pt x="158914" y="238877"/>
                    <a:pt x="174883" y="237104"/>
                  </a:cubicBezTo>
                  <a:cubicBezTo>
                    <a:pt x="185701" y="236334"/>
                    <a:pt x="196145" y="232788"/>
                    <a:pt x="205202" y="226827"/>
                  </a:cubicBezTo>
                  <a:cubicBezTo>
                    <a:pt x="212294" y="221457"/>
                    <a:pt x="218345" y="214840"/>
                    <a:pt x="223060" y="207299"/>
                  </a:cubicBezTo>
                  <a:lnTo>
                    <a:pt x="332260" y="209483"/>
                  </a:lnTo>
                  <a:cubicBezTo>
                    <a:pt x="320377" y="236411"/>
                    <a:pt x="301080" y="259394"/>
                    <a:pt x="276632" y="275774"/>
                  </a:cubicBezTo>
                  <a:cubicBezTo>
                    <a:pt x="254188" y="289996"/>
                    <a:pt x="221043" y="298552"/>
                    <a:pt x="177196" y="301469"/>
                  </a:cubicBezTo>
                  <a:cubicBezTo>
                    <a:pt x="146543" y="305040"/>
                    <a:pt x="115465" y="301751"/>
                    <a:pt x="86238" y="291833"/>
                  </a:cubicBezTo>
                  <a:cubicBezTo>
                    <a:pt x="62805" y="281992"/>
                    <a:pt x="42700" y="265625"/>
                    <a:pt x="28298" y="244684"/>
                  </a:cubicBezTo>
                  <a:cubicBezTo>
                    <a:pt x="11789" y="220840"/>
                    <a:pt x="2308" y="192846"/>
                    <a:pt x="934" y="163876"/>
                  </a:cubicBezTo>
                  <a:cubicBezTo>
                    <a:pt x="-3704" y="123202"/>
                    <a:pt x="9079" y="82451"/>
                    <a:pt x="36135" y="51721"/>
                  </a:cubicBezTo>
                  <a:cubicBezTo>
                    <a:pt x="62857" y="21916"/>
                    <a:pt x="101398" y="5176"/>
                    <a:pt x="151759" y="1489"/>
                  </a:cubicBezTo>
                  <a:cubicBezTo>
                    <a:pt x="185097" y="-2468"/>
                    <a:pt x="218897" y="1489"/>
                    <a:pt x="250424" y="13051"/>
                  </a:cubicBezTo>
                  <a:cubicBezTo>
                    <a:pt x="274564" y="23367"/>
                    <a:pt x="294888" y="40916"/>
                    <a:pt x="308622" y="63283"/>
                  </a:cubicBezTo>
                  <a:cubicBezTo>
                    <a:pt x="324334" y="91059"/>
                    <a:pt x="333147" y="122213"/>
                    <a:pt x="334316" y="154112"/>
                  </a:cubicBezTo>
                  <a:close/>
                  <a:moveTo>
                    <a:pt x="219848" y="122251"/>
                  </a:moveTo>
                  <a:cubicBezTo>
                    <a:pt x="218281" y="105550"/>
                    <a:pt x="211086" y="89864"/>
                    <a:pt x="199421" y="77800"/>
                  </a:cubicBezTo>
                  <a:cubicBezTo>
                    <a:pt x="175744" y="59583"/>
                    <a:pt x="141789" y="64003"/>
                    <a:pt x="123572" y="87680"/>
                  </a:cubicBezTo>
                  <a:cubicBezTo>
                    <a:pt x="122827" y="88643"/>
                    <a:pt x="122120" y="89633"/>
                    <a:pt x="121439" y="90648"/>
                  </a:cubicBezTo>
                  <a:cubicBezTo>
                    <a:pt x="114579" y="102737"/>
                    <a:pt x="111123" y="116457"/>
                    <a:pt x="111419" y="1303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5" name="Google Shape;155;g3b3a45db5ed_1_3299"/>
            <p:cNvSpPr/>
            <p:nvPr/>
          </p:nvSpPr>
          <p:spPr>
            <a:xfrm>
              <a:off x="7479064" y="2786797"/>
              <a:ext cx="139005" cy="404298"/>
            </a:xfrm>
            <a:custGeom>
              <a:rect b="b" l="l" r="r" t="t"/>
              <a:pathLst>
                <a:path extrusionOk="0" h="404298" w="139005">
                  <a:moveTo>
                    <a:pt x="0" y="7965"/>
                  </a:moveTo>
                  <a:lnTo>
                    <a:pt x="110357" y="0"/>
                  </a:lnTo>
                  <a:lnTo>
                    <a:pt x="139006" y="396333"/>
                  </a:lnTo>
                  <a:lnTo>
                    <a:pt x="28649"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6" name="Google Shape;156;g3b3a45db5ed_1_3299"/>
            <p:cNvSpPr/>
            <p:nvPr/>
          </p:nvSpPr>
          <p:spPr>
            <a:xfrm>
              <a:off x="7663420" y="2773436"/>
              <a:ext cx="139005" cy="404298"/>
            </a:xfrm>
            <a:custGeom>
              <a:rect b="b" l="l" r="r" t="t"/>
              <a:pathLst>
                <a:path extrusionOk="0" h="404298" w="139005">
                  <a:moveTo>
                    <a:pt x="0" y="7965"/>
                  </a:moveTo>
                  <a:lnTo>
                    <a:pt x="110357" y="0"/>
                  </a:lnTo>
                  <a:lnTo>
                    <a:pt x="139006" y="396333"/>
                  </a:lnTo>
                  <a:lnTo>
                    <a:pt x="28778"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7" name="Google Shape;157;g3b3a45db5ed_1_3299"/>
            <p:cNvSpPr/>
            <p:nvPr/>
          </p:nvSpPr>
          <p:spPr>
            <a:xfrm>
              <a:off x="7848164" y="2859307"/>
              <a:ext cx="330937" cy="302431"/>
            </a:xfrm>
            <a:custGeom>
              <a:rect b="b" l="l" r="r" t="t"/>
              <a:pathLst>
                <a:path extrusionOk="0" h="302431" w="330937">
                  <a:moveTo>
                    <a:pt x="768" y="163620"/>
                  </a:moveTo>
                  <a:cubicBezTo>
                    <a:pt x="-3446" y="122959"/>
                    <a:pt x="9813" y="82413"/>
                    <a:pt x="37254" y="52107"/>
                  </a:cubicBezTo>
                  <a:cubicBezTo>
                    <a:pt x="64747" y="21531"/>
                    <a:pt x="103673" y="4406"/>
                    <a:pt x="154034" y="719"/>
                  </a:cubicBezTo>
                  <a:cubicBezTo>
                    <a:pt x="211422" y="-3393"/>
                    <a:pt x="256040" y="10136"/>
                    <a:pt x="287901" y="41315"/>
                  </a:cubicBezTo>
                  <a:cubicBezTo>
                    <a:pt x="342681" y="99089"/>
                    <a:pt x="345494" y="188723"/>
                    <a:pt x="294453" y="249824"/>
                  </a:cubicBezTo>
                  <a:cubicBezTo>
                    <a:pt x="267217" y="280143"/>
                    <a:pt x="227738" y="297268"/>
                    <a:pt x="176003" y="301212"/>
                  </a:cubicBezTo>
                  <a:cubicBezTo>
                    <a:pt x="135817" y="306030"/>
                    <a:pt x="95220" y="296472"/>
                    <a:pt x="61406" y="274233"/>
                  </a:cubicBezTo>
                  <a:cubicBezTo>
                    <a:pt x="24947" y="248924"/>
                    <a:pt x="2490" y="207968"/>
                    <a:pt x="768" y="163620"/>
                  </a:cubicBezTo>
                  <a:close/>
                  <a:moveTo>
                    <a:pt x="111125" y="155398"/>
                  </a:moveTo>
                  <a:cubicBezTo>
                    <a:pt x="110919" y="175683"/>
                    <a:pt x="117882" y="195378"/>
                    <a:pt x="130781" y="211026"/>
                  </a:cubicBezTo>
                  <a:cubicBezTo>
                    <a:pt x="150617" y="231324"/>
                    <a:pt x="183146" y="231709"/>
                    <a:pt x="203444" y="211873"/>
                  </a:cubicBezTo>
                  <a:cubicBezTo>
                    <a:pt x="205435" y="209946"/>
                    <a:pt x="207247" y="207852"/>
                    <a:pt x="208891" y="205630"/>
                  </a:cubicBezTo>
                  <a:cubicBezTo>
                    <a:pt x="219271" y="187747"/>
                    <a:pt x="223177" y="166832"/>
                    <a:pt x="219940" y="146405"/>
                  </a:cubicBezTo>
                  <a:cubicBezTo>
                    <a:pt x="220068" y="126530"/>
                    <a:pt x="213195" y="107247"/>
                    <a:pt x="200541" y="91933"/>
                  </a:cubicBezTo>
                  <a:cubicBezTo>
                    <a:pt x="190507" y="80936"/>
                    <a:pt x="175925" y="75232"/>
                    <a:pt x="161100" y="76516"/>
                  </a:cubicBezTo>
                  <a:cubicBezTo>
                    <a:pt x="145632" y="77236"/>
                    <a:pt x="131384" y="85124"/>
                    <a:pt x="122559" y="97843"/>
                  </a:cubicBezTo>
                  <a:cubicBezTo>
                    <a:pt x="112204" y="115122"/>
                    <a:pt x="108337" y="135523"/>
                    <a:pt x="111639" y="15539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8" name="Google Shape;158;g3b3a45db5ed_1_3299"/>
            <p:cNvSpPr/>
            <p:nvPr/>
          </p:nvSpPr>
          <p:spPr>
            <a:xfrm>
              <a:off x="8213789" y="2733096"/>
              <a:ext cx="142474" cy="404555"/>
            </a:xfrm>
            <a:custGeom>
              <a:rect b="b" l="l" r="r" t="t"/>
              <a:pathLst>
                <a:path extrusionOk="0" h="404555" w="142474">
                  <a:moveTo>
                    <a:pt x="0" y="8479"/>
                  </a:moveTo>
                  <a:lnTo>
                    <a:pt x="117551" y="0"/>
                  </a:lnTo>
                  <a:lnTo>
                    <a:pt x="124103" y="89930"/>
                  </a:lnTo>
                  <a:lnTo>
                    <a:pt x="114468" y="273001"/>
                  </a:lnTo>
                  <a:lnTo>
                    <a:pt x="41753" y="278268"/>
                  </a:lnTo>
                  <a:lnTo>
                    <a:pt x="6424" y="98409"/>
                  </a:lnTo>
                  <a:close/>
                  <a:moveTo>
                    <a:pt x="25694" y="307560"/>
                  </a:moveTo>
                  <a:lnTo>
                    <a:pt x="135409" y="299594"/>
                  </a:lnTo>
                  <a:lnTo>
                    <a:pt x="142474" y="396718"/>
                  </a:lnTo>
                  <a:lnTo>
                    <a:pt x="32632" y="40455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159" name="Google Shape;159;g3b3a45db5ed_1_3299"/>
          <p:cNvGrpSpPr/>
          <p:nvPr/>
        </p:nvGrpSpPr>
        <p:grpSpPr>
          <a:xfrm>
            <a:off x="5355452" y="1806760"/>
            <a:ext cx="1514699" cy="3783660"/>
            <a:chOff x="5328819" y="1573712"/>
            <a:chExt cx="1514699" cy="3783660"/>
          </a:xfrm>
        </p:grpSpPr>
        <p:sp>
          <p:nvSpPr>
            <p:cNvPr id="160" name="Google Shape;160;g3b3a45db5ed_1_3299"/>
            <p:cNvSpPr/>
            <p:nvPr/>
          </p:nvSpPr>
          <p:spPr>
            <a:xfrm>
              <a:off x="5839960" y="1573712"/>
              <a:ext cx="503548" cy="533070"/>
            </a:xfrm>
            <a:custGeom>
              <a:rect b="b" l="l" r="r" t="t"/>
              <a:pathLst>
                <a:path extrusionOk="0" h="533070" w="503548">
                  <a:moveTo>
                    <a:pt x="449719" y="438020"/>
                  </a:moveTo>
                  <a:cubicBezTo>
                    <a:pt x="449141" y="456828"/>
                    <a:pt x="450130" y="475649"/>
                    <a:pt x="452674" y="494290"/>
                  </a:cubicBezTo>
                  <a:cubicBezTo>
                    <a:pt x="336267" y="533165"/>
                    <a:pt x="212112" y="543006"/>
                    <a:pt x="91028" y="522939"/>
                  </a:cubicBezTo>
                  <a:cubicBezTo>
                    <a:pt x="96835" y="500958"/>
                    <a:pt x="100368" y="478450"/>
                    <a:pt x="101563" y="455749"/>
                  </a:cubicBezTo>
                  <a:cubicBezTo>
                    <a:pt x="97516" y="478604"/>
                    <a:pt x="89564" y="500598"/>
                    <a:pt x="78053" y="520755"/>
                  </a:cubicBezTo>
                  <a:cubicBezTo>
                    <a:pt x="55185" y="516387"/>
                    <a:pt x="42338" y="512662"/>
                    <a:pt x="42338" y="512662"/>
                  </a:cubicBezTo>
                  <a:cubicBezTo>
                    <a:pt x="42338" y="512662"/>
                    <a:pt x="65720" y="386246"/>
                    <a:pt x="23581" y="294261"/>
                  </a:cubicBezTo>
                  <a:cubicBezTo>
                    <a:pt x="-18557" y="202276"/>
                    <a:pt x="2512" y="150887"/>
                    <a:pt x="34373" y="136370"/>
                  </a:cubicBezTo>
                  <a:cubicBezTo>
                    <a:pt x="93469" y="-45288"/>
                    <a:pt x="315596" y="-16639"/>
                    <a:pt x="390751" y="57103"/>
                  </a:cubicBezTo>
                  <a:cubicBezTo>
                    <a:pt x="486077" y="150630"/>
                    <a:pt x="486590" y="414124"/>
                    <a:pt x="503549" y="474377"/>
                  </a:cubicBezTo>
                  <a:cubicBezTo>
                    <a:pt x="489545" y="480415"/>
                    <a:pt x="475799" y="485940"/>
                    <a:pt x="462053" y="490822"/>
                  </a:cubicBezTo>
                  <a:cubicBezTo>
                    <a:pt x="455166" y="473992"/>
                    <a:pt x="451004" y="456160"/>
                    <a:pt x="449719" y="43802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61" name="Google Shape;161;g3b3a45db5ed_1_3299"/>
            <p:cNvSpPr/>
            <p:nvPr/>
          </p:nvSpPr>
          <p:spPr>
            <a:xfrm>
              <a:off x="6280815" y="2294496"/>
              <a:ext cx="454144" cy="364729"/>
            </a:xfrm>
            <a:custGeom>
              <a:rect b="b" l="l" r="r" t="t"/>
              <a:pathLst>
                <a:path extrusionOk="0" h="364729" w="454144">
                  <a:moveTo>
                    <a:pt x="100721" y="0"/>
                  </a:moveTo>
                  <a:lnTo>
                    <a:pt x="112284" y="36614"/>
                  </a:lnTo>
                  <a:cubicBezTo>
                    <a:pt x="116523" y="49461"/>
                    <a:pt x="120763" y="62309"/>
                    <a:pt x="125131" y="74513"/>
                  </a:cubicBezTo>
                  <a:cubicBezTo>
                    <a:pt x="133738" y="100207"/>
                    <a:pt x="142731" y="125902"/>
                    <a:pt x="152367" y="150568"/>
                  </a:cubicBezTo>
                  <a:cubicBezTo>
                    <a:pt x="162002" y="175234"/>
                    <a:pt x="171252" y="201186"/>
                    <a:pt x="181273" y="226366"/>
                  </a:cubicBezTo>
                  <a:lnTo>
                    <a:pt x="196175" y="264907"/>
                  </a:lnTo>
                  <a:lnTo>
                    <a:pt x="199901" y="274414"/>
                  </a:lnTo>
                  <a:lnTo>
                    <a:pt x="200800" y="276598"/>
                  </a:lnTo>
                  <a:lnTo>
                    <a:pt x="200800" y="276598"/>
                  </a:lnTo>
                  <a:cubicBezTo>
                    <a:pt x="200800" y="276598"/>
                    <a:pt x="200800" y="276598"/>
                    <a:pt x="200800" y="276598"/>
                  </a:cubicBezTo>
                  <a:cubicBezTo>
                    <a:pt x="199207" y="275211"/>
                    <a:pt x="197383" y="274119"/>
                    <a:pt x="195404" y="273386"/>
                  </a:cubicBezTo>
                  <a:cubicBezTo>
                    <a:pt x="192578" y="272358"/>
                    <a:pt x="191422" y="273386"/>
                    <a:pt x="193220" y="273386"/>
                  </a:cubicBezTo>
                  <a:cubicBezTo>
                    <a:pt x="196317" y="273374"/>
                    <a:pt x="199387" y="272898"/>
                    <a:pt x="202342" y="271973"/>
                  </a:cubicBezTo>
                  <a:cubicBezTo>
                    <a:pt x="212388" y="268787"/>
                    <a:pt x="222036" y="264483"/>
                    <a:pt x="231119" y="259126"/>
                  </a:cubicBezTo>
                  <a:cubicBezTo>
                    <a:pt x="253024" y="246356"/>
                    <a:pt x="273977" y="232019"/>
                    <a:pt x="293813" y="216217"/>
                  </a:cubicBezTo>
                  <a:cubicBezTo>
                    <a:pt x="314626" y="200029"/>
                    <a:pt x="335052" y="182686"/>
                    <a:pt x="355094" y="164828"/>
                  </a:cubicBezTo>
                  <a:cubicBezTo>
                    <a:pt x="375135" y="146971"/>
                    <a:pt x="395305" y="128343"/>
                    <a:pt x="414704" y="110100"/>
                  </a:cubicBezTo>
                  <a:lnTo>
                    <a:pt x="454145" y="143502"/>
                  </a:lnTo>
                  <a:cubicBezTo>
                    <a:pt x="437701" y="167141"/>
                    <a:pt x="420357" y="188724"/>
                    <a:pt x="402757" y="210692"/>
                  </a:cubicBezTo>
                  <a:cubicBezTo>
                    <a:pt x="385156" y="232661"/>
                    <a:pt x="365372" y="253216"/>
                    <a:pt x="345073" y="273643"/>
                  </a:cubicBezTo>
                  <a:cubicBezTo>
                    <a:pt x="324184" y="294969"/>
                    <a:pt x="301431" y="314407"/>
                    <a:pt x="277112" y="331712"/>
                  </a:cubicBezTo>
                  <a:cubicBezTo>
                    <a:pt x="263199" y="341463"/>
                    <a:pt x="248244" y="349647"/>
                    <a:pt x="232533" y="356122"/>
                  </a:cubicBezTo>
                  <a:cubicBezTo>
                    <a:pt x="222563" y="360117"/>
                    <a:pt x="212106" y="362802"/>
                    <a:pt x="201443" y="364087"/>
                  </a:cubicBezTo>
                  <a:cubicBezTo>
                    <a:pt x="186964" y="365885"/>
                    <a:pt x="172267" y="363894"/>
                    <a:pt x="158790" y="358306"/>
                  </a:cubicBezTo>
                  <a:cubicBezTo>
                    <a:pt x="144106" y="352049"/>
                    <a:pt x="131593" y="341592"/>
                    <a:pt x="122818" y="328243"/>
                  </a:cubicBezTo>
                  <a:cubicBezTo>
                    <a:pt x="120891" y="325288"/>
                    <a:pt x="119093" y="322334"/>
                    <a:pt x="117679" y="319636"/>
                  </a:cubicBezTo>
                  <a:lnTo>
                    <a:pt x="114211" y="312698"/>
                  </a:lnTo>
                  <a:lnTo>
                    <a:pt x="109586" y="303320"/>
                  </a:lnTo>
                  <a:cubicBezTo>
                    <a:pt x="103548" y="290473"/>
                    <a:pt x="96739" y="277626"/>
                    <a:pt x="91471" y="265550"/>
                  </a:cubicBezTo>
                  <a:cubicBezTo>
                    <a:pt x="79781" y="239855"/>
                    <a:pt x="68090" y="214161"/>
                    <a:pt x="57427" y="188467"/>
                  </a:cubicBezTo>
                  <a:cubicBezTo>
                    <a:pt x="46763" y="162773"/>
                    <a:pt x="36357" y="136308"/>
                    <a:pt x="26465" y="109843"/>
                  </a:cubicBezTo>
                  <a:cubicBezTo>
                    <a:pt x="21840" y="96996"/>
                    <a:pt x="17215" y="82992"/>
                    <a:pt x="12847" y="69503"/>
                  </a:cubicBezTo>
                  <a:cubicBezTo>
                    <a:pt x="8479" y="56013"/>
                    <a:pt x="4240" y="42781"/>
                    <a:pt x="0" y="26979"/>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62" name="Google Shape;162;g3b3a45db5ed_1_3299"/>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63" name="Google Shape;163;g3b3a45db5ed_1_3299"/>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64" name="Google Shape;164;g3b3a45db5ed_1_3299"/>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65" name="Google Shape;165;g3b3a45db5ed_1_3299"/>
            <p:cNvSpPr/>
            <p:nvPr/>
          </p:nvSpPr>
          <p:spPr>
            <a:xfrm>
              <a:off x="6312547" y="2221139"/>
              <a:ext cx="68603" cy="230091"/>
            </a:xfrm>
            <a:custGeom>
              <a:rect b="b" l="l" r="r" t="t"/>
              <a:pathLst>
                <a:path extrusionOk="0" h="230091" w="68603">
                  <a:moveTo>
                    <a:pt x="34559" y="0"/>
                  </a:moveTo>
                  <a:lnTo>
                    <a:pt x="68603" y="183585"/>
                  </a:lnTo>
                  <a:lnTo>
                    <a:pt x="0" y="230092"/>
                  </a:lnTo>
                  <a:lnTo>
                    <a:pt x="34559" y="0"/>
                  </a:lnTo>
                  <a:close/>
                </a:path>
              </a:pathLst>
            </a:custGeom>
            <a:solidFill>
              <a:srgbClr val="000000">
                <a:alpha val="2352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66" name="Google Shape;166;g3b3a45db5ed_1_3299"/>
            <p:cNvSpPr/>
            <p:nvPr/>
          </p:nvSpPr>
          <p:spPr>
            <a:xfrm>
              <a:off x="6693464" y="2310812"/>
              <a:ext cx="90957" cy="136905"/>
            </a:xfrm>
            <a:custGeom>
              <a:rect b="b" l="l" r="r" t="t"/>
              <a:pathLst>
                <a:path extrusionOk="0" h="136905" w="90957">
                  <a:moveTo>
                    <a:pt x="0" y="98152"/>
                  </a:moveTo>
                  <a:lnTo>
                    <a:pt x="40725" y="0"/>
                  </a:lnTo>
                  <a:lnTo>
                    <a:pt x="90957" y="98152"/>
                  </a:lnTo>
                  <a:cubicBezTo>
                    <a:pt x="90957" y="98152"/>
                    <a:pt x="58326" y="146971"/>
                    <a:pt x="15288" y="13502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67" name="Google Shape;167;g3b3a45db5ed_1_3299"/>
            <p:cNvSpPr/>
            <p:nvPr/>
          </p:nvSpPr>
          <p:spPr>
            <a:xfrm>
              <a:off x="6734061" y="2300663"/>
              <a:ext cx="109457" cy="108301"/>
            </a:xfrm>
            <a:custGeom>
              <a:rect b="b" l="l" r="r" t="t"/>
              <a:pathLst>
                <a:path extrusionOk="0" h="108301" w="109457">
                  <a:moveTo>
                    <a:pt x="44965" y="0"/>
                  </a:moveTo>
                  <a:lnTo>
                    <a:pt x="109457" y="25951"/>
                  </a:lnTo>
                  <a:lnTo>
                    <a:pt x="50361" y="108301"/>
                  </a:lnTo>
                  <a:lnTo>
                    <a:pt x="0" y="10149"/>
                  </a:lnTo>
                  <a:lnTo>
                    <a:pt x="44965" y="0"/>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68" name="Google Shape;168;g3b3a45db5ed_1_3299"/>
            <p:cNvSpPr/>
            <p:nvPr/>
          </p:nvSpPr>
          <p:spPr>
            <a:xfrm>
              <a:off x="6111490" y="4998425"/>
              <a:ext cx="114724" cy="248848"/>
            </a:xfrm>
            <a:custGeom>
              <a:rect b="b" l="l" r="r" t="t"/>
              <a:pathLst>
                <a:path extrusionOk="0" h="248848" w="114724">
                  <a:moveTo>
                    <a:pt x="0" y="248849"/>
                  </a:moveTo>
                  <a:lnTo>
                    <a:pt x="107530" y="248849"/>
                  </a:lnTo>
                  <a:lnTo>
                    <a:pt x="114724" y="0"/>
                  </a:lnTo>
                  <a:lnTo>
                    <a:pt x="7194" y="0"/>
                  </a:lnTo>
                  <a:lnTo>
                    <a:pt x="0" y="24884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69" name="Google Shape;169;g3b3a45db5ed_1_3299"/>
            <p:cNvSpPr/>
            <p:nvPr/>
          </p:nvSpPr>
          <p:spPr>
            <a:xfrm>
              <a:off x="5390511" y="4711421"/>
              <a:ext cx="228164" cy="257455"/>
            </a:xfrm>
            <a:custGeom>
              <a:rect b="b" l="l" r="r" t="t"/>
              <a:pathLst>
                <a:path extrusionOk="0" h="257455" w="228164">
                  <a:moveTo>
                    <a:pt x="0" y="215317"/>
                  </a:moveTo>
                  <a:lnTo>
                    <a:pt x="98794" y="257456"/>
                  </a:lnTo>
                  <a:lnTo>
                    <a:pt x="228164" y="42138"/>
                  </a:lnTo>
                  <a:lnTo>
                    <a:pt x="129242" y="0"/>
                  </a:lnTo>
                  <a:lnTo>
                    <a:pt x="0" y="215317"/>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0" name="Google Shape;170;g3b3a45db5ed_1_3299"/>
            <p:cNvSpPr/>
            <p:nvPr/>
          </p:nvSpPr>
          <p:spPr>
            <a:xfrm>
              <a:off x="5328819" y="4889676"/>
              <a:ext cx="267496" cy="237037"/>
            </a:xfrm>
            <a:custGeom>
              <a:rect b="b" l="l" r="r" t="t"/>
              <a:pathLst>
                <a:path extrusionOk="0" h="237037" w="267496">
                  <a:moveTo>
                    <a:pt x="179500" y="64556"/>
                  </a:moveTo>
                  <a:lnTo>
                    <a:pt x="76723" y="1348"/>
                  </a:lnTo>
                  <a:cubicBezTo>
                    <a:pt x="73085" y="-991"/>
                    <a:pt x="68267" y="-220"/>
                    <a:pt x="65546" y="3146"/>
                  </a:cubicBezTo>
                  <a:lnTo>
                    <a:pt x="3752" y="77274"/>
                  </a:lnTo>
                  <a:cubicBezTo>
                    <a:pt x="-2198" y="84777"/>
                    <a:pt x="-935" y="95684"/>
                    <a:pt x="6572" y="101645"/>
                  </a:cubicBezTo>
                  <a:cubicBezTo>
                    <a:pt x="7186" y="102120"/>
                    <a:pt x="7832" y="102570"/>
                    <a:pt x="8505" y="102968"/>
                  </a:cubicBezTo>
                  <a:cubicBezTo>
                    <a:pt x="44734" y="124423"/>
                    <a:pt x="63234" y="132902"/>
                    <a:pt x="108456" y="160652"/>
                  </a:cubicBezTo>
                  <a:cubicBezTo>
                    <a:pt x="136334" y="177867"/>
                    <a:pt x="175132" y="205616"/>
                    <a:pt x="213545" y="229255"/>
                  </a:cubicBezTo>
                  <a:cubicBezTo>
                    <a:pt x="251958" y="252894"/>
                    <a:pt x="277780" y="216408"/>
                    <a:pt x="263520" y="202919"/>
                  </a:cubicBezTo>
                  <a:cubicBezTo>
                    <a:pt x="201212" y="143436"/>
                    <a:pt x="203010" y="115173"/>
                    <a:pt x="191319" y="79972"/>
                  </a:cubicBezTo>
                  <a:cubicBezTo>
                    <a:pt x="189379" y="73574"/>
                    <a:pt x="185178" y="68088"/>
                    <a:pt x="179500" y="645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1" name="Google Shape;171;g3b3a45db5ed_1_3299"/>
            <p:cNvSpPr/>
            <p:nvPr/>
          </p:nvSpPr>
          <p:spPr>
            <a:xfrm>
              <a:off x="6079469" y="5234811"/>
              <a:ext cx="318146" cy="122561"/>
            </a:xfrm>
            <a:custGeom>
              <a:rect b="b" l="l" r="r" t="t"/>
              <a:pathLst>
                <a:path extrusionOk="0" h="122561" w="318146">
                  <a:moveTo>
                    <a:pt x="143149" y="1"/>
                  </a:moveTo>
                  <a:lnTo>
                    <a:pt x="22515" y="1"/>
                  </a:lnTo>
                  <a:cubicBezTo>
                    <a:pt x="18224" y="-51"/>
                    <a:pt x="14550" y="3071"/>
                    <a:pt x="13907" y="7323"/>
                  </a:cubicBezTo>
                  <a:lnTo>
                    <a:pt x="161" y="102906"/>
                  </a:lnTo>
                  <a:cubicBezTo>
                    <a:pt x="-1124" y="112258"/>
                    <a:pt x="5428" y="120866"/>
                    <a:pt x="14768" y="122151"/>
                  </a:cubicBezTo>
                  <a:cubicBezTo>
                    <a:pt x="15680" y="122279"/>
                    <a:pt x="16592" y="122331"/>
                    <a:pt x="17504" y="122305"/>
                  </a:cubicBezTo>
                  <a:cubicBezTo>
                    <a:pt x="59643" y="121663"/>
                    <a:pt x="79941" y="119093"/>
                    <a:pt x="133128" y="119093"/>
                  </a:cubicBezTo>
                  <a:cubicBezTo>
                    <a:pt x="165760" y="119093"/>
                    <a:pt x="233336" y="122562"/>
                    <a:pt x="278429" y="122562"/>
                  </a:cubicBezTo>
                  <a:cubicBezTo>
                    <a:pt x="323522" y="122562"/>
                    <a:pt x="325835" y="77982"/>
                    <a:pt x="307078" y="73871"/>
                  </a:cubicBezTo>
                  <a:cubicBezTo>
                    <a:pt x="222930" y="55757"/>
                    <a:pt x="189784" y="30834"/>
                    <a:pt x="161392" y="7066"/>
                  </a:cubicBezTo>
                  <a:cubicBezTo>
                    <a:pt x="156369" y="2583"/>
                    <a:pt x="149881" y="77"/>
                    <a:pt x="143149" y="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2" name="Google Shape;172;g3b3a45db5ed_1_3299"/>
            <p:cNvSpPr/>
            <p:nvPr/>
          </p:nvSpPr>
          <p:spPr>
            <a:xfrm>
              <a:off x="6114959" y="4998554"/>
              <a:ext cx="111127" cy="128214"/>
            </a:xfrm>
            <a:custGeom>
              <a:rect b="b" l="l" r="r" t="t"/>
              <a:pathLst>
                <a:path extrusionOk="0" h="128214" w="111127">
                  <a:moveTo>
                    <a:pt x="111128" y="0"/>
                  </a:moveTo>
                  <a:lnTo>
                    <a:pt x="107530" y="128214"/>
                  </a:lnTo>
                  <a:lnTo>
                    <a:pt x="0" y="128214"/>
                  </a:lnTo>
                  <a:lnTo>
                    <a:pt x="3726" y="0"/>
                  </a:lnTo>
                  <a:lnTo>
                    <a:pt x="111128"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3" name="Google Shape;173;g3b3a45db5ed_1_3299"/>
            <p:cNvSpPr/>
            <p:nvPr/>
          </p:nvSpPr>
          <p:spPr>
            <a:xfrm>
              <a:off x="5453076" y="4711549"/>
              <a:ext cx="165470" cy="153008"/>
            </a:xfrm>
            <a:custGeom>
              <a:rect b="b" l="l" r="r" t="t"/>
              <a:pathLst>
                <a:path extrusionOk="0" h="153008" w="165470">
                  <a:moveTo>
                    <a:pt x="66676" y="0"/>
                  </a:moveTo>
                  <a:lnTo>
                    <a:pt x="165471" y="42010"/>
                  </a:lnTo>
                  <a:lnTo>
                    <a:pt x="98794" y="153009"/>
                  </a:lnTo>
                  <a:lnTo>
                    <a:pt x="0" y="110871"/>
                  </a:lnTo>
                  <a:lnTo>
                    <a:pt x="66676"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4" name="Google Shape;174;g3b3a45db5ed_1_3299"/>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5" name="Google Shape;175;g3b3a45db5ed_1_3299"/>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6" name="Google Shape;176;g3b3a45db5ed_1_3299"/>
            <p:cNvSpPr/>
            <p:nvPr/>
          </p:nvSpPr>
          <p:spPr>
            <a:xfrm>
              <a:off x="5947176" y="2149315"/>
              <a:ext cx="263620" cy="91866"/>
            </a:xfrm>
            <a:custGeom>
              <a:rect b="b" l="l" r="r" t="t"/>
              <a:pathLst>
                <a:path extrusionOk="0" h="91866" w="263620">
                  <a:moveTo>
                    <a:pt x="24153" y="3478"/>
                  </a:moveTo>
                  <a:cubicBezTo>
                    <a:pt x="90148" y="-1159"/>
                    <a:pt x="156388" y="-1159"/>
                    <a:pt x="222383" y="3478"/>
                  </a:cubicBezTo>
                  <a:cubicBezTo>
                    <a:pt x="233046" y="4506"/>
                    <a:pt x="243966" y="5662"/>
                    <a:pt x="254758" y="6947"/>
                  </a:cubicBezTo>
                  <a:cubicBezTo>
                    <a:pt x="263867" y="20629"/>
                    <a:pt x="266089" y="37767"/>
                    <a:pt x="260796" y="53325"/>
                  </a:cubicBezTo>
                  <a:cubicBezTo>
                    <a:pt x="246793" y="87884"/>
                    <a:pt x="196561" y="91867"/>
                    <a:pt x="160075" y="91867"/>
                  </a:cubicBezTo>
                  <a:cubicBezTo>
                    <a:pt x="25052" y="91867"/>
                    <a:pt x="2184" y="12985"/>
                    <a:pt x="1285" y="9645"/>
                  </a:cubicBezTo>
                  <a:lnTo>
                    <a:pt x="0" y="489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7" name="Google Shape;177;g3b3a45db5ed_1_3299"/>
            <p:cNvSpPr/>
            <p:nvPr/>
          </p:nvSpPr>
          <p:spPr>
            <a:xfrm>
              <a:off x="5971328" y="1929767"/>
              <a:ext cx="215950" cy="287389"/>
            </a:xfrm>
            <a:custGeom>
              <a:rect b="b" l="l" r="r" t="t"/>
              <a:pathLst>
                <a:path extrusionOk="0" h="287389" w="215950">
                  <a:moveTo>
                    <a:pt x="19656" y="0"/>
                  </a:moveTo>
                  <a:cubicBezTo>
                    <a:pt x="32503" y="64235"/>
                    <a:pt x="44708" y="180630"/>
                    <a:pt x="0" y="223154"/>
                  </a:cubicBezTo>
                  <a:cubicBezTo>
                    <a:pt x="0" y="223154"/>
                    <a:pt x="17472" y="287390"/>
                    <a:pt x="135922" y="287390"/>
                  </a:cubicBezTo>
                  <a:cubicBezTo>
                    <a:pt x="266192" y="287390"/>
                    <a:pt x="198231" y="223154"/>
                    <a:pt x="198231" y="223154"/>
                  </a:cubicBezTo>
                  <a:cubicBezTo>
                    <a:pt x="127058" y="206196"/>
                    <a:pt x="128985" y="153394"/>
                    <a:pt x="141318" y="10393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8" name="Google Shape;178;g3b3a45db5ed_1_3299"/>
            <p:cNvSpPr/>
            <p:nvPr/>
          </p:nvSpPr>
          <p:spPr>
            <a:xfrm>
              <a:off x="5958353" y="1884417"/>
              <a:ext cx="82992" cy="216216"/>
            </a:xfrm>
            <a:custGeom>
              <a:rect b="b" l="l" r="r" t="t"/>
              <a:pathLst>
                <a:path extrusionOk="0" h="216216" w="82992">
                  <a:moveTo>
                    <a:pt x="45607" y="0"/>
                  </a:moveTo>
                  <a:cubicBezTo>
                    <a:pt x="30319" y="50489"/>
                    <a:pt x="51517" y="169967"/>
                    <a:pt x="82992" y="216217"/>
                  </a:cubicBezTo>
                  <a:cubicBezTo>
                    <a:pt x="20941" y="180630"/>
                    <a:pt x="0" y="72201"/>
                    <a:pt x="0" y="7220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79" name="Google Shape;179;g3b3a45db5ed_1_3299"/>
            <p:cNvSpPr/>
            <p:nvPr/>
          </p:nvSpPr>
          <p:spPr>
            <a:xfrm>
              <a:off x="6038240" y="1972163"/>
              <a:ext cx="74406" cy="96610"/>
            </a:xfrm>
            <a:custGeom>
              <a:rect b="b" l="l" r="r" t="t"/>
              <a:pathLst>
                <a:path extrusionOk="0" h="96610" w="74406">
                  <a:moveTo>
                    <a:pt x="2334" y="0"/>
                  </a:moveTo>
                  <a:lnTo>
                    <a:pt x="74406" y="61409"/>
                  </a:lnTo>
                  <a:cubicBezTo>
                    <a:pt x="71246" y="72920"/>
                    <a:pt x="69178" y="84714"/>
                    <a:pt x="68240" y="96610"/>
                  </a:cubicBezTo>
                  <a:cubicBezTo>
                    <a:pt x="41132" y="92627"/>
                    <a:pt x="4004" y="62822"/>
                    <a:pt x="921" y="34430"/>
                  </a:cubicBezTo>
                  <a:cubicBezTo>
                    <a:pt x="-672" y="22958"/>
                    <a:pt x="-197" y="11305"/>
                    <a:pt x="233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80" name="Google Shape;180;g3b3a45db5ed_1_3299"/>
            <p:cNvSpPr/>
            <p:nvPr/>
          </p:nvSpPr>
          <p:spPr>
            <a:xfrm>
              <a:off x="5927767" y="1635072"/>
              <a:ext cx="322889" cy="403121"/>
            </a:xfrm>
            <a:custGeom>
              <a:rect b="b" l="l" r="r" t="t"/>
              <a:pathLst>
                <a:path extrusionOk="0" h="403121" w="322889">
                  <a:moveTo>
                    <a:pt x="4378" y="180870"/>
                  </a:moveTo>
                  <a:cubicBezTo>
                    <a:pt x="29301" y="284546"/>
                    <a:pt x="37523" y="328997"/>
                    <a:pt x="99960" y="373577"/>
                  </a:cubicBezTo>
                  <a:cubicBezTo>
                    <a:pt x="193873" y="440510"/>
                    <a:pt x="315792" y="387323"/>
                    <a:pt x="322344" y="278251"/>
                  </a:cubicBezTo>
                  <a:cubicBezTo>
                    <a:pt x="328253" y="180099"/>
                    <a:pt x="286629" y="27090"/>
                    <a:pt x="176786" y="3452"/>
                  </a:cubicBezTo>
                  <a:cubicBezTo>
                    <a:pt x="98354" y="-13866"/>
                    <a:pt x="20745" y="35672"/>
                    <a:pt x="3427" y="114104"/>
                  </a:cubicBezTo>
                  <a:cubicBezTo>
                    <a:pt x="-1442" y="136137"/>
                    <a:pt x="-1121" y="158992"/>
                    <a:pt x="4378" y="18087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81" name="Google Shape;181;g3b3a45db5ed_1_3299"/>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82" name="Google Shape;182;g3b3a45db5ed_1_3299"/>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83" name="Google Shape;183;g3b3a45db5ed_1_3299"/>
            <p:cNvSpPr/>
            <p:nvPr/>
          </p:nvSpPr>
          <p:spPr>
            <a:xfrm>
              <a:off x="6079501" y="5046088"/>
              <a:ext cx="190907" cy="61023"/>
            </a:xfrm>
            <a:custGeom>
              <a:rect b="b" l="l" r="r" t="t"/>
              <a:pathLst>
                <a:path extrusionOk="0" h="61023" w="190907">
                  <a:moveTo>
                    <a:pt x="7965" y="61024"/>
                  </a:moveTo>
                  <a:lnTo>
                    <a:pt x="178318" y="61024"/>
                  </a:lnTo>
                  <a:lnTo>
                    <a:pt x="190908" y="6680"/>
                  </a:lnTo>
                  <a:lnTo>
                    <a:pt x="0" y="0"/>
                  </a:lnTo>
                  <a:lnTo>
                    <a:pt x="7965" y="6102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84" name="Google Shape;184;g3b3a45db5ed_1_3299"/>
            <p:cNvSpPr/>
            <p:nvPr/>
          </p:nvSpPr>
          <p:spPr>
            <a:xfrm>
              <a:off x="6017449" y="2983675"/>
              <a:ext cx="146139" cy="806223"/>
            </a:xfrm>
            <a:custGeom>
              <a:rect b="b" l="l" r="r" t="t"/>
              <a:pathLst>
                <a:path extrusionOk="0" h="806223" w="146139">
                  <a:moveTo>
                    <a:pt x="94169" y="51071"/>
                  </a:moveTo>
                  <a:cubicBezTo>
                    <a:pt x="201314" y="266645"/>
                    <a:pt x="115624" y="659895"/>
                    <a:pt x="77725" y="806224"/>
                  </a:cubicBezTo>
                  <a:cubicBezTo>
                    <a:pt x="58326" y="586538"/>
                    <a:pt x="25566" y="318034"/>
                    <a:pt x="0" y="120574"/>
                  </a:cubicBezTo>
                  <a:cubicBezTo>
                    <a:pt x="16187" y="9575"/>
                    <a:pt x="44708" y="-48365"/>
                    <a:pt x="94169" y="5107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85" name="Google Shape;185;g3b3a45db5ed_1_3299"/>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86" name="Google Shape;186;g3b3a45db5ed_1_3299"/>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87" name="Google Shape;187;g3b3a45db5ed_1_3299"/>
            <p:cNvSpPr/>
            <p:nvPr/>
          </p:nvSpPr>
          <p:spPr>
            <a:xfrm>
              <a:off x="5432136" y="4728508"/>
              <a:ext cx="207480" cy="137592"/>
            </a:xfrm>
            <a:custGeom>
              <a:rect b="b" l="l" r="r" t="t"/>
              <a:pathLst>
                <a:path extrusionOk="0" h="137592" w="207480">
                  <a:moveTo>
                    <a:pt x="0" y="66419"/>
                  </a:moveTo>
                  <a:lnTo>
                    <a:pt x="167269" y="137592"/>
                  </a:lnTo>
                  <a:lnTo>
                    <a:pt x="207481" y="92627"/>
                  </a:lnTo>
                  <a:lnTo>
                    <a:pt x="14517" y="0"/>
                  </a:lnTo>
                  <a:lnTo>
                    <a:pt x="0" y="6641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88" name="Google Shape;188;g3b3a45db5ed_1_3299"/>
            <p:cNvSpPr/>
            <p:nvPr/>
          </p:nvSpPr>
          <p:spPr>
            <a:xfrm>
              <a:off x="6096353" y="1799925"/>
              <a:ext cx="21175" cy="31160"/>
            </a:xfrm>
            <a:custGeom>
              <a:rect b="b" l="l" r="r" t="t"/>
              <a:pathLst>
                <a:path extrusionOk="0" h="31160" w="21175">
                  <a:moveTo>
                    <a:pt x="620" y="17431"/>
                  </a:moveTo>
                  <a:cubicBezTo>
                    <a:pt x="2162" y="25910"/>
                    <a:pt x="7815" y="32076"/>
                    <a:pt x="13467" y="31049"/>
                  </a:cubicBezTo>
                  <a:cubicBezTo>
                    <a:pt x="19120" y="30021"/>
                    <a:pt x="22332" y="22313"/>
                    <a:pt x="20790" y="13834"/>
                  </a:cubicBezTo>
                  <a:cubicBezTo>
                    <a:pt x="19249" y="5354"/>
                    <a:pt x="13596" y="-812"/>
                    <a:pt x="7943" y="87"/>
                  </a:cubicBezTo>
                  <a:cubicBezTo>
                    <a:pt x="2290" y="986"/>
                    <a:pt x="-1564" y="8823"/>
                    <a:pt x="620"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89" name="Google Shape;189;g3b3a45db5ed_1_3299"/>
            <p:cNvSpPr/>
            <p:nvPr/>
          </p:nvSpPr>
          <p:spPr>
            <a:xfrm>
              <a:off x="6192436" y="1782966"/>
              <a:ext cx="21050" cy="31160"/>
            </a:xfrm>
            <a:custGeom>
              <a:rect b="b" l="l" r="r" t="t"/>
              <a:pathLst>
                <a:path extrusionOk="0" h="31160" w="21050">
                  <a:moveTo>
                    <a:pt x="376" y="17431"/>
                  </a:moveTo>
                  <a:cubicBezTo>
                    <a:pt x="1789" y="25910"/>
                    <a:pt x="7570" y="32076"/>
                    <a:pt x="13223" y="31049"/>
                  </a:cubicBezTo>
                  <a:cubicBezTo>
                    <a:pt x="18876" y="30021"/>
                    <a:pt x="22216" y="22313"/>
                    <a:pt x="20674" y="13833"/>
                  </a:cubicBezTo>
                  <a:cubicBezTo>
                    <a:pt x="19133" y="5354"/>
                    <a:pt x="13480" y="-812"/>
                    <a:pt x="7827" y="87"/>
                  </a:cubicBezTo>
                  <a:cubicBezTo>
                    <a:pt x="2175" y="986"/>
                    <a:pt x="-1166" y="8823"/>
                    <a:pt x="376"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0" name="Google Shape;190;g3b3a45db5ed_1_3299"/>
            <p:cNvSpPr/>
            <p:nvPr/>
          </p:nvSpPr>
          <p:spPr>
            <a:xfrm>
              <a:off x="6197823" y="1774446"/>
              <a:ext cx="19399" cy="11799"/>
            </a:xfrm>
            <a:custGeom>
              <a:rect b="b" l="l" r="r" t="t"/>
              <a:pathLst>
                <a:path extrusionOk="0" h="11799" w="19399">
                  <a:moveTo>
                    <a:pt x="0" y="9635"/>
                  </a:moveTo>
                  <a:lnTo>
                    <a:pt x="19399" y="0"/>
                  </a:lnTo>
                  <a:cubicBezTo>
                    <a:pt x="19399" y="0"/>
                    <a:pt x="11691" y="17857"/>
                    <a:pt x="0" y="96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1" name="Google Shape;191;g3b3a45db5ed_1_3299"/>
            <p:cNvSpPr/>
            <p:nvPr/>
          </p:nvSpPr>
          <p:spPr>
            <a:xfrm>
              <a:off x="6169816" y="1819539"/>
              <a:ext cx="40082" cy="60223"/>
            </a:xfrm>
            <a:custGeom>
              <a:rect b="b" l="l" r="r" t="t"/>
              <a:pathLst>
                <a:path extrusionOk="0" h="60223" w="40082">
                  <a:moveTo>
                    <a:pt x="0" y="0"/>
                  </a:moveTo>
                  <a:cubicBezTo>
                    <a:pt x="11036" y="18127"/>
                    <a:pt x="24525" y="34649"/>
                    <a:pt x="40083" y="49076"/>
                  </a:cubicBezTo>
                  <a:cubicBezTo>
                    <a:pt x="32362" y="56887"/>
                    <a:pt x="21609" y="60921"/>
                    <a:pt x="10663" y="60125"/>
                  </a:cubicBezTo>
                  <a:close/>
                </a:path>
              </a:pathLst>
            </a:custGeom>
            <a:solidFill>
              <a:srgbClr val="ED847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2" name="Google Shape;192;g3b3a45db5ed_1_3299"/>
            <p:cNvSpPr/>
            <p:nvPr/>
          </p:nvSpPr>
          <p:spPr>
            <a:xfrm>
              <a:off x="6091303" y="1896018"/>
              <a:ext cx="67491" cy="23860"/>
            </a:xfrm>
            <a:custGeom>
              <a:rect b="b" l="l" r="r" t="t"/>
              <a:pathLst>
                <a:path extrusionOk="0" h="23860" w="67491">
                  <a:moveTo>
                    <a:pt x="50506" y="23857"/>
                  </a:moveTo>
                  <a:cubicBezTo>
                    <a:pt x="55375" y="23844"/>
                    <a:pt x="60231" y="23420"/>
                    <a:pt x="65023" y="22572"/>
                  </a:cubicBezTo>
                  <a:cubicBezTo>
                    <a:pt x="66436" y="22521"/>
                    <a:pt x="67541" y="21313"/>
                    <a:pt x="67490" y="19900"/>
                  </a:cubicBezTo>
                  <a:cubicBezTo>
                    <a:pt x="67426" y="18487"/>
                    <a:pt x="66231" y="17382"/>
                    <a:pt x="64818" y="17433"/>
                  </a:cubicBezTo>
                  <a:cubicBezTo>
                    <a:pt x="64586" y="17446"/>
                    <a:pt x="64342" y="17485"/>
                    <a:pt x="64124" y="17562"/>
                  </a:cubicBezTo>
                  <a:cubicBezTo>
                    <a:pt x="42669" y="21840"/>
                    <a:pt x="20457" y="15583"/>
                    <a:pt x="4385" y="732"/>
                  </a:cubicBezTo>
                  <a:cubicBezTo>
                    <a:pt x="3383" y="-244"/>
                    <a:pt x="1790" y="-244"/>
                    <a:pt x="788" y="732"/>
                  </a:cubicBezTo>
                  <a:cubicBezTo>
                    <a:pt x="-202" y="1644"/>
                    <a:pt x="-266" y="3186"/>
                    <a:pt x="634" y="4175"/>
                  </a:cubicBezTo>
                  <a:cubicBezTo>
                    <a:pt x="685" y="4227"/>
                    <a:pt x="736" y="4278"/>
                    <a:pt x="788" y="4329"/>
                  </a:cubicBezTo>
                  <a:cubicBezTo>
                    <a:pt x="14200" y="17048"/>
                    <a:pt x="32032" y="24050"/>
                    <a:pt x="50506" y="238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3" name="Google Shape;193;g3b3a45db5ed_1_3299"/>
            <p:cNvSpPr/>
            <p:nvPr/>
          </p:nvSpPr>
          <p:spPr>
            <a:xfrm>
              <a:off x="5908606" y="1610137"/>
              <a:ext cx="294719" cy="280960"/>
            </a:xfrm>
            <a:custGeom>
              <a:rect b="b" l="l" r="r" t="t"/>
              <a:pathLst>
                <a:path extrusionOk="0" h="280960" w="294719">
                  <a:moveTo>
                    <a:pt x="59896" y="145038"/>
                  </a:moveTo>
                  <a:cubicBezTo>
                    <a:pt x="62710" y="172364"/>
                    <a:pt x="67001" y="199510"/>
                    <a:pt x="72744" y="226360"/>
                  </a:cubicBezTo>
                  <a:cubicBezTo>
                    <a:pt x="72744" y="226360"/>
                    <a:pt x="136979" y="145038"/>
                    <a:pt x="147642" y="101486"/>
                  </a:cubicBezTo>
                  <a:cubicBezTo>
                    <a:pt x="145098" y="118637"/>
                    <a:pt x="140114" y="135325"/>
                    <a:pt x="132868" y="151076"/>
                  </a:cubicBezTo>
                  <a:cubicBezTo>
                    <a:pt x="132868" y="151076"/>
                    <a:pt x="219329" y="132191"/>
                    <a:pt x="227808" y="75150"/>
                  </a:cubicBezTo>
                  <a:cubicBezTo>
                    <a:pt x="227667" y="100690"/>
                    <a:pt x="224815" y="126140"/>
                    <a:pt x="219329" y="151076"/>
                  </a:cubicBezTo>
                  <a:cubicBezTo>
                    <a:pt x="219329" y="151076"/>
                    <a:pt x="301807" y="118701"/>
                    <a:pt x="294228" y="63973"/>
                  </a:cubicBezTo>
                  <a:cubicBezTo>
                    <a:pt x="286648" y="9244"/>
                    <a:pt x="159975" y="-11954"/>
                    <a:pt x="101521" y="6546"/>
                  </a:cubicBezTo>
                  <a:cubicBezTo>
                    <a:pt x="43067" y="25046"/>
                    <a:pt x="-14103" y="85042"/>
                    <a:pt x="3112" y="167520"/>
                  </a:cubicBezTo>
                  <a:cubicBezTo>
                    <a:pt x="20327" y="249999"/>
                    <a:pt x="53345" y="280960"/>
                    <a:pt x="53345" y="280960"/>
                  </a:cubicBezTo>
                  <a:cubicBezTo>
                    <a:pt x="53345" y="280960"/>
                    <a:pt x="29577" y="197840"/>
                    <a:pt x="59896" y="145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4" name="Google Shape;194;g3b3a45db5ed_1_3299"/>
            <p:cNvSpPr/>
            <p:nvPr/>
          </p:nvSpPr>
          <p:spPr>
            <a:xfrm>
              <a:off x="5924055" y="1843557"/>
              <a:ext cx="82997" cy="95092"/>
            </a:xfrm>
            <a:custGeom>
              <a:rect b="b" l="l" r="r" t="t"/>
              <a:pathLst>
                <a:path extrusionOk="0" h="95092" w="82997">
                  <a:moveTo>
                    <a:pt x="3593" y="50495"/>
                  </a:moveTo>
                  <a:cubicBezTo>
                    <a:pt x="11520" y="69522"/>
                    <a:pt x="26679" y="84630"/>
                    <a:pt x="45731" y="92505"/>
                  </a:cubicBezTo>
                  <a:cubicBezTo>
                    <a:pt x="71426" y="102783"/>
                    <a:pt x="86714" y="80814"/>
                    <a:pt x="82217" y="55377"/>
                  </a:cubicBezTo>
                  <a:cubicBezTo>
                    <a:pt x="78235" y="32381"/>
                    <a:pt x="60120" y="-508"/>
                    <a:pt x="33527" y="6"/>
                  </a:cubicBezTo>
                  <a:cubicBezTo>
                    <a:pt x="14179" y="867"/>
                    <a:pt x="-814" y="17247"/>
                    <a:pt x="34" y="36595"/>
                  </a:cubicBezTo>
                  <a:cubicBezTo>
                    <a:pt x="253" y="41425"/>
                    <a:pt x="1460" y="46153"/>
                    <a:pt x="3593" y="5049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5" name="Google Shape;195;g3b3a45db5ed_1_3299"/>
            <p:cNvSpPr/>
            <p:nvPr/>
          </p:nvSpPr>
          <p:spPr>
            <a:xfrm>
              <a:off x="5941652" y="1715606"/>
              <a:ext cx="89929" cy="214161"/>
            </a:xfrm>
            <a:custGeom>
              <a:rect b="b" l="l" r="r" t="t"/>
              <a:pathLst>
                <a:path extrusionOk="0" h="214161" w="89929">
                  <a:moveTo>
                    <a:pt x="42395" y="0"/>
                  </a:moveTo>
                  <a:cubicBezTo>
                    <a:pt x="29548" y="51388"/>
                    <a:pt x="56270" y="169582"/>
                    <a:pt x="89930" y="214161"/>
                  </a:cubicBezTo>
                  <a:cubicBezTo>
                    <a:pt x="25694" y="181658"/>
                    <a:pt x="0" y="74256"/>
                    <a:pt x="0" y="742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6" name="Google Shape;196;g3b3a45db5ed_1_3299"/>
            <p:cNvSpPr/>
            <p:nvPr/>
          </p:nvSpPr>
          <p:spPr>
            <a:xfrm>
              <a:off x="6055210" y="1752687"/>
              <a:ext cx="43194" cy="35573"/>
            </a:xfrm>
            <a:custGeom>
              <a:rect b="b" l="l" r="r" t="t"/>
              <a:pathLst>
                <a:path extrusionOk="0" h="35573" w="43194">
                  <a:moveTo>
                    <a:pt x="6562" y="35377"/>
                  </a:moveTo>
                  <a:cubicBezTo>
                    <a:pt x="7898" y="34979"/>
                    <a:pt x="9003" y="34041"/>
                    <a:pt x="9645" y="32808"/>
                  </a:cubicBezTo>
                  <a:cubicBezTo>
                    <a:pt x="15144" y="21053"/>
                    <a:pt x="25935" y="12638"/>
                    <a:pt x="38679" y="10197"/>
                  </a:cubicBezTo>
                  <a:cubicBezTo>
                    <a:pt x="41442" y="9799"/>
                    <a:pt x="43407" y="7319"/>
                    <a:pt x="43176" y="4544"/>
                  </a:cubicBezTo>
                  <a:cubicBezTo>
                    <a:pt x="42919" y="1795"/>
                    <a:pt x="40478" y="-235"/>
                    <a:pt x="37716" y="22"/>
                  </a:cubicBezTo>
                  <a:cubicBezTo>
                    <a:pt x="37652" y="35"/>
                    <a:pt x="37588" y="35"/>
                    <a:pt x="37523" y="48"/>
                  </a:cubicBezTo>
                  <a:cubicBezTo>
                    <a:pt x="21349" y="2848"/>
                    <a:pt x="7551" y="13344"/>
                    <a:pt x="524" y="28183"/>
                  </a:cubicBezTo>
                  <a:cubicBezTo>
                    <a:pt x="-723" y="30727"/>
                    <a:pt x="331" y="33810"/>
                    <a:pt x="2887" y="35056"/>
                  </a:cubicBezTo>
                  <a:cubicBezTo>
                    <a:pt x="4031" y="35608"/>
                    <a:pt x="5341" y="35724"/>
                    <a:pt x="6562" y="353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7" name="Google Shape;197;g3b3a45db5ed_1_3299"/>
            <p:cNvSpPr/>
            <p:nvPr/>
          </p:nvSpPr>
          <p:spPr>
            <a:xfrm>
              <a:off x="6183592" y="1723113"/>
              <a:ext cx="49225" cy="25127"/>
            </a:xfrm>
            <a:custGeom>
              <a:rect b="b" l="l" r="r" t="t"/>
              <a:pathLst>
                <a:path extrusionOk="0" h="25127" w="49225">
                  <a:moveTo>
                    <a:pt x="44293" y="25124"/>
                  </a:moveTo>
                  <a:cubicBezTo>
                    <a:pt x="45603" y="25176"/>
                    <a:pt x="46862" y="24662"/>
                    <a:pt x="47761" y="23711"/>
                  </a:cubicBezTo>
                  <a:cubicBezTo>
                    <a:pt x="49714" y="21707"/>
                    <a:pt x="49714" y="18521"/>
                    <a:pt x="47761" y="16517"/>
                  </a:cubicBezTo>
                  <a:cubicBezTo>
                    <a:pt x="36649" y="4492"/>
                    <a:pt x="20474" y="-1520"/>
                    <a:pt x="4210" y="330"/>
                  </a:cubicBezTo>
                  <a:cubicBezTo>
                    <a:pt x="1422" y="843"/>
                    <a:pt x="-428" y="3528"/>
                    <a:pt x="86" y="6316"/>
                  </a:cubicBezTo>
                  <a:cubicBezTo>
                    <a:pt x="86" y="6329"/>
                    <a:pt x="99" y="6355"/>
                    <a:pt x="99" y="6368"/>
                  </a:cubicBezTo>
                  <a:cubicBezTo>
                    <a:pt x="677" y="9065"/>
                    <a:pt x="3285" y="10826"/>
                    <a:pt x="6008" y="10350"/>
                  </a:cubicBezTo>
                  <a:cubicBezTo>
                    <a:pt x="18843" y="8911"/>
                    <a:pt x="31574" y="13690"/>
                    <a:pt x="40310" y="23197"/>
                  </a:cubicBezTo>
                  <a:cubicBezTo>
                    <a:pt x="41274" y="24405"/>
                    <a:pt x="42738" y="25112"/>
                    <a:pt x="44293" y="2512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8" name="Google Shape;198;g3b3a45db5ed_1_3299"/>
            <p:cNvSpPr/>
            <p:nvPr/>
          </p:nvSpPr>
          <p:spPr>
            <a:xfrm>
              <a:off x="5662613" y="2295524"/>
              <a:ext cx="176519" cy="745902"/>
            </a:xfrm>
            <a:custGeom>
              <a:rect b="b" l="l" r="r" t="t"/>
              <a:pathLst>
                <a:path extrusionOk="0" h="745902" w="176519">
                  <a:moveTo>
                    <a:pt x="176519" y="34302"/>
                  </a:moveTo>
                  <a:cubicBezTo>
                    <a:pt x="158662" y="90700"/>
                    <a:pt x="141575" y="149926"/>
                    <a:pt x="127058" y="208251"/>
                  </a:cubicBezTo>
                  <a:cubicBezTo>
                    <a:pt x="112451" y="265832"/>
                    <a:pt x="101762" y="324338"/>
                    <a:pt x="95068" y="383357"/>
                  </a:cubicBezTo>
                  <a:lnTo>
                    <a:pt x="94041" y="394149"/>
                  </a:lnTo>
                  <a:cubicBezTo>
                    <a:pt x="94041" y="397618"/>
                    <a:pt x="94041" y="398388"/>
                    <a:pt x="94041" y="401472"/>
                  </a:cubicBezTo>
                  <a:cubicBezTo>
                    <a:pt x="94182" y="407536"/>
                    <a:pt x="94657" y="413574"/>
                    <a:pt x="95454" y="419586"/>
                  </a:cubicBezTo>
                  <a:cubicBezTo>
                    <a:pt x="97086" y="433654"/>
                    <a:pt x="99449" y="447631"/>
                    <a:pt x="102520" y="461468"/>
                  </a:cubicBezTo>
                  <a:cubicBezTo>
                    <a:pt x="108558" y="490117"/>
                    <a:pt x="115367" y="519665"/>
                    <a:pt x="124103" y="548956"/>
                  </a:cubicBezTo>
                  <a:cubicBezTo>
                    <a:pt x="132839" y="578248"/>
                    <a:pt x="140290" y="608053"/>
                    <a:pt x="149026" y="637602"/>
                  </a:cubicBezTo>
                  <a:lnTo>
                    <a:pt x="174721" y="726246"/>
                  </a:lnTo>
                  <a:lnTo>
                    <a:pt x="127058" y="745903"/>
                  </a:lnTo>
                  <a:cubicBezTo>
                    <a:pt x="97766" y="689889"/>
                    <a:pt x="72329" y="632848"/>
                    <a:pt x="48562" y="574008"/>
                  </a:cubicBezTo>
                  <a:cubicBezTo>
                    <a:pt x="37128" y="544460"/>
                    <a:pt x="25951" y="514655"/>
                    <a:pt x="16701" y="483179"/>
                  </a:cubicBezTo>
                  <a:cubicBezTo>
                    <a:pt x="12076" y="467506"/>
                    <a:pt x="7708" y="451447"/>
                    <a:pt x="3854" y="433975"/>
                  </a:cubicBezTo>
                  <a:cubicBezTo>
                    <a:pt x="2030" y="424725"/>
                    <a:pt x="732" y="415372"/>
                    <a:pt x="0" y="405968"/>
                  </a:cubicBezTo>
                  <a:cubicBezTo>
                    <a:pt x="0" y="401215"/>
                    <a:pt x="0" y="394149"/>
                    <a:pt x="0" y="389909"/>
                  </a:cubicBezTo>
                  <a:lnTo>
                    <a:pt x="0" y="377062"/>
                  </a:lnTo>
                  <a:cubicBezTo>
                    <a:pt x="1092" y="344328"/>
                    <a:pt x="4098" y="311683"/>
                    <a:pt x="8993" y="279296"/>
                  </a:cubicBezTo>
                  <a:cubicBezTo>
                    <a:pt x="13232" y="247178"/>
                    <a:pt x="19528" y="215831"/>
                    <a:pt x="26336" y="184613"/>
                  </a:cubicBezTo>
                  <a:cubicBezTo>
                    <a:pt x="39710" y="122086"/>
                    <a:pt x="56861" y="60433"/>
                    <a:pt x="77725" y="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99" name="Google Shape;199;g3b3a45db5ed_1_3299"/>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0" name="Google Shape;200;g3b3a45db5ed_1_3299"/>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1" name="Google Shape;201;g3b3a45db5ed_1_3299"/>
            <p:cNvSpPr/>
            <p:nvPr/>
          </p:nvSpPr>
          <p:spPr>
            <a:xfrm>
              <a:off x="5506777" y="4967010"/>
              <a:ext cx="55213" cy="28727"/>
            </a:xfrm>
            <a:custGeom>
              <a:rect b="b" l="l" r="r" t="t"/>
              <a:pathLst>
                <a:path extrusionOk="0" h="28727" w="55213">
                  <a:moveTo>
                    <a:pt x="44965" y="28075"/>
                  </a:moveTo>
                  <a:cubicBezTo>
                    <a:pt x="49192" y="26585"/>
                    <a:pt x="52545" y="23296"/>
                    <a:pt x="54086" y="19082"/>
                  </a:cubicBezTo>
                  <a:cubicBezTo>
                    <a:pt x="55589" y="16372"/>
                    <a:pt x="55589" y="13057"/>
                    <a:pt x="54086" y="10346"/>
                  </a:cubicBezTo>
                  <a:cubicBezTo>
                    <a:pt x="46378" y="-959"/>
                    <a:pt x="7451" y="-60"/>
                    <a:pt x="2698" y="69"/>
                  </a:cubicBezTo>
                  <a:cubicBezTo>
                    <a:pt x="1696" y="81"/>
                    <a:pt x="784" y="685"/>
                    <a:pt x="385" y="1610"/>
                  </a:cubicBezTo>
                  <a:cubicBezTo>
                    <a:pt x="-128" y="2433"/>
                    <a:pt x="-128" y="3486"/>
                    <a:pt x="385" y="4308"/>
                  </a:cubicBezTo>
                  <a:cubicBezTo>
                    <a:pt x="10535" y="14457"/>
                    <a:pt x="29548" y="31030"/>
                    <a:pt x="42909" y="28461"/>
                  </a:cubicBezTo>
                  <a:close/>
                  <a:moveTo>
                    <a:pt x="8864" y="4694"/>
                  </a:moveTo>
                  <a:cubicBezTo>
                    <a:pt x="24409" y="4694"/>
                    <a:pt x="45222" y="6878"/>
                    <a:pt x="49333" y="12916"/>
                  </a:cubicBezTo>
                  <a:cubicBezTo>
                    <a:pt x="50052" y="14098"/>
                    <a:pt x="50052" y="15588"/>
                    <a:pt x="49333" y="16770"/>
                  </a:cubicBezTo>
                  <a:cubicBezTo>
                    <a:pt x="48177" y="19917"/>
                    <a:pt x="45530" y="22281"/>
                    <a:pt x="42267" y="23065"/>
                  </a:cubicBezTo>
                  <a:cubicBezTo>
                    <a:pt x="35201" y="24864"/>
                    <a:pt x="22868" y="17541"/>
                    <a:pt x="8864" y="469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2" name="Google Shape;202;g3b3a45db5ed_1_3299"/>
            <p:cNvSpPr/>
            <p:nvPr/>
          </p:nvSpPr>
          <p:spPr>
            <a:xfrm>
              <a:off x="5506944" y="4937889"/>
              <a:ext cx="47748" cy="34199"/>
            </a:xfrm>
            <a:custGeom>
              <a:rect b="b" l="l" r="r" t="t"/>
              <a:pathLst>
                <a:path extrusionOk="0" h="34199" w="47748">
                  <a:moveTo>
                    <a:pt x="20131" y="31116"/>
                  </a:moveTo>
                  <a:cubicBezTo>
                    <a:pt x="31951" y="27390"/>
                    <a:pt x="44541" y="20838"/>
                    <a:pt x="47239" y="13516"/>
                  </a:cubicBezTo>
                  <a:cubicBezTo>
                    <a:pt x="48613" y="9597"/>
                    <a:pt x="47136" y="5242"/>
                    <a:pt x="43642" y="2981"/>
                  </a:cubicBezTo>
                  <a:cubicBezTo>
                    <a:pt x="40610" y="450"/>
                    <a:pt x="36588" y="-539"/>
                    <a:pt x="32722" y="283"/>
                  </a:cubicBezTo>
                  <a:cubicBezTo>
                    <a:pt x="17433" y="2981"/>
                    <a:pt x="989" y="29189"/>
                    <a:pt x="347" y="30345"/>
                  </a:cubicBezTo>
                  <a:cubicBezTo>
                    <a:pt x="-116" y="31142"/>
                    <a:pt x="-116" y="32118"/>
                    <a:pt x="347" y="32915"/>
                  </a:cubicBezTo>
                  <a:cubicBezTo>
                    <a:pt x="822" y="33685"/>
                    <a:pt x="1632" y="34161"/>
                    <a:pt x="2531" y="34199"/>
                  </a:cubicBezTo>
                  <a:cubicBezTo>
                    <a:pt x="8518" y="34032"/>
                    <a:pt x="14440" y="32992"/>
                    <a:pt x="20131" y="31116"/>
                  </a:cubicBezTo>
                  <a:close/>
                  <a:moveTo>
                    <a:pt x="31951" y="5422"/>
                  </a:moveTo>
                  <a:lnTo>
                    <a:pt x="33621" y="5422"/>
                  </a:lnTo>
                  <a:cubicBezTo>
                    <a:pt x="36062" y="4908"/>
                    <a:pt x="38618" y="5525"/>
                    <a:pt x="40558" y="7092"/>
                  </a:cubicBezTo>
                  <a:cubicBezTo>
                    <a:pt x="43128" y="9147"/>
                    <a:pt x="42871" y="10689"/>
                    <a:pt x="42485" y="11846"/>
                  </a:cubicBezTo>
                  <a:cubicBezTo>
                    <a:pt x="39916" y="18911"/>
                    <a:pt x="20388" y="27390"/>
                    <a:pt x="7413" y="29061"/>
                  </a:cubicBezTo>
                  <a:cubicBezTo>
                    <a:pt x="13322" y="19181"/>
                    <a:pt x="21801" y="11100"/>
                    <a:pt x="31951" y="567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3" name="Google Shape;203;g3b3a45db5ed_1_3299"/>
            <p:cNvSpPr/>
            <p:nvPr/>
          </p:nvSpPr>
          <p:spPr>
            <a:xfrm>
              <a:off x="6226548" y="5226042"/>
              <a:ext cx="66878" cy="27663"/>
            </a:xfrm>
            <a:custGeom>
              <a:rect b="b" l="l" r="r" t="t"/>
              <a:pathLst>
                <a:path extrusionOk="0" h="27663" w="66878">
                  <a:moveTo>
                    <a:pt x="36409" y="27527"/>
                  </a:moveTo>
                  <a:cubicBezTo>
                    <a:pt x="45466" y="28272"/>
                    <a:pt x="54511" y="25959"/>
                    <a:pt x="62103" y="20975"/>
                  </a:cubicBezTo>
                  <a:cubicBezTo>
                    <a:pt x="65688" y="17725"/>
                    <a:pt x="67422" y="12907"/>
                    <a:pt x="66728" y="8128"/>
                  </a:cubicBezTo>
                  <a:cubicBezTo>
                    <a:pt x="66523" y="5301"/>
                    <a:pt x="64878" y="2771"/>
                    <a:pt x="62360" y="1447"/>
                  </a:cubicBezTo>
                  <a:cubicBezTo>
                    <a:pt x="49513" y="-5747"/>
                    <a:pt x="6475" y="16093"/>
                    <a:pt x="1594" y="18534"/>
                  </a:cubicBezTo>
                  <a:cubicBezTo>
                    <a:pt x="283" y="19074"/>
                    <a:pt x="-346" y="20576"/>
                    <a:pt x="193" y="21887"/>
                  </a:cubicBezTo>
                  <a:cubicBezTo>
                    <a:pt x="450" y="22516"/>
                    <a:pt x="964" y="23030"/>
                    <a:pt x="1594" y="23287"/>
                  </a:cubicBezTo>
                  <a:cubicBezTo>
                    <a:pt x="13028" y="25870"/>
                    <a:pt x="24693" y="27296"/>
                    <a:pt x="36409" y="27527"/>
                  </a:cubicBezTo>
                  <a:close/>
                  <a:moveTo>
                    <a:pt x="55551" y="5301"/>
                  </a:moveTo>
                  <a:cubicBezTo>
                    <a:pt x="57183" y="5199"/>
                    <a:pt x="58815" y="5507"/>
                    <a:pt x="60305" y="6201"/>
                  </a:cubicBezTo>
                  <a:cubicBezTo>
                    <a:pt x="61333" y="6766"/>
                    <a:pt x="61975" y="7845"/>
                    <a:pt x="61975" y="9027"/>
                  </a:cubicBezTo>
                  <a:cubicBezTo>
                    <a:pt x="62463" y="12033"/>
                    <a:pt x="61397" y="15078"/>
                    <a:pt x="59149" y="17121"/>
                  </a:cubicBezTo>
                  <a:cubicBezTo>
                    <a:pt x="52596" y="23030"/>
                    <a:pt x="34868" y="24058"/>
                    <a:pt x="11100" y="20075"/>
                  </a:cubicBezTo>
                  <a:cubicBezTo>
                    <a:pt x="24975" y="12676"/>
                    <a:pt x="40006" y="7678"/>
                    <a:pt x="55551" y="53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4" name="Google Shape;204;g3b3a45db5ed_1_3299"/>
            <p:cNvSpPr/>
            <p:nvPr/>
          </p:nvSpPr>
          <p:spPr>
            <a:xfrm>
              <a:off x="6227112" y="5201421"/>
              <a:ext cx="39974" cy="48462"/>
            </a:xfrm>
            <a:custGeom>
              <a:rect b="b" l="l" r="r" t="t"/>
              <a:pathLst>
                <a:path extrusionOk="0" h="48462" w="39974">
                  <a:moveTo>
                    <a:pt x="2572" y="48421"/>
                  </a:moveTo>
                  <a:lnTo>
                    <a:pt x="3600" y="48421"/>
                  </a:lnTo>
                  <a:cubicBezTo>
                    <a:pt x="16447" y="42640"/>
                    <a:pt x="42141" y="19515"/>
                    <a:pt x="39828" y="7311"/>
                  </a:cubicBezTo>
                  <a:cubicBezTo>
                    <a:pt x="39828" y="4356"/>
                    <a:pt x="37259" y="887"/>
                    <a:pt x="30193" y="117"/>
                  </a:cubicBezTo>
                  <a:cubicBezTo>
                    <a:pt x="25080" y="-462"/>
                    <a:pt x="19954" y="1131"/>
                    <a:pt x="16061" y="4484"/>
                  </a:cubicBezTo>
                  <a:cubicBezTo>
                    <a:pt x="3214" y="15790"/>
                    <a:pt x="131" y="44696"/>
                    <a:pt x="2" y="45852"/>
                  </a:cubicBezTo>
                  <a:cubicBezTo>
                    <a:pt x="-36" y="46764"/>
                    <a:pt x="401" y="47638"/>
                    <a:pt x="1159" y="48165"/>
                  </a:cubicBezTo>
                  <a:cubicBezTo>
                    <a:pt x="1583" y="48434"/>
                    <a:pt x="2084" y="48524"/>
                    <a:pt x="2572" y="48421"/>
                  </a:cubicBezTo>
                  <a:close/>
                  <a:moveTo>
                    <a:pt x="28266" y="4870"/>
                  </a:moveTo>
                  <a:lnTo>
                    <a:pt x="29808" y="4870"/>
                  </a:lnTo>
                  <a:cubicBezTo>
                    <a:pt x="34432" y="4870"/>
                    <a:pt x="34818" y="7311"/>
                    <a:pt x="34818" y="7824"/>
                  </a:cubicBezTo>
                  <a:cubicBezTo>
                    <a:pt x="36103" y="15147"/>
                    <a:pt x="18888" y="33519"/>
                    <a:pt x="5784" y="41356"/>
                  </a:cubicBezTo>
                  <a:cubicBezTo>
                    <a:pt x="6811" y="29151"/>
                    <a:pt x="11616" y="17562"/>
                    <a:pt x="19530" y="8210"/>
                  </a:cubicBezTo>
                  <a:cubicBezTo>
                    <a:pt x="21881" y="6064"/>
                    <a:pt x="24951" y="4882"/>
                    <a:pt x="28138" y="48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5" name="Google Shape;205;g3b3a45db5ed_1_3299"/>
            <p:cNvSpPr/>
            <p:nvPr/>
          </p:nvSpPr>
          <p:spPr>
            <a:xfrm>
              <a:off x="5845452" y="2799877"/>
              <a:ext cx="468508" cy="47943"/>
            </a:xfrm>
            <a:custGeom>
              <a:rect b="b" l="l" r="r" t="t"/>
              <a:pathLst>
                <a:path extrusionOk="0" h="47943" w="468508">
                  <a:moveTo>
                    <a:pt x="11409" y="3365"/>
                  </a:moveTo>
                  <a:lnTo>
                    <a:pt x="361" y="41906"/>
                  </a:lnTo>
                  <a:cubicBezTo>
                    <a:pt x="-1181" y="44861"/>
                    <a:pt x="2416" y="47944"/>
                    <a:pt x="7427" y="47944"/>
                  </a:cubicBezTo>
                  <a:lnTo>
                    <a:pt x="457075" y="47944"/>
                  </a:lnTo>
                  <a:cubicBezTo>
                    <a:pt x="461058" y="47944"/>
                    <a:pt x="464269" y="46017"/>
                    <a:pt x="464526" y="43576"/>
                  </a:cubicBezTo>
                  <a:lnTo>
                    <a:pt x="468509" y="5035"/>
                  </a:lnTo>
                  <a:cubicBezTo>
                    <a:pt x="468509" y="2337"/>
                    <a:pt x="465297" y="24"/>
                    <a:pt x="461058" y="24"/>
                  </a:cubicBezTo>
                  <a:lnTo>
                    <a:pt x="18603" y="24"/>
                  </a:lnTo>
                  <a:cubicBezTo>
                    <a:pt x="15790" y="-194"/>
                    <a:pt x="13054" y="1078"/>
                    <a:pt x="11409" y="336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6" name="Google Shape;206;g3b3a45db5ed_1_3299"/>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7" name="Google Shape;207;g3b3a45db5ed_1_3299"/>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8" name="Google Shape;208;g3b3a45db5ed_1_3299"/>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09" name="Google Shape;209;g3b3a45db5ed_1_3299"/>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0" name="Google Shape;210;g3b3a45db5ed_1_3299"/>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1" name="Google Shape;211;g3b3a45db5ed_1_3299"/>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2" name="Google Shape;212;g3b3a45db5ed_1_3299"/>
            <p:cNvSpPr/>
            <p:nvPr/>
          </p:nvSpPr>
          <p:spPr>
            <a:xfrm>
              <a:off x="6101341" y="1791404"/>
              <a:ext cx="19399" cy="11730"/>
            </a:xfrm>
            <a:custGeom>
              <a:rect b="b" l="l" r="r" t="t"/>
              <a:pathLst>
                <a:path extrusionOk="0" h="11730" w="19399">
                  <a:moveTo>
                    <a:pt x="0" y="9507"/>
                  </a:moveTo>
                  <a:lnTo>
                    <a:pt x="19399" y="0"/>
                  </a:lnTo>
                  <a:cubicBezTo>
                    <a:pt x="19399" y="0"/>
                    <a:pt x="11691" y="17857"/>
                    <a:pt x="0" y="95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3" name="Google Shape;213;g3b3a45db5ed_1_3299"/>
            <p:cNvSpPr/>
            <p:nvPr/>
          </p:nvSpPr>
          <p:spPr>
            <a:xfrm>
              <a:off x="5786120" y="3007253"/>
              <a:ext cx="139730" cy="94169"/>
            </a:xfrm>
            <a:custGeom>
              <a:rect b="b" l="l" r="r" t="t"/>
              <a:pathLst>
                <a:path extrusionOk="0" h="94169" w="139730">
                  <a:moveTo>
                    <a:pt x="47616" y="0"/>
                  </a:moveTo>
                  <a:lnTo>
                    <a:pt x="139730" y="70659"/>
                  </a:lnTo>
                  <a:lnTo>
                    <a:pt x="32971" y="94169"/>
                  </a:lnTo>
                  <a:cubicBezTo>
                    <a:pt x="32971" y="94169"/>
                    <a:pt x="-12380" y="42781"/>
                    <a:pt x="3294" y="38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4" name="Google Shape;214;g3b3a45db5ed_1_3299"/>
            <p:cNvSpPr/>
            <p:nvPr/>
          </p:nvSpPr>
          <p:spPr>
            <a:xfrm>
              <a:off x="5808684" y="3077912"/>
              <a:ext cx="139776" cy="102262"/>
            </a:xfrm>
            <a:custGeom>
              <a:rect b="b" l="l" r="r" t="t"/>
              <a:pathLst>
                <a:path extrusionOk="0" h="102262" w="139776">
                  <a:moveTo>
                    <a:pt x="139776" y="87489"/>
                  </a:moveTo>
                  <a:lnTo>
                    <a:pt x="49333" y="102263"/>
                  </a:lnTo>
                  <a:lnTo>
                    <a:pt x="0" y="9507"/>
                  </a:lnTo>
                  <a:lnTo>
                    <a:pt x="117165" y="0"/>
                  </a:lnTo>
                  <a:lnTo>
                    <a:pt x="139776" y="8748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15" name="Google Shape;215;g3b3a45db5ed_1_3299"/>
          <p:cNvSpPr/>
          <p:nvPr/>
        </p:nvSpPr>
        <p:spPr>
          <a:xfrm>
            <a:off x="5153778" y="5824715"/>
            <a:ext cx="4981847" cy="290858"/>
          </a:xfrm>
          <a:custGeom>
            <a:rect b="b" l="l" r="r" t="t"/>
            <a:pathLst>
              <a:path extrusionOk="0" h="290858" w="4981847">
                <a:moveTo>
                  <a:pt x="4981848" y="145429"/>
                </a:moveTo>
                <a:cubicBezTo>
                  <a:pt x="4981848" y="225747"/>
                  <a:pt x="3866624" y="290858"/>
                  <a:pt x="2490924" y="290858"/>
                </a:cubicBezTo>
                <a:cubicBezTo>
                  <a:pt x="1115225" y="290858"/>
                  <a:pt x="0" y="225747"/>
                  <a:pt x="0" y="145429"/>
                </a:cubicBezTo>
                <a:cubicBezTo>
                  <a:pt x="0" y="65111"/>
                  <a:pt x="1115225" y="0"/>
                  <a:pt x="2490924" y="0"/>
                </a:cubicBezTo>
                <a:cubicBezTo>
                  <a:pt x="3866624" y="0"/>
                  <a:pt x="4981848" y="65111"/>
                  <a:pt x="4981848" y="145429"/>
                </a:cubicBezTo>
                <a:close/>
              </a:path>
            </a:pathLst>
          </a:custGeom>
          <a:solidFill>
            <a:srgbClr val="F5F5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6" name="Google Shape;216;g3b3a45db5ed_1_3299"/>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ert Video">
  <p:cSld name="Insert Video">
    <p:spTree>
      <p:nvGrpSpPr>
        <p:cNvPr id="217" name="Shape 217"/>
        <p:cNvGrpSpPr/>
        <p:nvPr/>
      </p:nvGrpSpPr>
      <p:grpSpPr>
        <a:xfrm>
          <a:off x="0" y="0"/>
          <a:ext cx="0" cy="0"/>
          <a:chOff x="0" y="0"/>
          <a:chExt cx="0" cy="0"/>
        </a:xfrm>
      </p:grpSpPr>
      <p:sp>
        <p:nvSpPr>
          <p:cNvPr id="218" name="Google Shape;218;g3b3a45db5ed_1_3509"/>
          <p:cNvSpPr/>
          <p:nvPr>
            <p:ph idx="2" type="media"/>
          </p:nvPr>
        </p:nvSpPr>
        <p:spPr>
          <a:xfrm>
            <a:off x="1124438" y="688283"/>
            <a:ext cx="9491100" cy="5338800"/>
          </a:xfrm>
          <a:prstGeom prst="rect">
            <a:avLst/>
          </a:prstGeom>
          <a:noFill/>
          <a:ln>
            <a:noFill/>
          </a:ln>
        </p:spPr>
        <p:txBody>
          <a:bodyPr anchorCtr="0" anchor="t" bIns="45700" lIns="91425" spcFirstLastPara="1" rIns="91425" wrap="square" tIns="1828800">
            <a:noAutofit/>
          </a:bodyPr>
          <a:lstStyle>
            <a:lvl1pPr lvl="0" marR="0" rtl="0" algn="ctr">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19" name="Google Shape;219;g3b3a45db5ed_1_3509"/>
          <p:cNvSpPr txBox="1"/>
          <p:nvPr>
            <p:ph type="title"/>
          </p:nvPr>
        </p:nvSpPr>
        <p:spPr>
          <a:xfrm>
            <a:off x="325939" y="78301"/>
            <a:ext cx="7579800" cy="459000"/>
          </a:xfrm>
          <a:prstGeom prst="rect">
            <a:avLst/>
          </a:prstGeom>
          <a:solidFill>
            <a:schemeClr val="accent2"/>
          </a:solidFill>
          <a:ln>
            <a:noFill/>
          </a:ln>
          <a:effectLst>
            <a:outerShdw blurRad="127000" rotWithShape="0" algn="tl" dir="2700000" dist="127000">
              <a:srgbClr val="BFBFBF">
                <a:alpha val="68627"/>
              </a:srgbClr>
            </a:outerShdw>
          </a:effectLst>
        </p:spPr>
        <p:txBody>
          <a:bodyPr anchorCtr="0" anchor="ctr" bIns="0" lIns="91425" spcFirstLastPara="1" rIns="0" wrap="square" tIns="0">
            <a:noAutofit/>
          </a:bodyPr>
          <a:lstStyle>
            <a:lvl1pPr lvl="0" marR="0" rtl="0" algn="l">
              <a:lnSpc>
                <a:spcPct val="90000"/>
              </a:lnSpc>
              <a:spcBef>
                <a:spcPts val="0"/>
              </a:spcBef>
              <a:spcAft>
                <a:spcPts val="0"/>
              </a:spcAft>
              <a:buClr>
                <a:schemeClr val="lt1"/>
              </a:buClr>
              <a:buSzPts val="3200"/>
              <a:buFont typeface="Quicksand"/>
              <a:buNone/>
              <a:defRPr b="1" i="0" sz="32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oration Complete">
  <p:cSld name="Exploration Complete">
    <p:spTree>
      <p:nvGrpSpPr>
        <p:cNvPr id="220" name="Shape 220"/>
        <p:cNvGrpSpPr/>
        <p:nvPr/>
      </p:nvGrpSpPr>
      <p:grpSpPr>
        <a:xfrm>
          <a:off x="0" y="0"/>
          <a:ext cx="0" cy="0"/>
          <a:chOff x="0" y="0"/>
          <a:chExt cx="0" cy="0"/>
        </a:xfrm>
      </p:grpSpPr>
      <p:sp>
        <p:nvSpPr>
          <p:cNvPr id="221" name="Google Shape;221;g3b3a45db5ed_1_3132"/>
          <p:cNvSpPr txBox="1"/>
          <p:nvPr/>
        </p:nvSpPr>
        <p:spPr>
          <a:xfrm>
            <a:off x="3159315" y="3914214"/>
            <a:ext cx="58731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US" sz="7200" u="none" cap="none" strike="noStrike">
                <a:solidFill>
                  <a:schemeClr val="dk1"/>
                </a:solidFill>
                <a:latin typeface="Arial"/>
                <a:ea typeface="Arial"/>
                <a:cs typeface="Arial"/>
                <a:sym typeface="Arial"/>
              </a:rPr>
              <a:t>completed</a:t>
            </a:r>
            <a:endParaRPr b="0" i="0" sz="6000" u="none" cap="none" strike="noStrike">
              <a:solidFill>
                <a:schemeClr val="dk1"/>
              </a:solidFill>
              <a:latin typeface="Arial"/>
              <a:ea typeface="Arial"/>
              <a:cs typeface="Arial"/>
              <a:sym typeface="Arial"/>
            </a:endParaRPr>
          </a:p>
        </p:txBody>
      </p:sp>
      <p:sp>
        <p:nvSpPr>
          <p:cNvPr id="222" name="Google Shape;222;g3b3a45db5ed_1_3132"/>
          <p:cNvSpPr txBox="1"/>
          <p:nvPr/>
        </p:nvSpPr>
        <p:spPr>
          <a:xfrm>
            <a:off x="2698800" y="1743190"/>
            <a:ext cx="6794400" cy="1862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Arial"/>
                <a:ea typeface="Arial"/>
                <a:cs typeface="Arial"/>
                <a:sym typeface="Arial"/>
              </a:rPr>
              <a:t>Expl</a:t>
            </a:r>
            <a:r>
              <a:rPr b="1" i="0" lang="en-US" sz="11500" u="none" cap="none" strike="noStrike">
                <a:solidFill>
                  <a:schemeClr val="dk1"/>
                </a:solidFill>
                <a:latin typeface="Arial"/>
                <a:ea typeface="Arial"/>
                <a:cs typeface="Arial"/>
                <a:sym typeface="Arial"/>
              </a:rPr>
              <a:t>o</a:t>
            </a:r>
            <a:r>
              <a:rPr b="1" i="0" lang="en-US" sz="6600" u="none" cap="none" strike="noStrike">
                <a:solidFill>
                  <a:schemeClr val="dk1"/>
                </a:solidFill>
                <a:latin typeface="Arial"/>
                <a:ea typeface="Arial"/>
                <a:cs typeface="Arial"/>
                <a:sym typeface="Arial"/>
              </a:rPr>
              <a:t>ration</a:t>
            </a:r>
            <a:endParaRPr b="0" i="0" sz="5400" u="none" cap="none" strike="noStrike">
              <a:solidFill>
                <a:schemeClr val="dk1"/>
              </a:solidFill>
              <a:latin typeface="Arial"/>
              <a:ea typeface="Arial"/>
              <a:cs typeface="Arial"/>
              <a:sym typeface="Arial"/>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500"/>
                                  </p:stCondLst>
                                  <p:childTnLst>
                                    <p:animEffect filter="fade" transition="out">
                                      <p:cBhvr>
                                        <p:cTn dur="1000"/>
                                        <p:tgtEl>
                                          <p:spTgt spid="222"/>
                                        </p:tgtEl>
                                      </p:cBhvr>
                                    </p:animEffect>
                                    <p:set>
                                      <p:cBhvr>
                                        <p:cTn dur="1" fill="hold">
                                          <p:stCondLst>
                                            <p:cond delay="1000"/>
                                          </p:stCondLst>
                                        </p:cTn>
                                        <p:tgtEl>
                                          <p:spTgt spid="22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21"/>
                                        </p:tgtEl>
                                      </p:cBhvr>
                                    </p:animEffect>
                                    <p:set>
                                      <p:cBhvr>
                                        <p:cTn dur="1" fill="hold">
                                          <p:stCondLst>
                                            <p:cond delay="500"/>
                                          </p:stCondLst>
                                        </p:cTn>
                                        <p:tgtEl>
                                          <p:spTgt spid="22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_1">
    <p:spTree>
      <p:nvGrpSpPr>
        <p:cNvPr id="223" name="Shape 223"/>
        <p:cNvGrpSpPr/>
        <p:nvPr/>
      </p:nvGrpSpPr>
      <p:grpSpPr>
        <a:xfrm>
          <a:off x="0" y="0"/>
          <a:ext cx="0" cy="0"/>
          <a:chOff x="0" y="0"/>
          <a:chExt cx="0" cy="0"/>
        </a:xfrm>
      </p:grpSpPr>
      <p:sp>
        <p:nvSpPr>
          <p:cNvPr id="224" name="Google Shape;224;g3b3a45db5ed_1_3135"/>
          <p:cNvSpPr txBox="1"/>
          <p:nvPr/>
        </p:nvSpPr>
        <p:spPr>
          <a:xfrm>
            <a:off x="794875" y="2957438"/>
            <a:ext cx="58695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Arial"/>
                <a:ea typeface="Arial"/>
                <a:cs typeface="Arial"/>
                <a:sym typeface="Arial"/>
              </a:rPr>
              <a:t>BREAK</a:t>
            </a:r>
            <a:endParaRPr b="1" i="0" sz="40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p:cSld name="Make">
    <p:spTree>
      <p:nvGrpSpPr>
        <p:cNvPr id="225" name="Shape 225"/>
        <p:cNvGrpSpPr/>
        <p:nvPr/>
      </p:nvGrpSpPr>
      <p:grpSpPr>
        <a:xfrm>
          <a:off x="0" y="0"/>
          <a:ext cx="0" cy="0"/>
          <a:chOff x="0" y="0"/>
          <a:chExt cx="0" cy="0"/>
        </a:xfrm>
      </p:grpSpPr>
      <p:grpSp>
        <p:nvGrpSpPr>
          <p:cNvPr id="226" name="Google Shape;226;g3b3a45db5ed_1_3137"/>
          <p:cNvGrpSpPr/>
          <p:nvPr/>
        </p:nvGrpSpPr>
        <p:grpSpPr>
          <a:xfrm>
            <a:off x="680011" y="0"/>
            <a:ext cx="3090697" cy="1806089"/>
            <a:chOff x="536716" y="-1319"/>
            <a:chExt cx="3976708" cy="2323841"/>
          </a:xfrm>
        </p:grpSpPr>
        <p:sp>
          <p:nvSpPr>
            <p:cNvPr id="227" name="Google Shape;227;g3b3a45db5ed_1_3137"/>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28" name="Google Shape;228;g3b3a45db5ed_1_3137"/>
            <p:cNvGrpSpPr/>
            <p:nvPr/>
          </p:nvGrpSpPr>
          <p:grpSpPr>
            <a:xfrm>
              <a:off x="536716" y="0"/>
              <a:ext cx="3976708" cy="2322522"/>
              <a:chOff x="947530" y="0"/>
              <a:chExt cx="3976708" cy="2322522"/>
            </a:xfrm>
          </p:grpSpPr>
          <p:sp>
            <p:nvSpPr>
              <p:cNvPr id="229" name="Google Shape;229;g3b3a45db5ed_1_3137"/>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30" name="Google Shape;230;g3b3a45db5ed_1_3137"/>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31" name="Google Shape;231;g3b3a45db5ed_1_3137"/>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32" name="Google Shape;232;g3b3a45db5ed_1_3137"/>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33" name="Google Shape;233;g3b3a45db5ed_1_3137"/>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34" name="Google Shape;234;g3b3a45db5ed_1_3137"/>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Make</a:t>
            </a:r>
            <a:endParaRPr b="0" i="0" sz="1400" u="none" cap="none" strike="noStrike">
              <a:solidFill>
                <a:srgbClr val="000000"/>
              </a:solidFill>
              <a:latin typeface="Arial"/>
              <a:ea typeface="Arial"/>
              <a:cs typeface="Arial"/>
              <a:sym typeface="Arial"/>
            </a:endParaRPr>
          </a:p>
        </p:txBody>
      </p:sp>
      <p:grpSp>
        <p:nvGrpSpPr>
          <p:cNvPr id="235" name="Google Shape;235;g3b3a45db5ed_1_3137"/>
          <p:cNvGrpSpPr/>
          <p:nvPr/>
        </p:nvGrpSpPr>
        <p:grpSpPr>
          <a:xfrm>
            <a:off x="5941746" y="1054485"/>
            <a:ext cx="4147720" cy="4749029"/>
            <a:chOff x="5329188" y="1014865"/>
            <a:chExt cx="4147720" cy="4749029"/>
          </a:xfrm>
        </p:grpSpPr>
        <p:grpSp>
          <p:nvGrpSpPr>
            <p:cNvPr id="236" name="Google Shape;236;g3b3a45db5ed_1_3137"/>
            <p:cNvGrpSpPr/>
            <p:nvPr/>
          </p:nvGrpSpPr>
          <p:grpSpPr>
            <a:xfrm>
              <a:off x="5329188" y="1014865"/>
              <a:ext cx="4147720" cy="3894027"/>
              <a:chOff x="5329188" y="1014865"/>
              <a:chExt cx="4147720" cy="3894027"/>
            </a:xfrm>
          </p:grpSpPr>
          <p:sp>
            <p:nvSpPr>
              <p:cNvPr id="237" name="Google Shape;237;g3b3a45db5ed_1_3137"/>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8" name="Google Shape;238;g3b3a45db5ed_1_3137"/>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FFFFFF">
                  <a:alpha val="6352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39" name="Google Shape;239;g3b3a45db5ed_1_3137"/>
            <p:cNvGrpSpPr/>
            <p:nvPr/>
          </p:nvGrpSpPr>
          <p:grpSpPr>
            <a:xfrm>
              <a:off x="5474376" y="5044181"/>
              <a:ext cx="3724515" cy="719713"/>
              <a:chOff x="5474376" y="5044181"/>
              <a:chExt cx="3724515" cy="719713"/>
            </a:xfrm>
          </p:grpSpPr>
          <p:sp>
            <p:nvSpPr>
              <p:cNvPr id="240" name="Google Shape;240;g3b3a45db5ed_1_3137"/>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1" name="Google Shape;241;g3b3a45db5ed_1_3137"/>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FFFFFF">
                  <a:alpha val="4352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42" name="Google Shape;242;g3b3a45db5ed_1_3137"/>
            <p:cNvGrpSpPr/>
            <p:nvPr/>
          </p:nvGrpSpPr>
          <p:grpSpPr>
            <a:xfrm>
              <a:off x="6679374" y="3857046"/>
              <a:ext cx="1534214" cy="247727"/>
              <a:chOff x="6679374" y="3857046"/>
              <a:chExt cx="1534214" cy="247727"/>
            </a:xfrm>
          </p:grpSpPr>
          <p:sp>
            <p:nvSpPr>
              <p:cNvPr id="243" name="Google Shape;243;g3b3a45db5ed_1_3137"/>
              <p:cNvSpPr/>
              <p:nvPr/>
            </p:nvSpPr>
            <p:spPr>
              <a:xfrm>
                <a:off x="6685893" y="3863565"/>
                <a:ext cx="1521176" cy="234689"/>
              </a:xfrm>
              <a:custGeom>
                <a:rect b="b" l="l" r="r" t="t"/>
                <a:pathLst>
                  <a:path extrusionOk="0" h="234689" w="1521176">
                    <a:moveTo>
                      <a:pt x="1460287" y="0"/>
                    </a:moveTo>
                    <a:cubicBezTo>
                      <a:pt x="1493915" y="0"/>
                      <a:pt x="1521176" y="0"/>
                      <a:pt x="1521176" y="0"/>
                    </a:cubicBezTo>
                    <a:lnTo>
                      <a:pt x="1521176" y="234689"/>
                    </a:lnTo>
                    <a:cubicBezTo>
                      <a:pt x="1521176" y="234689"/>
                      <a:pt x="1493916" y="234689"/>
                      <a:pt x="1460287" y="234689"/>
                    </a:cubicBezTo>
                    <a:lnTo>
                      <a:pt x="60889" y="234689"/>
                    </a:lnTo>
                    <a:cubicBezTo>
                      <a:pt x="27261" y="234689"/>
                      <a:pt x="0" y="234689"/>
                      <a:pt x="0" y="234689"/>
                    </a:cubicBezTo>
                    <a:lnTo>
                      <a:pt x="0" y="0"/>
                    </a:lnTo>
                    <a:cubicBezTo>
                      <a:pt x="0" y="0"/>
                      <a:pt x="27261" y="0"/>
                      <a:pt x="6088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4" name="Google Shape;244;g3b3a45db5ed_1_3137"/>
              <p:cNvSpPr/>
              <p:nvPr/>
            </p:nvSpPr>
            <p:spPr>
              <a:xfrm>
                <a:off x="6679374" y="3857046"/>
                <a:ext cx="1534214" cy="247727"/>
              </a:xfrm>
              <a:custGeom>
                <a:rect b="b" l="l" r="r" t="t"/>
                <a:pathLst>
                  <a:path extrusionOk="0" h="247727" w="1534214">
                    <a:moveTo>
                      <a:pt x="1466807" y="247727"/>
                    </a:moveTo>
                    <a:lnTo>
                      <a:pt x="67408" y="247727"/>
                    </a:lnTo>
                    <a:cubicBezTo>
                      <a:pt x="30236" y="247727"/>
                      <a:pt x="78" y="217622"/>
                      <a:pt x="0" y="180450"/>
                    </a:cubicBezTo>
                    <a:lnTo>
                      <a:pt x="0" y="67408"/>
                    </a:lnTo>
                    <a:cubicBezTo>
                      <a:pt x="78" y="30210"/>
                      <a:pt x="30210" y="78"/>
                      <a:pt x="67408" y="0"/>
                    </a:cubicBezTo>
                    <a:lnTo>
                      <a:pt x="1466807" y="0"/>
                    </a:lnTo>
                    <a:cubicBezTo>
                      <a:pt x="1504005" y="65"/>
                      <a:pt x="1534136" y="30210"/>
                      <a:pt x="1534215" y="67408"/>
                    </a:cubicBezTo>
                    <a:lnTo>
                      <a:pt x="1534215" y="180450"/>
                    </a:lnTo>
                    <a:cubicBezTo>
                      <a:pt x="1534136" y="217622"/>
                      <a:pt x="1503979" y="247727"/>
                      <a:pt x="1466807" y="247727"/>
                    </a:cubicBezTo>
                    <a:close/>
                    <a:moveTo>
                      <a:pt x="67408" y="13038"/>
                    </a:moveTo>
                    <a:cubicBezTo>
                      <a:pt x="37381" y="13038"/>
                      <a:pt x="13038" y="37381"/>
                      <a:pt x="13038" y="67408"/>
                    </a:cubicBezTo>
                    <a:lnTo>
                      <a:pt x="13038" y="180450"/>
                    </a:lnTo>
                    <a:cubicBezTo>
                      <a:pt x="13116" y="210425"/>
                      <a:pt x="37433" y="234689"/>
                      <a:pt x="67408" y="234689"/>
                    </a:cubicBezTo>
                    <a:lnTo>
                      <a:pt x="1466807" y="234689"/>
                    </a:lnTo>
                    <a:cubicBezTo>
                      <a:pt x="1496782" y="234689"/>
                      <a:pt x="1521098" y="210425"/>
                      <a:pt x="1521176" y="180450"/>
                    </a:cubicBezTo>
                    <a:lnTo>
                      <a:pt x="1521176" y="67408"/>
                    </a:lnTo>
                    <a:cubicBezTo>
                      <a:pt x="1521176" y="37381"/>
                      <a:pt x="1496834" y="13038"/>
                      <a:pt x="1466807" y="13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5" name="Google Shape;245;g3b3a45db5ed_1_3137"/>
              <p:cNvSpPr/>
              <p:nvPr/>
            </p:nvSpPr>
            <p:spPr>
              <a:xfrm>
                <a:off x="674678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6" name="Google Shape;246;g3b3a45db5ed_1_3137"/>
              <p:cNvSpPr/>
              <p:nvPr/>
            </p:nvSpPr>
            <p:spPr>
              <a:xfrm>
                <a:off x="686595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7" name="Google Shape;247;g3b3a45db5ed_1_3137"/>
              <p:cNvSpPr/>
              <p:nvPr/>
            </p:nvSpPr>
            <p:spPr>
              <a:xfrm>
                <a:off x="698512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8" name="Google Shape;248;g3b3a45db5ed_1_3137"/>
              <p:cNvSpPr/>
              <p:nvPr/>
            </p:nvSpPr>
            <p:spPr>
              <a:xfrm>
                <a:off x="710429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9" name="Google Shape;249;g3b3a45db5ed_1_3137"/>
              <p:cNvSpPr/>
              <p:nvPr/>
            </p:nvSpPr>
            <p:spPr>
              <a:xfrm>
                <a:off x="722346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0" name="Google Shape;250;g3b3a45db5ed_1_3137"/>
              <p:cNvSpPr/>
              <p:nvPr/>
            </p:nvSpPr>
            <p:spPr>
              <a:xfrm>
                <a:off x="734263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1" name="Google Shape;251;g3b3a45db5ed_1_3137"/>
              <p:cNvSpPr/>
              <p:nvPr/>
            </p:nvSpPr>
            <p:spPr>
              <a:xfrm>
                <a:off x="7461801" y="3888077"/>
                <a:ext cx="95570" cy="192836"/>
              </a:xfrm>
              <a:custGeom>
                <a:rect b="b" l="l" r="r" t="t"/>
                <a:pathLst>
                  <a:path extrusionOk="0" h="192836" w="95570">
                    <a:moveTo>
                      <a:pt x="0" y="0"/>
                    </a:moveTo>
                    <a:lnTo>
                      <a:pt x="95570" y="0"/>
                    </a:lnTo>
                    <a:lnTo>
                      <a:pt x="95570"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2" name="Google Shape;252;g3b3a45db5ed_1_3137"/>
              <p:cNvSpPr/>
              <p:nvPr/>
            </p:nvSpPr>
            <p:spPr>
              <a:xfrm>
                <a:off x="758097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53" name="Google Shape;253;g3b3a45db5ed_1_3137"/>
            <p:cNvGrpSpPr/>
            <p:nvPr/>
          </p:nvGrpSpPr>
          <p:grpSpPr>
            <a:xfrm>
              <a:off x="6150150" y="1372824"/>
              <a:ext cx="1654036" cy="1634647"/>
              <a:chOff x="6150150" y="1372824"/>
              <a:chExt cx="1654036" cy="1634647"/>
            </a:xfrm>
          </p:grpSpPr>
          <p:sp>
            <p:nvSpPr>
              <p:cNvPr id="254" name="Google Shape;254;g3b3a45db5ed_1_3137"/>
              <p:cNvSpPr/>
              <p:nvPr/>
            </p:nvSpPr>
            <p:spPr>
              <a:xfrm>
                <a:off x="6318474" y="1530234"/>
                <a:ext cx="1462504" cy="1469935"/>
              </a:xfrm>
              <a:custGeom>
                <a:rect b="b" l="l" r="r" t="t"/>
                <a:pathLst>
                  <a:path extrusionOk="0" h="1469935" w="1462504">
                    <a:moveTo>
                      <a:pt x="1337206" y="738358"/>
                    </a:moveTo>
                    <a:lnTo>
                      <a:pt x="1462504" y="681250"/>
                    </a:lnTo>
                    <a:lnTo>
                      <a:pt x="1436428" y="530788"/>
                    </a:lnTo>
                    <a:lnTo>
                      <a:pt x="1298222" y="520097"/>
                    </a:lnTo>
                    <a:cubicBezTo>
                      <a:pt x="1280594" y="473954"/>
                      <a:pt x="1257334" y="430159"/>
                      <a:pt x="1228989" y="389714"/>
                    </a:cubicBezTo>
                    <a:lnTo>
                      <a:pt x="1300308" y="269371"/>
                    </a:lnTo>
                    <a:lnTo>
                      <a:pt x="1192221" y="161283"/>
                    </a:lnTo>
                    <a:lnTo>
                      <a:pt x="1070965" y="233385"/>
                    </a:lnTo>
                    <a:cubicBezTo>
                      <a:pt x="1001119" y="185835"/>
                      <a:pt x="922041" y="153539"/>
                      <a:pt x="838883" y="138597"/>
                    </a:cubicBezTo>
                    <a:lnTo>
                      <a:pt x="803941" y="0"/>
                    </a:lnTo>
                    <a:lnTo>
                      <a:pt x="651132" y="0"/>
                    </a:lnTo>
                    <a:lnTo>
                      <a:pt x="615929" y="139379"/>
                    </a:lnTo>
                    <a:cubicBezTo>
                      <a:pt x="568587" y="148415"/>
                      <a:pt x="522496" y="163083"/>
                      <a:pt x="478635" y="183057"/>
                    </a:cubicBezTo>
                    <a:lnTo>
                      <a:pt x="369375" y="88530"/>
                    </a:lnTo>
                    <a:lnTo>
                      <a:pt x="244337" y="176147"/>
                    </a:lnTo>
                    <a:lnTo>
                      <a:pt x="296491" y="311354"/>
                    </a:lnTo>
                    <a:cubicBezTo>
                      <a:pt x="262839" y="345684"/>
                      <a:pt x="233385" y="383899"/>
                      <a:pt x="208743" y="425178"/>
                    </a:cubicBezTo>
                    <a:lnTo>
                      <a:pt x="65322" y="410315"/>
                    </a:lnTo>
                    <a:lnTo>
                      <a:pt x="13169" y="553736"/>
                    </a:lnTo>
                    <a:lnTo>
                      <a:pt x="132208" y="634443"/>
                    </a:lnTo>
                    <a:cubicBezTo>
                      <a:pt x="126498" y="667951"/>
                      <a:pt x="123616" y="701890"/>
                      <a:pt x="123603" y="735881"/>
                    </a:cubicBezTo>
                    <a:cubicBezTo>
                      <a:pt x="123603" y="750353"/>
                      <a:pt x="123603" y="764565"/>
                      <a:pt x="125298" y="778777"/>
                    </a:cubicBezTo>
                    <a:lnTo>
                      <a:pt x="0" y="848662"/>
                    </a:lnTo>
                    <a:lnTo>
                      <a:pt x="39115" y="996255"/>
                    </a:lnTo>
                    <a:lnTo>
                      <a:pt x="180971" y="994430"/>
                    </a:lnTo>
                    <a:cubicBezTo>
                      <a:pt x="201989" y="1038708"/>
                      <a:pt x="228261" y="1080287"/>
                      <a:pt x="259201" y="1118293"/>
                    </a:cubicBezTo>
                    <a:lnTo>
                      <a:pt x="197921" y="1245417"/>
                    </a:lnTo>
                    <a:lnTo>
                      <a:pt x="315266" y="1343595"/>
                    </a:lnTo>
                    <a:lnTo>
                      <a:pt x="428699" y="1262367"/>
                    </a:lnTo>
                    <a:cubicBezTo>
                      <a:pt x="471647" y="1287165"/>
                      <a:pt x="517503" y="1306566"/>
                      <a:pt x="565210" y="1320126"/>
                    </a:cubicBezTo>
                    <a:lnTo>
                      <a:pt x="588027" y="1456898"/>
                    </a:lnTo>
                    <a:lnTo>
                      <a:pt x="740183" y="1469936"/>
                    </a:lnTo>
                    <a:lnTo>
                      <a:pt x="786078" y="1340466"/>
                    </a:lnTo>
                    <a:cubicBezTo>
                      <a:pt x="836028" y="1336020"/>
                      <a:pt x="885208" y="1325328"/>
                      <a:pt x="932498" y="1308652"/>
                    </a:cubicBezTo>
                    <a:lnTo>
                      <a:pt x="1028460" y="1406309"/>
                    </a:lnTo>
                    <a:lnTo>
                      <a:pt x="1160798" y="1329905"/>
                    </a:lnTo>
                    <a:lnTo>
                      <a:pt x="1124422" y="1198349"/>
                    </a:lnTo>
                    <a:cubicBezTo>
                      <a:pt x="1162780" y="1165766"/>
                      <a:pt x="1196940" y="1128529"/>
                      <a:pt x="1226120" y="1087523"/>
                    </a:cubicBezTo>
                    <a:lnTo>
                      <a:pt x="1360545" y="1112296"/>
                    </a:lnTo>
                    <a:lnTo>
                      <a:pt x="1425736" y="973960"/>
                    </a:lnTo>
                    <a:lnTo>
                      <a:pt x="1320257" y="886864"/>
                    </a:lnTo>
                    <a:cubicBezTo>
                      <a:pt x="1332056" y="838257"/>
                      <a:pt x="1337754" y="788373"/>
                      <a:pt x="1337206" y="738358"/>
                    </a:cubicBezTo>
                    <a:close/>
                    <a:moveTo>
                      <a:pt x="1111253" y="735750"/>
                    </a:moveTo>
                    <a:cubicBezTo>
                      <a:pt x="1111253" y="946371"/>
                      <a:pt x="940504" y="1117120"/>
                      <a:pt x="729883" y="1117120"/>
                    </a:cubicBezTo>
                    <a:cubicBezTo>
                      <a:pt x="519263" y="1117120"/>
                      <a:pt x="348513" y="946371"/>
                      <a:pt x="348513" y="735750"/>
                    </a:cubicBezTo>
                    <a:cubicBezTo>
                      <a:pt x="348513" y="525130"/>
                      <a:pt x="519263" y="354381"/>
                      <a:pt x="729883" y="354381"/>
                    </a:cubicBezTo>
                    <a:cubicBezTo>
                      <a:pt x="940504" y="354381"/>
                      <a:pt x="1111253" y="525130"/>
                      <a:pt x="1111253" y="735750"/>
                    </a:cubicBezTo>
                    <a:cubicBezTo>
                      <a:pt x="1111253" y="735789"/>
                      <a:pt x="1111253" y="735842"/>
                      <a:pt x="1111253" y="73588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5" name="Google Shape;255;g3b3a45db5ed_1_3137"/>
              <p:cNvSpPr/>
              <p:nvPr/>
            </p:nvSpPr>
            <p:spPr>
              <a:xfrm>
                <a:off x="6309854" y="1521890"/>
                <a:ext cx="1477470" cy="1485581"/>
              </a:xfrm>
              <a:custGeom>
                <a:rect b="b" l="l" r="r" t="t"/>
                <a:pathLst>
                  <a:path extrusionOk="0" h="1485581" w="1477470">
                    <a:moveTo>
                      <a:pt x="747500" y="1485582"/>
                    </a:moveTo>
                    <a:lnTo>
                      <a:pt x="747500" y="1485582"/>
                    </a:lnTo>
                    <a:lnTo>
                      <a:pt x="595343" y="1472544"/>
                    </a:lnTo>
                    <a:cubicBezTo>
                      <a:pt x="592123" y="1472283"/>
                      <a:pt x="589489" y="1469871"/>
                      <a:pt x="588954" y="1466676"/>
                    </a:cubicBezTo>
                    <a:lnTo>
                      <a:pt x="566268" y="1333425"/>
                    </a:lnTo>
                    <a:cubicBezTo>
                      <a:pt x="520842" y="1320257"/>
                      <a:pt x="477086" y="1301885"/>
                      <a:pt x="435885" y="1278664"/>
                    </a:cubicBezTo>
                    <a:lnTo>
                      <a:pt x="326103" y="1356894"/>
                    </a:lnTo>
                    <a:cubicBezTo>
                      <a:pt x="323586" y="1358902"/>
                      <a:pt x="320014" y="1358902"/>
                      <a:pt x="317497" y="1356894"/>
                    </a:cubicBezTo>
                    <a:lnTo>
                      <a:pt x="200153" y="1258716"/>
                    </a:lnTo>
                    <a:cubicBezTo>
                      <a:pt x="197675" y="1256643"/>
                      <a:pt x="196919" y="1253148"/>
                      <a:pt x="198327" y="1250241"/>
                    </a:cubicBezTo>
                    <a:lnTo>
                      <a:pt x="257521" y="1127029"/>
                    </a:lnTo>
                    <a:cubicBezTo>
                      <a:pt x="228563" y="1090809"/>
                      <a:pt x="203764" y="1051446"/>
                      <a:pt x="183594" y="1009685"/>
                    </a:cubicBezTo>
                    <a:lnTo>
                      <a:pt x="46301" y="1011380"/>
                    </a:lnTo>
                    <a:cubicBezTo>
                      <a:pt x="43041" y="1011536"/>
                      <a:pt x="40134" y="1009333"/>
                      <a:pt x="39391" y="1006164"/>
                    </a:cubicBezTo>
                    <a:lnTo>
                      <a:pt x="276" y="858571"/>
                    </a:lnTo>
                    <a:cubicBezTo>
                      <a:pt x="-624" y="855481"/>
                      <a:pt x="732" y="852182"/>
                      <a:pt x="3535" y="850618"/>
                    </a:cubicBezTo>
                    <a:lnTo>
                      <a:pt x="124922" y="782818"/>
                    </a:lnTo>
                    <a:cubicBezTo>
                      <a:pt x="124009" y="768215"/>
                      <a:pt x="123618" y="755829"/>
                      <a:pt x="123618" y="743704"/>
                    </a:cubicBezTo>
                    <a:cubicBezTo>
                      <a:pt x="123631" y="710821"/>
                      <a:pt x="126291" y="677991"/>
                      <a:pt x="131571" y="645525"/>
                    </a:cubicBezTo>
                    <a:lnTo>
                      <a:pt x="16183" y="567296"/>
                    </a:lnTo>
                    <a:cubicBezTo>
                      <a:pt x="13523" y="565431"/>
                      <a:pt x="12454" y="562002"/>
                      <a:pt x="13575" y="558951"/>
                    </a:cubicBezTo>
                    <a:lnTo>
                      <a:pt x="65728" y="415530"/>
                    </a:lnTo>
                    <a:cubicBezTo>
                      <a:pt x="66928" y="412531"/>
                      <a:pt x="69953" y="410680"/>
                      <a:pt x="73160" y="410967"/>
                    </a:cubicBezTo>
                    <a:lnTo>
                      <a:pt x="212539" y="425309"/>
                    </a:lnTo>
                    <a:cubicBezTo>
                      <a:pt x="236152" y="386337"/>
                      <a:pt x="264053" y="350117"/>
                      <a:pt x="295723" y="317352"/>
                    </a:cubicBezTo>
                    <a:lnTo>
                      <a:pt x="245787" y="186317"/>
                    </a:lnTo>
                    <a:cubicBezTo>
                      <a:pt x="244574" y="183305"/>
                      <a:pt x="245669" y="179863"/>
                      <a:pt x="248394" y="178103"/>
                    </a:cubicBezTo>
                    <a:lnTo>
                      <a:pt x="373432" y="90486"/>
                    </a:lnTo>
                    <a:cubicBezTo>
                      <a:pt x="375987" y="88465"/>
                      <a:pt x="379612" y="88465"/>
                      <a:pt x="382167" y="90486"/>
                    </a:cubicBezTo>
                    <a:lnTo>
                      <a:pt x="487908" y="181754"/>
                    </a:lnTo>
                    <a:cubicBezTo>
                      <a:pt x="529696" y="163161"/>
                      <a:pt x="573426" y="149301"/>
                      <a:pt x="618291" y="140422"/>
                    </a:cubicBezTo>
                    <a:lnTo>
                      <a:pt x="652321" y="5346"/>
                    </a:lnTo>
                    <a:cubicBezTo>
                      <a:pt x="653181" y="2230"/>
                      <a:pt x="655997" y="52"/>
                      <a:pt x="659231" y="0"/>
                    </a:cubicBezTo>
                    <a:lnTo>
                      <a:pt x="812039" y="0"/>
                    </a:lnTo>
                    <a:cubicBezTo>
                      <a:pt x="815260" y="26"/>
                      <a:pt x="818050" y="2230"/>
                      <a:pt x="818819" y="5346"/>
                    </a:cubicBezTo>
                    <a:lnTo>
                      <a:pt x="852719" y="139510"/>
                    </a:lnTo>
                    <a:cubicBezTo>
                      <a:pt x="933595" y="154647"/>
                      <a:pt x="1010547" y="186056"/>
                      <a:pt x="1078933" y="231821"/>
                    </a:cubicBezTo>
                    <a:lnTo>
                      <a:pt x="1196278" y="162066"/>
                    </a:lnTo>
                    <a:cubicBezTo>
                      <a:pt x="1199029" y="160345"/>
                      <a:pt x="1202614" y="160788"/>
                      <a:pt x="1204883" y="163109"/>
                    </a:cubicBezTo>
                    <a:lnTo>
                      <a:pt x="1312840" y="271066"/>
                    </a:lnTo>
                    <a:cubicBezTo>
                      <a:pt x="1315082" y="273374"/>
                      <a:pt x="1315500" y="276894"/>
                      <a:pt x="1313883" y="279671"/>
                    </a:cubicBezTo>
                    <a:lnTo>
                      <a:pt x="1245302" y="397276"/>
                    </a:lnTo>
                    <a:cubicBezTo>
                      <a:pt x="1271952" y="436170"/>
                      <a:pt x="1294039" y="477997"/>
                      <a:pt x="1311145" y="521922"/>
                    </a:cubicBezTo>
                    <a:lnTo>
                      <a:pt x="1444918" y="532223"/>
                    </a:lnTo>
                    <a:cubicBezTo>
                      <a:pt x="1448138" y="532484"/>
                      <a:pt x="1450772" y="534896"/>
                      <a:pt x="1451306" y="538090"/>
                    </a:cubicBezTo>
                    <a:lnTo>
                      <a:pt x="1477383" y="688552"/>
                    </a:lnTo>
                    <a:cubicBezTo>
                      <a:pt x="1477879" y="691720"/>
                      <a:pt x="1476236" y="694849"/>
                      <a:pt x="1473341" y="696244"/>
                    </a:cubicBezTo>
                    <a:lnTo>
                      <a:pt x="1352085" y="751396"/>
                    </a:lnTo>
                    <a:cubicBezTo>
                      <a:pt x="1351616" y="799090"/>
                      <a:pt x="1345579" y="846563"/>
                      <a:pt x="1334092" y="892862"/>
                    </a:cubicBezTo>
                    <a:lnTo>
                      <a:pt x="1436052" y="977089"/>
                    </a:lnTo>
                    <a:cubicBezTo>
                      <a:pt x="1438516" y="979110"/>
                      <a:pt x="1439324" y="982526"/>
                      <a:pt x="1438007" y="985433"/>
                    </a:cubicBezTo>
                    <a:lnTo>
                      <a:pt x="1373468" y="1123900"/>
                    </a:lnTo>
                    <a:cubicBezTo>
                      <a:pt x="1372099" y="1126821"/>
                      <a:pt x="1368957" y="1128476"/>
                      <a:pt x="1365775" y="1127942"/>
                    </a:cubicBezTo>
                    <a:lnTo>
                      <a:pt x="1235392" y="1103951"/>
                    </a:lnTo>
                    <a:cubicBezTo>
                      <a:pt x="1207256" y="1142675"/>
                      <a:pt x="1174803" y="1178061"/>
                      <a:pt x="1138649" y="1209431"/>
                    </a:cubicBezTo>
                    <a:lnTo>
                      <a:pt x="1173722" y="1336554"/>
                    </a:lnTo>
                    <a:cubicBezTo>
                      <a:pt x="1174582" y="1339671"/>
                      <a:pt x="1173252" y="1342995"/>
                      <a:pt x="1170462" y="1344638"/>
                    </a:cubicBezTo>
                    <a:lnTo>
                      <a:pt x="1038123" y="1421042"/>
                    </a:lnTo>
                    <a:cubicBezTo>
                      <a:pt x="1035346" y="1422568"/>
                      <a:pt x="1031904" y="1422085"/>
                      <a:pt x="1029648" y="1419869"/>
                    </a:cubicBezTo>
                    <a:lnTo>
                      <a:pt x="936685" y="1325472"/>
                    </a:lnTo>
                    <a:cubicBezTo>
                      <a:pt x="891560" y="1340922"/>
                      <a:pt x="844779" y="1351027"/>
                      <a:pt x="797306" y="1355590"/>
                    </a:cubicBezTo>
                    <a:lnTo>
                      <a:pt x="752976" y="1480888"/>
                    </a:lnTo>
                    <a:cubicBezTo>
                      <a:pt x="752129" y="1483326"/>
                      <a:pt x="750042" y="1485113"/>
                      <a:pt x="747500" y="1485582"/>
                    </a:cubicBezTo>
                    <a:close/>
                    <a:moveTo>
                      <a:pt x="601341" y="1458723"/>
                    </a:moveTo>
                    <a:lnTo>
                      <a:pt x="742676" y="1470979"/>
                    </a:lnTo>
                    <a:lnTo>
                      <a:pt x="786745" y="1346594"/>
                    </a:lnTo>
                    <a:cubicBezTo>
                      <a:pt x="787632" y="1343999"/>
                      <a:pt x="790005" y="1342200"/>
                      <a:pt x="792743" y="1342030"/>
                    </a:cubicBezTo>
                    <a:cubicBezTo>
                      <a:pt x="842106" y="1337624"/>
                      <a:pt x="890725" y="1327062"/>
                      <a:pt x="937468" y="1310608"/>
                    </a:cubicBezTo>
                    <a:cubicBezTo>
                      <a:pt x="940062" y="1309695"/>
                      <a:pt x="942957" y="1310360"/>
                      <a:pt x="944900" y="1312303"/>
                    </a:cubicBezTo>
                    <a:lnTo>
                      <a:pt x="1037080" y="1406048"/>
                    </a:lnTo>
                    <a:lnTo>
                      <a:pt x="1159901" y="1335120"/>
                    </a:lnTo>
                    <a:lnTo>
                      <a:pt x="1124958" y="1208779"/>
                    </a:lnTo>
                    <a:cubicBezTo>
                      <a:pt x="1124189" y="1206158"/>
                      <a:pt x="1125063" y="1203329"/>
                      <a:pt x="1127175" y="1201608"/>
                    </a:cubicBezTo>
                    <a:cubicBezTo>
                      <a:pt x="1165038" y="1169351"/>
                      <a:pt x="1198807" y="1132570"/>
                      <a:pt x="1227700" y="1092087"/>
                    </a:cubicBezTo>
                    <a:cubicBezTo>
                      <a:pt x="1229291" y="1089831"/>
                      <a:pt x="1232029" y="1088723"/>
                      <a:pt x="1234741" y="1089218"/>
                    </a:cubicBezTo>
                    <a:lnTo>
                      <a:pt x="1363689" y="1112948"/>
                    </a:lnTo>
                    <a:lnTo>
                      <a:pt x="1423665" y="984521"/>
                    </a:lnTo>
                    <a:lnTo>
                      <a:pt x="1322488" y="900945"/>
                    </a:lnTo>
                    <a:cubicBezTo>
                      <a:pt x="1320272" y="899224"/>
                      <a:pt x="1319346" y="896330"/>
                      <a:pt x="1320141" y="893644"/>
                    </a:cubicBezTo>
                    <a:cubicBezTo>
                      <a:pt x="1332384" y="845624"/>
                      <a:pt x="1338643" y="796261"/>
                      <a:pt x="1338786" y="746702"/>
                    </a:cubicBezTo>
                    <a:cubicBezTo>
                      <a:pt x="1338799" y="743938"/>
                      <a:pt x="1340429" y="741435"/>
                      <a:pt x="1342958" y="740314"/>
                    </a:cubicBezTo>
                    <a:lnTo>
                      <a:pt x="1463302" y="685423"/>
                    </a:lnTo>
                    <a:lnTo>
                      <a:pt x="1438659" y="545782"/>
                    </a:lnTo>
                    <a:lnTo>
                      <a:pt x="1305799" y="535482"/>
                    </a:lnTo>
                    <a:cubicBezTo>
                      <a:pt x="1303074" y="535287"/>
                      <a:pt x="1300727" y="533487"/>
                      <a:pt x="1299801" y="530919"/>
                    </a:cubicBezTo>
                    <a:cubicBezTo>
                      <a:pt x="1282421" y="485167"/>
                      <a:pt x="1259474" y="441724"/>
                      <a:pt x="1231481" y="401579"/>
                    </a:cubicBezTo>
                    <a:cubicBezTo>
                      <a:pt x="1229994" y="399232"/>
                      <a:pt x="1229994" y="396233"/>
                      <a:pt x="1231481" y="393887"/>
                    </a:cubicBezTo>
                    <a:lnTo>
                      <a:pt x="1299932" y="278237"/>
                    </a:lnTo>
                    <a:lnTo>
                      <a:pt x="1199668" y="177972"/>
                    </a:lnTo>
                    <a:lnTo>
                      <a:pt x="1083105" y="247206"/>
                    </a:lnTo>
                    <a:cubicBezTo>
                      <a:pt x="1080811" y="248705"/>
                      <a:pt x="1077838" y="248705"/>
                      <a:pt x="1075543" y="247206"/>
                    </a:cubicBezTo>
                    <a:cubicBezTo>
                      <a:pt x="1006584" y="200437"/>
                      <a:pt x="928589" y="168624"/>
                      <a:pt x="846591" y="153852"/>
                    </a:cubicBezTo>
                    <a:cubicBezTo>
                      <a:pt x="843853" y="153369"/>
                      <a:pt x="841663" y="151322"/>
                      <a:pt x="840984" y="148636"/>
                    </a:cubicBezTo>
                    <a:lnTo>
                      <a:pt x="807215" y="15385"/>
                    </a:lnTo>
                    <a:lnTo>
                      <a:pt x="665228" y="15385"/>
                    </a:lnTo>
                    <a:lnTo>
                      <a:pt x="631459" y="149549"/>
                    </a:lnTo>
                    <a:cubicBezTo>
                      <a:pt x="630755" y="152222"/>
                      <a:pt x="628565" y="154256"/>
                      <a:pt x="625853" y="154764"/>
                    </a:cubicBezTo>
                    <a:cubicBezTo>
                      <a:pt x="579058" y="163669"/>
                      <a:pt x="533503" y="178116"/>
                      <a:pt x="490124" y="197791"/>
                    </a:cubicBezTo>
                    <a:cubicBezTo>
                      <a:pt x="487621" y="198964"/>
                      <a:pt x="484661" y="198547"/>
                      <a:pt x="482562" y="196748"/>
                    </a:cubicBezTo>
                    <a:lnTo>
                      <a:pt x="377604" y="105480"/>
                    </a:lnTo>
                    <a:lnTo>
                      <a:pt x="261433" y="186708"/>
                    </a:lnTo>
                    <a:lnTo>
                      <a:pt x="311109" y="317091"/>
                    </a:lnTo>
                    <a:cubicBezTo>
                      <a:pt x="312087" y="319659"/>
                      <a:pt x="311474" y="322567"/>
                      <a:pt x="309544" y="324523"/>
                    </a:cubicBezTo>
                    <a:cubicBezTo>
                      <a:pt x="276349" y="358514"/>
                      <a:pt x="247247" y="396272"/>
                      <a:pt x="222839" y="437043"/>
                    </a:cubicBezTo>
                    <a:cubicBezTo>
                      <a:pt x="221405" y="439377"/>
                      <a:pt x="218785" y="440694"/>
                      <a:pt x="216060" y="440433"/>
                    </a:cubicBezTo>
                    <a:lnTo>
                      <a:pt x="77723" y="426221"/>
                    </a:lnTo>
                    <a:lnTo>
                      <a:pt x="29221" y="559473"/>
                    </a:lnTo>
                    <a:lnTo>
                      <a:pt x="143697" y="637702"/>
                    </a:lnTo>
                    <a:cubicBezTo>
                      <a:pt x="146018" y="639228"/>
                      <a:pt x="147204" y="642005"/>
                      <a:pt x="146696" y="644743"/>
                    </a:cubicBezTo>
                    <a:cubicBezTo>
                      <a:pt x="141115" y="677873"/>
                      <a:pt x="138273" y="711408"/>
                      <a:pt x="138221" y="745007"/>
                    </a:cubicBezTo>
                    <a:cubicBezTo>
                      <a:pt x="138221" y="758046"/>
                      <a:pt x="138221" y="771084"/>
                      <a:pt x="139916" y="787382"/>
                    </a:cubicBezTo>
                    <a:cubicBezTo>
                      <a:pt x="140033" y="790107"/>
                      <a:pt x="138625" y="792675"/>
                      <a:pt x="136265" y="794031"/>
                    </a:cubicBezTo>
                    <a:lnTo>
                      <a:pt x="15791" y="861309"/>
                    </a:lnTo>
                    <a:lnTo>
                      <a:pt x="52560" y="998211"/>
                    </a:lnTo>
                    <a:lnTo>
                      <a:pt x="189201" y="995734"/>
                    </a:lnTo>
                    <a:lnTo>
                      <a:pt x="189201" y="995734"/>
                    </a:lnTo>
                    <a:cubicBezTo>
                      <a:pt x="191939" y="995721"/>
                      <a:pt x="194429" y="997298"/>
                      <a:pt x="195590" y="999775"/>
                    </a:cubicBezTo>
                    <a:cubicBezTo>
                      <a:pt x="216203" y="1043532"/>
                      <a:pt x="242032" y="1084642"/>
                      <a:pt x="272515" y="1122205"/>
                    </a:cubicBezTo>
                    <a:cubicBezTo>
                      <a:pt x="274223" y="1124304"/>
                      <a:pt x="274575" y="1127186"/>
                      <a:pt x="273428" y="1129637"/>
                    </a:cubicBezTo>
                    <a:lnTo>
                      <a:pt x="214495" y="1251936"/>
                    </a:lnTo>
                    <a:lnTo>
                      <a:pt x="323104" y="1343204"/>
                    </a:lnTo>
                    <a:lnTo>
                      <a:pt x="432104" y="1264974"/>
                    </a:lnTo>
                    <a:cubicBezTo>
                      <a:pt x="434451" y="1263488"/>
                      <a:pt x="437449" y="1263488"/>
                      <a:pt x="439796" y="1264974"/>
                    </a:cubicBezTo>
                    <a:cubicBezTo>
                      <a:pt x="482288" y="1289382"/>
                      <a:pt x="527609" y="1308522"/>
                      <a:pt x="574743" y="1321951"/>
                    </a:cubicBezTo>
                    <a:cubicBezTo>
                      <a:pt x="577389" y="1322669"/>
                      <a:pt x="579371" y="1324859"/>
                      <a:pt x="579828" y="1327558"/>
                    </a:cubicBezTo>
                    <a:close/>
                    <a:moveTo>
                      <a:pt x="738504" y="1132766"/>
                    </a:moveTo>
                    <a:cubicBezTo>
                      <a:pt x="523985" y="1132688"/>
                      <a:pt x="350145" y="958744"/>
                      <a:pt x="350224" y="744225"/>
                    </a:cubicBezTo>
                    <a:cubicBezTo>
                      <a:pt x="350302" y="529706"/>
                      <a:pt x="524245" y="355867"/>
                      <a:pt x="738764" y="355945"/>
                    </a:cubicBezTo>
                    <a:cubicBezTo>
                      <a:pt x="953231" y="356023"/>
                      <a:pt x="1127044" y="529889"/>
                      <a:pt x="1127044" y="744356"/>
                    </a:cubicBezTo>
                    <a:cubicBezTo>
                      <a:pt x="1126679" y="958744"/>
                      <a:pt x="952892" y="1132414"/>
                      <a:pt x="738504" y="1132636"/>
                    </a:cubicBezTo>
                    <a:close/>
                    <a:moveTo>
                      <a:pt x="738504" y="370026"/>
                    </a:moveTo>
                    <a:cubicBezTo>
                      <a:pt x="531769" y="370026"/>
                      <a:pt x="364174" y="537621"/>
                      <a:pt x="364174" y="744356"/>
                    </a:cubicBezTo>
                    <a:cubicBezTo>
                      <a:pt x="364174" y="951090"/>
                      <a:pt x="531769" y="1118685"/>
                      <a:pt x="738504" y="1118685"/>
                    </a:cubicBezTo>
                    <a:cubicBezTo>
                      <a:pt x="945238" y="1118685"/>
                      <a:pt x="1112833" y="951090"/>
                      <a:pt x="1112833" y="744356"/>
                    </a:cubicBezTo>
                    <a:cubicBezTo>
                      <a:pt x="1112689" y="537660"/>
                      <a:pt x="945199" y="370118"/>
                      <a:pt x="738504" y="3698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6" name="Google Shape;256;g3b3a45db5ed_1_3137"/>
              <p:cNvSpPr/>
              <p:nvPr/>
            </p:nvSpPr>
            <p:spPr>
              <a:xfrm>
                <a:off x="6160586" y="2392657"/>
                <a:ext cx="73464" cy="173729"/>
              </a:xfrm>
              <a:custGeom>
                <a:rect b="b" l="l" r="r" t="t"/>
                <a:pathLst>
                  <a:path extrusionOk="0" h="173729" w="73464">
                    <a:moveTo>
                      <a:pt x="52408" y="173729"/>
                    </a:moveTo>
                    <a:cubicBezTo>
                      <a:pt x="43229" y="173703"/>
                      <a:pt x="35106" y="167745"/>
                      <a:pt x="32329" y="158996"/>
                    </a:cubicBezTo>
                    <a:cubicBezTo>
                      <a:pt x="18196" y="115031"/>
                      <a:pt x="7465" y="70049"/>
                      <a:pt x="255" y="24441"/>
                    </a:cubicBezTo>
                    <a:cubicBezTo>
                      <a:pt x="-1544" y="12889"/>
                      <a:pt x="6370" y="2054"/>
                      <a:pt x="17922" y="255"/>
                    </a:cubicBezTo>
                    <a:cubicBezTo>
                      <a:pt x="29474" y="-1544"/>
                      <a:pt x="40309" y="6370"/>
                      <a:pt x="42108" y="17922"/>
                    </a:cubicBezTo>
                    <a:cubicBezTo>
                      <a:pt x="49005" y="61352"/>
                      <a:pt x="59201" y="104209"/>
                      <a:pt x="72618" y="146088"/>
                    </a:cubicBezTo>
                    <a:cubicBezTo>
                      <a:pt x="75799" y="157040"/>
                      <a:pt x="69749" y="168553"/>
                      <a:pt x="58927" y="172165"/>
                    </a:cubicBezTo>
                    <a:cubicBezTo>
                      <a:pt x="56867" y="173064"/>
                      <a:pt x="54651" y="173599"/>
                      <a:pt x="52408" y="173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7" name="Google Shape;257;g3b3a45db5ed_1_3137"/>
              <p:cNvSpPr/>
              <p:nvPr/>
            </p:nvSpPr>
            <p:spPr>
              <a:xfrm>
                <a:off x="6150150" y="1372824"/>
                <a:ext cx="1592671" cy="947920"/>
              </a:xfrm>
              <a:custGeom>
                <a:rect b="b" l="l" r="r" t="t"/>
                <a:pathLst>
                  <a:path extrusionOk="0" h="947920" w="1592671">
                    <a:moveTo>
                      <a:pt x="21252" y="947921"/>
                    </a:moveTo>
                    <a:cubicBezTo>
                      <a:pt x="9766" y="947921"/>
                      <a:pt x="352" y="938807"/>
                      <a:pt x="0" y="927321"/>
                    </a:cubicBezTo>
                    <a:cubicBezTo>
                      <a:pt x="0" y="919106"/>
                      <a:pt x="0" y="910892"/>
                      <a:pt x="0" y="902678"/>
                    </a:cubicBezTo>
                    <a:cubicBezTo>
                      <a:pt x="117" y="404016"/>
                      <a:pt x="404461" y="-123"/>
                      <a:pt x="903123" y="0"/>
                    </a:cubicBezTo>
                    <a:cubicBezTo>
                      <a:pt x="1166144" y="65"/>
                      <a:pt x="1416062" y="114814"/>
                      <a:pt x="1587541" y="314261"/>
                    </a:cubicBezTo>
                    <a:cubicBezTo>
                      <a:pt x="1595168" y="323114"/>
                      <a:pt x="1594178" y="336491"/>
                      <a:pt x="1585325" y="344118"/>
                    </a:cubicBezTo>
                    <a:cubicBezTo>
                      <a:pt x="1576472" y="351746"/>
                      <a:pt x="1563094" y="350755"/>
                      <a:pt x="1555467" y="341902"/>
                    </a:cubicBezTo>
                    <a:cubicBezTo>
                      <a:pt x="1245834" y="-18645"/>
                      <a:pt x="702542" y="-59916"/>
                      <a:pt x="341994" y="249721"/>
                    </a:cubicBezTo>
                    <a:cubicBezTo>
                      <a:pt x="151635" y="413195"/>
                      <a:pt x="42114" y="651626"/>
                      <a:pt x="42114" y="902548"/>
                    </a:cubicBezTo>
                    <a:cubicBezTo>
                      <a:pt x="42114" y="910371"/>
                      <a:pt x="42114" y="918194"/>
                      <a:pt x="42114" y="926017"/>
                    </a:cubicBezTo>
                    <a:cubicBezTo>
                      <a:pt x="42479" y="937673"/>
                      <a:pt x="33326" y="947426"/>
                      <a:pt x="21657" y="947791"/>
                    </a:cubicBezTo>
                    <a:cubicBezTo>
                      <a:pt x="21617" y="947791"/>
                      <a:pt x="21565" y="947791"/>
                      <a:pt x="21513" y="94779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58" name="Google Shape;258;g3b3a45db5ed_1_3137"/>
              <p:cNvSpPr/>
              <p:nvPr/>
            </p:nvSpPr>
            <p:spPr>
              <a:xfrm>
                <a:off x="7625432" y="1620850"/>
                <a:ext cx="178754" cy="192966"/>
              </a:xfrm>
              <a:custGeom>
                <a:rect b="b" l="l" r="r" t="t"/>
                <a:pathLst>
                  <a:path extrusionOk="0" h="192966" w="178754">
                    <a:moveTo>
                      <a:pt x="155416" y="0"/>
                    </a:moveTo>
                    <a:lnTo>
                      <a:pt x="178755" y="192967"/>
                    </a:lnTo>
                    <a:lnTo>
                      <a:pt x="0" y="116823"/>
                    </a:lnTo>
                    <a:lnTo>
                      <a:pt x="155416" y="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59" name="Google Shape;259;g3b3a45db5ed_1_3137"/>
            <p:cNvGrpSpPr/>
            <p:nvPr/>
          </p:nvGrpSpPr>
          <p:grpSpPr>
            <a:xfrm>
              <a:off x="7567967" y="2334044"/>
              <a:ext cx="1372636" cy="1390272"/>
              <a:chOff x="7567967" y="2334044"/>
              <a:chExt cx="1372636" cy="1390272"/>
            </a:xfrm>
          </p:grpSpPr>
          <p:sp>
            <p:nvSpPr>
              <p:cNvPr id="260" name="Google Shape;260;g3b3a45db5ed_1_3137"/>
              <p:cNvSpPr/>
              <p:nvPr/>
            </p:nvSpPr>
            <p:spPr>
              <a:xfrm>
                <a:off x="7574582" y="2341867"/>
                <a:ext cx="1224816" cy="1222599"/>
              </a:xfrm>
              <a:custGeom>
                <a:rect b="b" l="l" r="r" t="t"/>
                <a:pathLst>
                  <a:path extrusionOk="0" h="1222599" w="1224816">
                    <a:moveTo>
                      <a:pt x="1117772" y="613712"/>
                    </a:moveTo>
                    <a:lnTo>
                      <a:pt x="1224816" y="581768"/>
                    </a:lnTo>
                    <a:lnTo>
                      <a:pt x="1197175" y="425309"/>
                    </a:lnTo>
                    <a:lnTo>
                      <a:pt x="1084916" y="432089"/>
                    </a:lnTo>
                    <a:cubicBezTo>
                      <a:pt x="1070260" y="393548"/>
                      <a:pt x="1050951" y="356949"/>
                      <a:pt x="1027417" y="323089"/>
                    </a:cubicBezTo>
                    <a:lnTo>
                      <a:pt x="1097954" y="234168"/>
                    </a:lnTo>
                    <a:lnTo>
                      <a:pt x="985564" y="122299"/>
                    </a:lnTo>
                    <a:lnTo>
                      <a:pt x="895861" y="193488"/>
                    </a:lnTo>
                    <a:cubicBezTo>
                      <a:pt x="837788" y="154243"/>
                      <a:pt x="772153" y="127593"/>
                      <a:pt x="703155" y="115259"/>
                    </a:cubicBezTo>
                    <a:lnTo>
                      <a:pt x="690117" y="0"/>
                    </a:lnTo>
                    <a:lnTo>
                      <a:pt x="531049" y="0"/>
                    </a:lnTo>
                    <a:lnTo>
                      <a:pt x="518011" y="116041"/>
                    </a:lnTo>
                    <a:cubicBezTo>
                      <a:pt x="478584" y="123525"/>
                      <a:pt x="440199" y="135703"/>
                      <a:pt x="403666" y="152287"/>
                    </a:cubicBezTo>
                    <a:lnTo>
                      <a:pt x="325436" y="64540"/>
                    </a:lnTo>
                    <a:lnTo>
                      <a:pt x="195053" y="155808"/>
                    </a:lnTo>
                    <a:lnTo>
                      <a:pt x="250987" y="259201"/>
                    </a:lnTo>
                    <a:cubicBezTo>
                      <a:pt x="222994" y="287755"/>
                      <a:pt x="198482" y="319529"/>
                      <a:pt x="177973" y="353859"/>
                    </a:cubicBezTo>
                    <a:lnTo>
                      <a:pt x="63757" y="326609"/>
                    </a:lnTo>
                    <a:lnTo>
                      <a:pt x="9779" y="474333"/>
                    </a:lnTo>
                    <a:lnTo>
                      <a:pt x="114085" y="526486"/>
                    </a:lnTo>
                    <a:cubicBezTo>
                      <a:pt x="109313" y="554349"/>
                      <a:pt x="106914" y="582577"/>
                      <a:pt x="106914" y="610844"/>
                    </a:cubicBezTo>
                    <a:cubicBezTo>
                      <a:pt x="106914" y="622839"/>
                      <a:pt x="106914" y="634704"/>
                      <a:pt x="108348" y="646569"/>
                    </a:cubicBezTo>
                    <a:lnTo>
                      <a:pt x="0" y="689334"/>
                    </a:lnTo>
                    <a:lnTo>
                      <a:pt x="41071" y="842795"/>
                    </a:lnTo>
                    <a:lnTo>
                      <a:pt x="154895" y="825975"/>
                    </a:lnTo>
                    <a:cubicBezTo>
                      <a:pt x="172379" y="862822"/>
                      <a:pt x="194271" y="897412"/>
                      <a:pt x="220086" y="928978"/>
                    </a:cubicBezTo>
                    <a:lnTo>
                      <a:pt x="156981" y="1024548"/>
                    </a:lnTo>
                    <a:lnTo>
                      <a:pt x="278759" y="1126638"/>
                    </a:lnTo>
                    <a:lnTo>
                      <a:pt x="360900" y="1048408"/>
                    </a:lnTo>
                    <a:cubicBezTo>
                      <a:pt x="396690" y="1068996"/>
                      <a:pt x="434879" y="1085111"/>
                      <a:pt x="474594" y="1096389"/>
                    </a:cubicBezTo>
                    <a:lnTo>
                      <a:pt x="477592" y="1208779"/>
                    </a:lnTo>
                    <a:lnTo>
                      <a:pt x="635877" y="1222600"/>
                    </a:lnTo>
                    <a:lnTo>
                      <a:pt x="658303" y="1113469"/>
                    </a:lnTo>
                    <a:cubicBezTo>
                      <a:pt x="699817" y="1109845"/>
                      <a:pt x="740718" y="1101083"/>
                      <a:pt x="780081" y="1087393"/>
                    </a:cubicBezTo>
                    <a:lnTo>
                      <a:pt x="846185" y="1176444"/>
                    </a:lnTo>
                    <a:lnTo>
                      <a:pt x="983739" y="1097041"/>
                    </a:lnTo>
                    <a:lnTo>
                      <a:pt x="939800" y="995603"/>
                    </a:lnTo>
                    <a:cubicBezTo>
                      <a:pt x="971639" y="968419"/>
                      <a:pt x="1000050" y="937466"/>
                      <a:pt x="1024418" y="903423"/>
                    </a:cubicBezTo>
                    <a:lnTo>
                      <a:pt x="1129506" y="938365"/>
                    </a:lnTo>
                    <a:lnTo>
                      <a:pt x="1196654" y="794944"/>
                    </a:lnTo>
                    <a:lnTo>
                      <a:pt x="1101865" y="737315"/>
                    </a:lnTo>
                    <a:cubicBezTo>
                      <a:pt x="1112283" y="696935"/>
                      <a:pt x="1117629" y="655408"/>
                      <a:pt x="1117772" y="613712"/>
                    </a:cubicBezTo>
                    <a:close/>
                    <a:moveTo>
                      <a:pt x="929760" y="611496"/>
                    </a:moveTo>
                    <a:cubicBezTo>
                      <a:pt x="929760" y="786769"/>
                      <a:pt x="787682" y="928847"/>
                      <a:pt x="612408" y="928847"/>
                    </a:cubicBezTo>
                    <a:cubicBezTo>
                      <a:pt x="437135" y="928847"/>
                      <a:pt x="295056" y="786769"/>
                      <a:pt x="295056" y="611496"/>
                    </a:cubicBezTo>
                    <a:cubicBezTo>
                      <a:pt x="295056" y="436222"/>
                      <a:pt x="437135" y="294144"/>
                      <a:pt x="612408" y="294144"/>
                    </a:cubicBezTo>
                    <a:cubicBezTo>
                      <a:pt x="612448" y="294144"/>
                      <a:pt x="612500" y="294144"/>
                      <a:pt x="612539" y="294144"/>
                    </a:cubicBezTo>
                    <a:cubicBezTo>
                      <a:pt x="787734" y="294144"/>
                      <a:pt x="929760" y="436170"/>
                      <a:pt x="929760" y="611365"/>
                    </a:cubicBezTo>
                    <a:cubicBezTo>
                      <a:pt x="929760" y="611404"/>
                      <a:pt x="929760" y="611456"/>
                      <a:pt x="929760" y="61149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1" name="Google Shape;261;g3b3a45db5ed_1_3137"/>
              <p:cNvSpPr/>
              <p:nvPr/>
            </p:nvSpPr>
            <p:spPr>
              <a:xfrm>
                <a:off x="7567967" y="2334044"/>
                <a:ext cx="1238465" cy="1238383"/>
              </a:xfrm>
              <a:custGeom>
                <a:rect b="b" l="l" r="r" t="t"/>
                <a:pathLst>
                  <a:path extrusionOk="0" h="1238383" w="1238465">
                    <a:moveTo>
                      <a:pt x="642362" y="1238376"/>
                    </a:moveTo>
                    <a:lnTo>
                      <a:pt x="641710" y="1238376"/>
                    </a:lnTo>
                    <a:lnTo>
                      <a:pt x="483556" y="1225338"/>
                    </a:lnTo>
                    <a:cubicBezTo>
                      <a:pt x="479970" y="1225077"/>
                      <a:pt x="477154" y="1222157"/>
                      <a:pt x="477037" y="1218558"/>
                    </a:cubicBezTo>
                    <a:lnTo>
                      <a:pt x="474168" y="1111253"/>
                    </a:lnTo>
                    <a:cubicBezTo>
                      <a:pt x="437348" y="1100418"/>
                      <a:pt x="401884" y="1085463"/>
                      <a:pt x="368427" y="1066662"/>
                    </a:cubicBezTo>
                    <a:lnTo>
                      <a:pt x="290198" y="1140850"/>
                    </a:lnTo>
                    <a:cubicBezTo>
                      <a:pt x="287525" y="1143236"/>
                      <a:pt x="283483" y="1143236"/>
                      <a:pt x="280810" y="1140850"/>
                    </a:cubicBezTo>
                    <a:lnTo>
                      <a:pt x="159033" y="1038760"/>
                    </a:lnTo>
                    <a:cubicBezTo>
                      <a:pt x="156295" y="1036400"/>
                      <a:pt x="155734" y="1032384"/>
                      <a:pt x="157729" y="1029372"/>
                    </a:cubicBezTo>
                    <a:lnTo>
                      <a:pt x="217966" y="938104"/>
                    </a:lnTo>
                    <a:cubicBezTo>
                      <a:pt x="194471" y="908521"/>
                      <a:pt x="174313" y="876420"/>
                      <a:pt x="157859" y="842403"/>
                    </a:cubicBezTo>
                    <a:lnTo>
                      <a:pt x="49120" y="858571"/>
                    </a:lnTo>
                    <a:cubicBezTo>
                      <a:pt x="45548" y="859145"/>
                      <a:pt x="42144" y="856876"/>
                      <a:pt x="41297" y="853356"/>
                    </a:cubicBezTo>
                    <a:lnTo>
                      <a:pt x="226" y="699634"/>
                    </a:lnTo>
                    <a:cubicBezTo>
                      <a:pt x="-673" y="696166"/>
                      <a:pt x="1178" y="692567"/>
                      <a:pt x="4529" y="691290"/>
                    </a:cubicBezTo>
                    <a:lnTo>
                      <a:pt x="108053" y="650349"/>
                    </a:lnTo>
                    <a:cubicBezTo>
                      <a:pt x="107271" y="638745"/>
                      <a:pt x="107010" y="628836"/>
                      <a:pt x="107010" y="619318"/>
                    </a:cubicBezTo>
                    <a:cubicBezTo>
                      <a:pt x="107023" y="592381"/>
                      <a:pt x="109161" y="565483"/>
                      <a:pt x="113399" y="538872"/>
                    </a:cubicBezTo>
                    <a:lnTo>
                      <a:pt x="13265" y="488936"/>
                    </a:lnTo>
                    <a:cubicBezTo>
                      <a:pt x="10031" y="487358"/>
                      <a:pt x="8506" y="483590"/>
                      <a:pt x="9745" y="480200"/>
                    </a:cubicBezTo>
                    <a:lnTo>
                      <a:pt x="64114" y="330911"/>
                    </a:lnTo>
                    <a:cubicBezTo>
                      <a:pt x="65431" y="327587"/>
                      <a:pt x="68964" y="325709"/>
                      <a:pt x="72459" y="326479"/>
                    </a:cubicBezTo>
                    <a:lnTo>
                      <a:pt x="181589" y="352555"/>
                    </a:lnTo>
                    <a:cubicBezTo>
                      <a:pt x="200912" y="320950"/>
                      <a:pt x="223598" y="291523"/>
                      <a:pt x="249258" y="264807"/>
                    </a:cubicBezTo>
                    <a:lnTo>
                      <a:pt x="195801" y="165977"/>
                    </a:lnTo>
                    <a:cubicBezTo>
                      <a:pt x="194106" y="162809"/>
                      <a:pt x="195057" y="158884"/>
                      <a:pt x="198017" y="156851"/>
                    </a:cubicBezTo>
                    <a:lnTo>
                      <a:pt x="328400" y="65583"/>
                    </a:lnTo>
                    <a:cubicBezTo>
                      <a:pt x="331360" y="63496"/>
                      <a:pt x="335428" y="64005"/>
                      <a:pt x="337788" y="66756"/>
                    </a:cubicBezTo>
                    <a:lnTo>
                      <a:pt x="412106" y="150592"/>
                    </a:lnTo>
                    <a:cubicBezTo>
                      <a:pt x="446018" y="135585"/>
                      <a:pt x="481483" y="124346"/>
                      <a:pt x="517846" y="117084"/>
                    </a:cubicBezTo>
                    <a:lnTo>
                      <a:pt x="530885" y="6258"/>
                    </a:lnTo>
                    <a:cubicBezTo>
                      <a:pt x="531341" y="2712"/>
                      <a:pt x="534340" y="39"/>
                      <a:pt x="537925" y="0"/>
                    </a:cubicBezTo>
                    <a:lnTo>
                      <a:pt x="696862" y="0"/>
                    </a:lnTo>
                    <a:cubicBezTo>
                      <a:pt x="700408" y="39"/>
                      <a:pt x="703381" y="2725"/>
                      <a:pt x="703772" y="6258"/>
                    </a:cubicBezTo>
                    <a:lnTo>
                      <a:pt x="716810" y="116432"/>
                    </a:lnTo>
                    <a:cubicBezTo>
                      <a:pt x="783215" y="129027"/>
                      <a:pt x="846437" y="154790"/>
                      <a:pt x="902736" y="192184"/>
                    </a:cubicBezTo>
                    <a:lnTo>
                      <a:pt x="988398" y="124255"/>
                    </a:lnTo>
                    <a:cubicBezTo>
                      <a:pt x="991097" y="121921"/>
                      <a:pt x="995087" y="121921"/>
                      <a:pt x="997786" y="124255"/>
                    </a:cubicBezTo>
                    <a:lnTo>
                      <a:pt x="1110045" y="236645"/>
                    </a:lnTo>
                    <a:cubicBezTo>
                      <a:pt x="1112431" y="239318"/>
                      <a:pt x="1112431" y="243359"/>
                      <a:pt x="1110045" y="246032"/>
                    </a:cubicBezTo>
                    <a:lnTo>
                      <a:pt x="1042767" y="330781"/>
                    </a:lnTo>
                    <a:cubicBezTo>
                      <a:pt x="1064359" y="362438"/>
                      <a:pt x="1082339" y="396429"/>
                      <a:pt x="1096355" y="432089"/>
                    </a:cubicBezTo>
                    <a:lnTo>
                      <a:pt x="1203399" y="425700"/>
                    </a:lnTo>
                    <a:cubicBezTo>
                      <a:pt x="1206998" y="425504"/>
                      <a:pt x="1210179" y="428021"/>
                      <a:pt x="1210831" y="431567"/>
                    </a:cubicBezTo>
                    <a:lnTo>
                      <a:pt x="1238342" y="588026"/>
                    </a:lnTo>
                    <a:cubicBezTo>
                      <a:pt x="1239020" y="591560"/>
                      <a:pt x="1236856" y="595028"/>
                      <a:pt x="1233387" y="595980"/>
                    </a:cubicBezTo>
                    <a:lnTo>
                      <a:pt x="1131428" y="626359"/>
                    </a:lnTo>
                    <a:cubicBezTo>
                      <a:pt x="1130906" y="665161"/>
                      <a:pt x="1126004" y="703780"/>
                      <a:pt x="1116825" y="741487"/>
                    </a:cubicBezTo>
                    <a:lnTo>
                      <a:pt x="1206789" y="796769"/>
                    </a:lnTo>
                    <a:cubicBezTo>
                      <a:pt x="1209814" y="798673"/>
                      <a:pt x="1210987" y="802506"/>
                      <a:pt x="1209527" y="805766"/>
                    </a:cubicBezTo>
                    <a:lnTo>
                      <a:pt x="1142380" y="949187"/>
                    </a:lnTo>
                    <a:cubicBezTo>
                      <a:pt x="1140855" y="952407"/>
                      <a:pt x="1137191" y="954024"/>
                      <a:pt x="1133775" y="952968"/>
                    </a:cubicBezTo>
                    <a:lnTo>
                      <a:pt x="1033510" y="919590"/>
                    </a:lnTo>
                    <a:cubicBezTo>
                      <a:pt x="1010745" y="951038"/>
                      <a:pt x="984499" y="979814"/>
                      <a:pt x="955281" y="1005382"/>
                    </a:cubicBezTo>
                    <a:lnTo>
                      <a:pt x="997133" y="1102126"/>
                    </a:lnTo>
                    <a:cubicBezTo>
                      <a:pt x="998555" y="1105386"/>
                      <a:pt x="997316" y="1109180"/>
                      <a:pt x="994265" y="1110992"/>
                    </a:cubicBezTo>
                    <a:lnTo>
                      <a:pt x="856581" y="1190395"/>
                    </a:lnTo>
                    <a:cubicBezTo>
                      <a:pt x="853517" y="1192234"/>
                      <a:pt x="849566" y="1191438"/>
                      <a:pt x="847454" y="1188570"/>
                    </a:cubicBezTo>
                    <a:lnTo>
                      <a:pt x="784349" y="1103560"/>
                    </a:lnTo>
                    <a:cubicBezTo>
                      <a:pt x="747633" y="1116012"/>
                      <a:pt x="709626" y="1124239"/>
                      <a:pt x="671046" y="1128072"/>
                    </a:cubicBezTo>
                    <a:lnTo>
                      <a:pt x="649663" y="1232379"/>
                    </a:lnTo>
                    <a:cubicBezTo>
                      <a:pt x="649129" y="1235951"/>
                      <a:pt x="645974" y="1238546"/>
                      <a:pt x="642362" y="1238376"/>
                    </a:cubicBezTo>
                    <a:close/>
                    <a:moveTo>
                      <a:pt x="490988" y="1210865"/>
                    </a:moveTo>
                    <a:lnTo>
                      <a:pt x="636756" y="1223904"/>
                    </a:lnTo>
                    <a:lnTo>
                      <a:pt x="657747" y="1120901"/>
                    </a:lnTo>
                    <a:cubicBezTo>
                      <a:pt x="658425" y="1117837"/>
                      <a:pt x="661007" y="1115568"/>
                      <a:pt x="664136" y="1115295"/>
                    </a:cubicBezTo>
                    <a:cubicBezTo>
                      <a:pt x="705089" y="1111605"/>
                      <a:pt x="745416" y="1102843"/>
                      <a:pt x="784218" y="1089218"/>
                    </a:cubicBezTo>
                    <a:cubicBezTo>
                      <a:pt x="787165" y="1088201"/>
                      <a:pt x="790438" y="1089205"/>
                      <a:pt x="792302" y="1091695"/>
                    </a:cubicBezTo>
                    <a:lnTo>
                      <a:pt x="854625" y="1175662"/>
                    </a:lnTo>
                    <a:lnTo>
                      <a:pt x="981357" y="1102517"/>
                    </a:lnTo>
                    <a:lnTo>
                      <a:pt x="939765" y="1006816"/>
                    </a:lnTo>
                    <a:cubicBezTo>
                      <a:pt x="938605" y="1003935"/>
                      <a:pt x="939387" y="1000649"/>
                      <a:pt x="941721" y="998602"/>
                    </a:cubicBezTo>
                    <a:cubicBezTo>
                      <a:pt x="973221" y="971795"/>
                      <a:pt x="1001202" y="941129"/>
                      <a:pt x="1025036" y="907334"/>
                    </a:cubicBezTo>
                    <a:cubicBezTo>
                      <a:pt x="1026913" y="904857"/>
                      <a:pt x="1030147" y="903814"/>
                      <a:pt x="1033119" y="904726"/>
                    </a:cubicBezTo>
                    <a:lnTo>
                      <a:pt x="1132210" y="937844"/>
                    </a:lnTo>
                    <a:lnTo>
                      <a:pt x="1194012" y="805244"/>
                    </a:lnTo>
                    <a:lnTo>
                      <a:pt x="1104960" y="750484"/>
                    </a:lnTo>
                    <a:cubicBezTo>
                      <a:pt x="1102339" y="748828"/>
                      <a:pt x="1101075" y="745672"/>
                      <a:pt x="1101831" y="742660"/>
                    </a:cubicBezTo>
                    <a:cubicBezTo>
                      <a:pt x="1112040" y="702829"/>
                      <a:pt x="1117255" y="661875"/>
                      <a:pt x="1117346" y="620753"/>
                    </a:cubicBezTo>
                    <a:cubicBezTo>
                      <a:pt x="1117360" y="617649"/>
                      <a:pt x="1119433" y="614924"/>
                      <a:pt x="1122432" y="614103"/>
                    </a:cubicBezTo>
                    <a:lnTo>
                      <a:pt x="1223348" y="583985"/>
                    </a:lnTo>
                    <a:lnTo>
                      <a:pt x="1197923" y="439912"/>
                    </a:lnTo>
                    <a:lnTo>
                      <a:pt x="1092052" y="446300"/>
                    </a:lnTo>
                    <a:cubicBezTo>
                      <a:pt x="1088949" y="446535"/>
                      <a:pt x="1086055" y="444671"/>
                      <a:pt x="1085012" y="441737"/>
                    </a:cubicBezTo>
                    <a:cubicBezTo>
                      <a:pt x="1070539" y="403756"/>
                      <a:pt x="1051490" y="367680"/>
                      <a:pt x="1028295" y="334302"/>
                    </a:cubicBezTo>
                    <a:cubicBezTo>
                      <a:pt x="1026431" y="331837"/>
                      <a:pt x="1026431" y="328421"/>
                      <a:pt x="1028295" y="325957"/>
                    </a:cubicBezTo>
                    <a:lnTo>
                      <a:pt x="1094790" y="241990"/>
                    </a:lnTo>
                    <a:lnTo>
                      <a:pt x="991136" y="139118"/>
                    </a:lnTo>
                    <a:lnTo>
                      <a:pt x="906387" y="206396"/>
                    </a:lnTo>
                    <a:cubicBezTo>
                      <a:pt x="903923" y="208260"/>
                      <a:pt x="900507" y="208260"/>
                      <a:pt x="898042" y="206396"/>
                    </a:cubicBezTo>
                    <a:cubicBezTo>
                      <a:pt x="840857" y="167529"/>
                      <a:pt x="776135" y="141139"/>
                      <a:pt x="708075" y="128949"/>
                    </a:cubicBezTo>
                    <a:cubicBezTo>
                      <a:pt x="705024" y="128388"/>
                      <a:pt x="702690" y="125911"/>
                      <a:pt x="702338" y="122821"/>
                    </a:cubicBezTo>
                    <a:lnTo>
                      <a:pt x="689300" y="13690"/>
                    </a:lnTo>
                    <a:lnTo>
                      <a:pt x="543923" y="13690"/>
                    </a:lnTo>
                    <a:lnTo>
                      <a:pt x="530885" y="123473"/>
                    </a:lnTo>
                    <a:cubicBezTo>
                      <a:pt x="530637" y="126549"/>
                      <a:pt x="528329" y="129079"/>
                      <a:pt x="525278" y="129601"/>
                    </a:cubicBezTo>
                    <a:cubicBezTo>
                      <a:pt x="486437" y="137019"/>
                      <a:pt x="448613" y="149054"/>
                      <a:pt x="412627" y="165456"/>
                    </a:cubicBezTo>
                    <a:cubicBezTo>
                      <a:pt x="409785" y="166681"/>
                      <a:pt x="406473" y="165951"/>
                      <a:pt x="404413" y="163630"/>
                    </a:cubicBezTo>
                    <a:lnTo>
                      <a:pt x="330747" y="80707"/>
                    </a:lnTo>
                    <a:lnTo>
                      <a:pt x="210925" y="164543"/>
                    </a:lnTo>
                    <a:lnTo>
                      <a:pt x="263861" y="262330"/>
                    </a:lnTo>
                    <a:cubicBezTo>
                      <a:pt x="265282" y="265081"/>
                      <a:pt x="264812" y="268419"/>
                      <a:pt x="262687" y="270675"/>
                    </a:cubicBezTo>
                    <a:cubicBezTo>
                      <a:pt x="235059" y="298811"/>
                      <a:pt x="210899" y="330155"/>
                      <a:pt x="190716" y="364029"/>
                    </a:cubicBezTo>
                    <a:cubicBezTo>
                      <a:pt x="189047" y="366636"/>
                      <a:pt x="185931" y="367940"/>
                      <a:pt x="182893" y="367288"/>
                    </a:cubicBezTo>
                    <a:lnTo>
                      <a:pt x="74805" y="341212"/>
                    </a:lnTo>
                    <a:lnTo>
                      <a:pt x="24869" y="478635"/>
                    </a:lnTo>
                    <a:lnTo>
                      <a:pt x="123699" y="528050"/>
                    </a:lnTo>
                    <a:cubicBezTo>
                      <a:pt x="126463" y="529485"/>
                      <a:pt x="128001" y="532536"/>
                      <a:pt x="127480" y="535613"/>
                    </a:cubicBezTo>
                    <a:cubicBezTo>
                      <a:pt x="122826" y="563097"/>
                      <a:pt x="120465" y="590921"/>
                      <a:pt x="120439" y="618797"/>
                    </a:cubicBezTo>
                    <a:cubicBezTo>
                      <a:pt x="120439" y="629358"/>
                      <a:pt x="120439" y="640571"/>
                      <a:pt x="121873" y="654000"/>
                    </a:cubicBezTo>
                    <a:cubicBezTo>
                      <a:pt x="122043" y="657051"/>
                      <a:pt x="120270" y="659880"/>
                      <a:pt x="117440" y="661041"/>
                    </a:cubicBezTo>
                    <a:lnTo>
                      <a:pt x="14960" y="701590"/>
                    </a:lnTo>
                    <a:lnTo>
                      <a:pt x="52771" y="842795"/>
                    </a:lnTo>
                    <a:lnTo>
                      <a:pt x="160337" y="826888"/>
                    </a:lnTo>
                    <a:cubicBezTo>
                      <a:pt x="163440" y="826431"/>
                      <a:pt x="166465" y="828074"/>
                      <a:pt x="167768" y="830930"/>
                    </a:cubicBezTo>
                    <a:cubicBezTo>
                      <a:pt x="184927" y="867215"/>
                      <a:pt x="206375" y="901310"/>
                      <a:pt x="231656" y="932498"/>
                    </a:cubicBezTo>
                    <a:cubicBezTo>
                      <a:pt x="233482" y="934975"/>
                      <a:pt x="233482" y="938365"/>
                      <a:pt x="231656" y="940842"/>
                    </a:cubicBezTo>
                    <a:lnTo>
                      <a:pt x="172071" y="1031198"/>
                    </a:lnTo>
                    <a:lnTo>
                      <a:pt x="284070" y="1125204"/>
                    </a:lnTo>
                    <a:lnTo>
                      <a:pt x="362299" y="1051798"/>
                    </a:lnTo>
                    <a:cubicBezTo>
                      <a:pt x="364529" y="1049608"/>
                      <a:pt x="367945" y="1049178"/>
                      <a:pt x="370644" y="1050755"/>
                    </a:cubicBezTo>
                    <a:cubicBezTo>
                      <a:pt x="405873" y="1071095"/>
                      <a:pt x="443502" y="1087002"/>
                      <a:pt x="482643" y="1098084"/>
                    </a:cubicBezTo>
                    <a:cubicBezTo>
                      <a:pt x="485616" y="1098879"/>
                      <a:pt x="487741" y="1101526"/>
                      <a:pt x="487858" y="1104603"/>
                    </a:cubicBezTo>
                    <a:close/>
                    <a:moveTo>
                      <a:pt x="619154" y="943320"/>
                    </a:moveTo>
                    <a:cubicBezTo>
                      <a:pt x="439995" y="943320"/>
                      <a:pt x="294761" y="798086"/>
                      <a:pt x="294761" y="618927"/>
                    </a:cubicBezTo>
                    <a:cubicBezTo>
                      <a:pt x="294761" y="439768"/>
                      <a:pt x="439995" y="294535"/>
                      <a:pt x="619154" y="294535"/>
                    </a:cubicBezTo>
                    <a:cubicBezTo>
                      <a:pt x="798313" y="294535"/>
                      <a:pt x="943546" y="439768"/>
                      <a:pt x="943546" y="618927"/>
                    </a:cubicBezTo>
                    <a:cubicBezTo>
                      <a:pt x="943546" y="798151"/>
                      <a:pt x="798378" y="943489"/>
                      <a:pt x="619154" y="943711"/>
                    </a:cubicBezTo>
                    <a:close/>
                    <a:moveTo>
                      <a:pt x="619154" y="308616"/>
                    </a:moveTo>
                    <a:cubicBezTo>
                      <a:pt x="447778" y="308538"/>
                      <a:pt x="308790" y="447422"/>
                      <a:pt x="308712" y="618797"/>
                    </a:cubicBezTo>
                    <a:cubicBezTo>
                      <a:pt x="308634" y="790172"/>
                      <a:pt x="447518" y="929160"/>
                      <a:pt x="618893" y="929238"/>
                    </a:cubicBezTo>
                    <a:cubicBezTo>
                      <a:pt x="790268" y="929317"/>
                      <a:pt x="929256" y="790433"/>
                      <a:pt x="929335" y="619058"/>
                    </a:cubicBezTo>
                    <a:cubicBezTo>
                      <a:pt x="929335" y="619018"/>
                      <a:pt x="929335" y="618966"/>
                      <a:pt x="929335" y="618927"/>
                    </a:cubicBezTo>
                    <a:cubicBezTo>
                      <a:pt x="928904" y="447839"/>
                      <a:pt x="790242" y="309294"/>
                      <a:pt x="619154" y="3090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2" name="Google Shape;262;g3b3a45db5ed_1_3137"/>
              <p:cNvSpPr/>
              <p:nvPr/>
            </p:nvSpPr>
            <p:spPr>
              <a:xfrm>
                <a:off x="7694039" y="2627918"/>
                <a:ext cx="1244319" cy="1096398"/>
              </a:xfrm>
              <a:custGeom>
                <a:rect b="b" l="l" r="r" t="t"/>
                <a:pathLst>
                  <a:path extrusionOk="0" h="1096398" w="1244319">
                    <a:moveTo>
                      <a:pt x="487996" y="1096398"/>
                    </a:moveTo>
                    <a:cubicBezTo>
                      <a:pt x="312697" y="1095968"/>
                      <a:pt x="142964" y="1034832"/>
                      <a:pt x="7666" y="923380"/>
                    </a:cubicBezTo>
                    <a:cubicBezTo>
                      <a:pt x="-1330" y="915923"/>
                      <a:pt x="-2595" y="902584"/>
                      <a:pt x="4863" y="893588"/>
                    </a:cubicBezTo>
                    <a:cubicBezTo>
                      <a:pt x="12321" y="884591"/>
                      <a:pt x="25659" y="883327"/>
                      <a:pt x="34655" y="890785"/>
                    </a:cubicBezTo>
                    <a:cubicBezTo>
                      <a:pt x="338121" y="1141667"/>
                      <a:pt x="787512" y="1099045"/>
                      <a:pt x="1038395" y="795579"/>
                    </a:cubicBezTo>
                    <a:cubicBezTo>
                      <a:pt x="1215820" y="580969"/>
                      <a:pt x="1252066" y="282679"/>
                      <a:pt x="1131175" y="31823"/>
                    </a:cubicBezTo>
                    <a:cubicBezTo>
                      <a:pt x="1125334" y="21640"/>
                      <a:pt x="1128867" y="8654"/>
                      <a:pt x="1139050" y="2812"/>
                    </a:cubicBezTo>
                    <a:cubicBezTo>
                      <a:pt x="1149233" y="-3016"/>
                      <a:pt x="1162219" y="505"/>
                      <a:pt x="1168060" y="10688"/>
                    </a:cubicBezTo>
                    <a:cubicBezTo>
                      <a:pt x="1168556" y="11574"/>
                      <a:pt x="1168999" y="12487"/>
                      <a:pt x="1169377" y="13439"/>
                    </a:cubicBezTo>
                    <a:cubicBezTo>
                      <a:pt x="1350335" y="389293"/>
                      <a:pt x="1192338" y="840679"/>
                      <a:pt x="816496" y="1021624"/>
                    </a:cubicBezTo>
                    <a:cubicBezTo>
                      <a:pt x="714015" y="1070961"/>
                      <a:pt x="601729" y="1096529"/>
                      <a:pt x="487996" y="109639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3" name="Google Shape;263;g3b3a45db5ed_1_3137"/>
              <p:cNvSpPr/>
              <p:nvPr/>
            </p:nvSpPr>
            <p:spPr>
              <a:xfrm>
                <a:off x="8772018" y="2530792"/>
                <a:ext cx="168585" cy="194400"/>
              </a:xfrm>
              <a:custGeom>
                <a:rect b="b" l="l" r="r" t="t"/>
                <a:pathLst>
                  <a:path extrusionOk="0" h="194400" w="168585">
                    <a:moveTo>
                      <a:pt x="652" y="194401"/>
                    </a:moveTo>
                    <a:lnTo>
                      <a:pt x="0" y="0"/>
                    </a:lnTo>
                    <a:lnTo>
                      <a:pt x="168585" y="96614"/>
                    </a:lnTo>
                    <a:lnTo>
                      <a:pt x="652" y="19440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64" name="Google Shape;264;g3b3a45db5ed_1_3137"/>
            <p:cNvGrpSpPr/>
            <p:nvPr/>
          </p:nvGrpSpPr>
          <p:grpSpPr>
            <a:xfrm>
              <a:off x="5716757" y="2701775"/>
              <a:ext cx="2100989" cy="2869805"/>
              <a:chOff x="5716757" y="2701775"/>
              <a:chExt cx="2100989" cy="2869805"/>
            </a:xfrm>
          </p:grpSpPr>
          <p:sp>
            <p:nvSpPr>
              <p:cNvPr id="265" name="Google Shape;265;g3b3a45db5ed_1_3137"/>
              <p:cNvSpPr/>
              <p:nvPr/>
            </p:nvSpPr>
            <p:spPr>
              <a:xfrm>
                <a:off x="5716757" y="5232585"/>
                <a:ext cx="1347376" cy="338995"/>
              </a:xfrm>
              <a:custGeom>
                <a:rect b="b" l="l" r="r" t="t"/>
                <a:pathLst>
                  <a:path extrusionOk="0" h="338995" w="1347376">
                    <a:moveTo>
                      <a:pt x="1347376" y="169497"/>
                    </a:moveTo>
                    <a:cubicBezTo>
                      <a:pt x="1347376" y="263108"/>
                      <a:pt x="1045756" y="338995"/>
                      <a:pt x="673688" y="338995"/>
                    </a:cubicBezTo>
                    <a:cubicBezTo>
                      <a:pt x="301620" y="338995"/>
                      <a:pt x="0" y="263108"/>
                      <a:pt x="0" y="169497"/>
                    </a:cubicBezTo>
                    <a:cubicBezTo>
                      <a:pt x="0" y="75887"/>
                      <a:pt x="301621" y="0"/>
                      <a:pt x="673688" y="0"/>
                    </a:cubicBezTo>
                    <a:cubicBezTo>
                      <a:pt x="1045756" y="0"/>
                      <a:pt x="1347376" y="75887"/>
                      <a:pt x="1347376" y="16949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6" name="Google Shape;266;g3b3a45db5ed_1_3137"/>
              <p:cNvSpPr/>
              <p:nvPr/>
            </p:nvSpPr>
            <p:spPr>
              <a:xfrm>
                <a:off x="7044315" y="4907931"/>
                <a:ext cx="766259" cy="353076"/>
              </a:xfrm>
              <a:custGeom>
                <a:rect b="b" l="l" r="r" t="t"/>
                <a:pathLst>
                  <a:path extrusionOk="0" h="353076" w="766259">
                    <a:moveTo>
                      <a:pt x="765347" y="353077"/>
                    </a:moveTo>
                    <a:cubicBezTo>
                      <a:pt x="765347" y="345514"/>
                      <a:pt x="766260" y="337952"/>
                      <a:pt x="766260" y="330129"/>
                    </a:cubicBezTo>
                    <a:cubicBezTo>
                      <a:pt x="766260" y="147593"/>
                      <a:pt x="594806" y="0"/>
                      <a:pt x="383195" y="0"/>
                    </a:cubicBezTo>
                    <a:cubicBezTo>
                      <a:pt x="171584" y="0"/>
                      <a:pt x="0" y="147854"/>
                      <a:pt x="0" y="330129"/>
                    </a:cubicBezTo>
                    <a:cubicBezTo>
                      <a:pt x="0" y="337952"/>
                      <a:pt x="0" y="345514"/>
                      <a:pt x="1043" y="35307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7" name="Google Shape;267;g3b3a45db5ed_1_3137"/>
              <p:cNvSpPr/>
              <p:nvPr/>
            </p:nvSpPr>
            <p:spPr>
              <a:xfrm>
                <a:off x="7037275" y="4900891"/>
                <a:ext cx="780471" cy="367288"/>
              </a:xfrm>
              <a:custGeom>
                <a:rect b="b" l="l" r="r" t="t"/>
                <a:pathLst>
                  <a:path extrusionOk="0" h="367288" w="780471">
                    <a:moveTo>
                      <a:pt x="772388" y="367288"/>
                    </a:moveTo>
                    <a:lnTo>
                      <a:pt x="8084" y="367288"/>
                    </a:lnTo>
                    <a:cubicBezTo>
                      <a:pt x="4394" y="367301"/>
                      <a:pt x="1317" y="364446"/>
                      <a:pt x="1043" y="360769"/>
                    </a:cubicBezTo>
                    <a:cubicBezTo>
                      <a:pt x="391" y="35190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20"/>
                      <a:pt x="776052" y="367236"/>
                      <a:pt x="772388" y="367288"/>
                    </a:cubicBezTo>
                    <a:close/>
                    <a:moveTo>
                      <a:pt x="14603" y="353468"/>
                    </a:moveTo>
                    <a:lnTo>
                      <a:pt x="765608" y="353468"/>
                    </a:lnTo>
                    <a:cubicBezTo>
                      <a:pt x="765608" y="347731"/>
                      <a:pt x="765608" y="342516"/>
                      <a:pt x="765608" y="337561"/>
                    </a:cubicBezTo>
                    <a:cubicBezTo>
                      <a:pt x="765608" y="159458"/>
                      <a:pt x="596893" y="14472"/>
                      <a:pt x="389584" y="14472"/>
                    </a:cubicBezTo>
                    <a:cubicBezTo>
                      <a:pt x="182275" y="14472"/>
                      <a:pt x="13429" y="159458"/>
                      <a:pt x="13429" y="337561"/>
                    </a:cubicBezTo>
                    <a:cubicBezTo>
                      <a:pt x="14081" y="342255"/>
                      <a:pt x="14342" y="347340"/>
                      <a:pt x="14603" y="35346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8" name="Google Shape;268;g3b3a45db5ed_1_3137"/>
              <p:cNvSpPr/>
              <p:nvPr/>
            </p:nvSpPr>
            <p:spPr>
              <a:xfrm>
                <a:off x="7044315" y="4939354"/>
                <a:ext cx="766259" cy="353076"/>
              </a:xfrm>
              <a:custGeom>
                <a:rect b="b" l="l" r="r" t="t"/>
                <a:pathLst>
                  <a:path extrusionOk="0" h="353076" w="766259">
                    <a:moveTo>
                      <a:pt x="765347" y="353077"/>
                    </a:moveTo>
                    <a:cubicBezTo>
                      <a:pt x="765347" y="345514"/>
                      <a:pt x="766260" y="337822"/>
                      <a:pt x="766260" y="330129"/>
                    </a:cubicBezTo>
                    <a:cubicBezTo>
                      <a:pt x="766260" y="147593"/>
                      <a:pt x="594806" y="0"/>
                      <a:pt x="383195" y="0"/>
                    </a:cubicBezTo>
                    <a:cubicBezTo>
                      <a:pt x="171584" y="0"/>
                      <a:pt x="0" y="147854"/>
                      <a:pt x="0" y="330129"/>
                    </a:cubicBezTo>
                    <a:cubicBezTo>
                      <a:pt x="0" y="337822"/>
                      <a:pt x="0" y="345514"/>
                      <a:pt x="104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9" name="Google Shape;269;g3b3a45db5ed_1_3137"/>
              <p:cNvSpPr/>
              <p:nvPr/>
            </p:nvSpPr>
            <p:spPr>
              <a:xfrm>
                <a:off x="7037275" y="4932313"/>
                <a:ext cx="780471" cy="367158"/>
              </a:xfrm>
              <a:custGeom>
                <a:rect b="b" l="l" r="r" t="t"/>
                <a:pathLst>
                  <a:path extrusionOk="0" h="367158" w="780471">
                    <a:moveTo>
                      <a:pt x="772388" y="367158"/>
                    </a:moveTo>
                    <a:lnTo>
                      <a:pt x="8084" y="367158"/>
                    </a:lnTo>
                    <a:cubicBezTo>
                      <a:pt x="4433" y="367171"/>
                      <a:pt x="1382" y="364407"/>
                      <a:pt x="1043" y="360769"/>
                    </a:cubicBezTo>
                    <a:cubicBezTo>
                      <a:pt x="391" y="35177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07"/>
                      <a:pt x="776038" y="367171"/>
                      <a:pt x="772388" y="367158"/>
                    </a:cubicBezTo>
                    <a:close/>
                    <a:moveTo>
                      <a:pt x="14603" y="353077"/>
                    </a:moveTo>
                    <a:lnTo>
                      <a:pt x="765608" y="353077"/>
                    </a:lnTo>
                    <a:cubicBezTo>
                      <a:pt x="765608" y="347340"/>
                      <a:pt x="765608" y="342125"/>
                      <a:pt x="765608" y="337170"/>
                    </a:cubicBezTo>
                    <a:cubicBezTo>
                      <a:pt x="765608" y="159067"/>
                      <a:pt x="596893" y="14082"/>
                      <a:pt x="389584" y="14082"/>
                    </a:cubicBezTo>
                    <a:cubicBezTo>
                      <a:pt x="182275" y="14082"/>
                      <a:pt x="13429" y="159067"/>
                      <a:pt x="13429" y="337170"/>
                    </a:cubicBezTo>
                    <a:cubicBezTo>
                      <a:pt x="14081" y="342125"/>
                      <a:pt x="14342" y="347340"/>
                      <a:pt x="1460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0" name="Google Shape;270;g3b3a45db5ed_1_3137"/>
              <p:cNvSpPr/>
              <p:nvPr/>
            </p:nvSpPr>
            <p:spPr>
              <a:xfrm>
                <a:off x="6559174" y="3157334"/>
                <a:ext cx="615784" cy="645539"/>
              </a:xfrm>
              <a:custGeom>
                <a:rect b="b" l="l" r="r" t="t"/>
                <a:pathLst>
                  <a:path extrusionOk="0" h="645539" w="615784">
                    <a:moveTo>
                      <a:pt x="45099" y="5033"/>
                    </a:moveTo>
                    <a:lnTo>
                      <a:pt x="308603" y="421606"/>
                    </a:lnTo>
                    <a:lnTo>
                      <a:pt x="598183" y="258627"/>
                    </a:lnTo>
                    <a:lnTo>
                      <a:pt x="615785" y="399962"/>
                    </a:lnTo>
                    <a:cubicBezTo>
                      <a:pt x="615785" y="399962"/>
                      <a:pt x="336896" y="619397"/>
                      <a:pt x="298042" y="636737"/>
                    </a:cubicBezTo>
                    <a:cubicBezTo>
                      <a:pt x="259188" y="654078"/>
                      <a:pt x="188520" y="643908"/>
                      <a:pt x="170919" y="622656"/>
                    </a:cubicBezTo>
                    <a:cubicBezTo>
                      <a:pt x="153317" y="601404"/>
                      <a:pt x="5072" y="76091"/>
                      <a:pt x="5072" y="76091"/>
                    </a:cubicBezTo>
                    <a:cubicBezTo>
                      <a:pt x="5072" y="76091"/>
                      <a:pt x="-21005" y="-23130"/>
                      <a:pt x="45099" y="503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 name="Google Shape;271;g3b3a45db5ed_1_3137"/>
              <p:cNvSpPr/>
              <p:nvPr/>
            </p:nvSpPr>
            <p:spPr>
              <a:xfrm>
                <a:off x="6552042" y="3149579"/>
                <a:ext cx="630022" cy="660808"/>
              </a:xfrm>
              <a:custGeom>
                <a:rect b="b" l="l" r="r" t="t"/>
                <a:pathLst>
                  <a:path extrusionOk="0" h="660808" w="630022">
                    <a:moveTo>
                      <a:pt x="255498" y="660790"/>
                    </a:moveTo>
                    <a:cubicBezTo>
                      <a:pt x="221338" y="660790"/>
                      <a:pt x="186004" y="651402"/>
                      <a:pt x="172575" y="634714"/>
                    </a:cubicBezTo>
                    <a:cubicBezTo>
                      <a:pt x="154452" y="612939"/>
                      <a:pt x="20418" y="139259"/>
                      <a:pt x="5294" y="84759"/>
                    </a:cubicBezTo>
                    <a:cubicBezTo>
                      <a:pt x="3599" y="78631"/>
                      <a:pt x="-9309" y="25695"/>
                      <a:pt x="12725" y="6529"/>
                    </a:cubicBezTo>
                    <a:cubicBezTo>
                      <a:pt x="22504" y="-1816"/>
                      <a:pt x="36716" y="-2207"/>
                      <a:pt x="54969" y="5616"/>
                    </a:cubicBezTo>
                    <a:cubicBezTo>
                      <a:pt x="56286" y="6151"/>
                      <a:pt x="57395" y="7116"/>
                      <a:pt x="58099" y="8354"/>
                    </a:cubicBezTo>
                    <a:lnTo>
                      <a:pt x="318082" y="419321"/>
                    </a:lnTo>
                    <a:lnTo>
                      <a:pt x="601795" y="260124"/>
                    </a:lnTo>
                    <a:cubicBezTo>
                      <a:pt x="603868" y="259015"/>
                      <a:pt x="606371" y="259015"/>
                      <a:pt x="608444" y="260124"/>
                    </a:cubicBezTo>
                    <a:cubicBezTo>
                      <a:pt x="610544" y="261219"/>
                      <a:pt x="612004" y="263253"/>
                      <a:pt x="612356" y="265600"/>
                    </a:cubicBezTo>
                    <a:lnTo>
                      <a:pt x="629958" y="406804"/>
                    </a:lnTo>
                    <a:cubicBezTo>
                      <a:pt x="630297" y="409242"/>
                      <a:pt x="629293" y="411681"/>
                      <a:pt x="627350" y="413193"/>
                    </a:cubicBezTo>
                    <a:cubicBezTo>
                      <a:pt x="615876" y="422190"/>
                      <a:pt x="347157" y="632888"/>
                      <a:pt x="308043" y="650751"/>
                    </a:cubicBezTo>
                    <a:cubicBezTo>
                      <a:pt x="291406" y="657674"/>
                      <a:pt x="273517" y="661090"/>
                      <a:pt x="255498" y="660790"/>
                    </a:cubicBezTo>
                    <a:close/>
                    <a:moveTo>
                      <a:pt x="31631" y="14743"/>
                    </a:moveTo>
                    <a:cubicBezTo>
                      <a:pt x="28150" y="14600"/>
                      <a:pt x="24721" y="15708"/>
                      <a:pt x="21983" y="17872"/>
                    </a:cubicBezTo>
                    <a:cubicBezTo>
                      <a:pt x="10378" y="27912"/>
                      <a:pt x="13899" y="62333"/>
                      <a:pt x="18853" y="81630"/>
                    </a:cubicBezTo>
                    <a:cubicBezTo>
                      <a:pt x="77917" y="291024"/>
                      <a:pt x="170489" y="609159"/>
                      <a:pt x="183527" y="626239"/>
                    </a:cubicBezTo>
                    <a:cubicBezTo>
                      <a:pt x="198912" y="644623"/>
                      <a:pt x="266450" y="654662"/>
                      <a:pt x="302175" y="638364"/>
                    </a:cubicBezTo>
                    <a:cubicBezTo>
                      <a:pt x="337900" y="622066"/>
                      <a:pt x="584584" y="429752"/>
                      <a:pt x="615094" y="405110"/>
                    </a:cubicBezTo>
                    <a:lnTo>
                      <a:pt x="599187" y="278247"/>
                    </a:lnTo>
                    <a:lnTo>
                      <a:pt x="319125" y="435880"/>
                    </a:lnTo>
                    <a:cubicBezTo>
                      <a:pt x="315839" y="437692"/>
                      <a:pt x="311706" y="436597"/>
                      <a:pt x="309738" y="433402"/>
                    </a:cubicBezTo>
                    <a:lnTo>
                      <a:pt x="47407" y="18655"/>
                    </a:lnTo>
                    <a:cubicBezTo>
                      <a:pt x="42426" y="16425"/>
                      <a:pt x="37081" y="15095"/>
                      <a:pt x="31631" y="14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 name="Google Shape;272;g3b3a45db5ed_1_3137"/>
              <p:cNvSpPr/>
              <p:nvPr/>
            </p:nvSpPr>
            <p:spPr>
              <a:xfrm>
                <a:off x="6941965" y="3352986"/>
                <a:ext cx="275368" cy="377849"/>
              </a:xfrm>
              <a:custGeom>
                <a:rect b="b" l="l" r="r" t="t"/>
                <a:pathLst>
                  <a:path extrusionOk="0" h="377849" w="275368">
                    <a:moveTo>
                      <a:pt x="201311" y="42374"/>
                    </a:moveTo>
                    <a:lnTo>
                      <a:pt x="0" y="169498"/>
                    </a:lnTo>
                    <a:lnTo>
                      <a:pt x="107044" y="377849"/>
                    </a:lnTo>
                    <a:lnTo>
                      <a:pt x="275368" y="194271"/>
                    </a:lnTo>
                    <a:lnTo>
                      <a:pt x="257767" y="0"/>
                    </a:lnTo>
                    <a:lnTo>
                      <a:pt x="201311" y="4237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 name="Google Shape;273;g3b3a45db5ed_1_3137"/>
              <p:cNvSpPr/>
              <p:nvPr/>
            </p:nvSpPr>
            <p:spPr>
              <a:xfrm>
                <a:off x="6934890" y="3346286"/>
                <a:ext cx="289538" cy="391606"/>
              </a:xfrm>
              <a:custGeom>
                <a:rect b="b" l="l" r="r" t="t"/>
                <a:pathLst>
                  <a:path extrusionOk="0" h="391606" w="289538">
                    <a:moveTo>
                      <a:pt x="114119" y="391590"/>
                    </a:moveTo>
                    <a:lnTo>
                      <a:pt x="113206" y="391590"/>
                    </a:lnTo>
                    <a:cubicBezTo>
                      <a:pt x="110951" y="391186"/>
                      <a:pt x="108995" y="389804"/>
                      <a:pt x="107861" y="387809"/>
                    </a:cubicBezTo>
                    <a:lnTo>
                      <a:pt x="816" y="179196"/>
                    </a:lnTo>
                    <a:cubicBezTo>
                      <a:pt x="-905" y="175937"/>
                      <a:pt x="177" y="171895"/>
                      <a:pt x="3293" y="169939"/>
                    </a:cubicBezTo>
                    <a:lnTo>
                      <a:pt x="204344" y="43598"/>
                    </a:lnTo>
                    <a:lnTo>
                      <a:pt x="260539" y="1485"/>
                    </a:lnTo>
                    <a:cubicBezTo>
                      <a:pt x="263603" y="-901"/>
                      <a:pt x="268036" y="-354"/>
                      <a:pt x="270422" y="2710"/>
                    </a:cubicBezTo>
                    <a:cubicBezTo>
                      <a:pt x="271256" y="3780"/>
                      <a:pt x="271765" y="5083"/>
                      <a:pt x="271882" y="6439"/>
                    </a:cubicBezTo>
                    <a:lnTo>
                      <a:pt x="289484" y="200710"/>
                    </a:lnTo>
                    <a:cubicBezTo>
                      <a:pt x="289745" y="202678"/>
                      <a:pt x="289067" y="204660"/>
                      <a:pt x="287659" y="206055"/>
                    </a:cubicBezTo>
                    <a:lnTo>
                      <a:pt x="119334" y="389765"/>
                    </a:lnTo>
                    <a:cubicBezTo>
                      <a:pt x="117913" y="391055"/>
                      <a:pt x="116036" y="391721"/>
                      <a:pt x="114119" y="391590"/>
                    </a:cubicBezTo>
                    <a:close/>
                    <a:moveTo>
                      <a:pt x="16332" y="178675"/>
                    </a:moveTo>
                    <a:lnTo>
                      <a:pt x="115814" y="372293"/>
                    </a:lnTo>
                    <a:lnTo>
                      <a:pt x="275142" y="198493"/>
                    </a:lnTo>
                    <a:lnTo>
                      <a:pt x="258974" y="19999"/>
                    </a:lnTo>
                    <a:lnTo>
                      <a:pt x="212558" y="54681"/>
                    </a:lnTo>
                    <a:lnTo>
                      <a:pt x="212558" y="54681"/>
                    </a:lnTo>
                    <a:close/>
                    <a:moveTo>
                      <a:pt x="208386" y="49074"/>
                    </a:moveTo>
                    <a:lnTo>
                      <a:pt x="208386" y="49074"/>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 name="Google Shape;274;g3b3a45db5ed_1_3137"/>
              <p:cNvSpPr/>
              <p:nvPr/>
            </p:nvSpPr>
            <p:spPr>
              <a:xfrm>
                <a:off x="6312607" y="3857958"/>
                <a:ext cx="720870" cy="1274753"/>
              </a:xfrm>
              <a:custGeom>
                <a:rect b="b" l="l" r="r" t="t"/>
                <a:pathLst>
                  <a:path extrusionOk="0" h="1274753" w="720870">
                    <a:moveTo>
                      <a:pt x="0" y="279280"/>
                    </a:moveTo>
                    <a:lnTo>
                      <a:pt x="491543" y="773301"/>
                    </a:lnTo>
                    <a:cubicBezTo>
                      <a:pt x="491543" y="773301"/>
                      <a:pt x="367940" y="889863"/>
                      <a:pt x="279671" y="988823"/>
                    </a:cubicBezTo>
                    <a:cubicBezTo>
                      <a:pt x="191402" y="1087784"/>
                      <a:pt x="46677" y="1214777"/>
                      <a:pt x="46677" y="1214777"/>
                    </a:cubicBezTo>
                    <a:lnTo>
                      <a:pt x="96092" y="1274753"/>
                    </a:lnTo>
                    <a:cubicBezTo>
                      <a:pt x="96092" y="1274753"/>
                      <a:pt x="668212" y="844490"/>
                      <a:pt x="695853" y="815675"/>
                    </a:cubicBezTo>
                    <a:cubicBezTo>
                      <a:pt x="723494" y="786860"/>
                      <a:pt x="724146" y="730926"/>
                      <a:pt x="717106" y="656869"/>
                    </a:cubicBezTo>
                    <a:cubicBezTo>
                      <a:pt x="710065" y="582811"/>
                      <a:pt x="501713" y="0"/>
                      <a:pt x="501713"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5" name="Google Shape;275;g3b3a45db5ed_1_3137"/>
              <p:cNvSpPr/>
              <p:nvPr/>
            </p:nvSpPr>
            <p:spPr>
              <a:xfrm>
                <a:off x="6305525" y="3851195"/>
                <a:ext cx="736305" cy="1288775"/>
              </a:xfrm>
              <a:custGeom>
                <a:rect b="b" l="l" r="r" t="t"/>
                <a:pathLst>
                  <a:path extrusionOk="0" h="1288775" w="736305">
                    <a:moveTo>
                      <a:pt x="103174" y="1288688"/>
                    </a:moveTo>
                    <a:cubicBezTo>
                      <a:pt x="101049" y="1288675"/>
                      <a:pt x="99054" y="1287723"/>
                      <a:pt x="97698" y="1286080"/>
                    </a:cubicBezTo>
                    <a:lnTo>
                      <a:pt x="48283" y="1225974"/>
                    </a:lnTo>
                    <a:cubicBezTo>
                      <a:pt x="45858" y="1223040"/>
                      <a:pt x="46197" y="1218711"/>
                      <a:pt x="49065" y="1216195"/>
                    </a:cubicBezTo>
                    <a:cubicBezTo>
                      <a:pt x="50500" y="1215021"/>
                      <a:pt x="194573" y="1088289"/>
                      <a:pt x="281538" y="990893"/>
                    </a:cubicBezTo>
                    <a:cubicBezTo>
                      <a:pt x="358725" y="904449"/>
                      <a:pt x="464074" y="803403"/>
                      <a:pt x="488586" y="779934"/>
                    </a:cubicBezTo>
                    <a:lnTo>
                      <a:pt x="2128" y="290998"/>
                    </a:lnTo>
                    <a:cubicBezTo>
                      <a:pt x="576" y="289460"/>
                      <a:pt x="-193" y="287308"/>
                      <a:pt x="42" y="285131"/>
                    </a:cubicBezTo>
                    <a:cubicBezTo>
                      <a:pt x="393" y="282928"/>
                      <a:pt x="1736" y="280998"/>
                      <a:pt x="3692" y="279916"/>
                    </a:cubicBezTo>
                    <a:lnTo>
                      <a:pt x="506448" y="636"/>
                    </a:lnTo>
                    <a:cubicBezTo>
                      <a:pt x="508365" y="-212"/>
                      <a:pt x="510529" y="-212"/>
                      <a:pt x="512446" y="636"/>
                    </a:cubicBezTo>
                    <a:cubicBezTo>
                      <a:pt x="514376" y="1431"/>
                      <a:pt x="515875" y="2996"/>
                      <a:pt x="516618" y="4938"/>
                    </a:cubicBezTo>
                    <a:cubicBezTo>
                      <a:pt x="525093" y="28668"/>
                      <a:pt x="725231" y="589314"/>
                      <a:pt x="732402" y="663372"/>
                    </a:cubicBezTo>
                    <a:cubicBezTo>
                      <a:pt x="739964" y="743166"/>
                      <a:pt x="738660" y="798448"/>
                      <a:pt x="709194" y="828045"/>
                    </a:cubicBezTo>
                    <a:cubicBezTo>
                      <a:pt x="679727" y="857642"/>
                      <a:pt x="131467" y="1270173"/>
                      <a:pt x="108129" y="1287775"/>
                    </a:cubicBezTo>
                    <a:cubicBezTo>
                      <a:pt x="106630" y="1288622"/>
                      <a:pt x="104882" y="1288948"/>
                      <a:pt x="103174" y="1288688"/>
                    </a:cubicBezTo>
                    <a:close/>
                    <a:moveTo>
                      <a:pt x="64060" y="1222323"/>
                    </a:moveTo>
                    <a:lnTo>
                      <a:pt x="104869" y="1271868"/>
                    </a:lnTo>
                    <a:cubicBezTo>
                      <a:pt x="163281" y="1227799"/>
                      <a:pt x="672947" y="843561"/>
                      <a:pt x="699024" y="817484"/>
                    </a:cubicBezTo>
                    <a:cubicBezTo>
                      <a:pt x="725100" y="791407"/>
                      <a:pt x="725100" y="737690"/>
                      <a:pt x="718190" y="664284"/>
                    </a:cubicBezTo>
                    <a:cubicBezTo>
                      <a:pt x="711671" y="596485"/>
                      <a:pt x="530830" y="86688"/>
                      <a:pt x="505927" y="16933"/>
                    </a:cubicBezTo>
                    <a:lnTo>
                      <a:pt x="19208" y="287739"/>
                    </a:lnTo>
                    <a:lnTo>
                      <a:pt x="504232" y="775110"/>
                    </a:lnTo>
                    <a:cubicBezTo>
                      <a:pt x="505536" y="776492"/>
                      <a:pt x="506279" y="778304"/>
                      <a:pt x="506318" y="780195"/>
                    </a:cubicBezTo>
                    <a:cubicBezTo>
                      <a:pt x="506214" y="782098"/>
                      <a:pt x="505431" y="783911"/>
                      <a:pt x="504102" y="785279"/>
                    </a:cubicBezTo>
                    <a:cubicBezTo>
                      <a:pt x="502798" y="786453"/>
                      <a:pt x="379716" y="902624"/>
                      <a:pt x="292621" y="1000281"/>
                    </a:cubicBezTo>
                    <a:cubicBezTo>
                      <a:pt x="213869" y="1087768"/>
                      <a:pt x="90136" y="1198724"/>
                      <a:pt x="63147" y="122232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6" name="Google Shape;276;g3b3a45db5ed_1_3137"/>
              <p:cNvSpPr/>
              <p:nvPr/>
            </p:nvSpPr>
            <p:spPr>
              <a:xfrm>
                <a:off x="6248718" y="4779243"/>
                <a:ext cx="445910" cy="557386"/>
              </a:xfrm>
              <a:custGeom>
                <a:rect b="b" l="l" r="r" t="t"/>
                <a:pathLst>
                  <a:path extrusionOk="0" h="557386" w="445910">
                    <a:moveTo>
                      <a:pt x="326740" y="0"/>
                    </a:moveTo>
                    <a:lnTo>
                      <a:pt x="445910" y="207961"/>
                    </a:lnTo>
                    <a:lnTo>
                      <a:pt x="204441" y="334302"/>
                    </a:lnTo>
                    <a:cubicBezTo>
                      <a:pt x="195940" y="362138"/>
                      <a:pt x="195940" y="391865"/>
                      <a:pt x="204441" y="419702"/>
                    </a:cubicBezTo>
                    <a:cubicBezTo>
                      <a:pt x="219305" y="460643"/>
                      <a:pt x="256594" y="501452"/>
                      <a:pt x="260115" y="524009"/>
                    </a:cubicBezTo>
                    <a:cubicBezTo>
                      <a:pt x="263635" y="546565"/>
                      <a:pt x="267547" y="557387"/>
                      <a:pt x="219305" y="557387"/>
                    </a:cubicBezTo>
                    <a:cubicBezTo>
                      <a:pt x="171063" y="557387"/>
                      <a:pt x="119040" y="516577"/>
                      <a:pt x="92964" y="486849"/>
                    </a:cubicBezTo>
                    <a:cubicBezTo>
                      <a:pt x="66887" y="457122"/>
                      <a:pt x="63237" y="375372"/>
                      <a:pt x="40811" y="341994"/>
                    </a:cubicBezTo>
                    <a:cubicBezTo>
                      <a:pt x="18385" y="308616"/>
                      <a:pt x="-18644" y="260244"/>
                      <a:pt x="11083" y="215653"/>
                    </a:cubicBezTo>
                    <a:cubicBezTo>
                      <a:pt x="40811" y="171062"/>
                      <a:pt x="100135" y="163500"/>
                      <a:pt x="100135" y="16350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7" name="Google Shape;277;g3b3a45db5ed_1_3137"/>
              <p:cNvSpPr/>
              <p:nvPr/>
            </p:nvSpPr>
            <p:spPr>
              <a:xfrm>
                <a:off x="6241498" y="4771893"/>
                <a:ext cx="460182" cy="571516"/>
              </a:xfrm>
              <a:custGeom>
                <a:rect b="b" l="l" r="r" t="t"/>
                <a:pathLst>
                  <a:path extrusionOk="0" h="571516" w="460182">
                    <a:moveTo>
                      <a:pt x="226264" y="571517"/>
                    </a:moveTo>
                    <a:cubicBezTo>
                      <a:pt x="172807" y="571517"/>
                      <a:pt x="118438" y="525752"/>
                      <a:pt x="94708" y="498633"/>
                    </a:cubicBezTo>
                    <a:cubicBezTo>
                      <a:pt x="79584" y="481422"/>
                      <a:pt x="71761" y="449478"/>
                      <a:pt x="64198" y="418578"/>
                    </a:cubicBezTo>
                    <a:cubicBezTo>
                      <a:pt x="60078" y="395891"/>
                      <a:pt x="52660" y="373921"/>
                      <a:pt x="42164" y="353386"/>
                    </a:cubicBezTo>
                    <a:lnTo>
                      <a:pt x="37340" y="346215"/>
                    </a:lnTo>
                    <a:cubicBezTo>
                      <a:pt x="14001" y="311794"/>
                      <a:pt x="-17943" y="264726"/>
                      <a:pt x="12436" y="219222"/>
                    </a:cubicBezTo>
                    <a:cubicBezTo>
                      <a:pt x="40860" y="176457"/>
                      <a:pt x="93926" y="166156"/>
                      <a:pt x="104617" y="164461"/>
                    </a:cubicBezTo>
                    <a:lnTo>
                      <a:pt x="329788" y="2004"/>
                    </a:lnTo>
                    <a:cubicBezTo>
                      <a:pt x="331405" y="505"/>
                      <a:pt x="333595" y="-199"/>
                      <a:pt x="335786" y="49"/>
                    </a:cubicBezTo>
                    <a:cubicBezTo>
                      <a:pt x="337729" y="453"/>
                      <a:pt x="339397" y="1692"/>
                      <a:pt x="340349" y="3439"/>
                    </a:cubicBezTo>
                    <a:lnTo>
                      <a:pt x="459258" y="212051"/>
                    </a:lnTo>
                    <a:cubicBezTo>
                      <a:pt x="460197" y="213720"/>
                      <a:pt x="460432" y="215689"/>
                      <a:pt x="459910" y="217527"/>
                    </a:cubicBezTo>
                    <a:cubicBezTo>
                      <a:pt x="459389" y="219353"/>
                      <a:pt x="458111" y="220878"/>
                      <a:pt x="456390" y="221700"/>
                    </a:cubicBezTo>
                    <a:lnTo>
                      <a:pt x="217528" y="346606"/>
                    </a:lnTo>
                    <a:cubicBezTo>
                      <a:pt x="210240" y="372214"/>
                      <a:pt x="210514" y="399385"/>
                      <a:pt x="218311" y="424836"/>
                    </a:cubicBezTo>
                    <a:cubicBezTo>
                      <a:pt x="226864" y="445384"/>
                      <a:pt x="237568" y="464968"/>
                      <a:pt x="250255" y="483247"/>
                    </a:cubicBezTo>
                    <a:cubicBezTo>
                      <a:pt x="260907" y="497355"/>
                      <a:pt x="269069" y="513196"/>
                      <a:pt x="274375" y="530055"/>
                    </a:cubicBezTo>
                    <a:lnTo>
                      <a:pt x="274375" y="532402"/>
                    </a:lnTo>
                    <a:cubicBezTo>
                      <a:pt x="276201" y="543615"/>
                      <a:pt x="277896" y="553263"/>
                      <a:pt x="271377" y="560956"/>
                    </a:cubicBezTo>
                    <a:cubicBezTo>
                      <a:pt x="264858" y="568648"/>
                      <a:pt x="252341" y="571517"/>
                      <a:pt x="226264" y="571517"/>
                    </a:cubicBezTo>
                    <a:close/>
                    <a:moveTo>
                      <a:pt x="331744" y="17651"/>
                    </a:moveTo>
                    <a:lnTo>
                      <a:pt x="111527" y="176457"/>
                    </a:lnTo>
                    <a:cubicBezTo>
                      <a:pt x="110602" y="177213"/>
                      <a:pt x="109454" y="177656"/>
                      <a:pt x="108268" y="177761"/>
                    </a:cubicBezTo>
                    <a:cubicBezTo>
                      <a:pt x="108268" y="177761"/>
                      <a:pt x="51682" y="185453"/>
                      <a:pt x="24171" y="226654"/>
                    </a:cubicBezTo>
                    <a:cubicBezTo>
                      <a:pt x="-863" y="264204"/>
                      <a:pt x="26779" y="304884"/>
                      <a:pt x="48944" y="337871"/>
                    </a:cubicBezTo>
                    <a:lnTo>
                      <a:pt x="53898" y="345172"/>
                    </a:lnTo>
                    <a:cubicBezTo>
                      <a:pt x="65476" y="367142"/>
                      <a:pt x="73612" y="390754"/>
                      <a:pt x="78019" y="415188"/>
                    </a:cubicBezTo>
                    <a:cubicBezTo>
                      <a:pt x="85060" y="444393"/>
                      <a:pt x="92491" y="474642"/>
                      <a:pt x="105269" y="489245"/>
                    </a:cubicBezTo>
                    <a:cubicBezTo>
                      <a:pt x="133953" y="522102"/>
                      <a:pt x="184151" y="557435"/>
                      <a:pt x="226264" y="557435"/>
                    </a:cubicBezTo>
                    <a:cubicBezTo>
                      <a:pt x="245952" y="557435"/>
                      <a:pt x="257556" y="555480"/>
                      <a:pt x="260685" y="551698"/>
                    </a:cubicBezTo>
                    <a:cubicBezTo>
                      <a:pt x="263814" y="547917"/>
                      <a:pt x="261859" y="542702"/>
                      <a:pt x="260685" y="534618"/>
                    </a:cubicBezTo>
                    <a:lnTo>
                      <a:pt x="260685" y="532272"/>
                    </a:lnTo>
                    <a:cubicBezTo>
                      <a:pt x="255522" y="517395"/>
                      <a:pt x="248090" y="503418"/>
                      <a:pt x="238651" y="490810"/>
                    </a:cubicBezTo>
                    <a:cubicBezTo>
                      <a:pt x="225352" y="471644"/>
                      <a:pt x="214152" y="451095"/>
                      <a:pt x="205273" y="429530"/>
                    </a:cubicBezTo>
                    <a:cubicBezTo>
                      <a:pt x="196159" y="400194"/>
                      <a:pt x="196159" y="368771"/>
                      <a:pt x="205273" y="339435"/>
                    </a:cubicBezTo>
                    <a:cubicBezTo>
                      <a:pt x="205755" y="337649"/>
                      <a:pt x="206994" y="336176"/>
                      <a:pt x="208663" y="335393"/>
                    </a:cubicBezTo>
                    <a:lnTo>
                      <a:pt x="443352" y="21244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8" name="Google Shape;278;g3b3a45db5ed_1_3137"/>
              <p:cNvSpPr/>
              <p:nvPr/>
            </p:nvSpPr>
            <p:spPr>
              <a:xfrm>
                <a:off x="6248347" y="4972993"/>
                <a:ext cx="251749" cy="363261"/>
              </a:xfrm>
              <a:custGeom>
                <a:rect b="b" l="l" r="r" t="t"/>
                <a:pathLst>
                  <a:path extrusionOk="0" h="363261" w="251749">
                    <a:moveTo>
                      <a:pt x="251750" y="359596"/>
                    </a:moveTo>
                    <a:cubicBezTo>
                      <a:pt x="199597" y="344602"/>
                      <a:pt x="151225" y="302879"/>
                      <a:pt x="118108" y="257376"/>
                    </a:cubicBezTo>
                    <a:cubicBezTo>
                      <a:pt x="81079" y="206526"/>
                      <a:pt x="90336" y="118518"/>
                      <a:pt x="52916" y="86183"/>
                    </a:cubicBezTo>
                    <a:cubicBezTo>
                      <a:pt x="30230" y="66234"/>
                      <a:pt x="28404" y="27119"/>
                      <a:pt x="30360" y="0"/>
                    </a:cubicBezTo>
                    <a:cubicBezTo>
                      <a:pt x="22954" y="6180"/>
                      <a:pt x="16448" y="13377"/>
                      <a:pt x="11063" y="21383"/>
                    </a:cubicBezTo>
                    <a:cubicBezTo>
                      <a:pt x="-18664" y="65974"/>
                      <a:pt x="18495" y="114346"/>
                      <a:pt x="40790" y="147724"/>
                    </a:cubicBezTo>
                    <a:cubicBezTo>
                      <a:pt x="63086" y="181102"/>
                      <a:pt x="66867" y="262851"/>
                      <a:pt x="92944" y="292579"/>
                    </a:cubicBezTo>
                    <a:cubicBezTo>
                      <a:pt x="119020" y="322306"/>
                      <a:pt x="171173" y="363116"/>
                      <a:pt x="219285" y="363116"/>
                    </a:cubicBezTo>
                    <a:cubicBezTo>
                      <a:pt x="230224" y="363703"/>
                      <a:pt x="241189" y="362516"/>
                      <a:pt x="251750" y="3595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9" name="Google Shape;279;g3b3a45db5ed_1_3137"/>
              <p:cNvSpPr/>
              <p:nvPr/>
            </p:nvSpPr>
            <p:spPr>
              <a:xfrm>
                <a:off x="6241498" y="4966533"/>
                <a:ext cx="266292" cy="377116"/>
              </a:xfrm>
              <a:custGeom>
                <a:rect b="b" l="l" r="r" t="t"/>
                <a:pathLst>
                  <a:path extrusionOk="0" h="377116" w="266292">
                    <a:moveTo>
                      <a:pt x="226264" y="376877"/>
                    </a:moveTo>
                    <a:cubicBezTo>
                      <a:pt x="172807" y="376877"/>
                      <a:pt x="118438" y="331113"/>
                      <a:pt x="94708" y="303993"/>
                    </a:cubicBezTo>
                    <a:cubicBezTo>
                      <a:pt x="79584" y="286783"/>
                      <a:pt x="71761" y="254839"/>
                      <a:pt x="64198" y="223938"/>
                    </a:cubicBezTo>
                    <a:cubicBezTo>
                      <a:pt x="60078" y="201251"/>
                      <a:pt x="52660" y="179282"/>
                      <a:pt x="42164" y="158747"/>
                    </a:cubicBezTo>
                    <a:lnTo>
                      <a:pt x="37340" y="151576"/>
                    </a:lnTo>
                    <a:cubicBezTo>
                      <a:pt x="14001" y="117155"/>
                      <a:pt x="-17943" y="70086"/>
                      <a:pt x="12436" y="24583"/>
                    </a:cubicBezTo>
                    <a:cubicBezTo>
                      <a:pt x="18199" y="15964"/>
                      <a:pt x="25188" y="8246"/>
                      <a:pt x="33167" y="1635"/>
                    </a:cubicBezTo>
                    <a:cubicBezTo>
                      <a:pt x="35332" y="-151"/>
                      <a:pt x="38343" y="-503"/>
                      <a:pt x="40860" y="723"/>
                    </a:cubicBezTo>
                    <a:cubicBezTo>
                      <a:pt x="43441" y="2014"/>
                      <a:pt x="44941" y="4765"/>
                      <a:pt x="44641" y="7633"/>
                    </a:cubicBezTo>
                    <a:cubicBezTo>
                      <a:pt x="43076" y="29668"/>
                      <a:pt x="43468" y="69304"/>
                      <a:pt x="64850" y="87949"/>
                    </a:cubicBezTo>
                    <a:cubicBezTo>
                      <a:pt x="86233" y="106594"/>
                      <a:pt x="92752" y="139059"/>
                      <a:pt x="100184" y="173871"/>
                    </a:cubicBezTo>
                    <a:cubicBezTo>
                      <a:pt x="106834" y="204902"/>
                      <a:pt x="113222" y="236977"/>
                      <a:pt x="130694" y="260315"/>
                    </a:cubicBezTo>
                    <a:cubicBezTo>
                      <a:pt x="167201" y="310512"/>
                      <a:pt x="214530" y="346759"/>
                      <a:pt x="261077" y="359927"/>
                    </a:cubicBezTo>
                    <a:cubicBezTo>
                      <a:pt x="264075" y="360684"/>
                      <a:pt x="266214" y="363357"/>
                      <a:pt x="266292" y="366447"/>
                    </a:cubicBezTo>
                    <a:cubicBezTo>
                      <a:pt x="266331" y="369511"/>
                      <a:pt x="264453" y="372262"/>
                      <a:pt x="261598" y="373357"/>
                    </a:cubicBezTo>
                    <a:cubicBezTo>
                      <a:pt x="250098" y="376486"/>
                      <a:pt x="238155" y="377672"/>
                      <a:pt x="226264" y="376877"/>
                    </a:cubicBezTo>
                    <a:close/>
                    <a:moveTo>
                      <a:pt x="30690" y="24843"/>
                    </a:moveTo>
                    <a:cubicBezTo>
                      <a:pt x="28539" y="27256"/>
                      <a:pt x="26583" y="29824"/>
                      <a:pt x="24823" y="32536"/>
                    </a:cubicBezTo>
                    <a:cubicBezTo>
                      <a:pt x="-211" y="70086"/>
                      <a:pt x="27431" y="110766"/>
                      <a:pt x="49596" y="143753"/>
                    </a:cubicBezTo>
                    <a:lnTo>
                      <a:pt x="54550" y="151054"/>
                    </a:lnTo>
                    <a:cubicBezTo>
                      <a:pt x="66128" y="173024"/>
                      <a:pt x="74264" y="196636"/>
                      <a:pt x="78671" y="221070"/>
                    </a:cubicBezTo>
                    <a:cubicBezTo>
                      <a:pt x="85712" y="250275"/>
                      <a:pt x="93143" y="280524"/>
                      <a:pt x="105921" y="295127"/>
                    </a:cubicBezTo>
                    <a:cubicBezTo>
                      <a:pt x="134605" y="327984"/>
                      <a:pt x="184802" y="363318"/>
                      <a:pt x="226916" y="363318"/>
                    </a:cubicBezTo>
                    <a:lnTo>
                      <a:pt x="229785" y="363318"/>
                    </a:lnTo>
                    <a:cubicBezTo>
                      <a:pt x="185819" y="341504"/>
                      <a:pt x="148021" y="309000"/>
                      <a:pt x="119872" y="268790"/>
                    </a:cubicBezTo>
                    <a:cubicBezTo>
                      <a:pt x="101097" y="242713"/>
                      <a:pt x="93795" y="209466"/>
                      <a:pt x="87015" y="177522"/>
                    </a:cubicBezTo>
                    <a:cubicBezTo>
                      <a:pt x="80235" y="145578"/>
                      <a:pt x="73977" y="114417"/>
                      <a:pt x="56115" y="99292"/>
                    </a:cubicBezTo>
                    <a:cubicBezTo>
                      <a:pt x="35905" y="80778"/>
                      <a:pt x="30168" y="50920"/>
                      <a:pt x="30038" y="243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0" name="Google Shape;280;g3b3a45db5ed_1_3137"/>
              <p:cNvSpPr/>
              <p:nvPr/>
            </p:nvSpPr>
            <p:spPr>
              <a:xfrm>
                <a:off x="6272188" y="4079218"/>
                <a:ext cx="669815" cy="1293658"/>
              </a:xfrm>
              <a:custGeom>
                <a:rect b="b" l="l" r="r" t="t"/>
                <a:pathLst>
                  <a:path extrusionOk="0" h="1293658" w="669815">
                    <a:moveTo>
                      <a:pt x="0" y="0"/>
                    </a:moveTo>
                    <a:cubicBezTo>
                      <a:pt x="0" y="0"/>
                      <a:pt x="95310" y="175495"/>
                      <a:pt x="169498" y="277846"/>
                    </a:cubicBezTo>
                    <a:cubicBezTo>
                      <a:pt x="268328" y="414357"/>
                      <a:pt x="447213" y="622709"/>
                      <a:pt x="447213" y="622709"/>
                    </a:cubicBezTo>
                    <a:lnTo>
                      <a:pt x="419050" y="1283097"/>
                    </a:lnTo>
                    <a:lnTo>
                      <a:pt x="507319" y="1293658"/>
                    </a:lnTo>
                    <a:cubicBezTo>
                      <a:pt x="507319" y="1293658"/>
                      <a:pt x="666256" y="643961"/>
                      <a:pt x="669777" y="590895"/>
                    </a:cubicBezTo>
                    <a:cubicBezTo>
                      <a:pt x="673297" y="537829"/>
                      <a:pt x="440172" y="40028"/>
                      <a:pt x="440172" y="40028"/>
                    </a:cubicBezTo>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1" name="Google Shape;281;g3b3a45db5ed_1_3137"/>
              <p:cNvSpPr/>
              <p:nvPr/>
            </p:nvSpPr>
            <p:spPr>
              <a:xfrm>
                <a:off x="6265620" y="4072179"/>
                <a:ext cx="683429" cy="1307737"/>
              </a:xfrm>
              <a:custGeom>
                <a:rect b="b" l="l" r="r" t="t"/>
                <a:pathLst>
                  <a:path extrusionOk="0" h="1307737" w="683429">
                    <a:moveTo>
                      <a:pt x="513888" y="1307738"/>
                    </a:moveTo>
                    <a:lnTo>
                      <a:pt x="512975" y="1307738"/>
                    </a:lnTo>
                    <a:lnTo>
                      <a:pt x="424706" y="1297177"/>
                    </a:lnTo>
                    <a:cubicBezTo>
                      <a:pt x="421029" y="1296707"/>
                      <a:pt x="418344" y="1293448"/>
                      <a:pt x="418578" y="1289745"/>
                    </a:cubicBezTo>
                    <a:lnTo>
                      <a:pt x="446611" y="632224"/>
                    </a:lnTo>
                    <a:cubicBezTo>
                      <a:pt x="427575" y="609799"/>
                      <a:pt x="262901" y="416832"/>
                      <a:pt x="170329" y="289057"/>
                    </a:cubicBezTo>
                    <a:cubicBezTo>
                      <a:pt x="96793" y="187488"/>
                      <a:pt x="832" y="12254"/>
                      <a:pt x="832" y="10429"/>
                    </a:cubicBezTo>
                    <a:cubicBezTo>
                      <a:pt x="-994" y="7013"/>
                      <a:pt x="284" y="2749"/>
                      <a:pt x="3700" y="911"/>
                    </a:cubicBezTo>
                    <a:cubicBezTo>
                      <a:pt x="7012" y="-980"/>
                      <a:pt x="11236" y="167"/>
                      <a:pt x="13127" y="3479"/>
                    </a:cubicBezTo>
                    <a:cubicBezTo>
                      <a:pt x="13153" y="3544"/>
                      <a:pt x="13192" y="3596"/>
                      <a:pt x="13218" y="3649"/>
                    </a:cubicBezTo>
                    <a:cubicBezTo>
                      <a:pt x="14261" y="5474"/>
                      <a:pt x="109310" y="179926"/>
                      <a:pt x="182716" y="280712"/>
                    </a:cubicBezTo>
                    <a:cubicBezTo>
                      <a:pt x="280242" y="415528"/>
                      <a:pt x="458345" y="623097"/>
                      <a:pt x="460170" y="625184"/>
                    </a:cubicBezTo>
                    <a:cubicBezTo>
                      <a:pt x="461240" y="626566"/>
                      <a:pt x="461839" y="628261"/>
                      <a:pt x="461865" y="630008"/>
                    </a:cubicBezTo>
                    <a:lnTo>
                      <a:pt x="432920" y="1283878"/>
                    </a:lnTo>
                    <a:lnTo>
                      <a:pt x="508542" y="1293005"/>
                    </a:lnTo>
                    <a:cubicBezTo>
                      <a:pt x="524580" y="1226770"/>
                      <a:pt x="666045" y="646567"/>
                      <a:pt x="669304" y="597543"/>
                    </a:cubicBezTo>
                    <a:cubicBezTo>
                      <a:pt x="672042" y="555559"/>
                      <a:pt x="505022" y="188141"/>
                      <a:pt x="440352" y="49935"/>
                    </a:cubicBezTo>
                    <a:cubicBezTo>
                      <a:pt x="438762" y="46401"/>
                      <a:pt x="440261" y="42242"/>
                      <a:pt x="443742" y="40547"/>
                    </a:cubicBezTo>
                    <a:cubicBezTo>
                      <a:pt x="447262" y="38891"/>
                      <a:pt x="451461" y="40391"/>
                      <a:pt x="453117" y="43911"/>
                    </a:cubicBezTo>
                    <a:cubicBezTo>
                      <a:pt x="453117" y="43911"/>
                      <a:pt x="453130" y="43924"/>
                      <a:pt x="453130" y="43937"/>
                    </a:cubicBezTo>
                    <a:cubicBezTo>
                      <a:pt x="477120" y="95047"/>
                      <a:pt x="686906" y="545129"/>
                      <a:pt x="683386" y="598325"/>
                    </a:cubicBezTo>
                    <a:cubicBezTo>
                      <a:pt x="679866" y="651521"/>
                      <a:pt x="526926" y="1275664"/>
                      <a:pt x="520668" y="1302392"/>
                    </a:cubicBezTo>
                    <a:cubicBezTo>
                      <a:pt x="519938" y="1305534"/>
                      <a:pt x="517122" y="1307764"/>
                      <a:pt x="513888" y="13077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2" name="Google Shape;282;g3b3a45db5ed_1_3137"/>
              <p:cNvSpPr/>
              <p:nvPr/>
            </p:nvSpPr>
            <p:spPr>
              <a:xfrm>
                <a:off x="6756658" y="4074009"/>
                <a:ext cx="191564" cy="632741"/>
              </a:xfrm>
              <a:custGeom>
                <a:rect b="b" l="l" r="r" t="t"/>
                <a:pathLst>
                  <a:path extrusionOk="0" h="632741" w="191564">
                    <a:moveTo>
                      <a:pt x="183742" y="632741"/>
                    </a:moveTo>
                    <a:cubicBezTo>
                      <a:pt x="179831" y="632741"/>
                      <a:pt x="176636" y="629612"/>
                      <a:pt x="176571" y="625700"/>
                    </a:cubicBezTo>
                    <a:cubicBezTo>
                      <a:pt x="175789" y="439514"/>
                      <a:pt x="98341" y="291138"/>
                      <a:pt x="15939" y="134027"/>
                    </a:cubicBezTo>
                    <a:lnTo>
                      <a:pt x="684" y="104821"/>
                    </a:lnTo>
                    <a:cubicBezTo>
                      <a:pt x="-228" y="102878"/>
                      <a:pt x="-228" y="100636"/>
                      <a:pt x="684" y="98693"/>
                    </a:cubicBezTo>
                    <a:lnTo>
                      <a:pt x="42277" y="4296"/>
                    </a:lnTo>
                    <a:cubicBezTo>
                      <a:pt x="43828" y="697"/>
                      <a:pt x="48000" y="-972"/>
                      <a:pt x="51599" y="580"/>
                    </a:cubicBezTo>
                    <a:cubicBezTo>
                      <a:pt x="55197" y="2132"/>
                      <a:pt x="56866" y="6304"/>
                      <a:pt x="55315" y="9903"/>
                    </a:cubicBezTo>
                    <a:lnTo>
                      <a:pt x="16200" y="101171"/>
                    </a:lnTo>
                    <a:lnTo>
                      <a:pt x="29238" y="127247"/>
                    </a:lnTo>
                    <a:cubicBezTo>
                      <a:pt x="112292" y="285923"/>
                      <a:pt x="190652" y="435733"/>
                      <a:pt x="191565" y="625309"/>
                    </a:cubicBezTo>
                    <a:cubicBezTo>
                      <a:pt x="191565" y="629221"/>
                      <a:pt x="188436" y="632415"/>
                      <a:pt x="184524" y="6324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3" name="Google Shape;283;g3b3a45db5ed_1_3137"/>
              <p:cNvSpPr/>
              <p:nvPr/>
            </p:nvSpPr>
            <p:spPr>
              <a:xfrm>
                <a:off x="6762524" y="4950762"/>
                <a:ext cx="18874" cy="55869"/>
              </a:xfrm>
              <a:custGeom>
                <a:rect b="b" l="l" r="r" t="t"/>
                <a:pathLst>
                  <a:path extrusionOk="0" h="55869" w="18874">
                    <a:moveTo>
                      <a:pt x="7075" y="55869"/>
                    </a:moveTo>
                    <a:lnTo>
                      <a:pt x="6293" y="55869"/>
                    </a:lnTo>
                    <a:cubicBezTo>
                      <a:pt x="2446" y="55452"/>
                      <a:pt x="-344" y="52023"/>
                      <a:pt x="34" y="48177"/>
                    </a:cubicBezTo>
                    <a:cubicBezTo>
                      <a:pt x="34" y="48177"/>
                      <a:pt x="1729" y="30836"/>
                      <a:pt x="4858" y="6193"/>
                    </a:cubicBezTo>
                    <a:cubicBezTo>
                      <a:pt x="5250" y="2399"/>
                      <a:pt x="8653" y="-365"/>
                      <a:pt x="12447" y="39"/>
                    </a:cubicBezTo>
                    <a:cubicBezTo>
                      <a:pt x="12525" y="39"/>
                      <a:pt x="12603" y="52"/>
                      <a:pt x="12681" y="65"/>
                    </a:cubicBezTo>
                    <a:cubicBezTo>
                      <a:pt x="16475" y="457"/>
                      <a:pt x="19240" y="3859"/>
                      <a:pt x="18835" y="7654"/>
                    </a:cubicBezTo>
                    <a:cubicBezTo>
                      <a:pt x="18835" y="7732"/>
                      <a:pt x="18822" y="7810"/>
                      <a:pt x="18809" y="7889"/>
                    </a:cubicBezTo>
                    <a:cubicBezTo>
                      <a:pt x="15811" y="32401"/>
                      <a:pt x="14115" y="49481"/>
                      <a:pt x="14115" y="49611"/>
                    </a:cubicBezTo>
                    <a:cubicBezTo>
                      <a:pt x="13659" y="53157"/>
                      <a:pt x="10660" y="55830"/>
                      <a:pt x="7075" y="5586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4" name="Google Shape;284;g3b3a45db5ed_1_3137"/>
              <p:cNvSpPr/>
              <p:nvPr/>
            </p:nvSpPr>
            <p:spPr>
              <a:xfrm>
                <a:off x="6433155" y="4186452"/>
                <a:ext cx="404505" cy="730606"/>
              </a:xfrm>
              <a:custGeom>
                <a:rect b="b" l="l" r="r" t="t"/>
                <a:pathLst>
                  <a:path extrusionOk="0" h="730606" w="404505">
                    <a:moveTo>
                      <a:pt x="347396" y="730606"/>
                    </a:moveTo>
                    <a:lnTo>
                      <a:pt x="346484" y="730606"/>
                    </a:lnTo>
                    <a:cubicBezTo>
                      <a:pt x="342690" y="730150"/>
                      <a:pt x="339991" y="726708"/>
                      <a:pt x="340447" y="722914"/>
                    </a:cubicBezTo>
                    <a:cubicBezTo>
                      <a:pt x="340460" y="722835"/>
                      <a:pt x="340473" y="722744"/>
                      <a:pt x="340486" y="722653"/>
                    </a:cubicBezTo>
                    <a:cubicBezTo>
                      <a:pt x="349352" y="659417"/>
                      <a:pt x="357697" y="619520"/>
                      <a:pt x="365389" y="604135"/>
                    </a:cubicBezTo>
                    <a:cubicBezTo>
                      <a:pt x="370044" y="597355"/>
                      <a:pt x="371647" y="588945"/>
                      <a:pt x="369822" y="580927"/>
                    </a:cubicBezTo>
                    <a:cubicBezTo>
                      <a:pt x="366302" y="573495"/>
                      <a:pt x="353263" y="570235"/>
                      <a:pt x="340616" y="567106"/>
                    </a:cubicBezTo>
                    <a:cubicBezTo>
                      <a:pt x="335623" y="566363"/>
                      <a:pt x="331516" y="562804"/>
                      <a:pt x="330055" y="557980"/>
                    </a:cubicBezTo>
                    <a:cubicBezTo>
                      <a:pt x="327448" y="547809"/>
                      <a:pt x="339182" y="537118"/>
                      <a:pt x="356132" y="520950"/>
                    </a:cubicBezTo>
                    <a:cubicBezTo>
                      <a:pt x="368427" y="510676"/>
                      <a:pt x="379379" y="498890"/>
                      <a:pt x="388728" y="485877"/>
                    </a:cubicBezTo>
                    <a:cubicBezTo>
                      <a:pt x="390683" y="482618"/>
                      <a:pt x="390162" y="481053"/>
                      <a:pt x="389901" y="480532"/>
                    </a:cubicBezTo>
                    <a:cubicBezTo>
                      <a:pt x="387554" y="473361"/>
                      <a:pt x="368779" y="465538"/>
                      <a:pt x="350786" y="458106"/>
                    </a:cubicBezTo>
                    <a:cubicBezTo>
                      <a:pt x="324736" y="448797"/>
                      <a:pt x="300354" y="435367"/>
                      <a:pt x="278554" y="418339"/>
                    </a:cubicBezTo>
                    <a:cubicBezTo>
                      <a:pt x="240743" y="385222"/>
                      <a:pt x="71897" y="122370"/>
                      <a:pt x="1099" y="10893"/>
                    </a:cubicBezTo>
                    <a:cubicBezTo>
                      <a:pt x="-961" y="7607"/>
                      <a:pt x="-48" y="3266"/>
                      <a:pt x="3186" y="1114"/>
                    </a:cubicBezTo>
                    <a:cubicBezTo>
                      <a:pt x="6458" y="-985"/>
                      <a:pt x="10813" y="-33"/>
                      <a:pt x="12912" y="3252"/>
                    </a:cubicBezTo>
                    <a:cubicBezTo>
                      <a:pt x="12925" y="3279"/>
                      <a:pt x="12951" y="3305"/>
                      <a:pt x="12964" y="3331"/>
                    </a:cubicBezTo>
                    <a:cubicBezTo>
                      <a:pt x="159775" y="234369"/>
                      <a:pt x="262517" y="385613"/>
                      <a:pt x="287811" y="407518"/>
                    </a:cubicBezTo>
                    <a:cubicBezTo>
                      <a:pt x="308412" y="423568"/>
                      <a:pt x="331490" y="436163"/>
                      <a:pt x="356132" y="444807"/>
                    </a:cubicBezTo>
                    <a:cubicBezTo>
                      <a:pt x="381165" y="455238"/>
                      <a:pt x="399289" y="462669"/>
                      <a:pt x="403591" y="475969"/>
                    </a:cubicBezTo>
                    <a:cubicBezTo>
                      <a:pt x="405404" y="481744"/>
                      <a:pt x="404491" y="488029"/>
                      <a:pt x="401114" y="493049"/>
                    </a:cubicBezTo>
                    <a:cubicBezTo>
                      <a:pt x="391140" y="507221"/>
                      <a:pt x="379353" y="520025"/>
                      <a:pt x="366041" y="531120"/>
                    </a:cubicBezTo>
                    <a:cubicBezTo>
                      <a:pt x="358114" y="537822"/>
                      <a:pt x="350865" y="545293"/>
                      <a:pt x="344397" y="553416"/>
                    </a:cubicBezTo>
                    <a:cubicBezTo>
                      <a:pt x="360043" y="557327"/>
                      <a:pt x="376211" y="561500"/>
                      <a:pt x="382339" y="574929"/>
                    </a:cubicBezTo>
                    <a:cubicBezTo>
                      <a:pt x="386368" y="586820"/>
                      <a:pt x="384686" y="599910"/>
                      <a:pt x="377775" y="610393"/>
                    </a:cubicBezTo>
                    <a:cubicBezTo>
                      <a:pt x="372951" y="619911"/>
                      <a:pt x="364737" y="647552"/>
                      <a:pt x="354176" y="724478"/>
                    </a:cubicBezTo>
                    <a:cubicBezTo>
                      <a:pt x="353681" y="727881"/>
                      <a:pt x="350838" y="730450"/>
                      <a:pt x="347396" y="73060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5" name="Google Shape;285;g3b3a45db5ed_1_3137"/>
              <p:cNvSpPr/>
              <p:nvPr/>
            </p:nvSpPr>
            <p:spPr>
              <a:xfrm>
                <a:off x="6403136" y="4138039"/>
                <a:ext cx="30439" cy="40531"/>
              </a:xfrm>
              <a:custGeom>
                <a:rect b="b" l="l" r="r" t="t"/>
                <a:pathLst>
                  <a:path extrusionOk="0" h="40531" w="30439">
                    <a:moveTo>
                      <a:pt x="23425" y="40531"/>
                    </a:moveTo>
                    <a:cubicBezTo>
                      <a:pt x="20961" y="40544"/>
                      <a:pt x="18679" y="39253"/>
                      <a:pt x="17427" y="37141"/>
                    </a:cubicBezTo>
                    <a:lnTo>
                      <a:pt x="1260" y="11065"/>
                    </a:lnTo>
                    <a:cubicBezTo>
                      <a:pt x="-956" y="7870"/>
                      <a:pt x="-174" y="3489"/>
                      <a:pt x="3020" y="1260"/>
                    </a:cubicBezTo>
                    <a:cubicBezTo>
                      <a:pt x="6214" y="-956"/>
                      <a:pt x="10595" y="-174"/>
                      <a:pt x="12825" y="3020"/>
                    </a:cubicBezTo>
                    <a:cubicBezTo>
                      <a:pt x="12929" y="3177"/>
                      <a:pt x="13034" y="3333"/>
                      <a:pt x="13125" y="3502"/>
                    </a:cubicBezTo>
                    <a:lnTo>
                      <a:pt x="29292" y="29579"/>
                    </a:lnTo>
                    <a:cubicBezTo>
                      <a:pt x="31417" y="32839"/>
                      <a:pt x="30505" y="37194"/>
                      <a:pt x="27258" y="39332"/>
                    </a:cubicBezTo>
                    <a:cubicBezTo>
                      <a:pt x="27245" y="39332"/>
                      <a:pt x="27219" y="39345"/>
                      <a:pt x="27206" y="39358"/>
                    </a:cubicBezTo>
                    <a:cubicBezTo>
                      <a:pt x="26085" y="40114"/>
                      <a:pt x="24768" y="40531"/>
                      <a:pt x="23425" y="4053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6" name="Google Shape;286;g3b3a45db5ed_1_3137"/>
              <p:cNvSpPr/>
              <p:nvPr/>
            </p:nvSpPr>
            <p:spPr>
              <a:xfrm>
                <a:off x="6615678" y="5014715"/>
                <a:ext cx="416120" cy="539502"/>
              </a:xfrm>
              <a:custGeom>
                <a:rect b="b" l="l" r="r" t="t"/>
                <a:pathLst>
                  <a:path extrusionOk="0" h="539502" w="416120">
                    <a:moveTo>
                      <a:pt x="62914" y="0"/>
                    </a:moveTo>
                    <a:lnTo>
                      <a:pt x="294473" y="19557"/>
                    </a:lnTo>
                    <a:lnTo>
                      <a:pt x="231629" y="345514"/>
                    </a:lnTo>
                    <a:cubicBezTo>
                      <a:pt x="249257" y="383247"/>
                      <a:pt x="282113" y="411697"/>
                      <a:pt x="321984" y="423744"/>
                    </a:cubicBezTo>
                    <a:cubicBezTo>
                      <a:pt x="388610" y="443302"/>
                      <a:pt x="416121" y="455036"/>
                      <a:pt x="416121" y="486458"/>
                    </a:cubicBezTo>
                    <a:cubicBezTo>
                      <a:pt x="416121" y="517881"/>
                      <a:pt x="388610" y="525573"/>
                      <a:pt x="278828" y="537438"/>
                    </a:cubicBezTo>
                    <a:cubicBezTo>
                      <a:pt x="169045" y="549303"/>
                      <a:pt x="55091" y="506146"/>
                      <a:pt x="55091" y="506146"/>
                    </a:cubicBezTo>
                    <a:cubicBezTo>
                      <a:pt x="55091" y="506146"/>
                      <a:pt x="4111" y="498193"/>
                      <a:pt x="200" y="462990"/>
                    </a:cubicBezTo>
                    <a:cubicBezTo>
                      <a:pt x="-3712" y="427786"/>
                      <a:pt x="51179" y="329478"/>
                      <a:pt x="51179" y="32947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7" name="Google Shape;287;g3b3a45db5ed_1_3137"/>
              <p:cNvSpPr/>
              <p:nvPr/>
            </p:nvSpPr>
            <p:spPr>
              <a:xfrm>
                <a:off x="6608211" y="5008164"/>
                <a:ext cx="430627" cy="553115"/>
              </a:xfrm>
              <a:custGeom>
                <a:rect b="b" l="l" r="r" t="t"/>
                <a:pathLst>
                  <a:path extrusionOk="0" h="553115" w="430627">
                    <a:moveTo>
                      <a:pt x="246266" y="553116"/>
                    </a:moveTo>
                    <a:cubicBezTo>
                      <a:pt x="182913" y="552190"/>
                      <a:pt x="120121" y="541003"/>
                      <a:pt x="60341" y="519998"/>
                    </a:cubicBezTo>
                    <a:cubicBezTo>
                      <a:pt x="53300" y="518825"/>
                      <a:pt x="4537" y="508916"/>
                      <a:pt x="234" y="470844"/>
                    </a:cubicBezTo>
                    <a:cubicBezTo>
                      <a:pt x="-3677" y="435641"/>
                      <a:pt x="42608" y="350240"/>
                      <a:pt x="51214" y="334725"/>
                    </a:cubicBezTo>
                    <a:lnTo>
                      <a:pt x="62948" y="6812"/>
                    </a:lnTo>
                    <a:cubicBezTo>
                      <a:pt x="63026" y="4843"/>
                      <a:pt x="63926" y="3004"/>
                      <a:pt x="65425" y="1727"/>
                    </a:cubicBezTo>
                    <a:cubicBezTo>
                      <a:pt x="66860" y="462"/>
                      <a:pt x="68737" y="-151"/>
                      <a:pt x="70641" y="32"/>
                    </a:cubicBezTo>
                    <a:lnTo>
                      <a:pt x="302201" y="19589"/>
                    </a:lnTo>
                    <a:cubicBezTo>
                      <a:pt x="304170" y="19733"/>
                      <a:pt x="305982" y="20737"/>
                      <a:pt x="307155" y="22327"/>
                    </a:cubicBezTo>
                    <a:cubicBezTo>
                      <a:pt x="308342" y="23944"/>
                      <a:pt x="308811" y="25965"/>
                      <a:pt x="308459" y="27934"/>
                    </a:cubicBezTo>
                    <a:lnTo>
                      <a:pt x="246527" y="350501"/>
                    </a:lnTo>
                    <a:cubicBezTo>
                      <a:pt x="263568" y="385391"/>
                      <a:pt x="294300" y="411676"/>
                      <a:pt x="331406" y="423124"/>
                    </a:cubicBezTo>
                    <a:cubicBezTo>
                      <a:pt x="394772" y="441769"/>
                      <a:pt x="430628" y="454155"/>
                      <a:pt x="430628" y="492618"/>
                    </a:cubicBezTo>
                    <a:cubicBezTo>
                      <a:pt x="430628" y="531081"/>
                      <a:pt x="393338" y="539295"/>
                      <a:pt x="287207" y="550638"/>
                    </a:cubicBezTo>
                    <a:cubicBezTo>
                      <a:pt x="273608" y="552190"/>
                      <a:pt x="259944" y="553012"/>
                      <a:pt x="246266" y="553116"/>
                    </a:cubicBezTo>
                    <a:close/>
                    <a:moveTo>
                      <a:pt x="76769" y="14113"/>
                    </a:moveTo>
                    <a:lnTo>
                      <a:pt x="65165" y="336289"/>
                    </a:lnTo>
                    <a:cubicBezTo>
                      <a:pt x="65191" y="337436"/>
                      <a:pt x="64865" y="338571"/>
                      <a:pt x="64252" y="339549"/>
                    </a:cubicBezTo>
                    <a:cubicBezTo>
                      <a:pt x="49388" y="365625"/>
                      <a:pt x="11186" y="441638"/>
                      <a:pt x="14185" y="468758"/>
                    </a:cubicBezTo>
                    <a:cubicBezTo>
                      <a:pt x="17445" y="498224"/>
                      <a:pt x="62687" y="505656"/>
                      <a:pt x="63209" y="505656"/>
                    </a:cubicBezTo>
                    <a:lnTo>
                      <a:pt x="64513" y="505656"/>
                    </a:lnTo>
                    <a:cubicBezTo>
                      <a:pt x="65686" y="505656"/>
                      <a:pt x="178076" y="548031"/>
                      <a:pt x="284990" y="536557"/>
                    </a:cubicBezTo>
                    <a:cubicBezTo>
                      <a:pt x="393990" y="524953"/>
                      <a:pt x="415373" y="517521"/>
                      <a:pt x="415373" y="492618"/>
                    </a:cubicBezTo>
                    <a:cubicBezTo>
                      <a:pt x="415373" y="467715"/>
                      <a:pt x="393078" y="456372"/>
                      <a:pt x="326191" y="436684"/>
                    </a:cubicBezTo>
                    <a:cubicBezTo>
                      <a:pt x="284182" y="424037"/>
                      <a:pt x="249643" y="393918"/>
                      <a:pt x="231403" y="354021"/>
                    </a:cubicBezTo>
                    <a:cubicBezTo>
                      <a:pt x="231025" y="352743"/>
                      <a:pt x="231025" y="351387"/>
                      <a:pt x="231403" y="350110"/>
                    </a:cubicBezTo>
                    <a:lnTo>
                      <a:pt x="292683" y="32106"/>
                    </a:lnTo>
                    <a:close/>
                    <a:moveTo>
                      <a:pt x="58124" y="336028"/>
                    </a:moveTo>
                    <a:lnTo>
                      <a:pt x="58124" y="336028"/>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8" name="Google Shape;288;g3b3a45db5ed_1_3137"/>
              <p:cNvSpPr/>
              <p:nvPr/>
            </p:nvSpPr>
            <p:spPr>
              <a:xfrm>
                <a:off x="6615772" y="5452410"/>
                <a:ext cx="415765" cy="101806"/>
              </a:xfrm>
              <a:custGeom>
                <a:rect b="b" l="l" r="r" t="t"/>
                <a:pathLst>
                  <a:path extrusionOk="0" h="101806" w="415765">
                    <a:moveTo>
                      <a:pt x="278733" y="99743"/>
                    </a:moveTo>
                    <a:cubicBezTo>
                      <a:pt x="383039" y="88660"/>
                      <a:pt x="413027" y="80968"/>
                      <a:pt x="415765" y="53196"/>
                    </a:cubicBezTo>
                    <a:cubicBezTo>
                      <a:pt x="352504" y="67851"/>
                      <a:pt x="287260" y="71906"/>
                      <a:pt x="222668" y="65191"/>
                    </a:cubicBezTo>
                    <a:cubicBezTo>
                      <a:pt x="146486" y="55661"/>
                      <a:pt x="72389" y="33626"/>
                      <a:pt x="3365" y="0"/>
                    </a:cubicBezTo>
                    <a:cubicBezTo>
                      <a:pt x="744" y="8162"/>
                      <a:pt x="-365" y="16741"/>
                      <a:pt x="105" y="25294"/>
                    </a:cubicBezTo>
                    <a:cubicBezTo>
                      <a:pt x="4016" y="60497"/>
                      <a:pt x="54996" y="68451"/>
                      <a:pt x="54996" y="68451"/>
                    </a:cubicBezTo>
                    <a:cubicBezTo>
                      <a:pt x="54996" y="68451"/>
                      <a:pt x="168820" y="111608"/>
                      <a:pt x="278733" y="99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9" name="Google Shape;289;g3b3a45db5ed_1_3137"/>
              <p:cNvSpPr/>
              <p:nvPr/>
            </p:nvSpPr>
            <p:spPr>
              <a:xfrm>
                <a:off x="6608328" y="5445809"/>
                <a:ext cx="429883" cy="115488"/>
              </a:xfrm>
              <a:custGeom>
                <a:rect b="b" l="l" r="r" t="t"/>
                <a:pathLst>
                  <a:path extrusionOk="0" h="115488" w="429883">
                    <a:moveTo>
                      <a:pt x="246150" y="115470"/>
                    </a:moveTo>
                    <a:cubicBezTo>
                      <a:pt x="182797" y="114544"/>
                      <a:pt x="120004" y="103358"/>
                      <a:pt x="60224" y="82353"/>
                    </a:cubicBezTo>
                    <a:cubicBezTo>
                      <a:pt x="53183" y="81180"/>
                      <a:pt x="4420" y="71270"/>
                      <a:pt x="117" y="33199"/>
                    </a:cubicBezTo>
                    <a:cubicBezTo>
                      <a:pt x="-391" y="23772"/>
                      <a:pt x="756" y="14332"/>
                      <a:pt x="3507" y="5297"/>
                    </a:cubicBezTo>
                    <a:cubicBezTo>
                      <a:pt x="4081" y="3276"/>
                      <a:pt x="5515" y="1607"/>
                      <a:pt x="7419" y="733"/>
                    </a:cubicBezTo>
                    <a:cubicBezTo>
                      <a:pt x="9349" y="-244"/>
                      <a:pt x="11617" y="-244"/>
                      <a:pt x="13547" y="733"/>
                    </a:cubicBezTo>
                    <a:cubicBezTo>
                      <a:pt x="81906" y="33929"/>
                      <a:pt x="155234" y="55690"/>
                      <a:pt x="230634" y="65142"/>
                    </a:cubicBezTo>
                    <a:cubicBezTo>
                      <a:pt x="294391" y="71987"/>
                      <a:pt x="358840" y="67985"/>
                      <a:pt x="421254" y="53277"/>
                    </a:cubicBezTo>
                    <a:cubicBezTo>
                      <a:pt x="423496" y="52769"/>
                      <a:pt x="425843" y="53408"/>
                      <a:pt x="427512" y="54973"/>
                    </a:cubicBezTo>
                    <a:cubicBezTo>
                      <a:pt x="429181" y="56446"/>
                      <a:pt x="430042" y="58623"/>
                      <a:pt x="429859" y="60840"/>
                    </a:cubicBezTo>
                    <a:cubicBezTo>
                      <a:pt x="426469" y="95522"/>
                      <a:pt x="387876" y="102953"/>
                      <a:pt x="286438" y="113775"/>
                    </a:cubicBezTo>
                    <a:cubicBezTo>
                      <a:pt x="273048" y="115040"/>
                      <a:pt x="259605" y="115600"/>
                      <a:pt x="246150" y="115470"/>
                    </a:cubicBezTo>
                    <a:close/>
                    <a:moveTo>
                      <a:pt x="15633" y="17162"/>
                    </a:moveTo>
                    <a:cubicBezTo>
                      <a:pt x="14577" y="21816"/>
                      <a:pt x="14225" y="26614"/>
                      <a:pt x="14590" y="31373"/>
                    </a:cubicBezTo>
                    <a:cubicBezTo>
                      <a:pt x="17849" y="60840"/>
                      <a:pt x="63092" y="68272"/>
                      <a:pt x="63614" y="68272"/>
                    </a:cubicBezTo>
                    <a:lnTo>
                      <a:pt x="64918" y="68272"/>
                    </a:lnTo>
                    <a:cubicBezTo>
                      <a:pt x="66091" y="68272"/>
                      <a:pt x="178481" y="110646"/>
                      <a:pt x="285395" y="99172"/>
                    </a:cubicBezTo>
                    <a:lnTo>
                      <a:pt x="285395" y="99172"/>
                    </a:lnTo>
                    <a:cubicBezTo>
                      <a:pt x="371448" y="90046"/>
                      <a:pt x="402740" y="83266"/>
                      <a:pt x="412779" y="69054"/>
                    </a:cubicBezTo>
                    <a:cubicBezTo>
                      <a:pt x="352516" y="82183"/>
                      <a:pt x="290506" y="85391"/>
                      <a:pt x="229200" y="78572"/>
                    </a:cubicBezTo>
                    <a:cubicBezTo>
                      <a:pt x="155208" y="69523"/>
                      <a:pt x="83132" y="48792"/>
                      <a:pt x="15633" y="1716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0" name="Google Shape;290;g3b3a45db5ed_1_3137"/>
              <p:cNvSpPr/>
              <p:nvPr/>
            </p:nvSpPr>
            <p:spPr>
              <a:xfrm>
                <a:off x="5909685" y="3155683"/>
                <a:ext cx="922758" cy="985080"/>
              </a:xfrm>
              <a:custGeom>
                <a:rect b="b" l="l" r="r" t="t"/>
                <a:pathLst>
                  <a:path extrusionOk="0" h="985080" w="922758">
                    <a:moveTo>
                      <a:pt x="359635" y="92475"/>
                    </a:moveTo>
                    <a:cubicBezTo>
                      <a:pt x="359635" y="92475"/>
                      <a:pt x="91699" y="229117"/>
                      <a:pt x="30028" y="296133"/>
                    </a:cubicBezTo>
                    <a:cubicBezTo>
                      <a:pt x="-31644" y="363150"/>
                      <a:pt x="16989" y="424691"/>
                      <a:pt x="40719" y="494315"/>
                    </a:cubicBezTo>
                    <a:cubicBezTo>
                      <a:pt x="64449" y="563940"/>
                      <a:pt x="378802" y="962781"/>
                      <a:pt x="402922" y="981556"/>
                    </a:cubicBezTo>
                    <a:cubicBezTo>
                      <a:pt x="427043" y="1000331"/>
                      <a:pt x="550255" y="941398"/>
                      <a:pt x="716493" y="869035"/>
                    </a:cubicBezTo>
                    <a:cubicBezTo>
                      <a:pt x="882731" y="796673"/>
                      <a:pt x="922759" y="767207"/>
                      <a:pt x="922759" y="727048"/>
                    </a:cubicBezTo>
                    <a:cubicBezTo>
                      <a:pt x="922759" y="686891"/>
                      <a:pt x="707888" y="36020"/>
                      <a:pt x="694589" y="6683"/>
                    </a:cubicBezTo>
                    <a:cubicBezTo>
                      <a:pt x="681290" y="-22653"/>
                      <a:pt x="429260" y="51665"/>
                      <a:pt x="359635" y="9247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1" name="Google Shape;291;g3b3a45db5ed_1_3137"/>
              <p:cNvSpPr/>
              <p:nvPr/>
            </p:nvSpPr>
            <p:spPr>
              <a:xfrm>
                <a:off x="5902152" y="3148608"/>
                <a:ext cx="936810" cy="999252"/>
              </a:xfrm>
              <a:custGeom>
                <a:rect b="b" l="l" r="r" t="t"/>
                <a:pathLst>
                  <a:path extrusionOk="0" h="999252" w="936810">
                    <a:moveTo>
                      <a:pt x="424406" y="999192"/>
                    </a:moveTo>
                    <a:cubicBezTo>
                      <a:pt x="417939" y="999609"/>
                      <a:pt x="411524" y="997862"/>
                      <a:pt x="406152" y="994237"/>
                    </a:cubicBezTo>
                    <a:cubicBezTo>
                      <a:pt x="387247" y="979504"/>
                      <a:pt x="67157" y="577012"/>
                      <a:pt x="41080" y="503737"/>
                    </a:cubicBezTo>
                    <a:cubicBezTo>
                      <a:pt x="36386" y="490699"/>
                      <a:pt x="30650" y="476878"/>
                      <a:pt x="25173" y="463840"/>
                    </a:cubicBezTo>
                    <a:cubicBezTo>
                      <a:pt x="2617" y="410643"/>
                      <a:pt x="-20721" y="355492"/>
                      <a:pt x="31823" y="298384"/>
                    </a:cubicBezTo>
                    <a:cubicBezTo>
                      <a:pt x="93364" y="231498"/>
                      <a:pt x="350088" y="99941"/>
                      <a:pt x="363256" y="93292"/>
                    </a:cubicBezTo>
                    <a:cubicBezTo>
                      <a:pt x="429230" y="55350"/>
                      <a:pt x="650881" y="-12579"/>
                      <a:pt x="697036" y="2024"/>
                    </a:cubicBezTo>
                    <a:cubicBezTo>
                      <a:pt x="701795" y="3171"/>
                      <a:pt x="705811" y="6366"/>
                      <a:pt x="707988" y="10760"/>
                    </a:cubicBezTo>
                    <a:cubicBezTo>
                      <a:pt x="722852" y="43355"/>
                      <a:pt x="936810" y="693444"/>
                      <a:pt x="936810" y="733993"/>
                    </a:cubicBezTo>
                    <a:cubicBezTo>
                      <a:pt x="936810" y="779105"/>
                      <a:pt x="893523" y="809615"/>
                      <a:pt x="726242" y="882499"/>
                    </a:cubicBezTo>
                    <a:cubicBezTo>
                      <a:pt x="703295" y="892408"/>
                      <a:pt x="681130" y="902187"/>
                      <a:pt x="660007" y="911574"/>
                    </a:cubicBezTo>
                    <a:cubicBezTo>
                      <a:pt x="533536" y="967509"/>
                      <a:pt x="459739" y="999061"/>
                      <a:pt x="424406" y="999192"/>
                    </a:cubicBezTo>
                    <a:close/>
                    <a:moveTo>
                      <a:pt x="680999" y="13367"/>
                    </a:moveTo>
                    <a:cubicBezTo>
                      <a:pt x="625586" y="13367"/>
                      <a:pt x="436922" y="67346"/>
                      <a:pt x="370688" y="105678"/>
                    </a:cubicBezTo>
                    <a:lnTo>
                      <a:pt x="370688" y="105678"/>
                    </a:lnTo>
                    <a:cubicBezTo>
                      <a:pt x="368080" y="106982"/>
                      <a:pt x="103142" y="242450"/>
                      <a:pt x="43166" y="307772"/>
                    </a:cubicBezTo>
                    <a:cubicBezTo>
                      <a:pt x="-3250" y="358230"/>
                      <a:pt x="16307" y="404515"/>
                      <a:pt x="39124" y="458234"/>
                    </a:cubicBezTo>
                    <a:cubicBezTo>
                      <a:pt x="44731" y="471272"/>
                      <a:pt x="50468" y="485092"/>
                      <a:pt x="55292" y="499043"/>
                    </a:cubicBezTo>
                    <a:cubicBezTo>
                      <a:pt x="80456" y="571797"/>
                      <a:pt x="396504" y="968421"/>
                      <a:pt x="415148" y="982894"/>
                    </a:cubicBezTo>
                    <a:cubicBezTo>
                      <a:pt x="433793" y="997366"/>
                      <a:pt x="540707" y="948994"/>
                      <a:pt x="655183" y="898536"/>
                    </a:cubicBezTo>
                    <a:lnTo>
                      <a:pt x="721548" y="869461"/>
                    </a:lnTo>
                    <a:cubicBezTo>
                      <a:pt x="878007" y="801271"/>
                      <a:pt x="923641" y="770761"/>
                      <a:pt x="923641" y="733993"/>
                    </a:cubicBezTo>
                    <a:cubicBezTo>
                      <a:pt x="923641" y="699572"/>
                      <a:pt x="713856" y="56002"/>
                      <a:pt x="695993" y="16887"/>
                    </a:cubicBezTo>
                    <a:cubicBezTo>
                      <a:pt x="693776" y="14410"/>
                      <a:pt x="688170" y="13367"/>
                      <a:pt x="680999" y="13367"/>
                    </a:cubicBezTo>
                    <a:close/>
                    <a:moveTo>
                      <a:pt x="367168" y="99550"/>
                    </a:moveTo>
                    <a:lnTo>
                      <a:pt x="367168" y="9955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92" name="Google Shape;292;g3b3a45db5ed_1_3137"/>
              <p:cNvGrpSpPr/>
              <p:nvPr/>
            </p:nvGrpSpPr>
            <p:grpSpPr>
              <a:xfrm>
                <a:off x="5909424" y="3227297"/>
                <a:ext cx="721708" cy="913466"/>
                <a:chOff x="5909424" y="3227297"/>
                <a:chExt cx="721708" cy="913466"/>
              </a:xfrm>
            </p:grpSpPr>
            <p:sp>
              <p:nvSpPr>
                <p:cNvPr id="293" name="Google Shape;293;g3b3a45db5ed_1_3137"/>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 name="Google Shape;294;g3b3a45db5ed_1_3137"/>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FFFFFF">
                    <a:alpha val="4352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95" name="Google Shape;295;g3b3a45db5ed_1_3137"/>
              <p:cNvSpPr/>
              <p:nvPr/>
            </p:nvSpPr>
            <p:spPr>
              <a:xfrm>
                <a:off x="6194350" y="3178664"/>
                <a:ext cx="302407" cy="265486"/>
              </a:xfrm>
              <a:custGeom>
                <a:rect b="b" l="l" r="r" t="t"/>
                <a:pathLst>
                  <a:path extrusionOk="0" h="265486" w="302407">
                    <a:moveTo>
                      <a:pt x="0" y="109130"/>
                    </a:moveTo>
                    <a:cubicBezTo>
                      <a:pt x="32374" y="157489"/>
                      <a:pt x="74305" y="198716"/>
                      <a:pt x="123212" y="230256"/>
                    </a:cubicBezTo>
                    <a:cubicBezTo>
                      <a:pt x="208873" y="283843"/>
                      <a:pt x="265199" y="273152"/>
                      <a:pt x="294665" y="219434"/>
                    </a:cubicBezTo>
                    <a:cubicBezTo>
                      <a:pt x="318786" y="175626"/>
                      <a:pt x="280193" y="45764"/>
                      <a:pt x="265329" y="0"/>
                    </a:cubicBezTo>
                    <a:cubicBezTo>
                      <a:pt x="191402" y="20079"/>
                      <a:pt x="110043" y="49154"/>
                      <a:pt x="74970" y="69494"/>
                    </a:cubicBezTo>
                    <a:cubicBezTo>
                      <a:pt x="74970" y="69494"/>
                      <a:pt x="43939" y="85401"/>
                      <a:pt x="0" y="10913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6" name="Google Shape;296;g3b3a45db5ed_1_3137"/>
              <p:cNvSpPr/>
              <p:nvPr/>
            </p:nvSpPr>
            <p:spPr>
              <a:xfrm>
                <a:off x="6187227" y="3171522"/>
                <a:ext cx="316442" cy="279644"/>
              </a:xfrm>
              <a:custGeom>
                <a:rect b="b" l="l" r="r" t="t"/>
                <a:pathLst>
                  <a:path extrusionOk="0" h="279644" w="316442">
                    <a:moveTo>
                      <a:pt x="228513" y="279642"/>
                    </a:moveTo>
                    <a:cubicBezTo>
                      <a:pt x="199307" y="279642"/>
                      <a:pt x="165147" y="267517"/>
                      <a:pt x="126554" y="243396"/>
                    </a:cubicBezTo>
                    <a:cubicBezTo>
                      <a:pt x="76904" y="211191"/>
                      <a:pt x="34295" y="169273"/>
                      <a:pt x="1256" y="120184"/>
                    </a:cubicBezTo>
                    <a:cubicBezTo>
                      <a:pt x="96" y="118554"/>
                      <a:pt x="-283" y="116507"/>
                      <a:pt x="213" y="114577"/>
                    </a:cubicBezTo>
                    <a:cubicBezTo>
                      <a:pt x="708" y="112635"/>
                      <a:pt x="1986" y="110992"/>
                      <a:pt x="3733" y="110014"/>
                    </a:cubicBezTo>
                    <a:cubicBezTo>
                      <a:pt x="47020" y="86545"/>
                      <a:pt x="78573" y="70899"/>
                      <a:pt x="78834" y="70247"/>
                    </a:cubicBezTo>
                    <a:cubicBezTo>
                      <a:pt x="112994" y="50560"/>
                      <a:pt x="192006" y="21745"/>
                      <a:pt x="270496" y="232"/>
                    </a:cubicBezTo>
                    <a:cubicBezTo>
                      <a:pt x="274147" y="-720"/>
                      <a:pt x="277915" y="1340"/>
                      <a:pt x="279102" y="4926"/>
                    </a:cubicBezTo>
                    <a:cubicBezTo>
                      <a:pt x="296182" y="57079"/>
                      <a:pt x="333080" y="184463"/>
                      <a:pt x="307916" y="230097"/>
                    </a:cubicBezTo>
                    <a:cubicBezTo>
                      <a:pt x="296703" y="252901"/>
                      <a:pt x="276312" y="269877"/>
                      <a:pt x="251852" y="276774"/>
                    </a:cubicBezTo>
                    <a:cubicBezTo>
                      <a:pt x="244224" y="278730"/>
                      <a:pt x="236388" y="279694"/>
                      <a:pt x="228513" y="279642"/>
                    </a:cubicBezTo>
                    <a:close/>
                    <a:moveTo>
                      <a:pt x="17293" y="118750"/>
                    </a:moveTo>
                    <a:cubicBezTo>
                      <a:pt x="48767" y="163523"/>
                      <a:pt x="88612" y="201777"/>
                      <a:pt x="134638" y="231401"/>
                    </a:cubicBezTo>
                    <a:cubicBezTo>
                      <a:pt x="180793" y="260215"/>
                      <a:pt x="219256" y="270515"/>
                      <a:pt x="248983" y="263083"/>
                    </a:cubicBezTo>
                    <a:cubicBezTo>
                      <a:pt x="269662" y="257086"/>
                      <a:pt x="286820" y="242574"/>
                      <a:pt x="296182" y="223186"/>
                    </a:cubicBezTo>
                    <a:cubicBezTo>
                      <a:pt x="318217" y="183420"/>
                      <a:pt x="283144" y="61642"/>
                      <a:pt x="268410" y="15747"/>
                    </a:cubicBezTo>
                    <a:cubicBezTo>
                      <a:pt x="194092" y="36348"/>
                      <a:pt x="118340" y="64119"/>
                      <a:pt x="85874" y="82764"/>
                    </a:cubicBezTo>
                    <a:cubicBezTo>
                      <a:pt x="84962" y="83025"/>
                      <a:pt x="56799" y="97367"/>
                      <a:pt x="17293" y="11875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7" name="Google Shape;297;g3b3a45db5ed_1_3137"/>
              <p:cNvSpPr/>
              <p:nvPr/>
            </p:nvSpPr>
            <p:spPr>
              <a:xfrm>
                <a:off x="6175444" y="3103042"/>
                <a:ext cx="276215" cy="290553"/>
              </a:xfrm>
              <a:custGeom>
                <a:rect b="b" l="l" r="r" t="t"/>
                <a:pathLst>
                  <a:path extrusionOk="0" h="290553" w="276215">
                    <a:moveTo>
                      <a:pt x="262591" y="43287"/>
                    </a:moveTo>
                    <a:cubicBezTo>
                      <a:pt x="250439" y="57290"/>
                      <a:pt x="244637" y="75700"/>
                      <a:pt x="246554" y="94136"/>
                    </a:cubicBezTo>
                    <a:cubicBezTo>
                      <a:pt x="251900" y="120995"/>
                      <a:pt x="278759" y="225432"/>
                      <a:pt x="276021" y="260244"/>
                    </a:cubicBezTo>
                    <a:cubicBezTo>
                      <a:pt x="273282" y="295056"/>
                      <a:pt x="241208" y="300532"/>
                      <a:pt x="174191" y="273282"/>
                    </a:cubicBezTo>
                    <a:cubicBezTo>
                      <a:pt x="107175" y="246032"/>
                      <a:pt x="64409" y="168976"/>
                      <a:pt x="53587" y="150071"/>
                    </a:cubicBezTo>
                    <a:cubicBezTo>
                      <a:pt x="42766" y="131165"/>
                      <a:pt x="0" y="18775"/>
                      <a:pt x="0" y="18775"/>
                    </a:cubicBezTo>
                    <a:lnTo>
                      <a:pt x="29467" y="0"/>
                    </a:lnTo>
                    <a:cubicBezTo>
                      <a:pt x="29467" y="0"/>
                      <a:pt x="59064" y="45504"/>
                      <a:pt x="131296" y="45504"/>
                    </a:cubicBezTo>
                    <a:cubicBezTo>
                      <a:pt x="203528" y="45504"/>
                      <a:pt x="254638" y="7953"/>
                      <a:pt x="262591" y="24121"/>
                    </a:cubicBezTo>
                    <a:cubicBezTo>
                      <a:pt x="270544" y="40288"/>
                      <a:pt x="262591" y="43287"/>
                      <a:pt x="262591" y="43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8" name="Google Shape;298;g3b3a45db5ed_1_3137"/>
              <p:cNvSpPr/>
              <p:nvPr/>
            </p:nvSpPr>
            <p:spPr>
              <a:xfrm>
                <a:off x="6168474" y="3096336"/>
                <a:ext cx="289997" cy="304531"/>
              </a:xfrm>
              <a:custGeom>
                <a:rect b="b" l="l" r="r" t="t"/>
                <a:pathLst>
                  <a:path extrusionOk="0" h="304531" w="289997">
                    <a:moveTo>
                      <a:pt x="247918" y="304500"/>
                    </a:moveTo>
                    <a:cubicBezTo>
                      <a:pt x="223928" y="302844"/>
                      <a:pt x="200433" y="296886"/>
                      <a:pt x="178554" y="286899"/>
                    </a:cubicBezTo>
                    <a:cubicBezTo>
                      <a:pt x="133703" y="269036"/>
                      <a:pt x="92371" y="227053"/>
                      <a:pt x="55343" y="162253"/>
                    </a:cubicBezTo>
                    <a:lnTo>
                      <a:pt x="54430" y="160688"/>
                    </a:lnTo>
                    <a:cubicBezTo>
                      <a:pt x="43608" y="141652"/>
                      <a:pt x="2277" y="32913"/>
                      <a:pt x="451" y="28350"/>
                    </a:cubicBezTo>
                    <a:cubicBezTo>
                      <a:pt x="-709" y="25233"/>
                      <a:pt x="425" y="21726"/>
                      <a:pt x="3190" y="19875"/>
                    </a:cubicBezTo>
                    <a:lnTo>
                      <a:pt x="32656" y="1100"/>
                    </a:lnTo>
                    <a:cubicBezTo>
                      <a:pt x="35942" y="-961"/>
                      <a:pt x="40283" y="-48"/>
                      <a:pt x="42435" y="3186"/>
                    </a:cubicBezTo>
                    <a:cubicBezTo>
                      <a:pt x="43608" y="4881"/>
                      <a:pt x="70989" y="45560"/>
                      <a:pt x="138266" y="45560"/>
                    </a:cubicBezTo>
                    <a:cubicBezTo>
                      <a:pt x="169441" y="44660"/>
                      <a:pt x="200263" y="38715"/>
                      <a:pt x="229534" y="27958"/>
                    </a:cubicBezTo>
                    <a:cubicBezTo>
                      <a:pt x="252481" y="20396"/>
                      <a:pt x="268649" y="14920"/>
                      <a:pt x="275690" y="27958"/>
                    </a:cubicBezTo>
                    <a:cubicBezTo>
                      <a:pt x="279771" y="34295"/>
                      <a:pt x="280918" y="42092"/>
                      <a:pt x="278819" y="49341"/>
                    </a:cubicBezTo>
                    <a:cubicBezTo>
                      <a:pt x="277854" y="51779"/>
                      <a:pt x="276172" y="53865"/>
                      <a:pt x="273995" y="55339"/>
                    </a:cubicBezTo>
                    <a:cubicBezTo>
                      <a:pt x="263603" y="67490"/>
                      <a:pt x="258609" y="83358"/>
                      <a:pt x="260174" y="99278"/>
                    </a:cubicBezTo>
                    <a:cubicBezTo>
                      <a:pt x="261348" y="105014"/>
                      <a:pt x="263434" y="114141"/>
                      <a:pt x="266041" y="125354"/>
                    </a:cubicBezTo>
                    <a:cubicBezTo>
                      <a:pt x="275690" y="167859"/>
                      <a:pt x="292118" y="238918"/>
                      <a:pt x="289771" y="267341"/>
                    </a:cubicBezTo>
                    <a:cubicBezTo>
                      <a:pt x="289797" y="279662"/>
                      <a:pt x="283630" y="291188"/>
                      <a:pt x="273343" y="297981"/>
                    </a:cubicBezTo>
                    <a:cubicBezTo>
                      <a:pt x="265676" y="302558"/>
                      <a:pt x="256849" y="304826"/>
                      <a:pt x="247918" y="304500"/>
                    </a:cubicBezTo>
                    <a:close/>
                    <a:moveTo>
                      <a:pt x="15706" y="28741"/>
                    </a:moveTo>
                    <a:cubicBezTo>
                      <a:pt x="24312" y="51297"/>
                      <a:pt x="57690" y="137871"/>
                      <a:pt x="66686" y="153647"/>
                    </a:cubicBezTo>
                    <a:lnTo>
                      <a:pt x="67599" y="155212"/>
                    </a:lnTo>
                    <a:cubicBezTo>
                      <a:pt x="102932" y="217274"/>
                      <a:pt x="142047" y="257171"/>
                      <a:pt x="183770" y="273860"/>
                    </a:cubicBezTo>
                    <a:cubicBezTo>
                      <a:pt x="235271" y="294330"/>
                      <a:pt x="256915" y="291853"/>
                      <a:pt x="266172" y="286116"/>
                    </a:cubicBezTo>
                    <a:cubicBezTo>
                      <a:pt x="272547" y="281631"/>
                      <a:pt x="276224" y="274225"/>
                      <a:pt x="275950" y="266428"/>
                    </a:cubicBezTo>
                    <a:cubicBezTo>
                      <a:pt x="278037" y="240352"/>
                      <a:pt x="261348" y="167598"/>
                      <a:pt x="252481" y="128614"/>
                    </a:cubicBezTo>
                    <a:cubicBezTo>
                      <a:pt x="249874" y="117270"/>
                      <a:pt x="247788" y="108013"/>
                      <a:pt x="246614" y="102537"/>
                    </a:cubicBezTo>
                    <a:cubicBezTo>
                      <a:pt x="244202" y="81898"/>
                      <a:pt x="250643" y="61193"/>
                      <a:pt x="264346" y="45560"/>
                    </a:cubicBezTo>
                    <a:cubicBezTo>
                      <a:pt x="264816" y="44973"/>
                      <a:pt x="265389" y="44491"/>
                      <a:pt x="266041" y="44126"/>
                    </a:cubicBezTo>
                    <a:cubicBezTo>
                      <a:pt x="266106" y="40749"/>
                      <a:pt x="265155" y="37437"/>
                      <a:pt x="263303" y="34608"/>
                    </a:cubicBezTo>
                    <a:cubicBezTo>
                      <a:pt x="253238" y="35312"/>
                      <a:pt x="243368" y="37685"/>
                      <a:pt x="234098" y="41648"/>
                    </a:cubicBezTo>
                    <a:cubicBezTo>
                      <a:pt x="203353" y="52888"/>
                      <a:pt x="170992" y="59055"/>
                      <a:pt x="138266" y="59902"/>
                    </a:cubicBezTo>
                    <a:cubicBezTo>
                      <a:pt x="99086" y="61701"/>
                      <a:pt x="61145" y="45873"/>
                      <a:pt x="34873" y="167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99" name="Google Shape;299;g3b3a45db5ed_1_3137"/>
              <p:cNvGrpSpPr/>
              <p:nvPr/>
            </p:nvGrpSpPr>
            <p:grpSpPr>
              <a:xfrm>
                <a:off x="6175444" y="3103172"/>
                <a:ext cx="262591" cy="280323"/>
                <a:chOff x="6175444" y="3103172"/>
                <a:chExt cx="262591" cy="280323"/>
              </a:xfrm>
            </p:grpSpPr>
            <p:sp>
              <p:nvSpPr>
                <p:cNvPr id="300" name="Google Shape;300;g3b3a45db5ed_1_3137"/>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1" name="Google Shape;301;g3b3a45db5ed_1_3137"/>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FFFFFF">
                    <a:alpha val="4352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02" name="Google Shape;302;g3b3a45db5ed_1_3137"/>
              <p:cNvSpPr/>
              <p:nvPr/>
            </p:nvSpPr>
            <p:spPr>
              <a:xfrm>
                <a:off x="6065662" y="2977483"/>
                <a:ext cx="128557" cy="128557"/>
              </a:xfrm>
              <a:custGeom>
                <a:rect b="b" l="l" r="r" t="t"/>
                <a:pathLst>
                  <a:path extrusionOk="0" h="128557" w="128557">
                    <a:moveTo>
                      <a:pt x="0" y="56195"/>
                    </a:moveTo>
                    <a:lnTo>
                      <a:pt x="56195" y="128557"/>
                    </a:lnTo>
                    <a:lnTo>
                      <a:pt x="128557" y="99091"/>
                    </a:lnTo>
                    <a:lnTo>
                      <a:pt x="74970" y="0"/>
                    </a:lnTo>
                    <a:lnTo>
                      <a:pt x="0" y="5619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3" name="Google Shape;303;g3b3a45db5ed_1_3137"/>
              <p:cNvSpPr/>
              <p:nvPr/>
            </p:nvSpPr>
            <p:spPr>
              <a:xfrm>
                <a:off x="6058555" y="2970151"/>
                <a:ext cx="142499" cy="142930"/>
              </a:xfrm>
              <a:custGeom>
                <a:rect b="b" l="l" r="r" t="t"/>
                <a:pathLst>
                  <a:path extrusionOk="0" h="142930" w="142499">
                    <a:moveTo>
                      <a:pt x="63302" y="142930"/>
                    </a:moveTo>
                    <a:cubicBezTo>
                      <a:pt x="61176" y="142957"/>
                      <a:pt x="59155" y="141992"/>
                      <a:pt x="57825" y="140323"/>
                    </a:cubicBezTo>
                    <a:lnTo>
                      <a:pt x="1500" y="67700"/>
                    </a:lnTo>
                    <a:cubicBezTo>
                      <a:pt x="327" y="66187"/>
                      <a:pt x="-195" y="64257"/>
                      <a:pt x="66" y="62354"/>
                    </a:cubicBezTo>
                    <a:cubicBezTo>
                      <a:pt x="366" y="60502"/>
                      <a:pt x="1343" y="58834"/>
                      <a:pt x="2804" y="57660"/>
                    </a:cubicBezTo>
                    <a:lnTo>
                      <a:pt x="77904" y="1465"/>
                    </a:lnTo>
                    <a:cubicBezTo>
                      <a:pt x="79521" y="200"/>
                      <a:pt x="81633" y="-282"/>
                      <a:pt x="83641" y="161"/>
                    </a:cubicBezTo>
                    <a:cubicBezTo>
                      <a:pt x="85649" y="591"/>
                      <a:pt x="87357" y="1882"/>
                      <a:pt x="88335" y="3682"/>
                    </a:cubicBezTo>
                    <a:lnTo>
                      <a:pt x="141922" y="102773"/>
                    </a:lnTo>
                    <a:cubicBezTo>
                      <a:pt x="142692" y="104650"/>
                      <a:pt x="142692" y="106762"/>
                      <a:pt x="141922" y="108640"/>
                    </a:cubicBezTo>
                    <a:cubicBezTo>
                      <a:pt x="141283" y="110504"/>
                      <a:pt x="139849" y="111977"/>
                      <a:pt x="138011" y="112682"/>
                    </a:cubicBezTo>
                    <a:lnTo>
                      <a:pt x="65648" y="142148"/>
                    </a:lnTo>
                    <a:cubicBezTo>
                      <a:pt x="64918" y="142552"/>
                      <a:pt x="64123" y="142813"/>
                      <a:pt x="63302" y="142930"/>
                    </a:cubicBezTo>
                    <a:close/>
                    <a:moveTo>
                      <a:pt x="17016" y="64701"/>
                    </a:moveTo>
                    <a:lnTo>
                      <a:pt x="65648" y="127154"/>
                    </a:lnTo>
                    <a:lnTo>
                      <a:pt x="125755" y="102642"/>
                    </a:lnTo>
                    <a:lnTo>
                      <a:pt x="79730" y="17633"/>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4" name="Google Shape;304;g3b3a45db5ed_1_3137"/>
              <p:cNvSpPr/>
              <p:nvPr/>
            </p:nvSpPr>
            <p:spPr>
              <a:xfrm>
                <a:off x="6083871" y="2778266"/>
                <a:ext cx="421712" cy="401488"/>
              </a:xfrm>
              <a:custGeom>
                <a:rect b="b" l="l" r="r" t="t"/>
                <a:pathLst>
                  <a:path extrusionOk="0" h="401488" w="421712">
                    <a:moveTo>
                      <a:pt x="78275" y="285662"/>
                    </a:moveTo>
                    <a:cubicBezTo>
                      <a:pt x="78275" y="285662"/>
                      <a:pt x="-2172" y="178357"/>
                      <a:pt x="45" y="146282"/>
                    </a:cubicBezTo>
                    <a:cubicBezTo>
                      <a:pt x="2261" y="114208"/>
                      <a:pt x="170195" y="-7700"/>
                      <a:pt x="215829" y="384"/>
                    </a:cubicBezTo>
                    <a:cubicBezTo>
                      <a:pt x="261463" y="8468"/>
                      <a:pt x="333173" y="144848"/>
                      <a:pt x="333173" y="144848"/>
                    </a:cubicBezTo>
                    <a:lnTo>
                      <a:pt x="373461" y="185136"/>
                    </a:lnTo>
                    <a:lnTo>
                      <a:pt x="360423" y="222687"/>
                    </a:lnTo>
                    <a:cubicBezTo>
                      <a:pt x="360423" y="222687"/>
                      <a:pt x="429135" y="317736"/>
                      <a:pt x="421051" y="331165"/>
                    </a:cubicBezTo>
                    <a:cubicBezTo>
                      <a:pt x="412967" y="344595"/>
                      <a:pt x="351427" y="382014"/>
                      <a:pt x="276326" y="398182"/>
                    </a:cubicBezTo>
                    <a:cubicBezTo>
                      <a:pt x="201226" y="414349"/>
                      <a:pt x="128994" y="365977"/>
                      <a:pt x="128994" y="365977"/>
                    </a:cubicBezTo>
                    <a:cubicBezTo>
                      <a:pt x="128994" y="365977"/>
                      <a:pt x="78144" y="387360"/>
                      <a:pt x="56631" y="374061"/>
                    </a:cubicBezTo>
                    <a:cubicBezTo>
                      <a:pt x="35118" y="360762"/>
                      <a:pt x="5782" y="312390"/>
                      <a:pt x="11127" y="301699"/>
                    </a:cubicBezTo>
                    <a:cubicBezTo>
                      <a:pt x="16473" y="291007"/>
                      <a:pt x="78275" y="285662"/>
                      <a:pt x="78275" y="28566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5" name="Google Shape;305;g3b3a45db5ed_1_3137"/>
              <p:cNvSpPr/>
              <p:nvPr/>
            </p:nvSpPr>
            <p:spPr>
              <a:xfrm>
                <a:off x="6077313" y="2770815"/>
                <a:ext cx="435145" cy="415280"/>
              </a:xfrm>
              <a:custGeom>
                <a:rect b="b" l="l" r="r" t="t"/>
                <a:pathLst>
                  <a:path extrusionOk="0" h="415280" w="435145">
                    <a:moveTo>
                      <a:pt x="251070" y="415280"/>
                    </a:moveTo>
                    <a:cubicBezTo>
                      <a:pt x="210065" y="413951"/>
                      <a:pt x="170090" y="402047"/>
                      <a:pt x="135030" y="380729"/>
                    </a:cubicBezTo>
                    <a:cubicBezTo>
                      <a:pt x="121991" y="385684"/>
                      <a:pt x="80790" y="400026"/>
                      <a:pt x="59668" y="386857"/>
                    </a:cubicBezTo>
                    <a:cubicBezTo>
                      <a:pt x="38546" y="373688"/>
                      <a:pt x="3082" y="321666"/>
                      <a:pt x="11427" y="305368"/>
                    </a:cubicBezTo>
                    <a:cubicBezTo>
                      <a:pt x="16512" y="295068"/>
                      <a:pt x="44805" y="289591"/>
                      <a:pt x="71794" y="286593"/>
                    </a:cubicBezTo>
                    <a:cubicBezTo>
                      <a:pt x="50933" y="257909"/>
                      <a:pt x="-2394" y="181374"/>
                      <a:pt x="83" y="152429"/>
                    </a:cubicBezTo>
                    <a:cubicBezTo>
                      <a:pt x="1648" y="132871"/>
                      <a:pt x="43501" y="97929"/>
                      <a:pt x="68274" y="78762"/>
                    </a:cubicBezTo>
                    <a:cubicBezTo>
                      <a:pt x="107388" y="48905"/>
                      <a:pt x="189399" y="-5986"/>
                      <a:pt x="224733" y="533"/>
                    </a:cubicBezTo>
                    <a:cubicBezTo>
                      <a:pt x="271410" y="8747"/>
                      <a:pt x="336993" y="129612"/>
                      <a:pt x="346511" y="147735"/>
                    </a:cubicBezTo>
                    <a:lnTo>
                      <a:pt x="385625" y="186850"/>
                    </a:lnTo>
                    <a:cubicBezTo>
                      <a:pt x="387620" y="188780"/>
                      <a:pt x="388233" y="191713"/>
                      <a:pt x="387190" y="194282"/>
                    </a:cubicBezTo>
                    <a:lnTo>
                      <a:pt x="375064" y="228312"/>
                    </a:lnTo>
                    <a:cubicBezTo>
                      <a:pt x="420959" y="292069"/>
                      <a:pt x="440256" y="330141"/>
                      <a:pt x="433997" y="341484"/>
                    </a:cubicBezTo>
                    <a:cubicBezTo>
                      <a:pt x="424610" y="356999"/>
                      <a:pt x="360983" y="395332"/>
                      <a:pt x="284709" y="411760"/>
                    </a:cubicBezTo>
                    <a:cubicBezTo>
                      <a:pt x="273653" y="414081"/>
                      <a:pt x="262374" y="415268"/>
                      <a:pt x="251070" y="415280"/>
                    </a:cubicBezTo>
                    <a:close/>
                    <a:moveTo>
                      <a:pt x="135682" y="365735"/>
                    </a:moveTo>
                    <a:cubicBezTo>
                      <a:pt x="137077" y="365722"/>
                      <a:pt x="138433" y="366126"/>
                      <a:pt x="139593" y="366909"/>
                    </a:cubicBezTo>
                    <a:cubicBezTo>
                      <a:pt x="140375" y="366909"/>
                      <a:pt x="210391" y="413325"/>
                      <a:pt x="281580" y="398070"/>
                    </a:cubicBezTo>
                    <a:cubicBezTo>
                      <a:pt x="358375" y="381642"/>
                      <a:pt x="415744" y="344222"/>
                      <a:pt x="421741" y="334313"/>
                    </a:cubicBezTo>
                    <a:cubicBezTo>
                      <a:pt x="422654" y="325447"/>
                      <a:pt x="391232" y="274858"/>
                      <a:pt x="361374" y="233657"/>
                    </a:cubicBezTo>
                    <a:cubicBezTo>
                      <a:pt x="359992" y="231780"/>
                      <a:pt x="359640" y="229329"/>
                      <a:pt x="360462" y="227138"/>
                    </a:cubicBezTo>
                    <a:lnTo>
                      <a:pt x="372326" y="193760"/>
                    </a:lnTo>
                    <a:lnTo>
                      <a:pt x="335167" y="156731"/>
                    </a:lnTo>
                    <a:cubicBezTo>
                      <a:pt x="334659" y="156184"/>
                      <a:pt x="334228" y="155571"/>
                      <a:pt x="333863" y="154906"/>
                    </a:cubicBezTo>
                    <a:cubicBezTo>
                      <a:pt x="314436" y="117877"/>
                      <a:pt x="255634" y="20221"/>
                      <a:pt x="221604" y="14093"/>
                    </a:cubicBezTo>
                    <a:cubicBezTo>
                      <a:pt x="200482" y="10442"/>
                      <a:pt x="136855" y="43689"/>
                      <a:pt x="76879" y="89975"/>
                    </a:cubicBezTo>
                    <a:cubicBezTo>
                      <a:pt x="34635" y="122441"/>
                      <a:pt x="14817" y="145779"/>
                      <a:pt x="14165" y="153602"/>
                    </a:cubicBezTo>
                    <a:cubicBezTo>
                      <a:pt x="12339" y="175115"/>
                      <a:pt x="59929" y="247608"/>
                      <a:pt x="90439" y="288157"/>
                    </a:cubicBezTo>
                    <a:cubicBezTo>
                      <a:pt x="91964" y="290230"/>
                      <a:pt x="92264" y="292968"/>
                      <a:pt x="91221" y="295328"/>
                    </a:cubicBezTo>
                    <a:cubicBezTo>
                      <a:pt x="90191" y="297675"/>
                      <a:pt x="87922" y="299240"/>
                      <a:pt x="85354" y="299370"/>
                    </a:cubicBezTo>
                    <a:cubicBezTo>
                      <a:pt x="56018" y="301978"/>
                      <a:pt x="27725" y="307715"/>
                      <a:pt x="23813" y="312408"/>
                    </a:cubicBezTo>
                    <a:cubicBezTo>
                      <a:pt x="22509" y="319971"/>
                      <a:pt x="46630" y="362476"/>
                      <a:pt x="67100" y="375253"/>
                    </a:cubicBezTo>
                    <a:cubicBezTo>
                      <a:pt x="82094" y="384641"/>
                      <a:pt x="120688" y="371863"/>
                      <a:pt x="132292" y="366648"/>
                    </a:cubicBezTo>
                    <a:cubicBezTo>
                      <a:pt x="133322" y="366048"/>
                      <a:pt x="134495" y="365735"/>
                      <a:pt x="135682" y="3657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06" name="Google Shape;306;g3b3a45db5ed_1_3137"/>
              <p:cNvGrpSpPr/>
              <p:nvPr/>
            </p:nvGrpSpPr>
            <p:grpSpPr>
              <a:xfrm>
                <a:off x="6084245" y="2777613"/>
                <a:ext cx="361352" cy="401447"/>
                <a:chOff x="6084245" y="2777613"/>
                <a:chExt cx="361352" cy="401447"/>
              </a:xfrm>
            </p:grpSpPr>
            <p:sp>
              <p:nvSpPr>
                <p:cNvPr id="307" name="Google Shape;307;g3b3a45db5ed_1_3137"/>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8" name="Google Shape;308;g3b3a45db5ed_1_3137"/>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FFFFFF">
                    <a:alpha val="4352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09" name="Google Shape;309;g3b3a45db5ed_1_3137"/>
              <p:cNvSpPr/>
              <p:nvPr/>
            </p:nvSpPr>
            <p:spPr>
              <a:xfrm>
                <a:off x="7083821" y="3078912"/>
                <a:ext cx="334953" cy="1959141"/>
              </a:xfrm>
              <a:custGeom>
                <a:rect b="b" l="l" r="r" t="t"/>
                <a:pathLst>
                  <a:path extrusionOk="0" h="1959141" w="334953">
                    <a:moveTo>
                      <a:pt x="0" y="5746"/>
                    </a:moveTo>
                    <a:lnTo>
                      <a:pt x="297534" y="1959141"/>
                    </a:lnTo>
                    <a:lnTo>
                      <a:pt x="334953" y="1953795"/>
                    </a:lnTo>
                    <a:lnTo>
                      <a:pt x="48111" y="3008"/>
                    </a:lnTo>
                    <a:cubicBezTo>
                      <a:pt x="32257" y="-1791"/>
                      <a:pt x="15216" y="-826"/>
                      <a:pt x="0" y="57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0" name="Google Shape;310;g3b3a45db5ed_1_3137"/>
              <p:cNvSpPr/>
              <p:nvPr/>
            </p:nvSpPr>
            <p:spPr>
              <a:xfrm>
                <a:off x="7076844" y="3071818"/>
                <a:ext cx="349190" cy="1973928"/>
              </a:xfrm>
              <a:custGeom>
                <a:rect b="b" l="l" r="r" t="t"/>
                <a:pathLst>
                  <a:path extrusionOk="0" h="1973928" w="349190">
                    <a:moveTo>
                      <a:pt x="304511" y="1973928"/>
                    </a:moveTo>
                    <a:cubicBezTo>
                      <a:pt x="300991" y="1973967"/>
                      <a:pt x="297992" y="1971411"/>
                      <a:pt x="297471" y="1967930"/>
                    </a:cubicBezTo>
                    <a:lnTo>
                      <a:pt x="68" y="13883"/>
                    </a:lnTo>
                    <a:cubicBezTo>
                      <a:pt x="-389" y="10571"/>
                      <a:pt x="1502" y="7377"/>
                      <a:pt x="4631" y="6190"/>
                    </a:cubicBezTo>
                    <a:cubicBezTo>
                      <a:pt x="21555" y="-1098"/>
                      <a:pt x="40564" y="-1985"/>
                      <a:pt x="58088" y="3713"/>
                    </a:cubicBezTo>
                    <a:cubicBezTo>
                      <a:pt x="60343" y="4691"/>
                      <a:pt x="61921" y="6764"/>
                      <a:pt x="62260" y="9189"/>
                    </a:cubicBezTo>
                    <a:lnTo>
                      <a:pt x="349102" y="1959846"/>
                    </a:lnTo>
                    <a:cubicBezTo>
                      <a:pt x="349402" y="1961737"/>
                      <a:pt x="348933" y="1963654"/>
                      <a:pt x="347799" y="1965192"/>
                    </a:cubicBezTo>
                    <a:cubicBezTo>
                      <a:pt x="346625" y="1966652"/>
                      <a:pt x="344956" y="1967630"/>
                      <a:pt x="343105" y="1967930"/>
                    </a:cubicBezTo>
                    <a:lnTo>
                      <a:pt x="305554" y="1973276"/>
                    </a:lnTo>
                    <a:close/>
                    <a:moveTo>
                      <a:pt x="14931" y="18185"/>
                    </a:moveTo>
                    <a:lnTo>
                      <a:pt x="310379" y="1958282"/>
                    </a:lnTo>
                    <a:lnTo>
                      <a:pt x="333978" y="1954892"/>
                    </a:lnTo>
                    <a:lnTo>
                      <a:pt x="48961" y="15578"/>
                    </a:lnTo>
                    <a:cubicBezTo>
                      <a:pt x="37579" y="13465"/>
                      <a:pt x="25857" y="14365"/>
                      <a:pt x="14931" y="1818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 name="Google Shape;311;g3b3a45db5ed_1_3137"/>
              <p:cNvSpPr/>
              <p:nvPr/>
            </p:nvSpPr>
            <p:spPr>
              <a:xfrm>
                <a:off x="7032378" y="3323444"/>
                <a:ext cx="68639" cy="137851"/>
              </a:xfrm>
              <a:custGeom>
                <a:rect b="b" l="l" r="r" t="t"/>
                <a:pathLst>
                  <a:path extrusionOk="0" h="137851" w="68639">
                    <a:moveTo>
                      <a:pt x="59527" y="2422"/>
                    </a:moveTo>
                    <a:cubicBezTo>
                      <a:pt x="59527" y="2422"/>
                      <a:pt x="594" y="-10616"/>
                      <a:pt x="594" y="23805"/>
                    </a:cubicBezTo>
                    <a:cubicBezTo>
                      <a:pt x="594" y="58226"/>
                      <a:pt x="-4752" y="117550"/>
                      <a:pt x="16631" y="130980"/>
                    </a:cubicBezTo>
                    <a:cubicBezTo>
                      <a:pt x="38014" y="144409"/>
                      <a:pt x="64873" y="139064"/>
                      <a:pt x="67611" y="106859"/>
                    </a:cubicBezTo>
                    <a:cubicBezTo>
                      <a:pt x="70349" y="74655"/>
                      <a:pt x="67611" y="-5661"/>
                      <a:pt x="59527" y="24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 name="Google Shape;312;g3b3a45db5ed_1_3137"/>
              <p:cNvSpPr/>
              <p:nvPr/>
            </p:nvSpPr>
            <p:spPr>
              <a:xfrm>
                <a:off x="7025042" y="3315838"/>
                <a:ext cx="82255" cy="152276"/>
              </a:xfrm>
              <a:custGeom>
                <a:rect b="b" l="l" r="r" t="t"/>
                <a:pathLst>
                  <a:path extrusionOk="0" h="152276" w="82255">
                    <a:moveTo>
                      <a:pt x="46133" y="152276"/>
                    </a:moveTo>
                    <a:cubicBezTo>
                      <a:pt x="36862" y="152133"/>
                      <a:pt x="27827" y="149369"/>
                      <a:pt x="20056" y="144323"/>
                    </a:cubicBezTo>
                    <a:cubicBezTo>
                      <a:pt x="-1457" y="131285"/>
                      <a:pt x="-544" y="87346"/>
                      <a:pt x="368" y="49013"/>
                    </a:cubicBezTo>
                    <a:cubicBezTo>
                      <a:pt x="368" y="42624"/>
                      <a:pt x="368" y="36627"/>
                      <a:pt x="368" y="31151"/>
                    </a:cubicBezTo>
                    <a:cubicBezTo>
                      <a:pt x="55" y="22532"/>
                      <a:pt x="3823" y="14266"/>
                      <a:pt x="10538" y="8855"/>
                    </a:cubicBezTo>
                    <a:cubicBezTo>
                      <a:pt x="26575" y="-4183"/>
                      <a:pt x="56303" y="511"/>
                      <a:pt x="65560" y="2336"/>
                    </a:cubicBezTo>
                    <a:cubicBezTo>
                      <a:pt x="67294" y="1762"/>
                      <a:pt x="69171" y="1762"/>
                      <a:pt x="70905" y="2336"/>
                    </a:cubicBezTo>
                    <a:cubicBezTo>
                      <a:pt x="86551" y="9507"/>
                      <a:pt x="81466" y="113292"/>
                      <a:pt x="81466" y="114335"/>
                    </a:cubicBezTo>
                    <a:cubicBezTo>
                      <a:pt x="81349" y="128351"/>
                      <a:pt x="73735" y="141233"/>
                      <a:pt x="61518" y="148104"/>
                    </a:cubicBezTo>
                    <a:cubicBezTo>
                      <a:pt x="56785" y="150660"/>
                      <a:pt x="51517" y="152094"/>
                      <a:pt x="46133" y="152276"/>
                    </a:cubicBezTo>
                    <a:close/>
                    <a:moveTo>
                      <a:pt x="43134" y="14201"/>
                    </a:moveTo>
                    <a:cubicBezTo>
                      <a:pt x="34959" y="13575"/>
                      <a:pt x="26797" y="15544"/>
                      <a:pt x="19795" y="19807"/>
                    </a:cubicBezTo>
                    <a:cubicBezTo>
                      <a:pt x="16392" y="22545"/>
                      <a:pt x="14580" y="26796"/>
                      <a:pt x="14971" y="31151"/>
                    </a:cubicBezTo>
                    <a:cubicBezTo>
                      <a:pt x="14971" y="36627"/>
                      <a:pt x="14971" y="42885"/>
                      <a:pt x="14971" y="49274"/>
                    </a:cubicBezTo>
                    <a:cubicBezTo>
                      <a:pt x="14319" y="78740"/>
                      <a:pt x="13406" y="123201"/>
                      <a:pt x="28009" y="132328"/>
                    </a:cubicBezTo>
                    <a:cubicBezTo>
                      <a:pt x="36119" y="138234"/>
                      <a:pt x="46680" y="139616"/>
                      <a:pt x="56042" y="135978"/>
                    </a:cubicBezTo>
                    <a:cubicBezTo>
                      <a:pt x="63786" y="131258"/>
                      <a:pt x="68415" y="122757"/>
                      <a:pt x="68167" y="113683"/>
                    </a:cubicBezTo>
                    <a:cubicBezTo>
                      <a:pt x="70384" y="81231"/>
                      <a:pt x="69210" y="48622"/>
                      <a:pt x="64647" y="16417"/>
                    </a:cubicBezTo>
                    <a:cubicBezTo>
                      <a:pt x="57567" y="15035"/>
                      <a:pt x="50357" y="14383"/>
                      <a:pt x="43134" y="144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3" name="Google Shape;313;g3b3a45db5ed_1_3137"/>
              <p:cNvSpPr/>
              <p:nvPr/>
            </p:nvSpPr>
            <p:spPr>
              <a:xfrm>
                <a:off x="7126215" y="3460018"/>
                <a:ext cx="128490" cy="59009"/>
              </a:xfrm>
              <a:custGeom>
                <a:rect b="b" l="l" r="r" t="t"/>
                <a:pathLst>
                  <a:path extrusionOk="0" h="59009" w="128490">
                    <a:moveTo>
                      <a:pt x="242" y="11617"/>
                    </a:moveTo>
                    <a:cubicBezTo>
                      <a:pt x="242" y="11617"/>
                      <a:pt x="-1844" y="53730"/>
                      <a:pt x="6239" y="57903"/>
                    </a:cubicBezTo>
                    <a:cubicBezTo>
                      <a:pt x="14323" y="62075"/>
                      <a:pt x="122411" y="53730"/>
                      <a:pt x="126452" y="44864"/>
                    </a:cubicBezTo>
                    <a:cubicBezTo>
                      <a:pt x="130494" y="35998"/>
                      <a:pt x="128539" y="2750"/>
                      <a:pt x="120455" y="664"/>
                    </a:cubicBezTo>
                    <a:cubicBezTo>
                      <a:pt x="112371" y="-1422"/>
                      <a:pt x="10281" y="1186"/>
                      <a:pt x="242" y="116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 name="Google Shape;314;g3b3a45db5ed_1_3137"/>
              <p:cNvSpPr/>
              <p:nvPr/>
            </p:nvSpPr>
            <p:spPr>
              <a:xfrm>
                <a:off x="7119044" y="3453381"/>
                <a:ext cx="142681" cy="72881"/>
              </a:xfrm>
              <a:custGeom>
                <a:rect b="b" l="l" r="r" t="t"/>
                <a:pathLst>
                  <a:path extrusionOk="0" h="72881" w="142681">
                    <a:moveTo>
                      <a:pt x="28795" y="72753"/>
                    </a:moveTo>
                    <a:cubicBezTo>
                      <a:pt x="22511" y="73183"/>
                      <a:pt x="16201" y="72531"/>
                      <a:pt x="10151" y="70797"/>
                    </a:cubicBezTo>
                    <a:cubicBezTo>
                      <a:pt x="2197" y="66625"/>
                      <a:pt x="-1192" y="48893"/>
                      <a:pt x="372" y="17992"/>
                    </a:cubicBezTo>
                    <a:cubicBezTo>
                      <a:pt x="385" y="16297"/>
                      <a:pt x="1037" y="14667"/>
                      <a:pt x="2197" y="13429"/>
                    </a:cubicBezTo>
                    <a:cubicBezTo>
                      <a:pt x="16018" y="-1044"/>
                      <a:pt x="123845" y="-522"/>
                      <a:pt x="129451" y="390"/>
                    </a:cubicBezTo>
                    <a:cubicBezTo>
                      <a:pt x="133441" y="1720"/>
                      <a:pt x="136609" y="4784"/>
                      <a:pt x="138056" y="8735"/>
                    </a:cubicBezTo>
                    <a:cubicBezTo>
                      <a:pt x="143467" y="23416"/>
                      <a:pt x="144145" y="39414"/>
                      <a:pt x="140012" y="54499"/>
                    </a:cubicBezTo>
                    <a:cubicBezTo>
                      <a:pt x="137939" y="57759"/>
                      <a:pt x="134653" y="60066"/>
                      <a:pt x="130885" y="60888"/>
                    </a:cubicBezTo>
                    <a:cubicBezTo>
                      <a:pt x="97351" y="68307"/>
                      <a:pt x="63138" y="72283"/>
                      <a:pt x="28795" y="72753"/>
                    </a:cubicBezTo>
                    <a:close/>
                    <a:moveTo>
                      <a:pt x="17191" y="58280"/>
                    </a:moveTo>
                    <a:cubicBezTo>
                      <a:pt x="54325" y="58893"/>
                      <a:pt x="91405" y="55347"/>
                      <a:pt x="127756" y="47719"/>
                    </a:cubicBezTo>
                    <a:cubicBezTo>
                      <a:pt x="129568" y="36572"/>
                      <a:pt x="128591" y="25150"/>
                      <a:pt x="124888" y="14472"/>
                    </a:cubicBezTo>
                    <a:cubicBezTo>
                      <a:pt x="111849" y="12777"/>
                      <a:pt x="30490" y="15776"/>
                      <a:pt x="14323" y="22295"/>
                    </a:cubicBezTo>
                    <a:cubicBezTo>
                      <a:pt x="13358" y="34368"/>
                      <a:pt x="14323" y="46520"/>
                      <a:pt x="17191" y="5828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 name="Google Shape;315;g3b3a45db5ed_1_3137"/>
              <p:cNvSpPr/>
              <p:nvPr/>
            </p:nvSpPr>
            <p:spPr>
              <a:xfrm>
                <a:off x="7094343" y="3402669"/>
                <a:ext cx="163717" cy="74559"/>
              </a:xfrm>
              <a:custGeom>
                <a:rect b="b" l="l" r="r" t="t"/>
                <a:pathLst>
                  <a:path extrusionOk="0" h="74559" w="163717">
                    <a:moveTo>
                      <a:pt x="300" y="14205"/>
                    </a:moveTo>
                    <a:cubicBezTo>
                      <a:pt x="300" y="14205"/>
                      <a:pt x="-2308" y="67792"/>
                      <a:pt x="7862" y="73138"/>
                    </a:cubicBezTo>
                    <a:cubicBezTo>
                      <a:pt x="18032" y="78483"/>
                      <a:pt x="156107" y="67792"/>
                      <a:pt x="161192" y="57101"/>
                    </a:cubicBezTo>
                    <a:cubicBezTo>
                      <a:pt x="166277" y="46409"/>
                      <a:pt x="163669" y="3513"/>
                      <a:pt x="153499" y="906"/>
                    </a:cubicBezTo>
                    <a:cubicBezTo>
                      <a:pt x="143330" y="-1702"/>
                      <a:pt x="13077" y="906"/>
                      <a:pt x="300" y="1420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 name="Google Shape;316;g3b3a45db5ed_1_3137"/>
              <p:cNvSpPr/>
              <p:nvPr/>
            </p:nvSpPr>
            <p:spPr>
              <a:xfrm>
                <a:off x="7086936" y="3396120"/>
                <a:ext cx="178088" cy="88334"/>
              </a:xfrm>
              <a:custGeom>
                <a:rect b="b" l="l" r="r" t="t"/>
                <a:pathLst>
                  <a:path extrusionOk="0" h="88334" w="178088">
                    <a:moveTo>
                      <a:pt x="34045" y="88161"/>
                    </a:moveTo>
                    <a:cubicBezTo>
                      <a:pt x="26626" y="88709"/>
                      <a:pt x="19168" y="87953"/>
                      <a:pt x="12010" y="85945"/>
                    </a:cubicBezTo>
                    <a:cubicBezTo>
                      <a:pt x="276" y="79817"/>
                      <a:pt x="-1028" y="46830"/>
                      <a:pt x="536" y="20753"/>
                    </a:cubicBezTo>
                    <a:cubicBezTo>
                      <a:pt x="641" y="19045"/>
                      <a:pt x="1332" y="17442"/>
                      <a:pt x="2492" y="16190"/>
                    </a:cubicBezTo>
                    <a:cubicBezTo>
                      <a:pt x="19051" y="-1151"/>
                      <a:pt x="155692" y="-1021"/>
                      <a:pt x="162733" y="805"/>
                    </a:cubicBezTo>
                    <a:cubicBezTo>
                      <a:pt x="167244" y="2317"/>
                      <a:pt x="170816" y="5825"/>
                      <a:pt x="172381" y="10323"/>
                    </a:cubicBezTo>
                    <a:cubicBezTo>
                      <a:pt x="178965" y="28485"/>
                      <a:pt x="179878" y="48212"/>
                      <a:pt x="174988" y="66909"/>
                    </a:cubicBezTo>
                    <a:cubicBezTo>
                      <a:pt x="172576" y="70638"/>
                      <a:pt x="168769" y="73272"/>
                      <a:pt x="164427" y="74210"/>
                    </a:cubicBezTo>
                    <a:cubicBezTo>
                      <a:pt x="121518" y="83089"/>
                      <a:pt x="77853" y="87770"/>
                      <a:pt x="34045" y="88161"/>
                    </a:cubicBezTo>
                    <a:close/>
                    <a:moveTo>
                      <a:pt x="14618" y="24534"/>
                    </a:moveTo>
                    <a:cubicBezTo>
                      <a:pt x="12883" y="41093"/>
                      <a:pt x="14383" y="57834"/>
                      <a:pt x="19051" y="73819"/>
                    </a:cubicBezTo>
                    <a:cubicBezTo>
                      <a:pt x="30655" y="77209"/>
                      <a:pt x="147347" y="68082"/>
                      <a:pt x="162472" y="59607"/>
                    </a:cubicBezTo>
                    <a:cubicBezTo>
                      <a:pt x="165992" y="49568"/>
                      <a:pt x="163124" y="18276"/>
                      <a:pt x="158169" y="13843"/>
                    </a:cubicBezTo>
                    <a:cubicBezTo>
                      <a:pt x="145652" y="11235"/>
                      <a:pt x="33523" y="15408"/>
                      <a:pt x="14618" y="2453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7" name="Google Shape;317;g3b3a45db5ed_1_3137"/>
              <p:cNvSpPr/>
              <p:nvPr/>
            </p:nvSpPr>
            <p:spPr>
              <a:xfrm>
                <a:off x="7088983" y="3343554"/>
                <a:ext cx="171719" cy="74741"/>
              </a:xfrm>
              <a:custGeom>
                <a:rect b="b" l="l" r="r" t="t"/>
                <a:pathLst>
                  <a:path extrusionOk="0" h="74741" w="171719">
                    <a:moveTo>
                      <a:pt x="314" y="14387"/>
                    </a:moveTo>
                    <a:cubicBezTo>
                      <a:pt x="314" y="14387"/>
                      <a:pt x="-2424" y="67974"/>
                      <a:pt x="8267" y="73320"/>
                    </a:cubicBezTo>
                    <a:cubicBezTo>
                      <a:pt x="18959" y="78665"/>
                      <a:pt x="163684" y="67974"/>
                      <a:pt x="169030" y="57282"/>
                    </a:cubicBezTo>
                    <a:cubicBezTo>
                      <a:pt x="174375" y="46591"/>
                      <a:pt x="171767" y="3695"/>
                      <a:pt x="161076" y="957"/>
                    </a:cubicBezTo>
                    <a:cubicBezTo>
                      <a:pt x="150385" y="-1781"/>
                      <a:pt x="13613" y="957"/>
                      <a:pt x="314" y="1438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8" name="Google Shape;318;g3b3a45db5ed_1_3137"/>
              <p:cNvSpPr/>
              <p:nvPr/>
            </p:nvSpPr>
            <p:spPr>
              <a:xfrm>
                <a:off x="7081796" y="3337297"/>
                <a:ext cx="185946" cy="87537"/>
              </a:xfrm>
              <a:custGeom>
                <a:rect b="b" l="l" r="r" t="t"/>
                <a:pathLst>
                  <a:path extrusionOk="0" h="87537" w="185946">
                    <a:moveTo>
                      <a:pt x="34882" y="87399"/>
                    </a:moveTo>
                    <a:cubicBezTo>
                      <a:pt x="27333" y="87804"/>
                      <a:pt x="19758" y="87321"/>
                      <a:pt x="12326" y="85965"/>
                    </a:cubicBezTo>
                    <a:cubicBezTo>
                      <a:pt x="70" y="79837"/>
                      <a:pt x="-712" y="46850"/>
                      <a:pt x="331" y="20774"/>
                    </a:cubicBezTo>
                    <a:cubicBezTo>
                      <a:pt x="448" y="19014"/>
                      <a:pt x="1191" y="17345"/>
                      <a:pt x="2417" y="16080"/>
                    </a:cubicBezTo>
                    <a:cubicBezTo>
                      <a:pt x="19758" y="-1261"/>
                      <a:pt x="162657" y="-1000"/>
                      <a:pt x="169959" y="825"/>
                    </a:cubicBezTo>
                    <a:cubicBezTo>
                      <a:pt x="174770" y="2377"/>
                      <a:pt x="178590" y="6093"/>
                      <a:pt x="180259" y="10865"/>
                    </a:cubicBezTo>
                    <a:cubicBezTo>
                      <a:pt x="186935" y="28884"/>
                      <a:pt x="187756" y="48545"/>
                      <a:pt x="182606" y="67060"/>
                    </a:cubicBezTo>
                    <a:cubicBezTo>
                      <a:pt x="175696" y="80620"/>
                      <a:pt x="79864" y="87399"/>
                      <a:pt x="34882" y="87399"/>
                    </a:cubicBezTo>
                    <a:close/>
                    <a:moveTo>
                      <a:pt x="14282" y="24555"/>
                    </a:moveTo>
                    <a:cubicBezTo>
                      <a:pt x="13499" y="47633"/>
                      <a:pt x="15585" y="70059"/>
                      <a:pt x="19106" y="73579"/>
                    </a:cubicBezTo>
                    <a:cubicBezTo>
                      <a:pt x="30710" y="77099"/>
                      <a:pt x="154834" y="67712"/>
                      <a:pt x="170350" y="59367"/>
                    </a:cubicBezTo>
                    <a:cubicBezTo>
                      <a:pt x="173870" y="49589"/>
                      <a:pt x="171002" y="17905"/>
                      <a:pt x="165787" y="13864"/>
                    </a:cubicBezTo>
                    <a:cubicBezTo>
                      <a:pt x="154704" y="11517"/>
                      <a:pt x="34361" y="15167"/>
                      <a:pt x="14282" y="2455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9" name="Google Shape;319;g3b3a45db5ed_1_3137"/>
              <p:cNvSpPr/>
              <p:nvPr/>
            </p:nvSpPr>
            <p:spPr>
              <a:xfrm>
                <a:off x="7080905" y="3284274"/>
                <a:ext cx="171810" cy="74696"/>
              </a:xfrm>
              <a:custGeom>
                <a:rect b="b" l="l" r="r" t="t"/>
                <a:pathLst>
                  <a:path extrusionOk="0" h="74696" w="171810">
                    <a:moveTo>
                      <a:pt x="309" y="14342"/>
                    </a:moveTo>
                    <a:cubicBezTo>
                      <a:pt x="309" y="14342"/>
                      <a:pt x="-2429" y="67929"/>
                      <a:pt x="8393" y="73275"/>
                    </a:cubicBezTo>
                    <a:cubicBezTo>
                      <a:pt x="19215" y="78620"/>
                      <a:pt x="163809" y="67929"/>
                      <a:pt x="169155" y="57238"/>
                    </a:cubicBezTo>
                    <a:cubicBezTo>
                      <a:pt x="174501" y="46546"/>
                      <a:pt x="171763" y="3650"/>
                      <a:pt x="161071" y="912"/>
                    </a:cubicBezTo>
                    <a:cubicBezTo>
                      <a:pt x="150380" y="-1826"/>
                      <a:pt x="13738" y="1303"/>
                      <a:pt x="309" y="1434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0" name="Google Shape;320;g3b3a45db5ed_1_3137"/>
              <p:cNvSpPr/>
              <p:nvPr/>
            </p:nvSpPr>
            <p:spPr>
              <a:xfrm>
                <a:off x="7073519" y="3277973"/>
                <a:ext cx="185878" cy="87837"/>
              </a:xfrm>
              <a:custGeom>
                <a:rect b="b" l="l" r="r" t="t"/>
                <a:pathLst>
                  <a:path extrusionOk="0" h="87837" w="185878">
                    <a:moveTo>
                      <a:pt x="35075" y="87791"/>
                    </a:moveTo>
                    <a:cubicBezTo>
                      <a:pt x="27422" y="88025"/>
                      <a:pt x="19768" y="87373"/>
                      <a:pt x="12258" y="85835"/>
                    </a:cubicBezTo>
                    <a:cubicBezTo>
                      <a:pt x="2" y="79707"/>
                      <a:pt x="-780" y="46720"/>
                      <a:pt x="393" y="20644"/>
                    </a:cubicBezTo>
                    <a:cubicBezTo>
                      <a:pt x="485" y="18909"/>
                      <a:pt x="1228" y="17280"/>
                      <a:pt x="2479" y="16080"/>
                    </a:cubicBezTo>
                    <a:cubicBezTo>
                      <a:pt x="19690" y="-1261"/>
                      <a:pt x="162590" y="-1000"/>
                      <a:pt x="169891" y="825"/>
                    </a:cubicBezTo>
                    <a:cubicBezTo>
                      <a:pt x="174702" y="2377"/>
                      <a:pt x="178522" y="6093"/>
                      <a:pt x="180191" y="10865"/>
                    </a:cubicBezTo>
                    <a:cubicBezTo>
                      <a:pt x="186867" y="28884"/>
                      <a:pt x="187688" y="48545"/>
                      <a:pt x="182538" y="67060"/>
                    </a:cubicBezTo>
                    <a:cubicBezTo>
                      <a:pt x="175889" y="80880"/>
                      <a:pt x="80057" y="87791"/>
                      <a:pt x="35075" y="87791"/>
                    </a:cubicBezTo>
                    <a:close/>
                    <a:moveTo>
                      <a:pt x="14605" y="24946"/>
                    </a:moveTo>
                    <a:cubicBezTo>
                      <a:pt x="12832" y="41440"/>
                      <a:pt x="14422" y="58115"/>
                      <a:pt x="19299" y="73970"/>
                    </a:cubicBezTo>
                    <a:cubicBezTo>
                      <a:pt x="31033" y="77490"/>
                      <a:pt x="155158" y="67973"/>
                      <a:pt x="170673" y="59758"/>
                    </a:cubicBezTo>
                    <a:cubicBezTo>
                      <a:pt x="174194" y="49980"/>
                      <a:pt x="170673" y="18297"/>
                      <a:pt x="166110" y="14255"/>
                    </a:cubicBezTo>
                    <a:cubicBezTo>
                      <a:pt x="155679" y="11908"/>
                      <a:pt x="34684" y="15428"/>
                      <a:pt x="14605" y="249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1" name="Google Shape;321;g3b3a45db5ed_1_3137"/>
              <p:cNvSpPr/>
              <p:nvPr/>
            </p:nvSpPr>
            <p:spPr>
              <a:xfrm>
                <a:off x="5914287" y="3433562"/>
                <a:ext cx="962877" cy="299112"/>
              </a:xfrm>
              <a:custGeom>
                <a:rect b="b" l="l" r="r" t="t"/>
                <a:pathLst>
                  <a:path extrusionOk="0" h="299112" w="962877">
                    <a:moveTo>
                      <a:pt x="0" y="113694"/>
                    </a:moveTo>
                    <a:cubicBezTo>
                      <a:pt x="3651" y="194531"/>
                      <a:pt x="73666" y="252030"/>
                      <a:pt x="117345" y="280062"/>
                    </a:cubicBezTo>
                    <a:cubicBezTo>
                      <a:pt x="137189" y="292840"/>
                      <a:pt x="160371" y="299463"/>
                      <a:pt x="183970" y="299098"/>
                    </a:cubicBezTo>
                    <a:lnTo>
                      <a:pt x="962877" y="288798"/>
                    </a:lnTo>
                    <a:lnTo>
                      <a:pt x="962877" y="117345"/>
                    </a:lnTo>
                    <a:lnTo>
                      <a:pt x="121517" y="0"/>
                    </a:lnTo>
                    <a:cubicBezTo>
                      <a:pt x="121517" y="0"/>
                      <a:pt x="54630" y="2608"/>
                      <a:pt x="36638" y="52935"/>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2" name="Google Shape;322;g3b3a45db5ed_1_3137"/>
              <p:cNvSpPr/>
              <p:nvPr/>
            </p:nvSpPr>
            <p:spPr>
              <a:xfrm>
                <a:off x="5907242" y="3425739"/>
                <a:ext cx="977354" cy="313962"/>
              </a:xfrm>
              <a:custGeom>
                <a:rect b="b" l="l" r="r" t="t"/>
                <a:pathLst>
                  <a:path extrusionOk="0" h="313962" w="977354">
                    <a:moveTo>
                      <a:pt x="189190" y="313962"/>
                    </a:moveTo>
                    <a:cubicBezTo>
                      <a:pt x="164770" y="314040"/>
                      <a:pt x="140857" y="307012"/>
                      <a:pt x="120348" y="293752"/>
                    </a:cubicBezTo>
                    <a:cubicBezTo>
                      <a:pt x="77061" y="265851"/>
                      <a:pt x="3916" y="206396"/>
                      <a:pt x="5" y="121778"/>
                    </a:cubicBezTo>
                    <a:cubicBezTo>
                      <a:pt x="-139" y="117866"/>
                      <a:pt x="2873" y="114554"/>
                      <a:pt x="6785" y="114346"/>
                    </a:cubicBezTo>
                    <a:cubicBezTo>
                      <a:pt x="10592" y="114124"/>
                      <a:pt x="13865" y="117045"/>
                      <a:pt x="14073" y="120852"/>
                    </a:cubicBezTo>
                    <a:cubicBezTo>
                      <a:pt x="14086" y="120943"/>
                      <a:pt x="14086" y="121034"/>
                      <a:pt x="14086" y="121126"/>
                    </a:cubicBezTo>
                    <a:cubicBezTo>
                      <a:pt x="17737" y="199355"/>
                      <a:pt x="86970" y="255550"/>
                      <a:pt x="128041" y="281888"/>
                    </a:cubicBezTo>
                    <a:cubicBezTo>
                      <a:pt x="146633" y="294130"/>
                      <a:pt x="168512" y="300402"/>
                      <a:pt x="190755" y="299881"/>
                    </a:cubicBezTo>
                    <a:lnTo>
                      <a:pt x="963273" y="289711"/>
                    </a:lnTo>
                    <a:lnTo>
                      <a:pt x="963273" y="131296"/>
                    </a:lnTo>
                    <a:lnTo>
                      <a:pt x="127910" y="13951"/>
                    </a:lnTo>
                    <a:cubicBezTo>
                      <a:pt x="128562" y="13951"/>
                      <a:pt x="66891" y="17211"/>
                      <a:pt x="50724" y="62323"/>
                    </a:cubicBezTo>
                    <a:cubicBezTo>
                      <a:pt x="49433" y="65987"/>
                      <a:pt x="45417" y="67916"/>
                      <a:pt x="41753" y="66639"/>
                    </a:cubicBezTo>
                    <a:cubicBezTo>
                      <a:pt x="41741" y="66626"/>
                      <a:pt x="41741" y="66626"/>
                      <a:pt x="41727" y="66626"/>
                    </a:cubicBezTo>
                    <a:cubicBezTo>
                      <a:pt x="38090" y="65217"/>
                      <a:pt x="36186" y="61202"/>
                      <a:pt x="37425" y="57499"/>
                    </a:cubicBezTo>
                    <a:cubicBezTo>
                      <a:pt x="56722" y="3390"/>
                      <a:pt x="125694" y="0"/>
                      <a:pt x="128693" y="0"/>
                    </a:cubicBezTo>
                    <a:lnTo>
                      <a:pt x="971227" y="117345"/>
                    </a:lnTo>
                    <a:cubicBezTo>
                      <a:pt x="974721" y="117853"/>
                      <a:pt x="977328" y="120852"/>
                      <a:pt x="977355" y="124385"/>
                    </a:cubicBezTo>
                    <a:lnTo>
                      <a:pt x="977355" y="296621"/>
                    </a:lnTo>
                    <a:cubicBezTo>
                      <a:pt x="977355" y="300454"/>
                      <a:pt x="974278" y="303596"/>
                      <a:pt x="970444" y="303662"/>
                    </a:cubicBezTo>
                    <a:lnTo>
                      <a:pt x="190885" y="31396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23" name="Google Shape;323;g3b3a45db5ed_1_3137"/>
              <p:cNvGrpSpPr/>
              <p:nvPr/>
            </p:nvGrpSpPr>
            <p:grpSpPr>
              <a:xfrm>
                <a:off x="5914287" y="3433041"/>
                <a:ext cx="962877" cy="299634"/>
                <a:chOff x="5914287" y="3433041"/>
                <a:chExt cx="962877" cy="299634"/>
              </a:xfrm>
            </p:grpSpPr>
            <p:sp>
              <p:nvSpPr>
                <p:cNvPr id="324" name="Google Shape;324;g3b3a45db5ed_1_3137"/>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5" name="Google Shape;325;g3b3a45db5ed_1_3137"/>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FFFFFF">
                    <a:alpha val="4352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26" name="Google Shape;326;g3b3a45db5ed_1_3137"/>
              <p:cNvSpPr/>
              <p:nvPr/>
            </p:nvSpPr>
            <p:spPr>
              <a:xfrm>
                <a:off x="6815885" y="3528007"/>
                <a:ext cx="489979" cy="253025"/>
              </a:xfrm>
              <a:custGeom>
                <a:rect b="b" l="l" r="r" t="t"/>
                <a:pathLst>
                  <a:path extrusionOk="0" h="253025" w="489979">
                    <a:moveTo>
                      <a:pt x="5346" y="1517"/>
                    </a:moveTo>
                    <a:lnTo>
                      <a:pt x="0" y="253025"/>
                    </a:lnTo>
                    <a:lnTo>
                      <a:pt x="256854" y="199829"/>
                    </a:lnTo>
                    <a:cubicBezTo>
                      <a:pt x="256854" y="199829"/>
                      <a:pt x="388150" y="210521"/>
                      <a:pt x="417616" y="207913"/>
                    </a:cubicBezTo>
                    <a:cubicBezTo>
                      <a:pt x="447083" y="205305"/>
                      <a:pt x="471204" y="162279"/>
                      <a:pt x="471204" y="140896"/>
                    </a:cubicBezTo>
                    <a:lnTo>
                      <a:pt x="471204" y="92655"/>
                    </a:lnTo>
                    <a:cubicBezTo>
                      <a:pt x="483094" y="83841"/>
                      <a:pt x="490057" y="69903"/>
                      <a:pt x="489979" y="55104"/>
                    </a:cubicBezTo>
                    <a:cubicBezTo>
                      <a:pt x="487371" y="33721"/>
                      <a:pt x="444475" y="20292"/>
                      <a:pt x="444475" y="20292"/>
                    </a:cubicBezTo>
                    <a:cubicBezTo>
                      <a:pt x="444475" y="20292"/>
                      <a:pt x="321263" y="-6567"/>
                      <a:pt x="286321" y="1517"/>
                    </a:cubicBezTo>
                    <a:cubicBezTo>
                      <a:pt x="251378" y="9601"/>
                      <a:pt x="5346" y="1517"/>
                      <a:pt x="5346" y="15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7" name="Google Shape;327;g3b3a45db5ed_1_3137"/>
              <p:cNvSpPr/>
              <p:nvPr/>
            </p:nvSpPr>
            <p:spPr>
              <a:xfrm>
                <a:off x="6808844" y="3520839"/>
                <a:ext cx="504530" cy="268146"/>
              </a:xfrm>
              <a:custGeom>
                <a:rect b="b" l="l" r="r" t="t"/>
                <a:pathLst>
                  <a:path extrusionOk="0" h="268146" w="504530">
                    <a:moveTo>
                      <a:pt x="7041" y="267625"/>
                    </a:moveTo>
                    <a:cubicBezTo>
                      <a:pt x="5424" y="267651"/>
                      <a:pt x="3846" y="267091"/>
                      <a:pt x="2608" y="266061"/>
                    </a:cubicBezTo>
                    <a:cubicBezTo>
                      <a:pt x="965" y="264665"/>
                      <a:pt x="13" y="262619"/>
                      <a:pt x="0" y="260454"/>
                    </a:cubicBezTo>
                    <a:lnTo>
                      <a:pt x="5346" y="8555"/>
                    </a:lnTo>
                    <a:cubicBezTo>
                      <a:pt x="5450" y="6690"/>
                      <a:pt x="6232" y="4917"/>
                      <a:pt x="7562" y="3600"/>
                    </a:cubicBezTo>
                    <a:cubicBezTo>
                      <a:pt x="8840" y="2166"/>
                      <a:pt x="10730" y="1449"/>
                      <a:pt x="12647" y="1644"/>
                    </a:cubicBezTo>
                    <a:cubicBezTo>
                      <a:pt x="97657" y="4382"/>
                      <a:pt x="265329" y="8033"/>
                      <a:pt x="292188" y="1644"/>
                    </a:cubicBezTo>
                    <a:cubicBezTo>
                      <a:pt x="328174" y="-6700"/>
                      <a:pt x="448647" y="19376"/>
                      <a:pt x="453341" y="20419"/>
                    </a:cubicBezTo>
                    <a:cubicBezTo>
                      <a:pt x="458035" y="21462"/>
                      <a:pt x="501322" y="36065"/>
                      <a:pt x="504451" y="61229"/>
                    </a:cubicBezTo>
                    <a:cubicBezTo>
                      <a:pt x="505364" y="77618"/>
                      <a:pt x="498323" y="93434"/>
                      <a:pt x="485546" y="103734"/>
                    </a:cubicBezTo>
                    <a:lnTo>
                      <a:pt x="485546" y="148716"/>
                    </a:lnTo>
                    <a:cubicBezTo>
                      <a:pt x="485546" y="172185"/>
                      <a:pt x="459469" y="219514"/>
                      <a:pt x="425439" y="222774"/>
                    </a:cubicBezTo>
                    <a:cubicBezTo>
                      <a:pt x="396885" y="225381"/>
                      <a:pt x="277715" y="215863"/>
                      <a:pt x="264547" y="214820"/>
                    </a:cubicBezTo>
                    <a:lnTo>
                      <a:pt x="8214" y="268147"/>
                    </a:lnTo>
                    <a:close/>
                    <a:moveTo>
                      <a:pt x="19297" y="15986"/>
                    </a:moveTo>
                    <a:lnTo>
                      <a:pt x="14342" y="251849"/>
                    </a:lnTo>
                    <a:lnTo>
                      <a:pt x="262852" y="199696"/>
                    </a:lnTo>
                    <a:lnTo>
                      <a:pt x="264938" y="199696"/>
                    </a:lnTo>
                    <a:cubicBezTo>
                      <a:pt x="266242" y="199696"/>
                      <a:pt x="395321" y="210257"/>
                      <a:pt x="424396" y="207780"/>
                    </a:cubicBezTo>
                    <a:cubicBezTo>
                      <a:pt x="449821" y="205432"/>
                      <a:pt x="471595" y="166057"/>
                      <a:pt x="471595" y="147803"/>
                    </a:cubicBezTo>
                    <a:lnTo>
                      <a:pt x="471595" y="99562"/>
                    </a:lnTo>
                    <a:cubicBezTo>
                      <a:pt x="471595" y="97345"/>
                      <a:pt x="472664" y="95259"/>
                      <a:pt x="474463" y="93955"/>
                    </a:cubicBezTo>
                    <a:cubicBezTo>
                      <a:pt x="474463" y="93955"/>
                      <a:pt x="492586" y="79874"/>
                      <a:pt x="490500" y="62924"/>
                    </a:cubicBezTo>
                    <a:cubicBezTo>
                      <a:pt x="488805" y="49886"/>
                      <a:pt x="462338" y="37891"/>
                      <a:pt x="449821" y="33979"/>
                    </a:cubicBezTo>
                    <a:cubicBezTo>
                      <a:pt x="416573" y="26808"/>
                      <a:pt x="322697" y="8946"/>
                      <a:pt x="295448" y="15334"/>
                    </a:cubicBezTo>
                    <a:cubicBezTo>
                      <a:pt x="262982" y="23027"/>
                      <a:pt x="60889" y="17290"/>
                      <a:pt x="19297" y="1598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8" name="Google Shape;328;g3b3a45db5ed_1_3137"/>
              <p:cNvSpPr/>
              <p:nvPr/>
            </p:nvSpPr>
            <p:spPr>
              <a:xfrm>
                <a:off x="5996317" y="2708886"/>
                <a:ext cx="490509" cy="356996"/>
              </a:xfrm>
              <a:custGeom>
                <a:rect b="b" l="l" r="r" t="t"/>
                <a:pathLst>
                  <a:path extrusionOk="0" h="356996" w="490509">
                    <a:moveTo>
                      <a:pt x="34533" y="356997"/>
                    </a:moveTo>
                    <a:lnTo>
                      <a:pt x="484615" y="150731"/>
                    </a:lnTo>
                    <a:cubicBezTo>
                      <a:pt x="484615" y="150731"/>
                      <a:pt x="503390" y="137693"/>
                      <a:pt x="473923" y="134564"/>
                    </a:cubicBezTo>
                    <a:cubicBezTo>
                      <a:pt x="444261" y="134459"/>
                      <a:pt x="414664" y="137158"/>
                      <a:pt x="385524" y="142647"/>
                    </a:cubicBezTo>
                    <a:cubicBezTo>
                      <a:pt x="385524" y="142647"/>
                      <a:pt x="290475" y="7440"/>
                      <a:pt x="271699" y="2095"/>
                    </a:cubicBezTo>
                    <a:cubicBezTo>
                      <a:pt x="252924" y="-3251"/>
                      <a:pt x="242233" y="2095"/>
                      <a:pt x="239625" y="12916"/>
                    </a:cubicBezTo>
                    <a:lnTo>
                      <a:pt x="236887" y="23608"/>
                    </a:lnTo>
                    <a:cubicBezTo>
                      <a:pt x="236887" y="23608"/>
                      <a:pt x="82775" y="67547"/>
                      <a:pt x="23711" y="145255"/>
                    </a:cubicBezTo>
                    <a:cubicBezTo>
                      <a:pt x="-35352" y="222963"/>
                      <a:pt x="34533" y="356997"/>
                      <a:pt x="34533" y="3569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29" name="Google Shape;329;g3b3a45db5ed_1_3137"/>
              <p:cNvSpPr/>
              <p:nvPr/>
            </p:nvSpPr>
            <p:spPr>
              <a:xfrm>
                <a:off x="5989189" y="2701775"/>
                <a:ext cx="504812" cy="371148"/>
              </a:xfrm>
              <a:custGeom>
                <a:rect b="b" l="l" r="r" t="t"/>
                <a:pathLst>
                  <a:path extrusionOk="0" h="371148" w="504812">
                    <a:moveTo>
                      <a:pt x="41660" y="371148"/>
                    </a:moveTo>
                    <a:cubicBezTo>
                      <a:pt x="39027" y="371161"/>
                      <a:pt x="36615" y="369701"/>
                      <a:pt x="35402" y="367367"/>
                    </a:cubicBezTo>
                    <a:cubicBezTo>
                      <a:pt x="32403" y="361761"/>
                      <a:pt x="-35656" y="228509"/>
                      <a:pt x="25232" y="148194"/>
                    </a:cubicBezTo>
                    <a:cubicBezTo>
                      <a:pt x="80384" y="75570"/>
                      <a:pt x="212983" y="32674"/>
                      <a:pt x="238147" y="25112"/>
                    </a:cubicBezTo>
                    <a:lnTo>
                      <a:pt x="239842" y="18202"/>
                    </a:lnTo>
                    <a:cubicBezTo>
                      <a:pt x="241250" y="12100"/>
                      <a:pt x="245123" y="6859"/>
                      <a:pt x="250534" y="3729"/>
                    </a:cubicBezTo>
                    <a:cubicBezTo>
                      <a:pt x="260039" y="-743"/>
                      <a:pt x="270939" y="-1212"/>
                      <a:pt x="280782" y="2426"/>
                    </a:cubicBezTo>
                    <a:cubicBezTo>
                      <a:pt x="299688" y="7902"/>
                      <a:pt x="370486" y="106732"/>
                      <a:pt x="395780" y="142066"/>
                    </a:cubicBezTo>
                    <a:cubicBezTo>
                      <a:pt x="424099" y="136694"/>
                      <a:pt x="452888" y="134217"/>
                      <a:pt x="481702" y="134634"/>
                    </a:cubicBezTo>
                    <a:cubicBezTo>
                      <a:pt x="490308" y="135416"/>
                      <a:pt x="501912" y="137502"/>
                      <a:pt x="504389" y="146499"/>
                    </a:cubicBezTo>
                    <a:cubicBezTo>
                      <a:pt x="506866" y="155495"/>
                      <a:pt x="497740" y="162275"/>
                      <a:pt x="495914" y="163579"/>
                    </a:cubicBezTo>
                    <a:lnTo>
                      <a:pt x="494741" y="163579"/>
                    </a:lnTo>
                    <a:lnTo>
                      <a:pt x="44529" y="369844"/>
                    </a:lnTo>
                    <a:cubicBezTo>
                      <a:pt x="43707" y="370535"/>
                      <a:pt x="42717" y="370992"/>
                      <a:pt x="41660" y="371148"/>
                    </a:cubicBezTo>
                    <a:close/>
                    <a:moveTo>
                      <a:pt x="265528" y="14160"/>
                    </a:moveTo>
                    <a:cubicBezTo>
                      <a:pt x="262803" y="14056"/>
                      <a:pt x="260104" y="14682"/>
                      <a:pt x="257705" y="15985"/>
                    </a:cubicBezTo>
                    <a:cubicBezTo>
                      <a:pt x="255541" y="17198"/>
                      <a:pt x="254015" y="19297"/>
                      <a:pt x="253533" y="21722"/>
                    </a:cubicBezTo>
                    <a:lnTo>
                      <a:pt x="250925" y="32414"/>
                    </a:lnTo>
                    <a:cubicBezTo>
                      <a:pt x="250286" y="34865"/>
                      <a:pt x="248409" y="36795"/>
                      <a:pt x="245970" y="37499"/>
                    </a:cubicBezTo>
                    <a:cubicBezTo>
                      <a:pt x="244406" y="37499"/>
                      <a:pt x="93292" y="81829"/>
                      <a:pt x="36576" y="156669"/>
                    </a:cubicBezTo>
                    <a:cubicBezTo>
                      <a:pt x="-12188" y="220947"/>
                      <a:pt x="32664" y="328252"/>
                      <a:pt x="44920" y="354850"/>
                    </a:cubicBezTo>
                    <a:lnTo>
                      <a:pt x="488222" y="151714"/>
                    </a:lnTo>
                    <a:lnTo>
                      <a:pt x="489656" y="150410"/>
                    </a:lnTo>
                    <a:cubicBezTo>
                      <a:pt x="486683" y="149536"/>
                      <a:pt x="483619" y="148963"/>
                      <a:pt x="480529" y="148715"/>
                    </a:cubicBezTo>
                    <a:cubicBezTo>
                      <a:pt x="451532" y="148663"/>
                      <a:pt x="422587" y="151323"/>
                      <a:pt x="394085" y="156669"/>
                    </a:cubicBezTo>
                    <a:cubicBezTo>
                      <a:pt x="391373" y="157164"/>
                      <a:pt x="388635" y="156056"/>
                      <a:pt x="387045" y="153800"/>
                    </a:cubicBezTo>
                    <a:cubicBezTo>
                      <a:pt x="341541" y="88609"/>
                      <a:pt x="287954" y="20027"/>
                      <a:pt x="277001" y="15985"/>
                    </a:cubicBezTo>
                    <a:cubicBezTo>
                      <a:pt x="273273" y="14877"/>
                      <a:pt x="269413" y="14264"/>
                      <a:pt x="265528" y="1416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0" name="Google Shape;330;g3b3a45db5ed_1_3137"/>
              <p:cNvSpPr/>
              <p:nvPr/>
            </p:nvSpPr>
            <p:spPr>
              <a:xfrm>
                <a:off x="6201260" y="2739601"/>
                <a:ext cx="65478" cy="193944"/>
              </a:xfrm>
              <a:custGeom>
                <a:rect b="b" l="l" r="r" t="t"/>
                <a:pathLst>
                  <a:path extrusionOk="0" h="193944" w="65478">
                    <a:moveTo>
                      <a:pt x="46938" y="193943"/>
                    </a:moveTo>
                    <a:cubicBezTo>
                      <a:pt x="44526" y="193917"/>
                      <a:pt x="42283" y="192692"/>
                      <a:pt x="40940" y="190684"/>
                    </a:cubicBezTo>
                    <a:cubicBezTo>
                      <a:pt x="36768" y="184165"/>
                      <a:pt x="0" y="125492"/>
                      <a:pt x="0" y="98112"/>
                    </a:cubicBezTo>
                    <a:cubicBezTo>
                      <a:pt x="0" y="73209"/>
                      <a:pt x="33769" y="52087"/>
                      <a:pt x="48633" y="44003"/>
                    </a:cubicBezTo>
                    <a:lnTo>
                      <a:pt x="31813" y="10364"/>
                    </a:lnTo>
                    <a:cubicBezTo>
                      <a:pt x="30079" y="6766"/>
                      <a:pt x="31605" y="2450"/>
                      <a:pt x="35203" y="716"/>
                    </a:cubicBezTo>
                    <a:cubicBezTo>
                      <a:pt x="38802" y="-1018"/>
                      <a:pt x="43117" y="507"/>
                      <a:pt x="44852" y="4106"/>
                    </a:cubicBezTo>
                    <a:lnTo>
                      <a:pt x="64931" y="44003"/>
                    </a:lnTo>
                    <a:cubicBezTo>
                      <a:pt x="65661" y="45750"/>
                      <a:pt x="65661" y="47732"/>
                      <a:pt x="64931" y="49479"/>
                    </a:cubicBezTo>
                    <a:cubicBezTo>
                      <a:pt x="64357" y="51292"/>
                      <a:pt x="63027" y="52765"/>
                      <a:pt x="61280" y="53521"/>
                    </a:cubicBezTo>
                    <a:cubicBezTo>
                      <a:pt x="49154" y="59388"/>
                      <a:pt x="14342" y="79598"/>
                      <a:pt x="14342" y="98112"/>
                    </a:cubicBezTo>
                    <a:cubicBezTo>
                      <a:pt x="14342" y="118191"/>
                      <a:pt x="42374" y="166172"/>
                      <a:pt x="53457" y="182991"/>
                    </a:cubicBezTo>
                    <a:cubicBezTo>
                      <a:pt x="55504" y="186316"/>
                      <a:pt x="54513" y="190658"/>
                      <a:pt x="51240" y="192770"/>
                    </a:cubicBezTo>
                    <a:cubicBezTo>
                      <a:pt x="49950" y="193552"/>
                      <a:pt x="48450" y="193969"/>
                      <a:pt x="46938" y="1939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1" name="Google Shape;331;g3b3a45db5ed_1_3137"/>
              <p:cNvSpPr/>
              <p:nvPr/>
            </p:nvSpPr>
            <p:spPr>
              <a:xfrm>
                <a:off x="6059404" y="2824336"/>
                <a:ext cx="48897" cy="171277"/>
              </a:xfrm>
              <a:custGeom>
                <a:rect b="b" l="l" r="r" t="t"/>
                <a:pathLst>
                  <a:path extrusionOk="0" h="171277" w="48897">
                    <a:moveTo>
                      <a:pt x="42505" y="171271"/>
                    </a:moveTo>
                    <a:cubicBezTo>
                      <a:pt x="39923" y="171219"/>
                      <a:pt x="37563" y="169837"/>
                      <a:pt x="36246" y="167620"/>
                    </a:cubicBezTo>
                    <a:cubicBezTo>
                      <a:pt x="34812" y="164882"/>
                      <a:pt x="0" y="101255"/>
                      <a:pt x="0" y="66573"/>
                    </a:cubicBezTo>
                    <a:cubicBezTo>
                      <a:pt x="1187" y="42739"/>
                      <a:pt x="10379" y="20001"/>
                      <a:pt x="26077" y="2034"/>
                    </a:cubicBezTo>
                    <a:cubicBezTo>
                      <a:pt x="28815" y="-678"/>
                      <a:pt x="33248" y="-678"/>
                      <a:pt x="35986" y="2034"/>
                    </a:cubicBezTo>
                    <a:cubicBezTo>
                      <a:pt x="38724" y="4824"/>
                      <a:pt x="38724" y="9283"/>
                      <a:pt x="35986" y="12073"/>
                    </a:cubicBezTo>
                    <a:cubicBezTo>
                      <a:pt x="22635" y="27446"/>
                      <a:pt x="14707" y="46781"/>
                      <a:pt x="13429" y="67095"/>
                    </a:cubicBezTo>
                    <a:cubicBezTo>
                      <a:pt x="13429" y="98126"/>
                      <a:pt x="47720" y="160579"/>
                      <a:pt x="47981" y="161231"/>
                    </a:cubicBezTo>
                    <a:cubicBezTo>
                      <a:pt x="49897" y="164608"/>
                      <a:pt x="48711" y="168911"/>
                      <a:pt x="45334" y="170827"/>
                    </a:cubicBezTo>
                    <a:cubicBezTo>
                      <a:pt x="45308" y="170841"/>
                      <a:pt x="45269" y="170867"/>
                      <a:pt x="45243" y="170880"/>
                    </a:cubicBezTo>
                    <a:cubicBezTo>
                      <a:pt x="44356" y="171180"/>
                      <a:pt x="43430" y="171310"/>
                      <a:pt x="42505" y="17127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2" name="Google Shape;332;g3b3a45db5ed_1_3137"/>
              <p:cNvSpPr/>
              <p:nvPr/>
            </p:nvSpPr>
            <p:spPr>
              <a:xfrm>
                <a:off x="6029008" y="2899900"/>
                <a:ext cx="272913" cy="133598"/>
              </a:xfrm>
              <a:custGeom>
                <a:rect b="b" l="l" r="r" t="t"/>
                <a:pathLst>
                  <a:path extrusionOk="0" h="133598" w="272913">
                    <a:moveTo>
                      <a:pt x="6405" y="133388"/>
                    </a:moveTo>
                    <a:cubicBezTo>
                      <a:pt x="2533" y="133036"/>
                      <a:pt x="-323" y="129607"/>
                      <a:pt x="29" y="125734"/>
                    </a:cubicBezTo>
                    <a:cubicBezTo>
                      <a:pt x="238" y="123505"/>
                      <a:pt x="1490" y="121510"/>
                      <a:pt x="3406" y="120349"/>
                    </a:cubicBezTo>
                    <a:lnTo>
                      <a:pt x="262738" y="658"/>
                    </a:lnTo>
                    <a:cubicBezTo>
                      <a:pt x="266336" y="-998"/>
                      <a:pt x="270600" y="580"/>
                      <a:pt x="272256" y="4178"/>
                    </a:cubicBezTo>
                    <a:cubicBezTo>
                      <a:pt x="273911" y="7777"/>
                      <a:pt x="272334" y="12040"/>
                      <a:pt x="268735" y="13696"/>
                    </a:cubicBezTo>
                    <a:lnTo>
                      <a:pt x="9274" y="133518"/>
                    </a:lnTo>
                    <a:cubicBezTo>
                      <a:pt x="8322" y="133662"/>
                      <a:pt x="7344" y="133609"/>
                      <a:pt x="6405" y="13338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3" name="Google Shape;333;g3b3a45db5ed_1_3137"/>
              <p:cNvSpPr/>
              <p:nvPr/>
            </p:nvSpPr>
            <p:spPr>
              <a:xfrm>
                <a:off x="7044315" y="4966343"/>
                <a:ext cx="766259" cy="353207"/>
              </a:xfrm>
              <a:custGeom>
                <a:rect b="b" l="l" r="r" t="t"/>
                <a:pathLst>
                  <a:path extrusionOk="0" h="353207" w="766259">
                    <a:moveTo>
                      <a:pt x="765347" y="353207"/>
                    </a:moveTo>
                    <a:cubicBezTo>
                      <a:pt x="765347" y="345645"/>
                      <a:pt x="766260" y="337952"/>
                      <a:pt x="766260" y="330260"/>
                    </a:cubicBezTo>
                    <a:cubicBezTo>
                      <a:pt x="766260" y="147724"/>
                      <a:pt x="594806" y="0"/>
                      <a:pt x="383195" y="0"/>
                    </a:cubicBezTo>
                    <a:cubicBezTo>
                      <a:pt x="171584" y="0"/>
                      <a:pt x="0" y="147854"/>
                      <a:pt x="0" y="330260"/>
                    </a:cubicBezTo>
                    <a:cubicBezTo>
                      <a:pt x="0" y="337952"/>
                      <a:pt x="0" y="345645"/>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4" name="Google Shape;334;g3b3a45db5ed_1_3137"/>
              <p:cNvSpPr/>
              <p:nvPr/>
            </p:nvSpPr>
            <p:spPr>
              <a:xfrm>
                <a:off x="7037275" y="4959693"/>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472"/>
                      <a:pt x="0" y="337300"/>
                    </a:cubicBezTo>
                    <a:cubicBezTo>
                      <a:pt x="0" y="151375"/>
                      <a:pt x="175104" y="0"/>
                      <a:pt x="390236" y="0"/>
                    </a:cubicBezTo>
                    <a:cubicBezTo>
                      <a:pt x="605367" y="0"/>
                      <a:pt x="780472" y="151375"/>
                      <a:pt x="780472" y="337300"/>
                    </a:cubicBezTo>
                    <a:cubicBezTo>
                      <a:pt x="780472" y="344341"/>
                      <a:pt x="780472" y="351904"/>
                      <a:pt x="779429" y="360769"/>
                    </a:cubicBezTo>
                    <a:cubicBezTo>
                      <a:pt x="779090" y="364420"/>
                      <a:pt x="776052" y="367236"/>
                      <a:pt x="772388" y="367289"/>
                    </a:cubicBezTo>
                    <a:close/>
                    <a:moveTo>
                      <a:pt x="14603" y="353207"/>
                    </a:moveTo>
                    <a:lnTo>
                      <a:pt x="765608" y="353207"/>
                    </a:lnTo>
                    <a:cubicBezTo>
                      <a:pt x="765608" y="347340"/>
                      <a:pt x="765608" y="342255"/>
                      <a:pt x="765608" y="337300"/>
                    </a:cubicBezTo>
                    <a:cubicBezTo>
                      <a:pt x="765608" y="159067"/>
                      <a:pt x="596893" y="14212"/>
                      <a:pt x="389584" y="14212"/>
                    </a:cubicBezTo>
                    <a:cubicBezTo>
                      <a:pt x="182275" y="14212"/>
                      <a:pt x="13429" y="159067"/>
                      <a:pt x="13429" y="337300"/>
                    </a:cubicBezTo>
                    <a:cubicBezTo>
                      <a:pt x="14081" y="342255"/>
                      <a:pt x="14342" y="347470"/>
                      <a:pt x="14603" y="3532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5" name="Google Shape;335;g3b3a45db5ed_1_3137"/>
              <p:cNvSpPr/>
              <p:nvPr/>
            </p:nvSpPr>
            <p:spPr>
              <a:xfrm>
                <a:off x="7044315" y="4998156"/>
                <a:ext cx="766259" cy="353207"/>
              </a:xfrm>
              <a:custGeom>
                <a:rect b="b" l="l" r="r" t="t"/>
                <a:pathLst>
                  <a:path extrusionOk="0" h="353207" w="766259">
                    <a:moveTo>
                      <a:pt x="765347" y="353207"/>
                    </a:moveTo>
                    <a:cubicBezTo>
                      <a:pt x="765347" y="345514"/>
                      <a:pt x="766260" y="337952"/>
                      <a:pt x="766260" y="330260"/>
                    </a:cubicBezTo>
                    <a:cubicBezTo>
                      <a:pt x="766260" y="147724"/>
                      <a:pt x="594806" y="0"/>
                      <a:pt x="383195" y="0"/>
                    </a:cubicBezTo>
                    <a:cubicBezTo>
                      <a:pt x="171584" y="0"/>
                      <a:pt x="0" y="147854"/>
                      <a:pt x="0" y="330260"/>
                    </a:cubicBezTo>
                    <a:cubicBezTo>
                      <a:pt x="0" y="337952"/>
                      <a:pt x="0" y="345514"/>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6" name="Google Shape;336;g3b3a45db5ed_1_3137"/>
              <p:cNvSpPr/>
              <p:nvPr/>
            </p:nvSpPr>
            <p:spPr>
              <a:xfrm>
                <a:off x="7037275" y="4991376"/>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341"/>
                      <a:pt x="0" y="337301"/>
                    </a:cubicBezTo>
                    <a:cubicBezTo>
                      <a:pt x="0" y="151244"/>
                      <a:pt x="175104" y="0"/>
                      <a:pt x="390236" y="0"/>
                    </a:cubicBezTo>
                    <a:cubicBezTo>
                      <a:pt x="605367" y="0"/>
                      <a:pt x="780472" y="151244"/>
                      <a:pt x="780472" y="337301"/>
                    </a:cubicBezTo>
                    <a:cubicBezTo>
                      <a:pt x="780472" y="344341"/>
                      <a:pt x="780472" y="351773"/>
                      <a:pt x="779429" y="360769"/>
                    </a:cubicBezTo>
                    <a:cubicBezTo>
                      <a:pt x="779090" y="364420"/>
                      <a:pt x="776052" y="367236"/>
                      <a:pt x="772388" y="367289"/>
                    </a:cubicBezTo>
                    <a:close/>
                    <a:moveTo>
                      <a:pt x="14603" y="353077"/>
                    </a:moveTo>
                    <a:lnTo>
                      <a:pt x="765608" y="353077"/>
                    </a:lnTo>
                    <a:cubicBezTo>
                      <a:pt x="765608" y="347340"/>
                      <a:pt x="765608" y="342125"/>
                      <a:pt x="765608" y="337301"/>
                    </a:cubicBezTo>
                    <a:cubicBezTo>
                      <a:pt x="765608" y="159067"/>
                      <a:pt x="596893" y="14082"/>
                      <a:pt x="389584" y="14082"/>
                    </a:cubicBezTo>
                    <a:cubicBezTo>
                      <a:pt x="182275" y="14082"/>
                      <a:pt x="14081" y="158676"/>
                      <a:pt x="14081" y="337040"/>
                    </a:cubicBezTo>
                    <a:cubicBezTo>
                      <a:pt x="14081" y="341994"/>
                      <a:pt x="14342" y="347079"/>
                      <a:pt x="14603" y="35281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7" name="Google Shape;337;g3b3a45db5ed_1_3137"/>
              <p:cNvSpPr/>
              <p:nvPr/>
            </p:nvSpPr>
            <p:spPr>
              <a:xfrm>
                <a:off x="7112766" y="4998156"/>
                <a:ext cx="634572" cy="212914"/>
              </a:xfrm>
              <a:custGeom>
                <a:rect b="b" l="l" r="r" t="t"/>
                <a:pathLst>
                  <a:path extrusionOk="0" h="212914" w="634572">
                    <a:moveTo>
                      <a:pt x="314744" y="0"/>
                    </a:moveTo>
                    <a:cubicBezTo>
                      <a:pt x="184361" y="0"/>
                      <a:pt x="69233" y="56195"/>
                      <a:pt x="0" y="141987"/>
                    </a:cubicBezTo>
                    <a:lnTo>
                      <a:pt x="89834" y="212915"/>
                    </a:lnTo>
                    <a:cubicBezTo>
                      <a:pt x="184948" y="94892"/>
                      <a:pt x="357731" y="76326"/>
                      <a:pt x="475754" y="171440"/>
                    </a:cubicBezTo>
                    <a:cubicBezTo>
                      <a:pt x="491022" y="183735"/>
                      <a:pt x="504920" y="197647"/>
                      <a:pt x="517228" y="212915"/>
                    </a:cubicBezTo>
                    <a:lnTo>
                      <a:pt x="634573" y="147724"/>
                    </a:lnTo>
                    <a:cubicBezTo>
                      <a:pt x="565470" y="58672"/>
                      <a:pt x="447995" y="0"/>
                      <a:pt x="314744"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8" name="Google Shape;338;g3b3a45db5ed_1_3137"/>
              <p:cNvSpPr/>
              <p:nvPr/>
            </p:nvSpPr>
            <p:spPr>
              <a:xfrm>
                <a:off x="7105704" y="4991116"/>
                <a:ext cx="648138" cy="227127"/>
              </a:xfrm>
              <a:custGeom>
                <a:rect b="b" l="l" r="r" t="t"/>
                <a:pathLst>
                  <a:path extrusionOk="0" h="227127" w="648138">
                    <a:moveTo>
                      <a:pt x="524291" y="227127"/>
                    </a:moveTo>
                    <a:cubicBezTo>
                      <a:pt x="522127" y="227153"/>
                      <a:pt x="520093" y="226136"/>
                      <a:pt x="518815" y="224389"/>
                    </a:cubicBezTo>
                    <a:cubicBezTo>
                      <a:pt x="426139" y="109391"/>
                      <a:pt x="257802" y="91294"/>
                      <a:pt x="142804" y="183957"/>
                    </a:cubicBezTo>
                    <a:cubicBezTo>
                      <a:pt x="127915" y="195952"/>
                      <a:pt x="114368" y="209512"/>
                      <a:pt x="102373" y="224389"/>
                    </a:cubicBezTo>
                    <a:cubicBezTo>
                      <a:pt x="99974" y="227375"/>
                      <a:pt x="95632" y="227896"/>
                      <a:pt x="92594" y="225562"/>
                    </a:cubicBezTo>
                    <a:lnTo>
                      <a:pt x="2630" y="154504"/>
                    </a:lnTo>
                    <a:cubicBezTo>
                      <a:pt x="1169" y="153343"/>
                      <a:pt x="231" y="151661"/>
                      <a:pt x="22" y="149810"/>
                    </a:cubicBezTo>
                    <a:cubicBezTo>
                      <a:pt x="-121" y="147932"/>
                      <a:pt x="439" y="146081"/>
                      <a:pt x="1587" y="144595"/>
                    </a:cubicBezTo>
                    <a:cubicBezTo>
                      <a:pt x="74601" y="54109"/>
                      <a:pt x="194292" y="0"/>
                      <a:pt x="321807" y="0"/>
                    </a:cubicBezTo>
                    <a:cubicBezTo>
                      <a:pt x="452190" y="0"/>
                      <a:pt x="574098" y="56325"/>
                      <a:pt x="646721" y="150462"/>
                    </a:cubicBezTo>
                    <a:cubicBezTo>
                      <a:pt x="647907" y="152118"/>
                      <a:pt x="648377" y="154191"/>
                      <a:pt x="648025" y="156199"/>
                    </a:cubicBezTo>
                    <a:cubicBezTo>
                      <a:pt x="647621" y="158246"/>
                      <a:pt x="646330" y="160019"/>
                      <a:pt x="644504" y="161023"/>
                    </a:cubicBezTo>
                    <a:lnTo>
                      <a:pt x="527160" y="226214"/>
                    </a:lnTo>
                    <a:cubicBezTo>
                      <a:pt x="526273" y="226710"/>
                      <a:pt x="525295" y="227010"/>
                      <a:pt x="524291" y="227127"/>
                    </a:cubicBezTo>
                    <a:close/>
                    <a:moveTo>
                      <a:pt x="310594" y="110695"/>
                    </a:moveTo>
                    <a:cubicBezTo>
                      <a:pt x="393726" y="110552"/>
                      <a:pt x="472634" y="147332"/>
                      <a:pt x="525986" y="211090"/>
                    </a:cubicBezTo>
                    <a:lnTo>
                      <a:pt x="630293" y="152809"/>
                    </a:lnTo>
                    <a:cubicBezTo>
                      <a:pt x="559755" y="65843"/>
                      <a:pt x="445149" y="14212"/>
                      <a:pt x="321676" y="14212"/>
                    </a:cubicBezTo>
                    <a:cubicBezTo>
                      <a:pt x="201072" y="14212"/>
                      <a:pt x="87770" y="64149"/>
                      <a:pt x="16972" y="148115"/>
                    </a:cubicBezTo>
                    <a:lnTo>
                      <a:pt x="95202" y="210308"/>
                    </a:lnTo>
                    <a:cubicBezTo>
                      <a:pt x="148750" y="146889"/>
                      <a:pt x="227605" y="110421"/>
                      <a:pt x="310594" y="1106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39" name="Google Shape;339;g3b3a45db5ed_1_3137"/>
              <p:cNvSpPr/>
              <p:nvPr/>
            </p:nvSpPr>
            <p:spPr>
              <a:xfrm>
                <a:off x="7299344" y="5229050"/>
                <a:ext cx="232733" cy="122313"/>
              </a:xfrm>
              <a:custGeom>
                <a:rect b="b" l="l" r="r" t="t"/>
                <a:pathLst>
                  <a:path extrusionOk="0" h="122313" w="232733">
                    <a:moveTo>
                      <a:pt x="232733" y="112535"/>
                    </a:moveTo>
                    <a:cubicBezTo>
                      <a:pt x="230582" y="48269"/>
                      <a:pt x="176734" y="-2085"/>
                      <a:pt x="112468" y="66"/>
                    </a:cubicBezTo>
                    <a:cubicBezTo>
                      <a:pt x="51227" y="2114"/>
                      <a:pt x="2047" y="51294"/>
                      <a:pt x="0" y="112535"/>
                    </a:cubicBezTo>
                    <a:cubicBezTo>
                      <a:pt x="0" y="115794"/>
                      <a:pt x="0" y="119054"/>
                      <a:pt x="0" y="122313"/>
                    </a:cubicBezTo>
                    <a:lnTo>
                      <a:pt x="231690" y="122313"/>
                    </a:lnTo>
                    <a:cubicBezTo>
                      <a:pt x="232472" y="119054"/>
                      <a:pt x="232733" y="115794"/>
                      <a:pt x="232733" y="1125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40" name="Google Shape;340;g3b3a45db5ed_1_3137"/>
              <p:cNvSpPr/>
              <p:nvPr/>
            </p:nvSpPr>
            <p:spPr>
              <a:xfrm>
                <a:off x="7292825" y="5222387"/>
                <a:ext cx="246814" cy="136357"/>
              </a:xfrm>
              <a:custGeom>
                <a:rect b="b" l="l" r="r" t="t"/>
                <a:pathLst>
                  <a:path extrusionOk="0" h="136357" w="246814">
                    <a:moveTo>
                      <a:pt x="238731" y="136277"/>
                    </a:moveTo>
                    <a:lnTo>
                      <a:pt x="7041" y="136277"/>
                    </a:lnTo>
                    <a:cubicBezTo>
                      <a:pt x="3377" y="136225"/>
                      <a:pt x="339" y="133409"/>
                      <a:pt x="0" y="129758"/>
                    </a:cubicBezTo>
                    <a:cubicBezTo>
                      <a:pt x="0" y="126368"/>
                      <a:pt x="0" y="122978"/>
                      <a:pt x="0" y="119458"/>
                    </a:cubicBezTo>
                    <a:cubicBezTo>
                      <a:pt x="2216" y="51307"/>
                      <a:pt x="59259" y="-2150"/>
                      <a:pt x="127423" y="67"/>
                    </a:cubicBezTo>
                    <a:cubicBezTo>
                      <a:pt x="192458" y="2179"/>
                      <a:pt x="244703" y="54410"/>
                      <a:pt x="246815" y="119458"/>
                    </a:cubicBezTo>
                    <a:cubicBezTo>
                      <a:pt x="246815" y="122978"/>
                      <a:pt x="246815" y="126368"/>
                      <a:pt x="246815" y="129758"/>
                    </a:cubicBezTo>
                    <a:cubicBezTo>
                      <a:pt x="246567" y="133644"/>
                      <a:pt x="243229" y="136590"/>
                      <a:pt x="239344" y="136343"/>
                    </a:cubicBezTo>
                    <a:cubicBezTo>
                      <a:pt x="239135" y="136329"/>
                      <a:pt x="238939" y="136304"/>
                      <a:pt x="238731" y="136277"/>
                    </a:cubicBezTo>
                    <a:close/>
                    <a:moveTo>
                      <a:pt x="13690" y="122066"/>
                    </a:moveTo>
                    <a:lnTo>
                      <a:pt x="232212" y="122066"/>
                    </a:lnTo>
                    <a:lnTo>
                      <a:pt x="232212" y="119458"/>
                    </a:lnTo>
                    <a:cubicBezTo>
                      <a:pt x="232212" y="59117"/>
                      <a:pt x="183292" y="10197"/>
                      <a:pt x="122951" y="10197"/>
                    </a:cubicBezTo>
                    <a:cubicBezTo>
                      <a:pt x="62610" y="10197"/>
                      <a:pt x="13690" y="59117"/>
                      <a:pt x="13690" y="11945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sp>
        <p:nvSpPr>
          <p:cNvPr id="341" name="Google Shape;341;g3b3a45db5ed_1_3137"/>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ssion Completed">
  <p:cSld name="Mission Completed">
    <p:spTree>
      <p:nvGrpSpPr>
        <p:cNvPr id="342" name="Shape 342"/>
        <p:cNvGrpSpPr/>
        <p:nvPr/>
      </p:nvGrpSpPr>
      <p:grpSpPr>
        <a:xfrm>
          <a:off x="0" y="0"/>
          <a:ext cx="0" cy="0"/>
          <a:chOff x="0" y="0"/>
          <a:chExt cx="0" cy="0"/>
        </a:xfrm>
      </p:grpSpPr>
      <p:sp>
        <p:nvSpPr>
          <p:cNvPr id="343" name="Google Shape;343;g3b3a45db5ed_1_3283"/>
          <p:cNvSpPr txBox="1"/>
          <p:nvPr/>
        </p:nvSpPr>
        <p:spPr>
          <a:xfrm>
            <a:off x="3947250" y="1637492"/>
            <a:ext cx="4297500" cy="212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0" i="0" lang="en-US" sz="6600" u="none" cap="none" strike="noStrike">
                <a:solidFill>
                  <a:srgbClr val="262626"/>
                </a:solidFill>
                <a:latin typeface="Arial"/>
                <a:ea typeface="Arial"/>
                <a:cs typeface="Arial"/>
                <a:sym typeface="Arial"/>
              </a:rPr>
              <a:t>Mission completed</a:t>
            </a:r>
            <a:endParaRPr b="0" i="0" sz="1400" u="none" cap="none" strike="noStrike">
              <a:solidFill>
                <a:srgbClr val="000000"/>
              </a:solidFill>
              <a:latin typeface="Arial"/>
              <a:ea typeface="Arial"/>
              <a:cs typeface="Arial"/>
              <a:sym typeface="Arial"/>
            </a:endParaRPr>
          </a:p>
        </p:txBody>
      </p:sp>
      <p:sp>
        <p:nvSpPr>
          <p:cNvPr id="344" name="Google Shape;344;g3b3a45db5ed_1_3283"/>
          <p:cNvSpPr/>
          <p:nvPr/>
        </p:nvSpPr>
        <p:spPr>
          <a:xfrm>
            <a:off x="1554299" y="4741890"/>
            <a:ext cx="9083403" cy="466344"/>
          </a:xfrm>
          <a:custGeom>
            <a:rect b="b" l="l" r="r" t="t"/>
            <a:pathLst>
              <a:path extrusionOk="0" h="466344" w="9083403">
                <a:moveTo>
                  <a:pt x="233172" y="0"/>
                </a:moveTo>
                <a:lnTo>
                  <a:pt x="247000" y="1394"/>
                </a:lnTo>
                <a:lnTo>
                  <a:pt x="8836403" y="1394"/>
                </a:lnTo>
                <a:lnTo>
                  <a:pt x="8850231" y="0"/>
                </a:lnTo>
                <a:cubicBezTo>
                  <a:pt x="8979008" y="0"/>
                  <a:pt x="9083403" y="104395"/>
                  <a:pt x="9083403" y="233172"/>
                </a:cubicBezTo>
                <a:cubicBezTo>
                  <a:pt x="9083403" y="361949"/>
                  <a:pt x="8979008" y="466344"/>
                  <a:pt x="8850231" y="466344"/>
                </a:cubicBezTo>
                <a:lnTo>
                  <a:pt x="233172" y="466344"/>
                </a:lnTo>
                <a:cubicBezTo>
                  <a:pt x="104395" y="466344"/>
                  <a:pt x="0" y="361949"/>
                  <a:pt x="0" y="233172"/>
                </a:cubicBezTo>
                <a:cubicBezTo>
                  <a:pt x="0" y="104395"/>
                  <a:pt x="104395" y="0"/>
                  <a:pt x="233172" y="0"/>
                </a:cubicBezTo>
                <a:close/>
              </a:path>
            </a:pathLst>
          </a:custGeom>
          <a:solidFill>
            <a:srgbClr val="F9CC12"/>
          </a:solidFill>
          <a:ln cap="rnd" cmpd="sng" w="19050">
            <a:solidFill>
              <a:srgbClr val="FBAB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45" name="Google Shape;345;g3b3a45db5ed_1_3283"/>
          <p:cNvSpPr/>
          <p:nvPr/>
        </p:nvSpPr>
        <p:spPr>
          <a:xfrm>
            <a:off x="1554299" y="4754173"/>
            <a:ext cx="9083403" cy="466344"/>
          </a:xfrm>
          <a:custGeom>
            <a:rect b="b" l="l" r="r" t="t"/>
            <a:pathLst>
              <a:path extrusionOk="0" h="466344" w="9083403">
                <a:moveTo>
                  <a:pt x="233172" y="0"/>
                </a:moveTo>
                <a:lnTo>
                  <a:pt x="247000" y="1394"/>
                </a:lnTo>
                <a:lnTo>
                  <a:pt x="8836403" y="1394"/>
                </a:lnTo>
                <a:lnTo>
                  <a:pt x="8850231" y="0"/>
                </a:lnTo>
                <a:cubicBezTo>
                  <a:pt x="8979008" y="0"/>
                  <a:pt x="9083403" y="104395"/>
                  <a:pt x="9083403" y="233172"/>
                </a:cubicBezTo>
                <a:cubicBezTo>
                  <a:pt x="9083403" y="361949"/>
                  <a:pt x="8979008" y="466344"/>
                  <a:pt x="8850231" y="466344"/>
                </a:cubicBezTo>
                <a:lnTo>
                  <a:pt x="233172" y="466344"/>
                </a:lnTo>
                <a:cubicBezTo>
                  <a:pt x="104395" y="466344"/>
                  <a:pt x="0" y="361949"/>
                  <a:pt x="0" y="233172"/>
                </a:cubicBezTo>
                <a:cubicBezTo>
                  <a:pt x="0" y="104395"/>
                  <a:pt x="104395" y="0"/>
                  <a:pt x="233172" y="0"/>
                </a:cubicBezTo>
                <a:close/>
              </a:path>
            </a:pathLst>
          </a:custGeom>
          <a:solidFill>
            <a:schemeClr val="accent2"/>
          </a:solidFill>
          <a:ln cap="flat" cmpd="sng" w="571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xEl>
                                              <p:pRg end="0" st="0"/>
                                            </p:txEl>
                                          </p:spTgt>
                                        </p:tgtEl>
                                        <p:attrNameLst>
                                          <p:attrName>style.visibility</p:attrName>
                                        </p:attrNameLst>
                                      </p:cBhvr>
                                      <p:to>
                                        <p:strVal val="visible"/>
                                      </p:to>
                                    </p:set>
                                    <p:animEffect filter="fade" transition="in">
                                      <p:cBhvr>
                                        <p:cTn dur="227"/>
                                        <p:tgtEl>
                                          <p:spTgt spid="34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1000"/>
                                        <p:tgtEl>
                                          <p:spTgt spid="344"/>
                                        </p:tgtEl>
                                      </p:cBhvr>
                                    </p:animEffect>
                                  </p:childTnLst>
                                </p:cTn>
                              </p:par>
                            </p:childTnLst>
                          </p:cTn>
                        </p:par>
                        <p:par>
                          <p:cTn fill="hold">
                            <p:stCondLst>
                              <p:cond delay="1000"/>
                            </p:stCondLst>
                            <p:childTnLst>
                              <p:par>
                                <p:cTn fill="hold" nodeType="afterEffect" presetClass="exit" presetID="10" presetSubtype="0">
                                  <p:stCondLst>
                                    <p:cond delay="250"/>
                                  </p:stCondLst>
                                  <p:childTnLst>
                                    <p:animEffect filter="fade" transition="out">
                                      <p:cBhvr>
                                        <p:cTn dur="2000"/>
                                        <p:tgtEl>
                                          <p:spTgt spid="343">
                                            <p:txEl>
                                              <p:pRg end="0" st="0"/>
                                            </p:txEl>
                                          </p:spTgt>
                                        </p:tgtEl>
                                      </p:cBhvr>
                                    </p:animEffect>
                                    <p:set>
                                      <p:cBhvr>
                                        <p:cTn dur="1" fill="hold">
                                          <p:stCondLst>
                                            <p:cond delay="2000"/>
                                          </p:stCondLst>
                                        </p:cTn>
                                        <p:tgtEl>
                                          <p:spTgt spid="343">
                                            <p:txEl>
                                              <p:pRg end="0" st="0"/>
                                            </p:txEl>
                                          </p:spTgt>
                                        </p:tgtEl>
                                        <p:attrNameLst>
                                          <p:attrName>style.visibility</p:attrName>
                                        </p:attrNameLst>
                                      </p:cBhvr>
                                      <p:to>
                                        <p:strVal val="hidden"/>
                                      </p:to>
                                    </p:set>
                                  </p:childTnLst>
                                </p:cTn>
                              </p:par>
                              <p:par>
                                <p:cTn fill="hold" nodeType="withEffect" presetClass="exit" presetID="10" presetSubtype="0">
                                  <p:stCondLst>
                                    <p:cond delay="250"/>
                                  </p:stCondLst>
                                  <p:childTnLst>
                                    <p:animEffect filter="fade" transition="out">
                                      <p:cBhvr>
                                        <p:cTn dur="1000"/>
                                        <p:tgtEl>
                                          <p:spTgt spid="344"/>
                                        </p:tgtEl>
                                      </p:cBhvr>
                                    </p:animEffect>
                                    <p:set>
                                      <p:cBhvr>
                                        <p:cTn dur="1" fill="hold">
                                          <p:stCondLst>
                                            <p:cond delay="1000"/>
                                          </p:stCondLst>
                                        </p:cTn>
                                        <p:tgtEl>
                                          <p:spTgt spid="344"/>
                                        </p:tgtEl>
                                        <p:attrNameLst>
                                          <p:attrName>style.visibility</p:attrName>
                                        </p:attrNameLst>
                                      </p:cBhvr>
                                      <p:to>
                                        <p:strVal val="hidden"/>
                                      </p:to>
                                    </p:set>
                                  </p:childTnLst>
                                </p:cTn>
                              </p:par>
                              <p:par>
                                <p:cTn fill="hold" nodeType="withEffect" presetClass="exit" presetID="10" presetSubtype="0">
                                  <p:stCondLst>
                                    <p:cond delay="250"/>
                                  </p:stCondLst>
                                  <p:childTnLst>
                                    <p:animEffect filter="fade" transition="out">
                                      <p:cBhvr>
                                        <p:cTn dur="1000"/>
                                        <p:tgtEl>
                                          <p:spTgt spid="345"/>
                                        </p:tgtEl>
                                      </p:cBhvr>
                                    </p:animEffect>
                                    <p:set>
                                      <p:cBhvr>
                                        <p:cTn dur="1" fill="hold">
                                          <p:stCondLst>
                                            <p:cond delay="1000"/>
                                          </p:stCondLst>
                                        </p:cTn>
                                        <p:tgtEl>
                                          <p:spTgt spid="34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SECTION">
  <p:cSld name="Q&amp;A SECTION">
    <p:spTree>
      <p:nvGrpSpPr>
        <p:cNvPr id="346" name="Shape 346"/>
        <p:cNvGrpSpPr/>
        <p:nvPr/>
      </p:nvGrpSpPr>
      <p:grpSpPr>
        <a:xfrm>
          <a:off x="0" y="0"/>
          <a:ext cx="0" cy="0"/>
          <a:chOff x="0" y="0"/>
          <a:chExt cx="0" cy="0"/>
        </a:xfrm>
      </p:grpSpPr>
      <p:grpSp>
        <p:nvGrpSpPr>
          <p:cNvPr id="347" name="Google Shape;347;g3b3a45db5ed_1_3453"/>
          <p:cNvGrpSpPr/>
          <p:nvPr/>
        </p:nvGrpSpPr>
        <p:grpSpPr>
          <a:xfrm>
            <a:off x="-86305" y="232839"/>
            <a:ext cx="2794159" cy="390024"/>
            <a:chOff x="948349" y="814223"/>
            <a:chExt cx="2794159" cy="390024"/>
          </a:xfrm>
        </p:grpSpPr>
        <p:sp>
          <p:nvSpPr>
            <p:cNvPr id="348" name="Google Shape;348;g3b3a45db5ed_1_345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49" name="Google Shape;349;g3b3a45db5ed_1_345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350" name="Google Shape;350;g3b3a45db5ed_1_3453"/>
          <p:cNvGrpSpPr/>
          <p:nvPr/>
        </p:nvGrpSpPr>
        <p:grpSpPr>
          <a:xfrm flipH="1" rot="10800000">
            <a:off x="-86305" y="1933581"/>
            <a:ext cx="2794159" cy="390024"/>
            <a:chOff x="948349" y="814223"/>
            <a:chExt cx="2794159" cy="390024"/>
          </a:xfrm>
        </p:grpSpPr>
        <p:sp>
          <p:nvSpPr>
            <p:cNvPr id="351" name="Google Shape;351;g3b3a45db5ed_1_345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52" name="Google Shape;352;g3b3a45db5ed_1_345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53" name="Google Shape;353;g3b3a45db5ed_1_3453"/>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54" name="Google Shape;354;g3b3a45db5ed_1_3453"/>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55" name="Google Shape;355;g3b3a45db5ed_1_3453"/>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56" name="Google Shape;356;g3b3a45db5ed_1_3453"/>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57" name="Google Shape;357;g3b3a45db5ed_1_3453"/>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58" name="Google Shape;358;g3b3a45db5ed_1_3453"/>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59" name="Google Shape;359;g3b3a45db5ed_1_3453"/>
          <p:cNvSpPr txBox="1"/>
          <p:nvPr/>
        </p:nvSpPr>
        <p:spPr>
          <a:xfrm>
            <a:off x="866153" y="1083922"/>
            <a:ext cx="2013300" cy="60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4400"/>
              <a:buFont typeface="Arial"/>
              <a:buNone/>
            </a:pPr>
            <a:r>
              <a:rPr b="0" i="0" lang="en-US" sz="4400" u="none" cap="none" strike="noStrike">
                <a:solidFill>
                  <a:schemeClr val="accent1"/>
                </a:solidFill>
                <a:latin typeface="Kdam Thmor Pro"/>
                <a:ea typeface="Kdam Thmor Pro"/>
                <a:cs typeface="Kdam Thmor Pro"/>
                <a:sym typeface="Kdam Thmor Pro"/>
              </a:rPr>
              <a:t>Q &amp; A</a:t>
            </a:r>
            <a:endParaRPr b="0" i="0" sz="1400" u="none" cap="none" strike="noStrike">
              <a:solidFill>
                <a:schemeClr val="accen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500"/>
                                        <p:tgtEl>
                                          <p:spTgt spid="347"/>
                                        </p:tgtEl>
                                      </p:cBhvr>
                                    </p:animEffect>
                                  </p:childTnLst>
                                </p:cTn>
                              </p:par>
                              <p:par>
                                <p:cTn fill="hold" nodeType="with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500"/>
                                        <p:tgtEl>
                                          <p:spTgt spid="350"/>
                                        </p:tgtEl>
                                      </p:cBhvr>
                                    </p:animEffect>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359"/>
                                        </p:tgtEl>
                                        <p:attrNameLst>
                                          <p:attrName>style.visibility</p:attrName>
                                        </p:attrNameLst>
                                      </p:cBhvr>
                                      <p:to>
                                        <p:strVal val="visible"/>
                                      </p:to>
                                    </p:set>
                                    <p:anim calcmode="lin" valueType="num">
                                      <p:cBhvr additive="base">
                                        <p:cTn dur="500"/>
                                        <p:tgtEl>
                                          <p:spTgt spid="35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p:cSld name="Q&amp;A+HIELP BUTTON">
    <p:spTree>
      <p:nvGrpSpPr>
        <p:cNvPr id="360" name="Shape 360"/>
        <p:cNvGrpSpPr/>
        <p:nvPr/>
      </p:nvGrpSpPr>
      <p:grpSpPr>
        <a:xfrm>
          <a:off x="0" y="0"/>
          <a:ext cx="0" cy="0"/>
          <a:chOff x="0" y="0"/>
          <a:chExt cx="0" cy="0"/>
        </a:xfrm>
      </p:grpSpPr>
      <p:sp>
        <p:nvSpPr>
          <p:cNvPr id="361" name="Google Shape;361;g3b3a45db5ed_1_3467"/>
          <p:cNvSpPr/>
          <p:nvPr/>
        </p:nvSpPr>
        <p:spPr>
          <a:xfrm rot="5400000">
            <a:off x="-313698" y="-1313719"/>
            <a:ext cx="1110000" cy="5257800"/>
          </a:xfrm>
          <a:prstGeom prst="rect">
            <a:avLst/>
          </a:prstGeom>
          <a:gradFill>
            <a:gsLst>
              <a:gs pos="0">
                <a:srgbClr val="F1FEFE">
                  <a:alpha val="0"/>
                </a:srgbClr>
              </a:gs>
              <a:gs pos="100000">
                <a:srgbClr val="05FDFF">
                  <a:alpha val="392"/>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362" name="Google Shape;362;g3b3a45db5ed_1_3467"/>
          <p:cNvGrpSpPr/>
          <p:nvPr/>
        </p:nvGrpSpPr>
        <p:grpSpPr>
          <a:xfrm>
            <a:off x="-86314" y="851932"/>
            <a:ext cx="324402" cy="390024"/>
            <a:chOff x="948349" y="814223"/>
            <a:chExt cx="2794159" cy="390024"/>
          </a:xfrm>
        </p:grpSpPr>
        <p:sp>
          <p:nvSpPr>
            <p:cNvPr id="363" name="Google Shape;363;g3b3a45db5ed_1_3467"/>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64" name="Google Shape;364;g3b3a45db5ed_1_3467"/>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365" name="Google Shape;365;g3b3a45db5ed_1_3467"/>
          <p:cNvGrpSpPr/>
          <p:nvPr/>
        </p:nvGrpSpPr>
        <p:grpSpPr>
          <a:xfrm flipH="1" rot="10800000">
            <a:off x="-86314" y="2415356"/>
            <a:ext cx="324402" cy="390024"/>
            <a:chOff x="948349" y="814223"/>
            <a:chExt cx="2794159" cy="390024"/>
          </a:xfrm>
        </p:grpSpPr>
        <p:sp>
          <p:nvSpPr>
            <p:cNvPr id="366" name="Google Shape;366;g3b3a45db5ed_1_3467"/>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67" name="Google Shape;367;g3b3a45db5ed_1_3467"/>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68" name="Google Shape;368;g3b3a45db5ed_1_3467"/>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69" name="Google Shape;369;g3b3a45db5ed_1_3467"/>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70" name="Google Shape;370;g3b3a45db5ed_1_3467"/>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71" name="Google Shape;371;g3b3a45db5ed_1_3467"/>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72" name="Google Shape;372;g3b3a45db5ed_1_3467"/>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73" name="Google Shape;373;g3b3a45db5ed_1_3467"/>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374" name="Google Shape;374;g3b3a45db5ed_1_3467"/>
          <p:cNvGrpSpPr/>
          <p:nvPr/>
        </p:nvGrpSpPr>
        <p:grpSpPr>
          <a:xfrm>
            <a:off x="976070" y="2631155"/>
            <a:ext cx="256344" cy="68100"/>
            <a:chOff x="781167" y="5925573"/>
            <a:chExt cx="256344" cy="68100"/>
          </a:xfrm>
        </p:grpSpPr>
        <p:sp>
          <p:nvSpPr>
            <p:cNvPr id="375" name="Google Shape;375;g3b3a45db5ed_1_3467"/>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376" name="Google Shape;376;g3b3a45db5ed_1_3467"/>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377" name="Google Shape;377;g3b3a45db5ed_1_3467"/>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78" name="Google Shape;378;g3b3a45db5ed_1_3467"/>
          <p:cNvSpPr txBox="1"/>
          <p:nvPr>
            <p:ph idx="2"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79" name="Google Shape;379;g3b3a45db5ed_1_3467"/>
          <p:cNvSpPr txBox="1"/>
          <p:nvPr/>
        </p:nvSpPr>
        <p:spPr>
          <a:xfrm>
            <a:off x="11154788" y="404846"/>
            <a:ext cx="5478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500"/>
                                        <p:tgtEl>
                                          <p:spTgt spid="374"/>
                                        </p:tgtEl>
                                      </p:cBhvr>
                                    </p:animEffect>
                                  </p:childTnLst>
                                </p:cTn>
                              </p:par>
                              <p:par>
                                <p:cTn fill="hold" nodeType="withEffect" presetClass="entr" presetID="10" presetSubtype="0">
                                  <p:stCondLst>
                                    <p:cond delay="0"/>
                                  </p:stCondLst>
                                  <p:childTnLst>
                                    <p:set>
                                      <p:cBhvr>
                                        <p:cTn dur="1" fill="hold">
                                          <p:stCondLst>
                                            <p:cond delay="0"/>
                                          </p:stCondLst>
                                        </p:cTn>
                                        <p:tgtEl>
                                          <p:spTgt spid="378">
                                            <p:txEl>
                                              <p:pRg end="0" st="0"/>
                                            </p:txEl>
                                          </p:spTgt>
                                        </p:tgtEl>
                                        <p:attrNameLst>
                                          <p:attrName>style.visibility</p:attrName>
                                        </p:attrNameLst>
                                      </p:cBhvr>
                                      <p:to>
                                        <p:strVal val="visible"/>
                                      </p:to>
                                    </p:set>
                                    <p:animEffect filter="fade" transition="in">
                                      <p:cBhvr>
                                        <p:cTn dur="500"/>
                                        <p:tgtEl>
                                          <p:spTgt spid="378">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8">
                                            <p:txEl>
                                              <p:pRg end="1" st="1"/>
                                            </p:txEl>
                                          </p:spTgt>
                                        </p:tgtEl>
                                        <p:attrNameLst>
                                          <p:attrName>style.visibility</p:attrName>
                                        </p:attrNameLst>
                                      </p:cBhvr>
                                      <p:to>
                                        <p:strVal val="visible"/>
                                      </p:to>
                                    </p:set>
                                    <p:animEffect filter="fade" transition="in">
                                      <p:cBhvr>
                                        <p:cTn dur="500"/>
                                        <p:tgtEl>
                                          <p:spTgt spid="378">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8">
                                            <p:txEl>
                                              <p:pRg end="2" st="2"/>
                                            </p:txEl>
                                          </p:spTgt>
                                        </p:tgtEl>
                                        <p:attrNameLst>
                                          <p:attrName>style.visibility</p:attrName>
                                        </p:attrNameLst>
                                      </p:cBhvr>
                                      <p:to>
                                        <p:strVal val="visible"/>
                                      </p:to>
                                    </p:set>
                                    <p:animEffect filter="fade" transition="in">
                                      <p:cBhvr>
                                        <p:cTn dur="500"/>
                                        <p:tgtEl>
                                          <p:spTgt spid="378">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8">
                                            <p:txEl>
                                              <p:pRg end="3" st="3"/>
                                            </p:txEl>
                                          </p:spTgt>
                                        </p:tgtEl>
                                        <p:attrNameLst>
                                          <p:attrName>style.visibility</p:attrName>
                                        </p:attrNameLst>
                                      </p:cBhvr>
                                      <p:to>
                                        <p:strVal val="visible"/>
                                      </p:to>
                                    </p:set>
                                    <p:animEffect filter="fade" transition="in">
                                      <p:cBhvr>
                                        <p:cTn dur="500"/>
                                        <p:tgtEl>
                                          <p:spTgt spid="378">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8">
                                            <p:txEl>
                                              <p:pRg end="4" st="4"/>
                                            </p:txEl>
                                          </p:spTgt>
                                        </p:tgtEl>
                                        <p:attrNameLst>
                                          <p:attrName>style.visibility</p:attrName>
                                        </p:attrNameLst>
                                      </p:cBhvr>
                                      <p:to>
                                        <p:strVal val="visible"/>
                                      </p:to>
                                    </p:set>
                                    <p:animEffect filter="fade" transition="in">
                                      <p:cBhvr>
                                        <p:cTn dur="500"/>
                                        <p:tgtEl>
                                          <p:spTgt spid="378">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8">
                                            <p:txEl>
                                              <p:pRg end="5" st="5"/>
                                            </p:txEl>
                                          </p:spTgt>
                                        </p:tgtEl>
                                        <p:attrNameLst>
                                          <p:attrName>style.visibility</p:attrName>
                                        </p:attrNameLst>
                                      </p:cBhvr>
                                      <p:to>
                                        <p:strVal val="visible"/>
                                      </p:to>
                                    </p:set>
                                    <p:animEffect filter="fade" transition="in">
                                      <p:cBhvr>
                                        <p:cTn dur="500"/>
                                        <p:tgtEl>
                                          <p:spTgt spid="378">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8">
                                            <p:txEl>
                                              <p:pRg end="6" st="6"/>
                                            </p:txEl>
                                          </p:spTgt>
                                        </p:tgtEl>
                                        <p:attrNameLst>
                                          <p:attrName>style.visibility</p:attrName>
                                        </p:attrNameLst>
                                      </p:cBhvr>
                                      <p:to>
                                        <p:strVal val="visible"/>
                                      </p:to>
                                    </p:set>
                                    <p:animEffect filter="fade" transition="in">
                                      <p:cBhvr>
                                        <p:cTn dur="500"/>
                                        <p:tgtEl>
                                          <p:spTgt spid="378">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8">
                                            <p:txEl>
                                              <p:pRg end="7" st="7"/>
                                            </p:txEl>
                                          </p:spTgt>
                                        </p:tgtEl>
                                        <p:attrNameLst>
                                          <p:attrName>style.visibility</p:attrName>
                                        </p:attrNameLst>
                                      </p:cBhvr>
                                      <p:to>
                                        <p:strVal val="visible"/>
                                      </p:to>
                                    </p:set>
                                    <p:animEffect filter="fade" transition="in">
                                      <p:cBhvr>
                                        <p:cTn dur="500"/>
                                        <p:tgtEl>
                                          <p:spTgt spid="378">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8">
                                            <p:txEl>
                                              <p:pRg end="8" st="8"/>
                                            </p:txEl>
                                          </p:spTgt>
                                        </p:tgtEl>
                                        <p:attrNameLst>
                                          <p:attrName>style.visibility</p:attrName>
                                        </p:attrNameLst>
                                      </p:cBhvr>
                                      <p:to>
                                        <p:strVal val="visible"/>
                                      </p:to>
                                    </p:set>
                                    <p:animEffect filter="fade" transition="in">
                                      <p:cBhvr>
                                        <p:cTn dur="500"/>
                                        <p:tgtEl>
                                          <p:spTgt spid="378">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_section">
  <p:cSld name="Task_section">
    <p:spTree>
      <p:nvGrpSpPr>
        <p:cNvPr id="380" name="Shape 380"/>
        <p:cNvGrpSpPr/>
        <p:nvPr/>
      </p:nvGrpSpPr>
      <p:grpSpPr>
        <a:xfrm>
          <a:off x="0" y="0"/>
          <a:ext cx="0" cy="0"/>
          <a:chOff x="0" y="0"/>
          <a:chExt cx="0" cy="0"/>
        </a:xfrm>
      </p:grpSpPr>
      <p:pic>
        <p:nvPicPr>
          <p:cNvPr id="381" name="Google Shape;381;g3b3a45db5ed_1_3761"/>
          <p:cNvPicPr preferRelativeResize="0"/>
          <p:nvPr/>
        </p:nvPicPr>
        <p:blipFill rotWithShape="1">
          <a:blip r:embed="rId2">
            <a:alphaModFix/>
          </a:blip>
          <a:srcRect b="0" l="0" r="0" t="0"/>
          <a:stretch/>
        </p:blipFill>
        <p:spPr>
          <a:xfrm>
            <a:off x="1543050" y="4290897"/>
            <a:ext cx="9105900" cy="1826835"/>
          </a:xfrm>
          <a:prstGeom prst="rect">
            <a:avLst/>
          </a:prstGeom>
          <a:noFill/>
          <a:ln>
            <a:noFill/>
          </a:ln>
        </p:spPr>
      </p:pic>
      <p:pic>
        <p:nvPicPr>
          <p:cNvPr id="382" name="Google Shape;382;g3b3a45db5ed_1_3761"/>
          <p:cNvPicPr preferRelativeResize="0"/>
          <p:nvPr/>
        </p:nvPicPr>
        <p:blipFill rotWithShape="1">
          <a:blip r:embed="rId3">
            <a:alphaModFix/>
          </a:blip>
          <a:srcRect b="0" l="0" r="0" t="0"/>
          <a:stretch/>
        </p:blipFill>
        <p:spPr>
          <a:xfrm>
            <a:off x="835721" y="412824"/>
            <a:ext cx="2304016" cy="834212"/>
          </a:xfrm>
          <a:prstGeom prst="rect">
            <a:avLst/>
          </a:prstGeom>
          <a:noFill/>
          <a:ln>
            <a:noFill/>
          </a:ln>
        </p:spPr>
      </p:pic>
      <p:sp>
        <p:nvSpPr>
          <p:cNvPr id="383" name="Google Shape;383;g3b3a45db5ed_1_3761"/>
          <p:cNvSpPr txBox="1"/>
          <p:nvPr/>
        </p:nvSpPr>
        <p:spPr>
          <a:xfrm>
            <a:off x="987675" y="536325"/>
            <a:ext cx="20001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0" lang="en-US" sz="2400" u="none" cap="none" strike="noStrike">
                <a:solidFill>
                  <a:srgbClr val="3F3F3F"/>
                </a:solidFill>
                <a:latin typeface="Arial"/>
                <a:ea typeface="Arial"/>
                <a:cs typeface="Arial"/>
                <a:sym typeface="Arial"/>
              </a:rPr>
              <a:t>Assignment</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Summary">
  <p:cSld name="Session Summary">
    <p:spTree>
      <p:nvGrpSpPr>
        <p:cNvPr id="384" name="Shape 384"/>
        <p:cNvGrpSpPr/>
        <p:nvPr/>
      </p:nvGrpSpPr>
      <p:grpSpPr>
        <a:xfrm>
          <a:off x="0" y="0"/>
          <a:ext cx="0" cy="0"/>
          <a:chOff x="0" y="0"/>
          <a:chExt cx="0" cy="0"/>
        </a:xfrm>
      </p:grpSpPr>
      <p:grpSp>
        <p:nvGrpSpPr>
          <p:cNvPr id="385" name="Google Shape;385;g3b3a45db5ed_1_3576"/>
          <p:cNvGrpSpPr/>
          <p:nvPr/>
        </p:nvGrpSpPr>
        <p:grpSpPr>
          <a:xfrm>
            <a:off x="6634601" y="419286"/>
            <a:ext cx="4977959" cy="715758"/>
            <a:chOff x="6651018" y="1094904"/>
            <a:chExt cx="4977959" cy="715758"/>
          </a:xfrm>
        </p:grpSpPr>
        <p:grpSp>
          <p:nvGrpSpPr>
            <p:cNvPr id="386" name="Google Shape;386;g3b3a45db5ed_1_3576"/>
            <p:cNvGrpSpPr/>
            <p:nvPr/>
          </p:nvGrpSpPr>
          <p:grpSpPr>
            <a:xfrm flipH="1">
              <a:off x="6651018" y="1105239"/>
              <a:ext cx="4977959" cy="705423"/>
              <a:chOff x="-276224" y="579518"/>
              <a:chExt cx="4483840" cy="705423"/>
            </a:xfrm>
          </p:grpSpPr>
          <p:sp>
            <p:nvSpPr>
              <p:cNvPr id="387" name="Google Shape;387;g3b3a45db5ed_1_3576"/>
              <p:cNvSpPr/>
              <p:nvPr/>
            </p:nvSpPr>
            <p:spPr>
              <a:xfrm>
                <a:off x="-160684" y="676841"/>
                <a:ext cx="4368300" cy="6081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88" name="Google Shape;388;g3b3a45db5ed_1_3576"/>
              <p:cNvSpPr/>
              <p:nvPr/>
            </p:nvSpPr>
            <p:spPr>
              <a:xfrm>
                <a:off x="-276224" y="579518"/>
                <a:ext cx="4368300" cy="6081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389" name="Google Shape;389;g3b3a45db5ed_1_3576"/>
            <p:cNvSpPr txBox="1"/>
            <p:nvPr/>
          </p:nvSpPr>
          <p:spPr>
            <a:xfrm>
              <a:off x="6813500" y="1094904"/>
              <a:ext cx="4797600" cy="60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2600"/>
                <a:buFont typeface="Arial"/>
                <a:buNone/>
              </a:pPr>
              <a:r>
                <a:rPr b="1" i="0" lang="en-US" sz="2600" u="none" cap="none" strike="noStrike">
                  <a:solidFill>
                    <a:schemeClr val="lt1"/>
                  </a:solidFill>
                  <a:latin typeface="Calibri"/>
                  <a:ea typeface="Calibri"/>
                  <a:cs typeface="Calibri"/>
                  <a:sym typeface="Calibri"/>
                </a:rPr>
                <a:t>For Next Session, Search for…</a:t>
              </a:r>
              <a:endParaRPr b="0" i="0" sz="1400" u="none" cap="none" strike="noStrike">
                <a:solidFill>
                  <a:srgbClr val="000000"/>
                </a:solidFill>
                <a:latin typeface="Arial"/>
                <a:ea typeface="Arial"/>
                <a:cs typeface="Arial"/>
                <a:sym typeface="Arial"/>
              </a:endParaRPr>
            </a:p>
          </p:txBody>
        </p:sp>
      </p:grpSp>
      <p:grpSp>
        <p:nvGrpSpPr>
          <p:cNvPr id="390" name="Google Shape;390;g3b3a45db5ed_1_3576"/>
          <p:cNvGrpSpPr/>
          <p:nvPr/>
        </p:nvGrpSpPr>
        <p:grpSpPr>
          <a:xfrm>
            <a:off x="546596" y="408850"/>
            <a:ext cx="4862692" cy="736415"/>
            <a:chOff x="563013" y="978293"/>
            <a:chExt cx="4862692" cy="736415"/>
          </a:xfrm>
        </p:grpSpPr>
        <p:grpSp>
          <p:nvGrpSpPr>
            <p:cNvPr id="391" name="Google Shape;391;g3b3a45db5ed_1_3576"/>
            <p:cNvGrpSpPr/>
            <p:nvPr/>
          </p:nvGrpSpPr>
          <p:grpSpPr>
            <a:xfrm>
              <a:off x="563051" y="978293"/>
              <a:ext cx="4862654" cy="736415"/>
              <a:chOff x="971550" y="628179"/>
              <a:chExt cx="4207540" cy="727323"/>
            </a:xfrm>
          </p:grpSpPr>
          <p:sp>
            <p:nvSpPr>
              <p:cNvPr id="392" name="Google Shape;392;g3b3a45db5ed_1_3576"/>
              <p:cNvSpPr/>
              <p:nvPr/>
            </p:nvSpPr>
            <p:spPr>
              <a:xfrm>
                <a:off x="1087090" y="725502"/>
                <a:ext cx="4092000" cy="6300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3" name="Google Shape;393;g3b3a45db5ed_1_3576"/>
              <p:cNvSpPr/>
              <p:nvPr/>
            </p:nvSpPr>
            <p:spPr>
              <a:xfrm>
                <a:off x="971550" y="628179"/>
                <a:ext cx="4092000" cy="600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394" name="Google Shape;394;g3b3a45db5ed_1_3576"/>
            <p:cNvSpPr txBox="1"/>
            <p:nvPr/>
          </p:nvSpPr>
          <p:spPr>
            <a:xfrm>
              <a:off x="563013" y="978323"/>
              <a:ext cx="4747200" cy="60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2600"/>
                <a:buFont typeface="Arial"/>
                <a:buNone/>
              </a:pPr>
              <a:r>
                <a:rPr b="1" i="0" lang="en-US" sz="2600" u="none" cap="none" strike="noStrike">
                  <a:solidFill>
                    <a:schemeClr val="lt1"/>
                  </a:solidFill>
                  <a:latin typeface="Calibri"/>
                  <a:ea typeface="Calibri"/>
                  <a:cs typeface="Calibri"/>
                  <a:sym typeface="Calibri"/>
                </a:rPr>
                <a:t>In this Session, You learned…</a:t>
              </a:r>
              <a:endParaRPr b="0" i="0" sz="1400" u="none" cap="none" strike="noStrike">
                <a:solidFill>
                  <a:srgbClr val="000000"/>
                </a:solidFill>
                <a:latin typeface="Arial"/>
                <a:ea typeface="Arial"/>
                <a:cs typeface="Arial"/>
                <a:sym typeface="Arial"/>
              </a:endParaRPr>
            </a:p>
          </p:txBody>
        </p:sp>
      </p:grpSp>
      <p:sp>
        <p:nvSpPr>
          <p:cNvPr id="395" name="Google Shape;395;g3b3a45db5ed_1_3576"/>
          <p:cNvSpPr txBox="1"/>
          <p:nvPr>
            <p:ph idx="1" type="body"/>
          </p:nvPr>
        </p:nvSpPr>
        <p:spPr>
          <a:xfrm>
            <a:off x="662484" y="1247527"/>
            <a:ext cx="4746600" cy="48681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96" name="Google Shape;396;g3b3a45db5ed_1_3576"/>
          <p:cNvSpPr txBox="1"/>
          <p:nvPr>
            <p:ph idx="2" type="body"/>
          </p:nvPr>
        </p:nvSpPr>
        <p:spPr>
          <a:xfrm>
            <a:off x="6762792" y="1247527"/>
            <a:ext cx="4831800" cy="4857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with Two contetns T3">
  <p:cSld name="1_Title with Two contetns T3">
    <p:spTree>
      <p:nvGrpSpPr>
        <p:cNvPr id="397" name="Shape 397"/>
        <p:cNvGrpSpPr/>
        <p:nvPr/>
      </p:nvGrpSpPr>
      <p:grpSpPr>
        <a:xfrm>
          <a:off x="0" y="0"/>
          <a:ext cx="0" cy="0"/>
          <a:chOff x="0" y="0"/>
          <a:chExt cx="0" cy="0"/>
        </a:xfrm>
      </p:grpSpPr>
      <p:grpSp>
        <p:nvGrpSpPr>
          <p:cNvPr id="398" name="Google Shape;398;g3b3a45db5ed_1_3589"/>
          <p:cNvGrpSpPr/>
          <p:nvPr/>
        </p:nvGrpSpPr>
        <p:grpSpPr>
          <a:xfrm>
            <a:off x="-1" y="579518"/>
            <a:ext cx="11387071" cy="823623"/>
            <a:chOff x="0" y="579518"/>
            <a:chExt cx="4125900" cy="823623"/>
          </a:xfrm>
        </p:grpSpPr>
        <p:sp>
          <p:nvSpPr>
            <p:cNvPr id="399" name="Google Shape;399;g3b3a45db5ed_1_3589"/>
            <p:cNvSpPr/>
            <p:nvPr/>
          </p:nvSpPr>
          <p:spPr>
            <a:xfrm>
              <a:off x="0" y="676841"/>
              <a:ext cx="4125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00" name="Google Shape;400;g3b3a45db5ed_1_3589"/>
            <p:cNvSpPr/>
            <p:nvPr/>
          </p:nvSpPr>
          <p:spPr>
            <a:xfrm>
              <a:off x="0" y="579518"/>
              <a:ext cx="4092000" cy="726300"/>
            </a:xfrm>
            <a:prstGeom prst="rect">
              <a:avLst/>
            </a:prstGeom>
            <a:solidFill>
              <a:srgbClr val="FC7C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401" name="Google Shape;401;g3b3a45db5ed_1_3589"/>
          <p:cNvSpPr txBox="1"/>
          <p:nvPr>
            <p:ph type="title"/>
          </p:nvPr>
        </p:nvSpPr>
        <p:spPr>
          <a:xfrm>
            <a:off x="180975" y="579519"/>
            <a:ext cx="11112600" cy="726300"/>
          </a:xfrm>
          <a:prstGeom prst="rect">
            <a:avLst/>
          </a:prstGeom>
          <a:noFill/>
          <a:ln>
            <a:noFill/>
          </a:ln>
        </p:spPr>
        <p:txBody>
          <a:bodyPr anchorCtr="0" anchor="t" bIns="45700"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1" i="0" sz="1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02" name="Google Shape;402;g3b3a45db5ed_1_3589"/>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03" name="Google Shape;403;g3b3a45db5ed_1_3589"/>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317500" lvl="0" marL="457200" marR="0" rtl="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1pPr>
            <a:lvl2pPr indent="-317500" lvl="1" marL="914400" marR="0" rtl="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2pPr>
            <a:lvl3pPr indent="-317500" lvl="2" marL="1371600" marR="0" rtl="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3pPr>
            <a:lvl4pPr indent="-317500" lvl="3" marL="1828800" marR="0" rtl="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4pPr>
            <a:lvl5pPr indent="-317500" lvl="4" marL="2286000" marR="0" rtl="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04" name="Google Shape;404;g3b3a45db5ed_1_3589"/>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y Questions?">
  <p:cSld name="Any Questions?">
    <p:spTree>
      <p:nvGrpSpPr>
        <p:cNvPr id="405" name="Shape 405"/>
        <p:cNvGrpSpPr/>
        <p:nvPr/>
      </p:nvGrpSpPr>
      <p:grpSpPr>
        <a:xfrm>
          <a:off x="0" y="0"/>
          <a:ext cx="0" cy="0"/>
          <a:chOff x="0" y="0"/>
          <a:chExt cx="0" cy="0"/>
        </a:xfrm>
      </p:grpSpPr>
      <p:pic>
        <p:nvPicPr>
          <p:cNvPr id="406" name="Google Shape;406;g3b3a45db5ed_1_3287"/>
          <p:cNvPicPr preferRelativeResize="0"/>
          <p:nvPr/>
        </p:nvPicPr>
        <p:blipFill rotWithShape="1">
          <a:blip r:embed="rId2">
            <a:alphaModFix/>
          </a:blip>
          <a:srcRect b="0" l="0" r="0" t="0"/>
          <a:stretch/>
        </p:blipFill>
        <p:spPr>
          <a:xfrm>
            <a:off x="648936" y="1127591"/>
            <a:ext cx="5710169" cy="3961991"/>
          </a:xfrm>
          <a:prstGeom prst="rect">
            <a:avLst/>
          </a:prstGeom>
          <a:noFill/>
          <a:ln>
            <a:noFill/>
          </a:ln>
        </p:spPr>
      </p:pic>
      <p:sp>
        <p:nvSpPr>
          <p:cNvPr id="407" name="Google Shape;407;g3b3a45db5ed_1_3287"/>
          <p:cNvSpPr txBox="1"/>
          <p:nvPr/>
        </p:nvSpPr>
        <p:spPr>
          <a:xfrm>
            <a:off x="6288656" y="2231425"/>
            <a:ext cx="4768500" cy="17547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rgbClr val="002060"/>
                </a:solidFill>
                <a:latin typeface="Fredoka"/>
                <a:ea typeface="Fredoka"/>
                <a:cs typeface="Fredoka"/>
                <a:sym typeface="Fredoka"/>
              </a:rPr>
              <a:t>ANY QUESTIONS?</a:t>
            </a:r>
            <a:endParaRPr b="0" i="0" sz="1400" u="none" cap="none" strike="noStrike">
              <a:solidFill>
                <a:schemeClr val="dk1"/>
              </a:solidFill>
              <a:latin typeface="Fredoka"/>
              <a:ea typeface="Fredoka"/>
              <a:cs typeface="Fredoka"/>
              <a:sym typeface="Fredoka"/>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408" name="Shape 408"/>
        <p:cNvGrpSpPr/>
        <p:nvPr/>
      </p:nvGrpSpPr>
      <p:grpSpPr>
        <a:xfrm>
          <a:off x="0" y="0"/>
          <a:ext cx="0" cy="0"/>
          <a:chOff x="0" y="0"/>
          <a:chExt cx="0" cy="0"/>
        </a:xfrm>
      </p:grpSpPr>
      <p:sp>
        <p:nvSpPr>
          <p:cNvPr id="409" name="Google Shape;409;g3b3a45db5ed_1_3290"/>
          <p:cNvSpPr txBox="1"/>
          <p:nvPr/>
        </p:nvSpPr>
        <p:spPr>
          <a:xfrm>
            <a:off x="2505636" y="2773309"/>
            <a:ext cx="7180800" cy="13236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172A4B"/>
                </a:solidFill>
                <a:latin typeface="Fredoka"/>
                <a:ea typeface="Fredoka"/>
                <a:cs typeface="Fredoka"/>
                <a:sym typeface="Fredoka"/>
              </a:rPr>
              <a:t>THANK YOU!</a:t>
            </a:r>
            <a:endParaRPr b="0" i="0" sz="2400" u="none" cap="none" strike="noStrike">
              <a:solidFill>
                <a:srgbClr val="172A4B"/>
              </a:solidFill>
              <a:latin typeface="Fredoka"/>
              <a:ea typeface="Fredoka"/>
              <a:cs typeface="Fredoka"/>
              <a:sym typeface="Fredoka"/>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3_OPTIONS">
  <p:cSld name="Comparison3_OPTIONS">
    <p:spTree>
      <p:nvGrpSpPr>
        <p:cNvPr id="410" name="Shape 410"/>
        <p:cNvGrpSpPr/>
        <p:nvPr/>
      </p:nvGrpSpPr>
      <p:grpSpPr>
        <a:xfrm>
          <a:off x="0" y="0"/>
          <a:ext cx="0" cy="0"/>
          <a:chOff x="0" y="0"/>
          <a:chExt cx="0" cy="0"/>
        </a:xfrm>
      </p:grpSpPr>
      <p:sp>
        <p:nvSpPr>
          <p:cNvPr id="411" name="Google Shape;411;g3b3a45db5ed_1_3748"/>
          <p:cNvSpPr/>
          <p:nvPr/>
        </p:nvSpPr>
        <p:spPr>
          <a:xfrm>
            <a:off x="7062909" y="4997414"/>
            <a:ext cx="4244692" cy="934901"/>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12" name="Google Shape;412;g3b3a45db5ed_1_3748"/>
          <p:cNvSpPr/>
          <p:nvPr/>
        </p:nvSpPr>
        <p:spPr>
          <a:xfrm>
            <a:off x="5555550" y="160800"/>
            <a:ext cx="941700" cy="5909100"/>
          </a:xfrm>
          <a:prstGeom prst="ellipse">
            <a:avLst/>
          </a:prstGeom>
          <a:solidFill>
            <a:srgbClr val="FC7C00">
              <a:alpha val="3098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13" name="Google Shape;413;g3b3a45db5ed_1_3748"/>
          <p:cNvGrpSpPr/>
          <p:nvPr/>
        </p:nvGrpSpPr>
        <p:grpSpPr>
          <a:xfrm>
            <a:off x="4836716" y="4851275"/>
            <a:ext cx="2684770" cy="2369858"/>
            <a:chOff x="4460241" y="4926810"/>
            <a:chExt cx="2896817" cy="2898554"/>
          </a:xfrm>
        </p:grpSpPr>
        <p:sp>
          <p:nvSpPr>
            <p:cNvPr id="414" name="Google Shape;414;g3b3a45db5ed_1_3748"/>
            <p:cNvSpPr txBox="1"/>
            <p:nvPr/>
          </p:nvSpPr>
          <p:spPr>
            <a:xfrm>
              <a:off x="4460241" y="4926810"/>
              <a:ext cx="2522100" cy="264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0" i="0" lang="en-US" sz="9600" u="none" cap="none" strike="noStrike">
                  <a:solidFill>
                    <a:schemeClr val="dk1"/>
                  </a:solidFill>
                  <a:latin typeface="Kdam Thmor Pro"/>
                  <a:ea typeface="Kdam Thmor Pro"/>
                  <a:cs typeface="Kdam Thmor Pro"/>
                  <a:sym typeface="Kdam Thmor Pro"/>
                </a:rPr>
                <a:t>V</a:t>
              </a:r>
              <a:endParaRPr b="0" i="0" sz="1400" u="none" cap="none" strike="noStrike">
                <a:solidFill>
                  <a:srgbClr val="000000"/>
                </a:solidFill>
                <a:latin typeface="Arial"/>
                <a:ea typeface="Arial"/>
                <a:cs typeface="Arial"/>
                <a:sym typeface="Arial"/>
              </a:endParaRPr>
            </a:p>
          </p:txBody>
        </p:sp>
        <p:sp>
          <p:nvSpPr>
            <p:cNvPr id="415" name="Google Shape;415;g3b3a45db5ed_1_3748"/>
            <p:cNvSpPr txBox="1"/>
            <p:nvPr/>
          </p:nvSpPr>
          <p:spPr>
            <a:xfrm>
              <a:off x="4834958" y="5181164"/>
              <a:ext cx="2522100" cy="264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0" i="0" lang="en-US" sz="9600" u="none" cap="none" strike="noStrike">
                  <a:solidFill>
                    <a:schemeClr val="dk1"/>
                  </a:solidFill>
                  <a:latin typeface="Kdam Thmor Pro"/>
                  <a:ea typeface="Kdam Thmor Pro"/>
                  <a:cs typeface="Kdam Thmor Pro"/>
                  <a:sym typeface="Kdam Thmor Pro"/>
                </a:rPr>
                <a:t>s</a:t>
              </a:r>
              <a:endParaRPr b="0" i="0" sz="1400" u="none" cap="none" strike="noStrike">
                <a:solidFill>
                  <a:srgbClr val="000000"/>
                </a:solidFill>
                <a:latin typeface="Arial"/>
                <a:ea typeface="Arial"/>
                <a:cs typeface="Arial"/>
                <a:sym typeface="Arial"/>
              </a:endParaRPr>
            </a:p>
          </p:txBody>
        </p:sp>
      </p:grpSp>
      <p:sp>
        <p:nvSpPr>
          <p:cNvPr id="416" name="Google Shape;416;g3b3a45db5ed_1_3748"/>
          <p:cNvSpPr/>
          <p:nvPr/>
        </p:nvSpPr>
        <p:spPr>
          <a:xfrm flipH="1">
            <a:off x="884400" y="4997414"/>
            <a:ext cx="4244692" cy="934901"/>
          </a:xfrm>
          <a:prstGeom prst="flowChartManualInput">
            <a:avLst/>
          </a:prstGeom>
          <a:solidFill>
            <a:srgbClr val="2A4E9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17" name="Google Shape;417;g3b3a45db5ed_1_3748"/>
          <p:cNvSpPr txBox="1"/>
          <p:nvPr>
            <p:ph idx="1" type="body"/>
          </p:nvPr>
        </p:nvSpPr>
        <p:spPr>
          <a:xfrm>
            <a:off x="884400" y="5206589"/>
            <a:ext cx="4243500" cy="7122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3600"/>
              <a:buFont typeface="Arial"/>
              <a:buNone/>
              <a:defRPr b="0" i="0" sz="3600" u="none" cap="none" strike="noStrike">
                <a:solidFill>
                  <a:schemeClr val="lt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18" name="Google Shape;418;g3b3a45db5ed_1_3748"/>
          <p:cNvSpPr txBox="1"/>
          <p:nvPr>
            <p:ph idx="2" type="body"/>
          </p:nvPr>
        </p:nvSpPr>
        <p:spPr>
          <a:xfrm>
            <a:off x="7062909" y="5206589"/>
            <a:ext cx="4243500" cy="7122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3600"/>
              <a:buFont typeface="Arial"/>
              <a:buNone/>
              <a:defRPr b="0" i="0" sz="3600" u="none" cap="none" strike="noStrike">
                <a:solidFill>
                  <a:schemeClr val="lt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19" name="Google Shape;419;g3b3a45db5ed_1_3748"/>
          <p:cNvSpPr txBox="1"/>
          <p:nvPr>
            <p:ph idx="3" type="body"/>
          </p:nvPr>
        </p:nvSpPr>
        <p:spPr>
          <a:xfrm>
            <a:off x="1173743" y="1101660"/>
            <a:ext cx="3664800" cy="3437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000"/>
              <a:buFont typeface="Arial"/>
              <a:buNone/>
              <a:defRPr b="1" i="0" sz="2000" u="none" cap="none" strike="noStrike">
                <a:solidFill>
                  <a:schemeClr val="lt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1"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1"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1"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1"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1"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1"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1" i="0" sz="1200" u="none" cap="none" strike="noStrike">
                <a:solidFill>
                  <a:schemeClr val="lt1"/>
                </a:solidFill>
                <a:latin typeface="Quicksand"/>
                <a:ea typeface="Quicksand"/>
                <a:cs typeface="Quicksand"/>
                <a:sym typeface="Quicksand"/>
              </a:defRPr>
            </a:lvl9pPr>
          </a:lstStyle>
          <a:p/>
        </p:txBody>
      </p:sp>
      <p:sp>
        <p:nvSpPr>
          <p:cNvPr id="420" name="Google Shape;420;g3b3a45db5ed_1_3748"/>
          <p:cNvSpPr txBox="1"/>
          <p:nvPr>
            <p:ph idx="4" type="body"/>
          </p:nvPr>
        </p:nvSpPr>
        <p:spPr>
          <a:xfrm>
            <a:off x="7521477" y="1101660"/>
            <a:ext cx="3664800" cy="3437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000"/>
              <a:buFont typeface="Arial"/>
              <a:buNone/>
              <a:defRPr b="0" i="0" sz="2000" u="none" cap="none" strike="noStrike">
                <a:solidFill>
                  <a:schemeClr val="lt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500"/>
                                        <p:tgtEl>
                                          <p:spTgt spid="412"/>
                                        </p:tgtEl>
                                      </p:cBhvr>
                                    </p:animEffect>
                                  </p:childTnLst>
                                </p:cTn>
                              </p:par>
                              <p:par>
                                <p:cTn fill="hold" nodeType="with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500"/>
                                        <p:tgtEl>
                                          <p:spTgt spid="411"/>
                                        </p:tgtEl>
                                      </p:cBhvr>
                                    </p:animEffect>
                                  </p:childTnLst>
                                </p:cTn>
                              </p:par>
                              <p:par>
                                <p:cTn fill="hold" nodeType="with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par>
                                <p:cTn fill="hold" nodeType="with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500"/>
                                        <p:tgtEl>
                                          <p:spTgt spid="418"/>
                                        </p:tgtEl>
                                      </p:cBhvr>
                                    </p:animEffect>
                                  </p:childTnLst>
                                </p:cTn>
                              </p:par>
                              <p:par>
                                <p:cTn fill="hold" nodeType="with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500"/>
                                        <p:tgtEl>
                                          <p:spTgt spid="419"/>
                                        </p:tgtEl>
                                      </p:cBhvr>
                                    </p:animEffect>
                                  </p:childTnLst>
                                </p:cTn>
                              </p:par>
                              <p:par>
                                <p:cTn fill="hold" nodeType="with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500"/>
                                        <p:tgtEl>
                                          <p:spTgt spid="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cription_Make">
  <p:cSld name="Description_Make">
    <p:spTree>
      <p:nvGrpSpPr>
        <p:cNvPr id="421" name="Shape 421"/>
        <p:cNvGrpSpPr/>
        <p:nvPr/>
      </p:nvGrpSpPr>
      <p:grpSpPr>
        <a:xfrm>
          <a:off x="0" y="0"/>
          <a:ext cx="0" cy="0"/>
          <a:chOff x="0" y="0"/>
          <a:chExt cx="0" cy="0"/>
        </a:xfrm>
      </p:grpSpPr>
      <p:sp>
        <p:nvSpPr>
          <p:cNvPr id="422" name="Google Shape;422;g3b3a45db5ed_1_3707"/>
          <p:cNvSpPr/>
          <p:nvPr>
            <p:ph idx="2" type="pic"/>
          </p:nvPr>
        </p:nvSpPr>
        <p:spPr>
          <a:xfrm>
            <a:off x="5070753" y="622807"/>
            <a:ext cx="6214800" cy="3464700"/>
          </a:xfrm>
          <a:prstGeom prst="roundRect">
            <a:avLst>
              <a:gd fmla="val 12486" name="adj"/>
            </a:avLst>
          </a:prstGeom>
          <a:noFill/>
          <a:ln>
            <a:noFill/>
          </a:ln>
          <a:effectLst>
            <a:reflection blurRad="0" dir="0" dist="0" endA="300" endPos="55000" fadeDir="5400012" kx="0" rotWithShape="0" algn="bl" stA="50000" stPos="0" sy="-100000" ky="0"/>
          </a:effectLst>
        </p:spPr>
      </p:sp>
      <p:sp>
        <p:nvSpPr>
          <p:cNvPr id="423" name="Google Shape;423;g3b3a45db5ed_1_3707"/>
          <p:cNvSpPr/>
          <p:nvPr/>
        </p:nvSpPr>
        <p:spPr>
          <a:xfrm>
            <a:off x="981893" y="791712"/>
            <a:ext cx="2770200" cy="2597700"/>
          </a:xfrm>
          <a:prstGeom prst="roundRect">
            <a:avLst>
              <a:gd fmla="val 16667" name="adj"/>
            </a:avLst>
          </a:prstGeom>
          <a:no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424" name="Google Shape;424;g3b3a45db5ed_1_3707"/>
          <p:cNvPicPr preferRelativeResize="0"/>
          <p:nvPr/>
        </p:nvPicPr>
        <p:blipFill rotWithShape="1">
          <a:blip r:embed="rId2">
            <a:alphaModFix/>
          </a:blip>
          <a:srcRect b="0" l="0" r="0" t="0"/>
          <a:stretch/>
        </p:blipFill>
        <p:spPr>
          <a:xfrm>
            <a:off x="648351" y="522675"/>
            <a:ext cx="1972813" cy="792945"/>
          </a:xfrm>
          <a:prstGeom prst="rect">
            <a:avLst/>
          </a:prstGeom>
          <a:noFill/>
          <a:ln>
            <a:noFill/>
          </a:ln>
        </p:spPr>
      </p:pic>
      <p:sp>
        <p:nvSpPr>
          <p:cNvPr id="425" name="Google Shape;425;g3b3a45db5ed_1_3707"/>
          <p:cNvSpPr txBox="1"/>
          <p:nvPr/>
        </p:nvSpPr>
        <p:spPr>
          <a:xfrm>
            <a:off x="451412" y="688300"/>
            <a:ext cx="2214300" cy="446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300" u="none" cap="none" strike="noStrike">
                <a:solidFill>
                  <a:srgbClr val="3F3F3F"/>
                </a:solidFill>
                <a:latin typeface="Arial"/>
                <a:ea typeface="Arial"/>
                <a:cs typeface="Arial"/>
                <a:sym typeface="Arial"/>
              </a:rPr>
              <a:t>Description</a:t>
            </a:r>
            <a:endParaRPr b="0" i="0" sz="900" u="none" cap="none" strike="noStrike">
              <a:solidFill>
                <a:srgbClr val="000000"/>
              </a:solidFill>
              <a:latin typeface="Arial"/>
              <a:ea typeface="Arial"/>
              <a:cs typeface="Arial"/>
              <a:sym typeface="Arial"/>
            </a:endParaRPr>
          </a:p>
        </p:txBody>
      </p:sp>
      <p:sp>
        <p:nvSpPr>
          <p:cNvPr id="426" name="Google Shape;426;g3b3a45db5ed_1_3707"/>
          <p:cNvSpPr txBox="1"/>
          <p:nvPr>
            <p:ph idx="1" type="body"/>
          </p:nvPr>
        </p:nvSpPr>
        <p:spPr>
          <a:xfrm>
            <a:off x="1011725" y="1325265"/>
            <a:ext cx="2698200" cy="18111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1800"/>
              <a:buFont typeface="Arial"/>
              <a:buNone/>
              <a:defRPr b="0" i="0" sz="1800" u="none" cap="none" strike="noStrike">
                <a:solidFill>
                  <a:schemeClr val="dk1"/>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427" name="Google Shape;427;g3b3a45db5ed_1_3707"/>
          <p:cNvPicPr preferRelativeResize="0"/>
          <p:nvPr/>
        </p:nvPicPr>
        <p:blipFill rotWithShape="1">
          <a:blip r:embed="rId3">
            <a:alphaModFix/>
          </a:blip>
          <a:srcRect b="0" l="0" r="0" t="0"/>
          <a:stretch/>
        </p:blipFill>
        <p:spPr>
          <a:xfrm>
            <a:off x="1543050" y="4368647"/>
            <a:ext cx="9105900" cy="1826835"/>
          </a:xfrm>
          <a:prstGeom prst="rect">
            <a:avLst/>
          </a:prstGeom>
          <a:noFill/>
          <a:ln>
            <a:noFill/>
          </a:ln>
        </p:spPr>
      </p:pic>
    </p:spTree>
  </p:cSld>
  <p:clrMapOvr>
    <a:masterClrMapping/>
  </p:clrMapOvr>
  <p:transition spd="slow">
    <p:push/>
  </p:transition>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p:cSld name="Brainstorming">
    <p:spTree>
      <p:nvGrpSpPr>
        <p:cNvPr id="428" name="Shape 428"/>
        <p:cNvGrpSpPr/>
        <p:nvPr/>
      </p:nvGrpSpPr>
      <p:grpSpPr>
        <a:xfrm>
          <a:off x="0" y="0"/>
          <a:ext cx="0" cy="0"/>
          <a:chOff x="0" y="0"/>
          <a:chExt cx="0" cy="0"/>
        </a:xfrm>
      </p:grpSpPr>
      <p:grpSp>
        <p:nvGrpSpPr>
          <p:cNvPr id="429" name="Google Shape;429;g3b3a45db5ed_1_3077"/>
          <p:cNvGrpSpPr/>
          <p:nvPr/>
        </p:nvGrpSpPr>
        <p:grpSpPr>
          <a:xfrm>
            <a:off x="680011" y="-12733"/>
            <a:ext cx="4628621" cy="1818822"/>
            <a:chOff x="536716" y="-17702"/>
            <a:chExt cx="5955508" cy="2340224"/>
          </a:xfrm>
        </p:grpSpPr>
        <p:sp>
          <p:nvSpPr>
            <p:cNvPr id="430" name="Google Shape;430;g3b3a45db5ed_1_3077"/>
            <p:cNvSpPr/>
            <p:nvPr/>
          </p:nvSpPr>
          <p:spPr>
            <a:xfrm>
              <a:off x="5830491" y="-16804"/>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31" name="Google Shape;431;g3b3a45db5ed_1_3077"/>
            <p:cNvGrpSpPr/>
            <p:nvPr/>
          </p:nvGrpSpPr>
          <p:grpSpPr>
            <a:xfrm>
              <a:off x="536716" y="-17702"/>
              <a:ext cx="5955508" cy="2340224"/>
              <a:chOff x="947530" y="-17702"/>
              <a:chExt cx="5955508" cy="2340224"/>
            </a:xfrm>
          </p:grpSpPr>
          <p:sp>
            <p:nvSpPr>
              <p:cNvPr id="432" name="Google Shape;432;g3b3a45db5ed_1_3077"/>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33" name="Google Shape;433;g3b3a45db5ed_1_3077"/>
              <p:cNvSpPr/>
              <p:nvPr/>
            </p:nvSpPr>
            <p:spPr>
              <a:xfrm>
                <a:off x="1041338" y="920922"/>
                <a:ext cx="58617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34" name="Google Shape;434;g3b3a45db5ed_1_3077"/>
              <p:cNvSpPr/>
              <p:nvPr/>
            </p:nvSpPr>
            <p:spPr>
              <a:xfrm>
                <a:off x="947530" y="824843"/>
                <a:ext cx="58617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35" name="Google Shape;435;g3b3a45db5ed_1_3077"/>
              <p:cNvSpPr/>
              <p:nvPr/>
            </p:nvSpPr>
            <p:spPr>
              <a:xfrm>
                <a:off x="6194922" y="-17702"/>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36" name="Google Shape;436;g3b3a45db5ed_1_3077"/>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37" name="Google Shape;437;g3b3a45db5ed_1_3077"/>
          <p:cNvSpPr txBox="1"/>
          <p:nvPr/>
        </p:nvSpPr>
        <p:spPr>
          <a:xfrm>
            <a:off x="639545" y="777563"/>
            <a:ext cx="4555800" cy="831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Brainstorming</a:t>
            </a:r>
            <a:endParaRPr b="0" i="0" sz="5400" u="none" cap="none" strike="noStrike">
              <a:solidFill>
                <a:schemeClr val="lt1"/>
              </a:solidFill>
              <a:latin typeface="Fredoka"/>
              <a:ea typeface="Fredoka"/>
              <a:cs typeface="Fredoka"/>
              <a:sym typeface="Fredoka"/>
            </a:endParaRPr>
          </a:p>
        </p:txBody>
      </p:sp>
      <p:pic>
        <p:nvPicPr>
          <p:cNvPr id="438" name="Google Shape;438;g3b3a45db5ed_1_3077"/>
          <p:cNvPicPr preferRelativeResize="0"/>
          <p:nvPr/>
        </p:nvPicPr>
        <p:blipFill rotWithShape="1">
          <a:blip r:embed="rId2">
            <a:alphaModFix/>
          </a:blip>
          <a:srcRect b="0" l="0" r="0" t="0"/>
          <a:stretch/>
        </p:blipFill>
        <p:spPr>
          <a:xfrm>
            <a:off x="4758431" y="498639"/>
            <a:ext cx="5860720" cy="5860720"/>
          </a:xfrm>
          <a:prstGeom prst="rect">
            <a:avLst/>
          </a:prstGeom>
          <a:noFill/>
          <a:ln>
            <a:noFill/>
          </a:ln>
        </p:spPr>
      </p:pic>
      <p:sp>
        <p:nvSpPr>
          <p:cNvPr id="439" name="Google Shape;439;g3b3a45db5ed_1_3077"/>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st Step">
  <p:cSld name="1st Step">
    <p:spTree>
      <p:nvGrpSpPr>
        <p:cNvPr id="440" name="Shape 440"/>
        <p:cNvGrpSpPr/>
        <p:nvPr/>
      </p:nvGrpSpPr>
      <p:grpSpPr>
        <a:xfrm>
          <a:off x="0" y="0"/>
          <a:ext cx="0" cy="0"/>
          <a:chOff x="0" y="0"/>
          <a:chExt cx="0" cy="0"/>
        </a:xfrm>
      </p:grpSpPr>
      <p:pic>
        <p:nvPicPr>
          <p:cNvPr id="441" name="Google Shape;441;g3b3a45db5ed_1_3254"/>
          <p:cNvPicPr preferRelativeResize="0"/>
          <p:nvPr/>
        </p:nvPicPr>
        <p:blipFill rotWithShape="1">
          <a:blip r:embed="rId2">
            <a:alphaModFix/>
          </a:blip>
          <a:srcRect b="0" l="0" r="0" t="0"/>
          <a:stretch/>
        </p:blipFill>
        <p:spPr>
          <a:xfrm>
            <a:off x="648351" y="522675"/>
            <a:ext cx="1972813" cy="792945"/>
          </a:xfrm>
          <a:prstGeom prst="rect">
            <a:avLst/>
          </a:prstGeom>
          <a:noFill/>
          <a:ln>
            <a:noFill/>
          </a:ln>
        </p:spPr>
      </p:pic>
      <p:pic>
        <p:nvPicPr>
          <p:cNvPr id="442" name="Google Shape;442;g3b3a45db5ed_1_3254"/>
          <p:cNvPicPr preferRelativeResize="0"/>
          <p:nvPr/>
        </p:nvPicPr>
        <p:blipFill rotWithShape="1">
          <a:blip r:embed="rId3">
            <a:alphaModFix/>
          </a:blip>
          <a:srcRect b="0" l="0" r="0" t="0"/>
          <a:stretch/>
        </p:blipFill>
        <p:spPr>
          <a:xfrm>
            <a:off x="6778970" y="2319770"/>
            <a:ext cx="700404" cy="858422"/>
          </a:xfrm>
          <a:prstGeom prst="rect">
            <a:avLst/>
          </a:prstGeom>
          <a:noFill/>
          <a:ln>
            <a:noFill/>
          </a:ln>
        </p:spPr>
      </p:pic>
      <p:pic>
        <p:nvPicPr>
          <p:cNvPr id="443" name="Google Shape;443;g3b3a45db5ed_1_3254"/>
          <p:cNvPicPr preferRelativeResize="0"/>
          <p:nvPr/>
        </p:nvPicPr>
        <p:blipFill rotWithShape="1">
          <a:blip r:embed="rId4">
            <a:alphaModFix/>
          </a:blip>
          <a:srcRect b="0" l="0" r="0" t="0"/>
          <a:stretch/>
        </p:blipFill>
        <p:spPr>
          <a:xfrm>
            <a:off x="899445" y="2458610"/>
            <a:ext cx="513629" cy="625065"/>
          </a:xfrm>
          <a:prstGeom prst="rect">
            <a:avLst/>
          </a:prstGeom>
          <a:noFill/>
          <a:ln>
            <a:noFill/>
          </a:ln>
        </p:spPr>
      </p:pic>
      <p:pic>
        <p:nvPicPr>
          <p:cNvPr id="444" name="Google Shape;444;g3b3a45db5ed_1_3254"/>
          <p:cNvPicPr preferRelativeResize="0"/>
          <p:nvPr/>
        </p:nvPicPr>
        <p:blipFill rotWithShape="1">
          <a:blip r:embed="rId5">
            <a:alphaModFix/>
          </a:blip>
          <a:srcRect b="0" l="0" r="0" t="0"/>
          <a:stretch/>
        </p:blipFill>
        <p:spPr>
          <a:xfrm>
            <a:off x="8510527" y="1764344"/>
            <a:ext cx="330744" cy="405411"/>
          </a:xfrm>
          <a:prstGeom prst="rect">
            <a:avLst/>
          </a:prstGeom>
          <a:noFill/>
          <a:ln>
            <a:noFill/>
          </a:ln>
        </p:spPr>
      </p:pic>
      <p:pic>
        <p:nvPicPr>
          <p:cNvPr id="445" name="Google Shape;445;g3b3a45db5ed_1_3254"/>
          <p:cNvPicPr preferRelativeResize="0"/>
          <p:nvPr/>
        </p:nvPicPr>
        <p:blipFill rotWithShape="1">
          <a:blip r:embed="rId6">
            <a:alphaModFix/>
          </a:blip>
          <a:srcRect b="0" l="0" r="0" t="0"/>
          <a:stretch/>
        </p:blipFill>
        <p:spPr>
          <a:xfrm>
            <a:off x="9926898" y="444576"/>
            <a:ext cx="941654" cy="1150120"/>
          </a:xfrm>
          <a:prstGeom prst="rect">
            <a:avLst/>
          </a:prstGeom>
          <a:noFill/>
          <a:ln>
            <a:noFill/>
          </a:ln>
        </p:spPr>
      </p:pic>
      <p:pic>
        <p:nvPicPr>
          <p:cNvPr id="446" name="Google Shape;446;g3b3a45db5ed_1_3254"/>
          <p:cNvPicPr preferRelativeResize="0"/>
          <p:nvPr/>
        </p:nvPicPr>
        <p:blipFill rotWithShape="1">
          <a:blip r:embed="rId4">
            <a:alphaModFix/>
          </a:blip>
          <a:srcRect b="0" l="0" r="0" t="0"/>
          <a:stretch/>
        </p:blipFill>
        <p:spPr>
          <a:xfrm>
            <a:off x="5099297" y="1229470"/>
            <a:ext cx="513629" cy="625065"/>
          </a:xfrm>
          <a:prstGeom prst="rect">
            <a:avLst/>
          </a:prstGeom>
          <a:noFill/>
          <a:ln>
            <a:noFill/>
          </a:ln>
        </p:spPr>
      </p:pic>
      <p:sp>
        <p:nvSpPr>
          <p:cNvPr id="447" name="Google Shape;447;g3b3a45db5ed_1_3254"/>
          <p:cNvSpPr txBox="1"/>
          <p:nvPr>
            <p:ph idx="1" type="body"/>
          </p:nvPr>
        </p:nvSpPr>
        <p:spPr>
          <a:xfrm>
            <a:off x="1448422" y="1223882"/>
            <a:ext cx="696900" cy="3267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2000"/>
              <a:buFont typeface="Arial"/>
              <a:buNone/>
              <a:defRPr b="0" i="0" sz="2000" u="none" cap="none" strike="noStrike">
                <a:solidFill>
                  <a:srgbClr val="3F3F3F"/>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48" name="Google Shape;448;g3b3a45db5ed_1_3254"/>
          <p:cNvSpPr txBox="1"/>
          <p:nvPr/>
        </p:nvSpPr>
        <p:spPr>
          <a:xfrm>
            <a:off x="891953" y="1276745"/>
            <a:ext cx="14856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en-US" sz="2000" u="none" cap="none" strike="noStrike">
                <a:solidFill>
                  <a:srgbClr val="3F3F3F"/>
                </a:solidFill>
                <a:latin typeface="Arial"/>
                <a:ea typeface="Arial"/>
                <a:cs typeface="Arial"/>
                <a:sym typeface="Arial"/>
              </a:rPr>
              <a:t>Step</a:t>
            </a:r>
            <a:endParaRPr b="0" i="0" sz="1400" u="none" cap="none" strike="noStrike">
              <a:solidFill>
                <a:srgbClr val="000000"/>
              </a:solidFill>
              <a:latin typeface="Arial"/>
              <a:ea typeface="Arial"/>
              <a:cs typeface="Arial"/>
              <a:sym typeface="Arial"/>
            </a:endParaRPr>
          </a:p>
        </p:txBody>
      </p:sp>
      <p:sp>
        <p:nvSpPr>
          <p:cNvPr id="449" name="Google Shape;449;g3b3a45db5ed_1_3254"/>
          <p:cNvSpPr/>
          <p:nvPr>
            <p:ph idx="2" type="pic"/>
          </p:nvPr>
        </p:nvSpPr>
        <p:spPr>
          <a:xfrm>
            <a:off x="3138756" y="1760068"/>
            <a:ext cx="5914500" cy="3296700"/>
          </a:xfrm>
          <a:prstGeom prst="rect">
            <a:avLst/>
          </a:prstGeom>
          <a:noFill/>
          <a:ln>
            <a:noFill/>
          </a:ln>
        </p:spPr>
      </p:sp>
      <p:sp>
        <p:nvSpPr>
          <p:cNvPr id="450" name="Google Shape;450;g3b3a45db5ed_1_3254"/>
          <p:cNvSpPr/>
          <p:nvPr/>
        </p:nvSpPr>
        <p:spPr>
          <a:xfrm>
            <a:off x="1937400" y="5260127"/>
            <a:ext cx="8317200" cy="625200"/>
          </a:xfrm>
          <a:prstGeom prst="roundRect">
            <a:avLst>
              <a:gd fmla="val 26163"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51" name="Google Shape;451;g3b3a45db5ed_1_3254"/>
          <p:cNvSpPr txBox="1"/>
          <p:nvPr>
            <p:ph idx="3" type="body"/>
          </p:nvPr>
        </p:nvSpPr>
        <p:spPr>
          <a:xfrm>
            <a:off x="2141397" y="5370816"/>
            <a:ext cx="7909200" cy="4038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52" name="Google Shape;452;g3b3a45db5ed_1_3254"/>
          <p:cNvSpPr txBox="1"/>
          <p:nvPr/>
        </p:nvSpPr>
        <p:spPr>
          <a:xfrm>
            <a:off x="318277" y="611453"/>
            <a:ext cx="20610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 steps</a:t>
            </a:r>
            <a:endParaRPr b="0" i="0" sz="1400" u="none" cap="none" strike="noStrike">
              <a:solidFill>
                <a:srgbClr val="000000"/>
              </a:solidFill>
              <a:latin typeface="Arial"/>
              <a:ea typeface="Arial"/>
              <a:cs typeface="Arial"/>
              <a:sym typeface="Arial"/>
            </a:endParaRPr>
          </a:p>
        </p:txBody>
      </p:sp>
      <p:pic>
        <p:nvPicPr>
          <p:cNvPr id="453" name="Google Shape;453;g3b3a45db5ed_1_3254">
            <a:hlinkClick action="ppaction://hlinkshowjump?jump=nextslide"/>
          </p:cNvPr>
          <p:cNvPicPr preferRelativeResize="0"/>
          <p:nvPr/>
        </p:nvPicPr>
        <p:blipFill rotWithShape="1">
          <a:blip r:embed="rId7">
            <a:alphaModFix/>
          </a:blip>
          <a:srcRect b="0" l="0" r="0" t="0"/>
          <a:stretch/>
        </p:blipFill>
        <p:spPr>
          <a:xfrm>
            <a:off x="10128983" y="3099935"/>
            <a:ext cx="488868" cy="925838"/>
          </a:xfrm>
          <a:prstGeom prst="rect">
            <a:avLst/>
          </a:prstGeom>
          <a:noFill/>
          <a:ln>
            <a:noFill/>
          </a:ln>
        </p:spPr>
      </p:pic>
    </p:spTree>
  </p:cSld>
  <p:clrMapOvr>
    <a:masterClrMapping/>
  </p:clrMapOvr>
  <p:transition spd="slow">
    <p:push/>
  </p:transition>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Steps">
    <p:spTree>
      <p:nvGrpSpPr>
        <p:cNvPr id="454" name="Shape 454"/>
        <p:cNvGrpSpPr/>
        <p:nvPr/>
      </p:nvGrpSpPr>
      <p:grpSpPr>
        <a:xfrm>
          <a:off x="0" y="0"/>
          <a:ext cx="0" cy="0"/>
          <a:chOff x="0" y="0"/>
          <a:chExt cx="0" cy="0"/>
        </a:xfrm>
      </p:grpSpPr>
      <p:sp>
        <p:nvSpPr>
          <p:cNvPr id="455" name="Google Shape;455;g3b3a45db5ed_1_3268"/>
          <p:cNvSpPr/>
          <p:nvPr/>
        </p:nvSpPr>
        <p:spPr>
          <a:xfrm>
            <a:off x="1937400" y="5260127"/>
            <a:ext cx="8317200" cy="625200"/>
          </a:xfrm>
          <a:prstGeom prst="roundRect">
            <a:avLst>
              <a:gd fmla="val 26163"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456" name="Google Shape;456;g3b3a45db5ed_1_3268"/>
          <p:cNvPicPr preferRelativeResize="0"/>
          <p:nvPr/>
        </p:nvPicPr>
        <p:blipFill rotWithShape="1">
          <a:blip r:embed="rId2">
            <a:alphaModFix/>
          </a:blip>
          <a:srcRect b="0" l="0" r="0" t="0"/>
          <a:stretch/>
        </p:blipFill>
        <p:spPr>
          <a:xfrm>
            <a:off x="6494271" y="2305057"/>
            <a:ext cx="757299" cy="824679"/>
          </a:xfrm>
          <a:prstGeom prst="rect">
            <a:avLst/>
          </a:prstGeom>
          <a:noFill/>
          <a:ln>
            <a:noFill/>
          </a:ln>
        </p:spPr>
      </p:pic>
      <p:pic>
        <p:nvPicPr>
          <p:cNvPr id="457" name="Google Shape;457;g3b3a45db5ed_1_3268"/>
          <p:cNvPicPr preferRelativeResize="0"/>
          <p:nvPr/>
        </p:nvPicPr>
        <p:blipFill rotWithShape="1">
          <a:blip r:embed="rId3">
            <a:alphaModFix/>
          </a:blip>
          <a:srcRect b="0" l="0" r="0" t="0"/>
          <a:stretch/>
        </p:blipFill>
        <p:spPr>
          <a:xfrm>
            <a:off x="1024896" y="2513229"/>
            <a:ext cx="555352" cy="600494"/>
          </a:xfrm>
          <a:prstGeom prst="rect">
            <a:avLst/>
          </a:prstGeom>
          <a:noFill/>
          <a:ln>
            <a:noFill/>
          </a:ln>
        </p:spPr>
      </p:pic>
      <p:pic>
        <p:nvPicPr>
          <p:cNvPr id="458" name="Google Shape;458;g3b3a45db5ed_1_3268"/>
          <p:cNvPicPr preferRelativeResize="0"/>
          <p:nvPr/>
        </p:nvPicPr>
        <p:blipFill rotWithShape="1">
          <a:blip r:embed="rId4">
            <a:alphaModFix/>
          </a:blip>
          <a:srcRect b="0" l="0" r="0" t="0"/>
          <a:stretch/>
        </p:blipFill>
        <p:spPr>
          <a:xfrm>
            <a:off x="8366483" y="1771464"/>
            <a:ext cx="357611" cy="389475"/>
          </a:xfrm>
          <a:prstGeom prst="rect">
            <a:avLst/>
          </a:prstGeom>
          <a:noFill/>
          <a:ln>
            <a:noFill/>
          </a:ln>
        </p:spPr>
      </p:pic>
      <p:pic>
        <p:nvPicPr>
          <p:cNvPr id="459" name="Google Shape;459;g3b3a45db5ed_1_3268"/>
          <p:cNvPicPr preferRelativeResize="0"/>
          <p:nvPr/>
        </p:nvPicPr>
        <p:blipFill rotWithShape="1">
          <a:blip r:embed="rId5">
            <a:alphaModFix/>
          </a:blip>
          <a:srcRect b="0" l="0" r="0" t="0"/>
          <a:stretch/>
        </p:blipFill>
        <p:spPr>
          <a:xfrm>
            <a:off x="9897905" y="503575"/>
            <a:ext cx="1018145" cy="1104911"/>
          </a:xfrm>
          <a:prstGeom prst="rect">
            <a:avLst/>
          </a:prstGeom>
          <a:noFill/>
          <a:ln>
            <a:noFill/>
          </a:ln>
        </p:spPr>
      </p:pic>
      <p:pic>
        <p:nvPicPr>
          <p:cNvPr id="460" name="Google Shape;460;g3b3a45db5ed_1_3268"/>
          <p:cNvPicPr preferRelativeResize="0"/>
          <p:nvPr/>
        </p:nvPicPr>
        <p:blipFill rotWithShape="1">
          <a:blip r:embed="rId3">
            <a:alphaModFix/>
          </a:blip>
          <a:srcRect b="0" l="0" r="0" t="0"/>
          <a:stretch/>
        </p:blipFill>
        <p:spPr>
          <a:xfrm>
            <a:off x="4678159" y="1257616"/>
            <a:ext cx="555352" cy="600494"/>
          </a:xfrm>
          <a:prstGeom prst="rect">
            <a:avLst/>
          </a:prstGeom>
          <a:noFill/>
          <a:ln>
            <a:noFill/>
          </a:ln>
        </p:spPr>
      </p:pic>
      <p:sp>
        <p:nvSpPr>
          <p:cNvPr id="461" name="Google Shape;461;g3b3a45db5ed_1_3268"/>
          <p:cNvSpPr/>
          <p:nvPr>
            <p:ph idx="2" type="pic"/>
          </p:nvPr>
        </p:nvSpPr>
        <p:spPr>
          <a:xfrm>
            <a:off x="2716195" y="1898203"/>
            <a:ext cx="6395100" cy="3167100"/>
          </a:xfrm>
          <a:prstGeom prst="rect">
            <a:avLst/>
          </a:prstGeom>
          <a:noFill/>
          <a:ln>
            <a:noFill/>
          </a:ln>
        </p:spPr>
      </p:sp>
      <p:sp>
        <p:nvSpPr>
          <p:cNvPr id="462" name="Google Shape;462;g3b3a45db5ed_1_3268"/>
          <p:cNvSpPr txBox="1"/>
          <p:nvPr>
            <p:ph idx="1" type="body"/>
          </p:nvPr>
        </p:nvSpPr>
        <p:spPr>
          <a:xfrm>
            <a:off x="1637862" y="5378787"/>
            <a:ext cx="8551800" cy="3879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463" name="Google Shape;463;g3b3a45db5ed_1_3268">
            <a:hlinkClick action="ppaction://hlinkshowjump?jump=nextslide"/>
          </p:cNvPr>
          <p:cNvPicPr preferRelativeResize="0"/>
          <p:nvPr/>
        </p:nvPicPr>
        <p:blipFill rotWithShape="1">
          <a:blip r:embed="rId6">
            <a:alphaModFix/>
          </a:blip>
          <a:srcRect b="0" l="0" r="0" t="0"/>
          <a:stretch/>
        </p:blipFill>
        <p:spPr>
          <a:xfrm>
            <a:off x="10116406" y="3127759"/>
            <a:ext cx="528579" cy="889445"/>
          </a:xfrm>
          <a:prstGeom prst="rect">
            <a:avLst/>
          </a:prstGeom>
          <a:noFill/>
          <a:ln>
            <a:noFill/>
          </a:ln>
        </p:spPr>
      </p:pic>
      <p:pic>
        <p:nvPicPr>
          <p:cNvPr id="464" name="Google Shape;464;g3b3a45db5ed_1_3268">
            <a:hlinkClick action="ppaction://hlinkshowjump?jump=previousslide"/>
          </p:cNvPr>
          <p:cNvPicPr preferRelativeResize="0"/>
          <p:nvPr/>
        </p:nvPicPr>
        <p:blipFill rotWithShape="1">
          <a:blip r:embed="rId7">
            <a:alphaModFix/>
          </a:blip>
          <a:srcRect b="0" l="0" r="0" t="0"/>
          <a:stretch/>
        </p:blipFill>
        <p:spPr>
          <a:xfrm flipH="1" rot="10800000">
            <a:off x="1179203" y="3127759"/>
            <a:ext cx="531743" cy="889445"/>
          </a:xfrm>
          <a:prstGeom prst="rect">
            <a:avLst/>
          </a:prstGeom>
          <a:noFill/>
          <a:ln>
            <a:noFill/>
          </a:ln>
        </p:spPr>
      </p:pic>
      <p:pic>
        <p:nvPicPr>
          <p:cNvPr id="465" name="Google Shape;465;g3b3a45db5ed_1_3268"/>
          <p:cNvPicPr preferRelativeResize="0"/>
          <p:nvPr/>
        </p:nvPicPr>
        <p:blipFill rotWithShape="1">
          <a:blip r:embed="rId8">
            <a:alphaModFix/>
          </a:blip>
          <a:srcRect b="0" l="0" r="0" t="0"/>
          <a:stretch/>
        </p:blipFill>
        <p:spPr>
          <a:xfrm>
            <a:off x="648351" y="522675"/>
            <a:ext cx="1972813" cy="792945"/>
          </a:xfrm>
          <a:prstGeom prst="rect">
            <a:avLst/>
          </a:prstGeom>
          <a:noFill/>
          <a:ln>
            <a:noFill/>
          </a:ln>
        </p:spPr>
      </p:pic>
      <p:pic>
        <p:nvPicPr>
          <p:cNvPr id="466" name="Google Shape;466;g3b3a45db5ed_1_3268"/>
          <p:cNvPicPr preferRelativeResize="0"/>
          <p:nvPr/>
        </p:nvPicPr>
        <p:blipFill rotWithShape="1">
          <a:blip r:embed="rId3">
            <a:alphaModFix/>
          </a:blip>
          <a:srcRect b="0" l="0" r="0" t="0"/>
          <a:stretch/>
        </p:blipFill>
        <p:spPr>
          <a:xfrm>
            <a:off x="899445" y="2458610"/>
            <a:ext cx="513629" cy="625065"/>
          </a:xfrm>
          <a:prstGeom prst="rect">
            <a:avLst/>
          </a:prstGeom>
          <a:noFill/>
          <a:ln>
            <a:noFill/>
          </a:ln>
        </p:spPr>
      </p:pic>
      <p:sp>
        <p:nvSpPr>
          <p:cNvPr id="467" name="Google Shape;467;g3b3a45db5ed_1_3268"/>
          <p:cNvSpPr txBox="1"/>
          <p:nvPr>
            <p:ph idx="3" type="body"/>
          </p:nvPr>
        </p:nvSpPr>
        <p:spPr>
          <a:xfrm>
            <a:off x="1448422" y="1223882"/>
            <a:ext cx="696900" cy="3267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2000"/>
              <a:buFont typeface="Arial"/>
              <a:buNone/>
              <a:defRPr b="0" i="0" sz="2000" u="none" cap="none" strike="noStrike">
                <a:solidFill>
                  <a:srgbClr val="3F3F3F"/>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68" name="Google Shape;468;g3b3a45db5ed_1_3268"/>
          <p:cNvSpPr txBox="1"/>
          <p:nvPr/>
        </p:nvSpPr>
        <p:spPr>
          <a:xfrm>
            <a:off x="318277" y="611453"/>
            <a:ext cx="20610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 steps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 NOTE!">
  <p:cSld name="IMPORTANT NOTE!">
    <p:spTree>
      <p:nvGrpSpPr>
        <p:cNvPr id="469" name="Shape 469"/>
        <p:cNvGrpSpPr/>
        <p:nvPr/>
      </p:nvGrpSpPr>
      <p:grpSpPr>
        <a:xfrm>
          <a:off x="0" y="0"/>
          <a:ext cx="0" cy="0"/>
          <a:chOff x="0" y="0"/>
          <a:chExt cx="0" cy="0"/>
        </a:xfrm>
      </p:grpSpPr>
      <p:sp>
        <p:nvSpPr>
          <p:cNvPr id="470" name="Google Shape;470;g3b3a45db5ed_1_3292"/>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rgbClr val="172A4B"/>
              </a:buClr>
              <a:buSzPts val="6000"/>
              <a:buFont typeface="Fredoka"/>
              <a:buNone/>
              <a:defRPr b="1" i="0" sz="6000" u="none" cap="none" strike="noStrike">
                <a:solidFill>
                  <a:srgbClr val="172A4B"/>
                </a:solidFill>
                <a:latin typeface="Fredoka"/>
                <a:ea typeface="Fredoka"/>
                <a:cs typeface="Fredoka"/>
                <a:sym typeface="Fredok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71" name="Google Shape;471;g3b3a45db5ed_1_3292"/>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472" name="Google Shape;472;g3b3a45db5ed_1_3292"/>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Topic">
  <p:cSld name="Brainstorming+Topic">
    <p:spTree>
      <p:nvGrpSpPr>
        <p:cNvPr id="473" name="Shape 473"/>
        <p:cNvGrpSpPr/>
        <p:nvPr/>
      </p:nvGrpSpPr>
      <p:grpSpPr>
        <a:xfrm>
          <a:off x="0" y="0"/>
          <a:ext cx="0" cy="0"/>
          <a:chOff x="0" y="0"/>
          <a:chExt cx="0" cy="0"/>
        </a:xfrm>
      </p:grpSpPr>
      <p:sp>
        <p:nvSpPr>
          <p:cNvPr id="474" name="Google Shape;474;g3b3a45db5ed_1_3296"/>
          <p:cNvSpPr txBox="1"/>
          <p:nvPr/>
        </p:nvSpPr>
        <p:spPr>
          <a:xfrm>
            <a:off x="3294945" y="303255"/>
            <a:ext cx="5602200" cy="792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Arial"/>
              <a:buNone/>
            </a:pPr>
            <a:r>
              <a:rPr b="0" i="0" lang="en-US" sz="3600" u="none" cap="none" strike="noStrike">
                <a:solidFill>
                  <a:schemeClr val="dk1"/>
                </a:solidFill>
                <a:latin typeface="Arial"/>
                <a:ea typeface="Arial"/>
                <a:cs typeface="Arial"/>
                <a:sym typeface="Arial"/>
              </a:rPr>
              <a:t>Brainstorming</a:t>
            </a:r>
            <a:endParaRPr b="0" i="0" sz="1400" u="none" cap="none" strike="noStrike">
              <a:solidFill>
                <a:srgbClr val="000000"/>
              </a:solidFill>
              <a:latin typeface="Arial"/>
              <a:ea typeface="Arial"/>
              <a:cs typeface="Arial"/>
              <a:sym typeface="Arial"/>
            </a:endParaRPr>
          </a:p>
        </p:txBody>
      </p:sp>
      <p:sp>
        <p:nvSpPr>
          <p:cNvPr id="475" name="Google Shape;475;g3b3a45db5ed_1_3296"/>
          <p:cNvSpPr txBox="1"/>
          <p:nvPr>
            <p:ph idx="1" type="body"/>
          </p:nvPr>
        </p:nvSpPr>
        <p:spPr>
          <a:xfrm>
            <a:off x="2035352" y="1955424"/>
            <a:ext cx="8121300" cy="16491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6000"/>
              <a:buFont typeface="Arial"/>
              <a:buNone/>
              <a:defRPr b="0" i="0" sz="6000" u="none" cap="none" strike="noStrike">
                <a:solidFill>
                  <a:schemeClr val="dk1"/>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4"/>
                                        </p:tgtEl>
                                        <p:attrNameLst>
                                          <p:attrName>style.visibility</p:attrName>
                                        </p:attrNameLst>
                                      </p:cBhvr>
                                      <p:to>
                                        <p:strVal val="visible"/>
                                      </p:to>
                                    </p:set>
                                    <p:animEffect filter="fade" transition="in">
                                      <p:cBhvr>
                                        <p:cTn dur="500"/>
                                        <p:tgtEl>
                                          <p:spTgt spid="47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500"/>
                                        <p:tgtEl>
                                          <p:spTgt spid="4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ert Video 1">
  <p:cSld name="Insert Video_1">
    <p:spTree>
      <p:nvGrpSpPr>
        <p:cNvPr id="476" name="Shape 476"/>
        <p:cNvGrpSpPr/>
        <p:nvPr/>
      </p:nvGrpSpPr>
      <p:grpSpPr>
        <a:xfrm>
          <a:off x="0" y="0"/>
          <a:ext cx="0" cy="0"/>
          <a:chOff x="0" y="0"/>
          <a:chExt cx="0" cy="0"/>
        </a:xfrm>
      </p:grpSpPr>
      <p:sp>
        <p:nvSpPr>
          <p:cNvPr id="477" name="Google Shape;477;g3b3a45db5ed_1_3427"/>
          <p:cNvSpPr/>
          <p:nvPr>
            <p:ph idx="2" type="media"/>
          </p:nvPr>
        </p:nvSpPr>
        <p:spPr>
          <a:xfrm>
            <a:off x="1124438" y="688283"/>
            <a:ext cx="9491100" cy="5338800"/>
          </a:xfrm>
          <a:prstGeom prst="rect">
            <a:avLst/>
          </a:prstGeom>
          <a:noFill/>
          <a:ln>
            <a:noFill/>
          </a:ln>
        </p:spPr>
        <p:txBody>
          <a:bodyPr anchorCtr="0" anchor="t" bIns="45700" lIns="91425" spcFirstLastPara="1" rIns="91425" wrap="square" tIns="1828800">
            <a:noAutofit/>
          </a:bodyPr>
          <a:lstStyle>
            <a:lvl1pPr lvl="0" marR="0" rtl="0" algn="ctr">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478" name="Google Shape;478;g3b3a45db5ed_1_3427"/>
          <p:cNvSpPr txBox="1"/>
          <p:nvPr>
            <p:ph type="title"/>
          </p:nvPr>
        </p:nvSpPr>
        <p:spPr>
          <a:xfrm>
            <a:off x="325939" y="78301"/>
            <a:ext cx="7579800" cy="459000"/>
          </a:xfrm>
          <a:prstGeom prst="rect">
            <a:avLst/>
          </a:prstGeom>
          <a:solidFill>
            <a:schemeClr val="accent2"/>
          </a:solidFill>
          <a:ln>
            <a:noFill/>
          </a:ln>
          <a:effectLst>
            <a:outerShdw blurRad="127000" rotWithShape="0" algn="tl" dir="2700000" dist="127000">
              <a:srgbClr val="BFBFBF">
                <a:alpha val="70196"/>
              </a:srgbClr>
            </a:outerShdw>
          </a:effectLst>
        </p:spPr>
        <p:txBody>
          <a:bodyPr anchorCtr="0" anchor="ctr" bIns="0" lIns="91425" spcFirstLastPara="1" rIns="0" wrap="square" tIns="0">
            <a:noAutofit/>
          </a:bodyPr>
          <a:lstStyle>
            <a:lvl1pPr lvl="0" marR="0" rtl="0" algn="l">
              <a:lnSpc>
                <a:spcPct val="90000"/>
              </a:lnSpc>
              <a:spcBef>
                <a:spcPts val="0"/>
              </a:spcBef>
              <a:spcAft>
                <a:spcPts val="0"/>
              </a:spcAft>
              <a:buClr>
                <a:schemeClr val="lt1"/>
              </a:buClr>
              <a:buSzPts val="3200"/>
              <a:buFont typeface="Quicksand"/>
              <a:buNone/>
              <a:defRPr b="1" i="0" sz="32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79" name="Google Shape;479;g3b3a45db5ed_1_3427"/>
          <p:cNvSpPr txBox="1"/>
          <p:nvPr>
            <p:ph idx="1"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_1st_Text">
  <p:cSld name="Learn_1st_Text">
    <p:spTree>
      <p:nvGrpSpPr>
        <p:cNvPr id="480" name="Shape 480"/>
        <p:cNvGrpSpPr/>
        <p:nvPr/>
      </p:nvGrpSpPr>
      <p:grpSpPr>
        <a:xfrm>
          <a:off x="0" y="0"/>
          <a:ext cx="0" cy="0"/>
          <a:chOff x="0" y="0"/>
          <a:chExt cx="0" cy="0"/>
        </a:xfrm>
      </p:grpSpPr>
      <p:sp>
        <p:nvSpPr>
          <p:cNvPr id="481" name="Google Shape;481;g3b3a45db5ed_1_3431"/>
          <p:cNvSpPr/>
          <p:nvPr>
            <p:ph idx="2" type="pic"/>
          </p:nvPr>
        </p:nvSpPr>
        <p:spPr>
          <a:xfrm>
            <a:off x="2792006" y="1591499"/>
            <a:ext cx="6897300" cy="3423300"/>
          </a:xfrm>
          <a:prstGeom prst="rect">
            <a:avLst/>
          </a:prstGeom>
          <a:noFill/>
          <a:ln>
            <a:noFill/>
          </a:ln>
        </p:spPr>
      </p:sp>
      <p:sp>
        <p:nvSpPr>
          <p:cNvPr id="482" name="Google Shape;482;g3b3a45db5ed_1_3431"/>
          <p:cNvSpPr/>
          <p:nvPr/>
        </p:nvSpPr>
        <p:spPr>
          <a:xfrm>
            <a:off x="1391125" y="5139925"/>
            <a:ext cx="9699000" cy="789600"/>
          </a:xfrm>
          <a:prstGeom prst="roundRect">
            <a:avLst>
              <a:gd fmla="val 26163"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83" name="Google Shape;483;g3b3a45db5ed_1_3431"/>
          <p:cNvSpPr txBox="1"/>
          <p:nvPr>
            <p:ph idx="1" type="body"/>
          </p:nvPr>
        </p:nvSpPr>
        <p:spPr>
          <a:xfrm>
            <a:off x="438675" y="245925"/>
            <a:ext cx="4385100" cy="1305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84" name="Google Shape;484;g3b3a45db5ed_1_3431"/>
          <p:cNvSpPr txBox="1"/>
          <p:nvPr>
            <p:ph idx="3" type="body"/>
          </p:nvPr>
        </p:nvSpPr>
        <p:spPr>
          <a:xfrm>
            <a:off x="1628908" y="5325182"/>
            <a:ext cx="9223500" cy="4191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485" name="Google Shape;485;g3b3a45db5ed_1_3431">
            <a:hlinkClick action="ppaction://hlinkshowjump?jump=nextslide"/>
          </p:cNvPr>
          <p:cNvPicPr preferRelativeResize="0"/>
          <p:nvPr/>
        </p:nvPicPr>
        <p:blipFill rotWithShape="1">
          <a:blip r:embed="rId2">
            <a:alphaModFix/>
          </a:blip>
          <a:srcRect b="0" l="0" r="0" t="0"/>
          <a:stretch/>
        </p:blipFill>
        <p:spPr>
          <a:xfrm>
            <a:off x="10773501" y="2920585"/>
            <a:ext cx="570099" cy="961443"/>
          </a:xfrm>
          <a:prstGeom prst="rect">
            <a:avLst/>
          </a:prstGeom>
          <a:noFill/>
          <a:ln>
            <a:noFill/>
          </a:ln>
        </p:spPr>
      </p:pic>
    </p:spTree>
  </p:cSld>
  <p:clrMapOvr>
    <a:masterClrMapping/>
  </p:clrMapOvr>
  <p:transition spd="slow">
    <p:push/>
  </p:transition>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Text">
  <p:cSld name="Learn+ Text">
    <p:spTree>
      <p:nvGrpSpPr>
        <p:cNvPr id="486" name="Shape 486"/>
        <p:cNvGrpSpPr/>
        <p:nvPr/>
      </p:nvGrpSpPr>
      <p:grpSpPr>
        <a:xfrm>
          <a:off x="0" y="0"/>
          <a:ext cx="0" cy="0"/>
          <a:chOff x="0" y="0"/>
          <a:chExt cx="0" cy="0"/>
        </a:xfrm>
      </p:grpSpPr>
      <p:sp>
        <p:nvSpPr>
          <p:cNvPr id="487" name="Google Shape;487;g3b3a45db5ed_1_3437"/>
          <p:cNvSpPr/>
          <p:nvPr>
            <p:ph idx="2" type="pic"/>
          </p:nvPr>
        </p:nvSpPr>
        <p:spPr>
          <a:xfrm>
            <a:off x="2476500" y="1263511"/>
            <a:ext cx="7239000" cy="3767700"/>
          </a:xfrm>
          <a:prstGeom prst="rect">
            <a:avLst/>
          </a:prstGeom>
          <a:noFill/>
          <a:ln>
            <a:noFill/>
          </a:ln>
        </p:spPr>
      </p:sp>
      <p:sp>
        <p:nvSpPr>
          <p:cNvPr id="488" name="Google Shape;488;g3b3a45db5ed_1_3437"/>
          <p:cNvSpPr/>
          <p:nvPr/>
        </p:nvSpPr>
        <p:spPr>
          <a:xfrm>
            <a:off x="1006200" y="5180373"/>
            <a:ext cx="10179600" cy="755400"/>
          </a:xfrm>
          <a:prstGeom prst="roundRect">
            <a:avLst>
              <a:gd fmla="val 26163" name="adj"/>
            </a:avLst>
          </a:prstGeom>
          <a:solidFill>
            <a:srgbClr val="2A4E9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89" name="Google Shape;489;g3b3a45db5ed_1_3437"/>
          <p:cNvSpPr txBox="1"/>
          <p:nvPr>
            <p:ph idx="1" type="body"/>
          </p:nvPr>
        </p:nvSpPr>
        <p:spPr>
          <a:xfrm>
            <a:off x="305050" y="418150"/>
            <a:ext cx="4602300" cy="1437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90" name="Google Shape;490;g3b3a45db5ed_1_3437"/>
          <p:cNvSpPr txBox="1"/>
          <p:nvPr>
            <p:ph idx="3" type="body"/>
          </p:nvPr>
        </p:nvSpPr>
        <p:spPr>
          <a:xfrm>
            <a:off x="1255802" y="5327373"/>
            <a:ext cx="9680400" cy="4614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FFFFFF"/>
              </a:buClr>
              <a:buSzPts val="2000"/>
              <a:buFont typeface="Arial"/>
              <a:buNone/>
              <a:defRPr b="0" i="0" sz="2000" u="none" cap="none" strike="noStrike">
                <a:solidFill>
                  <a:srgbClr val="FFFFFF"/>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491" name="Google Shape;491;g3b3a45db5ed_1_3437">
            <a:hlinkClick action="ppaction://hlinkshowjump?jump=nextslide"/>
          </p:cNvPr>
          <p:cNvPicPr preferRelativeResize="0"/>
          <p:nvPr/>
        </p:nvPicPr>
        <p:blipFill rotWithShape="1">
          <a:blip r:embed="rId2">
            <a:alphaModFix/>
          </a:blip>
          <a:srcRect b="0" l="0" r="0" t="0"/>
          <a:stretch/>
        </p:blipFill>
        <p:spPr>
          <a:xfrm>
            <a:off x="10795352" y="2737872"/>
            <a:ext cx="598343" cy="1058124"/>
          </a:xfrm>
          <a:prstGeom prst="rect">
            <a:avLst/>
          </a:prstGeom>
          <a:noFill/>
          <a:ln>
            <a:noFill/>
          </a:ln>
        </p:spPr>
      </p:pic>
      <p:pic>
        <p:nvPicPr>
          <p:cNvPr id="492" name="Google Shape;492;g3b3a45db5ed_1_3437">
            <a:hlinkClick action="ppaction://hlinkshowjump?jump=previousslide"/>
          </p:cNvPr>
          <p:cNvPicPr preferRelativeResize="0"/>
          <p:nvPr/>
        </p:nvPicPr>
        <p:blipFill rotWithShape="1">
          <a:blip r:embed="rId3">
            <a:alphaModFix/>
          </a:blip>
          <a:srcRect b="0" l="0" r="0" t="0"/>
          <a:stretch/>
        </p:blipFill>
        <p:spPr>
          <a:xfrm flipH="1" rot="10800000">
            <a:off x="678573" y="2737872"/>
            <a:ext cx="601925" cy="1058124"/>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llenge+Text">
  <p:cSld name="Challenge+Text">
    <p:spTree>
      <p:nvGrpSpPr>
        <p:cNvPr id="493" name="Shape 493"/>
        <p:cNvGrpSpPr/>
        <p:nvPr/>
      </p:nvGrpSpPr>
      <p:grpSpPr>
        <a:xfrm>
          <a:off x="0" y="0"/>
          <a:ext cx="0" cy="0"/>
          <a:chOff x="0" y="0"/>
          <a:chExt cx="0" cy="0"/>
        </a:xfrm>
      </p:grpSpPr>
      <p:grpSp>
        <p:nvGrpSpPr>
          <p:cNvPr id="494" name="Google Shape;494;g3b3a45db5ed_1_3444"/>
          <p:cNvGrpSpPr/>
          <p:nvPr/>
        </p:nvGrpSpPr>
        <p:grpSpPr>
          <a:xfrm>
            <a:off x="2034250" y="1632358"/>
            <a:ext cx="8123474" cy="4020734"/>
            <a:chOff x="-413326" y="937285"/>
            <a:chExt cx="4433003" cy="4433003"/>
          </a:xfrm>
        </p:grpSpPr>
        <p:sp>
          <p:nvSpPr>
            <p:cNvPr id="495" name="Google Shape;495;g3b3a45db5ed_1_3444"/>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96" name="Google Shape;496;g3b3a45db5ed_1_3444"/>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97" name="Google Shape;497;g3b3a45db5ed_1_3444"/>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98" name="Google Shape;498;g3b3a45db5ed_1_3444"/>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99" name="Google Shape;499;g3b3a45db5ed_1_3444"/>
          <p:cNvSpPr txBox="1"/>
          <p:nvPr>
            <p:ph idx="1" type="body"/>
          </p:nvPr>
        </p:nvSpPr>
        <p:spPr>
          <a:xfrm>
            <a:off x="2799191" y="235804"/>
            <a:ext cx="37647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rgbClr val="05FDFF"/>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00" name="Google Shape;500;g3b3a45db5ed_1_3444"/>
          <p:cNvSpPr txBox="1"/>
          <p:nvPr>
            <p:ph idx="2" type="body"/>
          </p:nvPr>
        </p:nvSpPr>
        <p:spPr>
          <a:xfrm>
            <a:off x="2849922" y="1899734"/>
            <a:ext cx="6492000" cy="34734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01" name="Google Shape;501;g3b3a45db5ed_1_3444"/>
          <p:cNvSpPr txBox="1"/>
          <p:nvPr/>
        </p:nvSpPr>
        <p:spPr>
          <a:xfrm>
            <a:off x="482600" y="314232"/>
            <a:ext cx="47244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3600"/>
              <a:buFont typeface="Arial"/>
              <a:buNone/>
            </a:pPr>
            <a:r>
              <a:rPr b="0" i="0" lang="en-US" sz="3600" u="none" cap="none" strike="noStrike">
                <a:solidFill>
                  <a:schemeClr val="accent2"/>
                </a:solidFill>
                <a:latin typeface="Kdam Thmor Pro"/>
                <a:ea typeface="Kdam Thmor Pro"/>
                <a:cs typeface="Kdam Thmor Pro"/>
                <a:sym typeface="Kdam Thmor Pro"/>
              </a:rPr>
              <a:t>Challenge </a:t>
            </a:r>
            <a:endParaRPr b="0" i="0" sz="1400" u="none" cap="none" strike="noStrike">
              <a:solidFill>
                <a:schemeClr val="accen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494"/>
                                        </p:tgtEl>
                                        <p:attrNameLst>
                                          <p:attrName>style.visibility</p:attrName>
                                        </p:attrNameLst>
                                      </p:cBhvr>
                                      <p:to>
                                        <p:strVal val="visible"/>
                                      </p:to>
                                    </p:set>
                                    <p:anim calcmode="lin" valueType="num">
                                      <p:cBhvr additive="base">
                                        <p:cTn dur="2250"/>
                                        <p:tgtEl>
                                          <p:spTgt spid="494"/>
                                        </p:tgtEl>
                                        <p:attrNameLst>
                                          <p:attrName>ppt_w</p:attrName>
                                        </p:attrNameLst>
                                      </p:cBhvr>
                                      <p:tavLst>
                                        <p:tav fmla="" tm="0">
                                          <p:val>
                                            <p:strVal val="0"/>
                                          </p:val>
                                        </p:tav>
                                        <p:tav fmla="" tm="100000">
                                          <p:val>
                                            <p:strVal val="#ppt_w"/>
                                          </p:val>
                                        </p:tav>
                                      </p:tavLst>
                                    </p:anim>
                                    <p:anim calcmode="lin" valueType="num">
                                      <p:cBhvr additive="base">
                                        <p:cTn dur="2250"/>
                                        <p:tgtEl>
                                          <p:spTgt spid="494"/>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500"/>
                                        <p:tgtEl>
                                          <p:spTgt spid="5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oring">
  <p:cSld name="Exploring">
    <p:spTree>
      <p:nvGrpSpPr>
        <p:cNvPr id="502" name="Shape 502"/>
        <p:cNvGrpSpPr/>
        <p:nvPr/>
      </p:nvGrpSpPr>
      <p:grpSpPr>
        <a:xfrm>
          <a:off x="0" y="0"/>
          <a:ext cx="0" cy="0"/>
          <a:chOff x="0" y="0"/>
          <a:chExt cx="0" cy="0"/>
        </a:xfrm>
      </p:grpSpPr>
      <p:sp>
        <p:nvSpPr>
          <p:cNvPr id="503" name="Google Shape;503;g3b3a45db5ed_1_3487"/>
          <p:cNvSpPr txBox="1"/>
          <p:nvPr/>
        </p:nvSpPr>
        <p:spPr>
          <a:xfrm>
            <a:off x="2729495" y="2321004"/>
            <a:ext cx="2444700" cy="1108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Arial"/>
                <a:ea typeface="Arial"/>
                <a:cs typeface="Arial"/>
                <a:sym typeface="Arial"/>
              </a:rPr>
              <a:t>EXPL</a:t>
            </a:r>
            <a:endParaRPr b="0" i="0" sz="5400" u="none" cap="none" strike="noStrike">
              <a:solidFill>
                <a:schemeClr val="dk1"/>
              </a:solidFill>
              <a:latin typeface="Arial"/>
              <a:ea typeface="Arial"/>
              <a:cs typeface="Arial"/>
              <a:sym typeface="Arial"/>
            </a:endParaRPr>
          </a:p>
        </p:txBody>
      </p:sp>
      <p:sp>
        <p:nvSpPr>
          <p:cNvPr id="504" name="Google Shape;504;g3b3a45db5ed_1_3487"/>
          <p:cNvSpPr txBox="1"/>
          <p:nvPr/>
        </p:nvSpPr>
        <p:spPr>
          <a:xfrm>
            <a:off x="4360477" y="1337162"/>
            <a:ext cx="3251700" cy="264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600"/>
              <a:buFont typeface="Arial"/>
              <a:buNone/>
            </a:pPr>
            <a:r>
              <a:rPr b="1" i="0" lang="en-US" sz="16600" u="none" cap="none" strike="noStrike">
                <a:solidFill>
                  <a:schemeClr val="dk1"/>
                </a:solidFill>
                <a:latin typeface="Arial"/>
                <a:ea typeface="Arial"/>
                <a:cs typeface="Arial"/>
                <a:sym typeface="Arial"/>
              </a:rPr>
              <a:t> O</a:t>
            </a:r>
            <a:endParaRPr b="0" i="0" sz="5400" u="none" cap="none" strike="noStrike">
              <a:solidFill>
                <a:schemeClr val="dk1"/>
              </a:solidFill>
              <a:latin typeface="Arial"/>
              <a:ea typeface="Arial"/>
              <a:cs typeface="Arial"/>
              <a:sym typeface="Arial"/>
            </a:endParaRPr>
          </a:p>
        </p:txBody>
      </p:sp>
      <p:sp>
        <p:nvSpPr>
          <p:cNvPr id="505" name="Google Shape;505;g3b3a45db5ed_1_3487"/>
          <p:cNvSpPr txBox="1"/>
          <p:nvPr/>
        </p:nvSpPr>
        <p:spPr>
          <a:xfrm>
            <a:off x="6583633" y="2321004"/>
            <a:ext cx="30312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Arial"/>
                <a:ea typeface="Arial"/>
                <a:cs typeface="Arial"/>
                <a:sym typeface="Arial"/>
              </a:rPr>
              <a:t>RING</a:t>
            </a:r>
            <a:endParaRPr b="0" i="0" sz="5400" u="none" cap="none" strike="noStrike">
              <a:solidFill>
                <a:schemeClr val="dk1"/>
              </a:solidFill>
              <a:latin typeface="Arial"/>
              <a:ea typeface="Arial"/>
              <a:cs typeface="Arial"/>
              <a:sym typeface="Arial"/>
            </a:endParaRPr>
          </a:p>
        </p:txBody>
      </p:sp>
      <p:pic>
        <p:nvPicPr>
          <p:cNvPr id="506" name="Google Shape;506;g3b3a45db5ed_1_3487"/>
          <p:cNvPicPr preferRelativeResize="0"/>
          <p:nvPr/>
        </p:nvPicPr>
        <p:blipFill rotWithShape="1">
          <a:blip r:embed="rId2">
            <a:alphaModFix/>
          </a:blip>
          <a:srcRect b="0" l="0" r="0" t="0"/>
          <a:stretch/>
        </p:blipFill>
        <p:spPr>
          <a:xfrm>
            <a:off x="1433375" y="3884347"/>
            <a:ext cx="9105900" cy="182683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500"/>
                                        <p:tgtEl>
                                          <p:spTgt spid="503"/>
                                        </p:tgtEl>
                                      </p:cBhvr>
                                    </p:animEffect>
                                  </p:childTnLst>
                                </p:cTn>
                              </p:par>
                              <p:par>
                                <p:cTn fill="hold" nodeType="with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500"/>
                                        <p:tgtEl>
                                          <p:spTgt spid="5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7" name="Shape 507"/>
        <p:cNvGrpSpPr/>
        <p:nvPr/>
      </p:nvGrpSpPr>
      <p:grpSpPr>
        <a:xfrm>
          <a:off x="0" y="0"/>
          <a:ext cx="0" cy="0"/>
          <a:chOff x="0" y="0"/>
          <a:chExt cx="0" cy="0"/>
        </a:xfrm>
      </p:grpSpPr>
      <p:sp>
        <p:nvSpPr>
          <p:cNvPr id="508" name="Google Shape;508;g3b3a45db5ed_1_3492"/>
          <p:cNvSpPr txBox="1"/>
          <p:nvPr>
            <p:ph type="title"/>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lt1"/>
              </a:buClr>
              <a:buSzPts val="5579"/>
              <a:buFont typeface="Verdana"/>
              <a:buNone/>
              <a:defRPr b="0" i="0" sz="5579"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H+P/V)">
  <p:cSld name="Learn (H+P/V)">
    <p:spTree>
      <p:nvGrpSpPr>
        <p:cNvPr id="509" name="Shape 509"/>
        <p:cNvGrpSpPr/>
        <p:nvPr/>
      </p:nvGrpSpPr>
      <p:grpSpPr>
        <a:xfrm>
          <a:off x="0" y="0"/>
          <a:ext cx="0" cy="0"/>
          <a:chOff x="0" y="0"/>
          <a:chExt cx="0" cy="0"/>
        </a:xfrm>
      </p:grpSpPr>
      <p:sp>
        <p:nvSpPr>
          <p:cNvPr id="510" name="Google Shape;510;g3b3a45db5ed_1_3494"/>
          <p:cNvSpPr txBox="1"/>
          <p:nvPr>
            <p:ph idx="1" type="body"/>
          </p:nvPr>
        </p:nvSpPr>
        <p:spPr>
          <a:xfrm>
            <a:off x="467859" y="426852"/>
            <a:ext cx="4574100" cy="89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11" name="Google Shape;511;g3b3a45db5ed_1_3494"/>
          <p:cNvSpPr txBox="1"/>
          <p:nvPr>
            <p:ph idx="2" type="body"/>
          </p:nvPr>
        </p:nvSpPr>
        <p:spPr>
          <a:xfrm>
            <a:off x="850900" y="1219202"/>
            <a:ext cx="10490100" cy="46863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Recap">
  <p:cSld name="1_Recap">
    <p:spTree>
      <p:nvGrpSpPr>
        <p:cNvPr id="512" name="Shape 512"/>
        <p:cNvGrpSpPr/>
        <p:nvPr/>
      </p:nvGrpSpPr>
      <p:grpSpPr>
        <a:xfrm>
          <a:off x="0" y="0"/>
          <a:ext cx="0" cy="0"/>
          <a:chOff x="0" y="0"/>
          <a:chExt cx="0" cy="0"/>
        </a:xfrm>
      </p:grpSpPr>
      <p:grpSp>
        <p:nvGrpSpPr>
          <p:cNvPr id="513" name="Google Shape;513;g3b3a45db5ed_1_3497"/>
          <p:cNvGrpSpPr/>
          <p:nvPr/>
        </p:nvGrpSpPr>
        <p:grpSpPr>
          <a:xfrm>
            <a:off x="680011" y="0"/>
            <a:ext cx="3090697" cy="1806089"/>
            <a:chOff x="536716" y="-1319"/>
            <a:chExt cx="3976708" cy="2323841"/>
          </a:xfrm>
        </p:grpSpPr>
        <p:sp>
          <p:nvSpPr>
            <p:cNvPr id="514" name="Google Shape;514;g3b3a45db5ed_1_3497"/>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515" name="Google Shape;515;g3b3a45db5ed_1_3497"/>
            <p:cNvGrpSpPr/>
            <p:nvPr/>
          </p:nvGrpSpPr>
          <p:grpSpPr>
            <a:xfrm>
              <a:off x="536716" y="0"/>
              <a:ext cx="3976708" cy="2322522"/>
              <a:chOff x="947530" y="0"/>
              <a:chExt cx="3976708" cy="2322522"/>
            </a:xfrm>
          </p:grpSpPr>
          <p:sp>
            <p:nvSpPr>
              <p:cNvPr id="516" name="Google Shape;516;g3b3a45db5ed_1_3497"/>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17" name="Google Shape;517;g3b3a45db5ed_1_3497"/>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18" name="Google Shape;518;g3b3a45db5ed_1_3497"/>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19" name="Google Shape;519;g3b3a45db5ed_1_3497"/>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20" name="Google Shape;520;g3b3a45db5ed_1_3497"/>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21" name="Google Shape;521;g3b3a45db5ed_1_3497"/>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Recap</a:t>
            </a:r>
            <a:endParaRPr b="0" i="0" sz="1400" u="none" cap="none" strike="noStrike">
              <a:solidFill>
                <a:srgbClr val="000000"/>
              </a:solidFill>
              <a:latin typeface="Arial"/>
              <a:ea typeface="Arial"/>
              <a:cs typeface="Arial"/>
              <a:sym typeface="Arial"/>
            </a:endParaRPr>
          </a:p>
        </p:txBody>
      </p:sp>
      <p:pic>
        <p:nvPicPr>
          <p:cNvPr id="522" name="Google Shape;522;g3b3a45db5ed_1_3497"/>
          <p:cNvPicPr preferRelativeResize="0"/>
          <p:nvPr/>
        </p:nvPicPr>
        <p:blipFill rotWithShape="1">
          <a:blip r:embed="rId2">
            <a:alphaModFix/>
          </a:blip>
          <a:srcRect b="0" l="0" r="0" t="0"/>
          <a:stretch/>
        </p:blipFill>
        <p:spPr>
          <a:xfrm>
            <a:off x="5309216" y="526820"/>
            <a:ext cx="5309935" cy="5309935"/>
          </a:xfrm>
          <a:prstGeom prst="rect">
            <a:avLst/>
          </a:prstGeom>
          <a:noFill/>
          <a:ln>
            <a:noFill/>
          </a:ln>
        </p:spPr>
      </p:pic>
      <p:sp>
        <p:nvSpPr>
          <p:cNvPr id="523" name="Google Shape;523;g3b3a45db5ed_1_3497"/>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s T2 1">
  <p:cSld name="Title with Two Contents T2_1">
    <p:spTree>
      <p:nvGrpSpPr>
        <p:cNvPr id="524" name="Shape 524"/>
        <p:cNvGrpSpPr/>
        <p:nvPr/>
      </p:nvGrpSpPr>
      <p:grpSpPr>
        <a:xfrm>
          <a:off x="0" y="0"/>
          <a:ext cx="0" cy="0"/>
          <a:chOff x="0" y="0"/>
          <a:chExt cx="0" cy="0"/>
        </a:xfrm>
      </p:grpSpPr>
      <p:grpSp>
        <p:nvGrpSpPr>
          <p:cNvPr id="525" name="Google Shape;525;g3b3a45db5ed_1_3512"/>
          <p:cNvGrpSpPr/>
          <p:nvPr/>
        </p:nvGrpSpPr>
        <p:grpSpPr>
          <a:xfrm>
            <a:off x="-1" y="579518"/>
            <a:ext cx="7079588" cy="823623"/>
            <a:chOff x="0" y="579518"/>
            <a:chExt cx="4146900" cy="823623"/>
          </a:xfrm>
        </p:grpSpPr>
        <p:sp>
          <p:nvSpPr>
            <p:cNvPr id="526" name="Google Shape;526;g3b3a45db5ed_1_3512"/>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27" name="Google Shape;527;g3b3a45db5ed_1_3512"/>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28" name="Google Shape;528;g3b3a45db5ed_1_3512"/>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rtl="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rtl="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rtl="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529" name="Google Shape;529;g3b3a45db5ed_1_3512"/>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530" name="Google Shape;530;g3b3a45db5ed_1_3512"/>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o_Pic_table...">
  <p:cSld name="Video_Pic_table...">
    <p:spTree>
      <p:nvGrpSpPr>
        <p:cNvPr id="531" name="Shape 531"/>
        <p:cNvGrpSpPr/>
        <p:nvPr/>
      </p:nvGrpSpPr>
      <p:grpSpPr>
        <a:xfrm>
          <a:off x="0" y="0"/>
          <a:ext cx="0" cy="0"/>
          <a:chOff x="0" y="0"/>
          <a:chExt cx="0" cy="0"/>
        </a:xfrm>
      </p:grpSpPr>
      <p:sp>
        <p:nvSpPr>
          <p:cNvPr id="532" name="Google Shape;532;g3b3a45db5ed_1_3519"/>
          <p:cNvSpPr txBox="1"/>
          <p:nvPr>
            <p:ph idx="1" type="body"/>
          </p:nvPr>
        </p:nvSpPr>
        <p:spPr>
          <a:xfrm>
            <a:off x="0" y="0"/>
            <a:ext cx="12192000" cy="68580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p:cSld name="TASK">
    <p:spTree>
      <p:nvGrpSpPr>
        <p:cNvPr id="533" name="Shape 533"/>
        <p:cNvGrpSpPr/>
        <p:nvPr/>
      </p:nvGrpSpPr>
      <p:grpSpPr>
        <a:xfrm>
          <a:off x="0" y="0"/>
          <a:ext cx="0" cy="0"/>
          <a:chOff x="0" y="0"/>
          <a:chExt cx="0" cy="0"/>
        </a:xfrm>
      </p:grpSpPr>
      <p:grpSp>
        <p:nvGrpSpPr>
          <p:cNvPr id="534" name="Google Shape;534;g3b3a45db5ed_1_3521"/>
          <p:cNvGrpSpPr/>
          <p:nvPr/>
        </p:nvGrpSpPr>
        <p:grpSpPr>
          <a:xfrm>
            <a:off x="-86305" y="232839"/>
            <a:ext cx="2794159" cy="390024"/>
            <a:chOff x="948349" y="814223"/>
            <a:chExt cx="2794159" cy="390024"/>
          </a:xfrm>
        </p:grpSpPr>
        <p:sp>
          <p:nvSpPr>
            <p:cNvPr id="535" name="Google Shape;535;g3b3a45db5ed_1_3521"/>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6" name="Google Shape;536;g3b3a45db5ed_1_3521"/>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537" name="Google Shape;537;g3b3a45db5ed_1_3521"/>
          <p:cNvGrpSpPr/>
          <p:nvPr/>
        </p:nvGrpSpPr>
        <p:grpSpPr>
          <a:xfrm flipH="1" rot="10800000">
            <a:off x="-86305" y="1933581"/>
            <a:ext cx="2794159" cy="390024"/>
            <a:chOff x="948349" y="814223"/>
            <a:chExt cx="2794159" cy="390024"/>
          </a:xfrm>
        </p:grpSpPr>
        <p:sp>
          <p:nvSpPr>
            <p:cNvPr id="538" name="Google Shape;538;g3b3a45db5ed_1_3521"/>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39" name="Google Shape;539;g3b3a45db5ed_1_3521"/>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40" name="Google Shape;540;g3b3a45db5ed_1_3521"/>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1" name="Google Shape;541;g3b3a45db5ed_1_3521"/>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2" name="Google Shape;542;g3b3a45db5ed_1_3521"/>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3" name="Google Shape;543;g3b3a45db5ed_1_3521"/>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4" name="Google Shape;544;g3b3a45db5ed_1_3521"/>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5" name="Google Shape;545;g3b3a45db5ed_1_3521"/>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6" name="Google Shape;546;g3b3a45db5ed_1_3521"/>
          <p:cNvSpPr txBox="1"/>
          <p:nvPr/>
        </p:nvSpPr>
        <p:spPr>
          <a:xfrm>
            <a:off x="1272674" y="920595"/>
            <a:ext cx="2499900" cy="60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5400"/>
              <a:buFont typeface="Arial"/>
              <a:buNone/>
            </a:pPr>
            <a:r>
              <a:rPr b="0" i="0" lang="en-US" sz="5400" u="none" cap="none" strike="noStrike">
                <a:solidFill>
                  <a:schemeClr val="accent1"/>
                </a:solidFill>
                <a:latin typeface="Kdam Thmor Pro"/>
                <a:ea typeface="Kdam Thmor Pro"/>
                <a:cs typeface="Kdam Thmor Pro"/>
                <a:sym typeface="Kdam Thmor Pro"/>
              </a:rPr>
              <a:t>Task</a:t>
            </a:r>
            <a:endParaRPr b="0" i="0" sz="7200" u="none" cap="none" strike="noStrike">
              <a:solidFill>
                <a:schemeClr val="accent1"/>
              </a:solidFill>
              <a:latin typeface="Kdam Thmor Pro"/>
              <a:ea typeface="Kdam Thmor Pro"/>
              <a:cs typeface="Kdam Thmor Pro"/>
              <a:sym typeface="Kdam Thmor Pro"/>
            </a:endParaRPr>
          </a:p>
        </p:txBody>
      </p:sp>
      <p:grpSp>
        <p:nvGrpSpPr>
          <p:cNvPr id="547" name="Google Shape;547;g3b3a45db5ed_1_3521"/>
          <p:cNvGrpSpPr/>
          <p:nvPr/>
        </p:nvGrpSpPr>
        <p:grpSpPr>
          <a:xfrm>
            <a:off x="7362778" y="1529289"/>
            <a:ext cx="4433002" cy="4433003"/>
            <a:chOff x="-413326" y="937285"/>
            <a:chExt cx="4433003" cy="4433003"/>
          </a:xfrm>
        </p:grpSpPr>
        <p:sp>
          <p:nvSpPr>
            <p:cNvPr id="548" name="Google Shape;548;g3b3a45db5ed_1_3521"/>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49" name="Google Shape;549;g3b3a45db5ed_1_3521"/>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0" name="Google Shape;550;g3b3a45db5ed_1_3521"/>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51" name="Google Shape;551;g3b3a45db5ed_1_3521"/>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52" name="Google Shape;552;g3b3a45db5ed_1_3521"/>
          <p:cNvSpPr txBox="1"/>
          <p:nvPr>
            <p:ph idx="1" type="body"/>
          </p:nvPr>
        </p:nvSpPr>
        <p:spPr>
          <a:xfrm>
            <a:off x="7899288" y="1742630"/>
            <a:ext cx="3396600" cy="4094100"/>
          </a:xfrm>
          <a:prstGeom prst="rect">
            <a:avLst/>
          </a:prstGeom>
          <a:noFill/>
          <a:ln>
            <a:noFill/>
          </a:ln>
        </p:spPr>
        <p:txBody>
          <a:bodyPr anchorCtr="0" anchor="ctr" bIns="45700" lIns="91425" spcFirstLastPara="1" rIns="91425" wrap="square" tIns="45700">
            <a:noAutofit/>
          </a:bodyPr>
          <a:lstStyle>
            <a:lvl1pPr indent="-457200" lvl="0" marL="457200" marR="0" rtl="0" algn="l">
              <a:lnSpc>
                <a:spcPct val="100000"/>
              </a:lnSpc>
              <a:spcBef>
                <a:spcPts val="0"/>
              </a:spcBef>
              <a:spcAft>
                <a:spcPts val="0"/>
              </a:spcAft>
              <a:buClr>
                <a:srgbClr val="05FDFF"/>
              </a:buClr>
              <a:buSzPts val="3600"/>
              <a:buFont typeface="Noto Sans Symbols"/>
              <a:buChar char="✔"/>
              <a:defRPr b="0" i="0" sz="18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34"/>
                                        </p:tgtEl>
                                        <p:attrNameLst>
                                          <p:attrName>style.visibility</p:attrName>
                                        </p:attrNameLst>
                                      </p:cBhvr>
                                      <p:to>
                                        <p:strVal val="visible"/>
                                      </p:to>
                                    </p:set>
                                    <p:animEffect filter="fade" transition="in">
                                      <p:cBhvr>
                                        <p:cTn dur="500"/>
                                        <p:tgtEl>
                                          <p:spTgt spid="534"/>
                                        </p:tgtEl>
                                      </p:cBhvr>
                                    </p:animEffect>
                                  </p:childTnLst>
                                </p:cTn>
                              </p:par>
                              <p:par>
                                <p:cTn fill="hold" nodeType="with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500"/>
                                        <p:tgtEl>
                                          <p:spTgt spid="537"/>
                                        </p:tgtEl>
                                      </p:cBhvr>
                                    </p:animEffect>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546"/>
                                        </p:tgtEl>
                                        <p:attrNameLst>
                                          <p:attrName>style.visibility</p:attrName>
                                        </p:attrNameLst>
                                      </p:cBhvr>
                                      <p:to>
                                        <p:strVal val="visible"/>
                                      </p:to>
                                    </p:set>
                                    <p:anim calcmode="lin" valueType="num">
                                      <p:cBhvr additive="base">
                                        <p:cTn dur="500"/>
                                        <p:tgtEl>
                                          <p:spTgt spid="546"/>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547"/>
                                        </p:tgtEl>
                                        <p:attrNameLst>
                                          <p:attrName>style.visibility</p:attrName>
                                        </p:attrNameLst>
                                      </p:cBhvr>
                                      <p:to>
                                        <p:strVal val="visible"/>
                                      </p:to>
                                    </p:set>
                                    <p:anim calcmode="lin" valueType="num">
                                      <p:cBhvr additive="base">
                                        <p:cTn dur="2250"/>
                                        <p:tgtEl>
                                          <p:spTgt spid="547"/>
                                        </p:tgtEl>
                                        <p:attrNameLst>
                                          <p:attrName>ppt_w</p:attrName>
                                        </p:attrNameLst>
                                      </p:cBhvr>
                                      <p:tavLst>
                                        <p:tav fmla="" tm="0">
                                          <p:val>
                                            <p:strVal val="0"/>
                                          </p:val>
                                        </p:tav>
                                        <p:tav fmla="" tm="100000">
                                          <p:val>
                                            <p:strVal val="#ppt_w"/>
                                          </p:val>
                                        </p:tav>
                                      </p:tavLst>
                                    </p:anim>
                                    <p:anim calcmode="lin" valueType="num">
                                      <p:cBhvr additive="base">
                                        <p:cTn dur="2250"/>
                                        <p:tgtEl>
                                          <p:spTgt spid="54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500"/>
                                        <p:tgtEl>
                                          <p:spTgt spid="5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p:cSld name="Transition slide">
    <p:spTree>
      <p:nvGrpSpPr>
        <p:cNvPr id="553" name="Shape 553"/>
        <p:cNvGrpSpPr/>
        <p:nvPr/>
      </p:nvGrpSpPr>
      <p:grpSpPr>
        <a:xfrm>
          <a:off x="0" y="0"/>
          <a:ext cx="0" cy="0"/>
          <a:chOff x="0" y="0"/>
          <a:chExt cx="0" cy="0"/>
        </a:xfrm>
      </p:grpSpPr>
      <p:sp>
        <p:nvSpPr>
          <p:cNvPr id="554" name="Google Shape;554;g3b3a45db5ed_1_3541"/>
          <p:cNvSpPr/>
          <p:nvPr/>
        </p:nvSpPr>
        <p:spPr>
          <a:xfrm>
            <a:off x="2292581" y="0"/>
            <a:ext cx="72000" cy="1492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55" name="Google Shape;555;g3b3a45db5ed_1_3541"/>
          <p:cNvSpPr/>
          <p:nvPr/>
        </p:nvSpPr>
        <p:spPr>
          <a:xfrm>
            <a:off x="2256531" y="0"/>
            <a:ext cx="72000" cy="1491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56" name="Google Shape;556;g3b3a45db5ed_1_3541"/>
          <p:cNvSpPr/>
          <p:nvPr/>
        </p:nvSpPr>
        <p:spPr>
          <a:xfrm>
            <a:off x="9686155" y="698"/>
            <a:ext cx="72000" cy="1554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557" name="Google Shape;557;g3b3a45db5ed_1_3541"/>
          <p:cNvGrpSpPr/>
          <p:nvPr/>
        </p:nvGrpSpPr>
        <p:grpSpPr>
          <a:xfrm>
            <a:off x="911104" y="1079070"/>
            <a:ext cx="10369887" cy="4698606"/>
            <a:chOff x="1290381" y="1417103"/>
            <a:chExt cx="9045610" cy="4098575"/>
          </a:xfrm>
        </p:grpSpPr>
        <p:sp>
          <p:nvSpPr>
            <p:cNvPr id="558" name="Google Shape;558;g3b3a45db5ed_1_3541"/>
            <p:cNvSpPr/>
            <p:nvPr/>
          </p:nvSpPr>
          <p:spPr>
            <a:xfrm>
              <a:off x="1363291" y="1491778"/>
              <a:ext cx="8972700" cy="40239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59" name="Google Shape;559;g3b3a45db5ed_1_3541"/>
            <p:cNvSpPr/>
            <p:nvPr/>
          </p:nvSpPr>
          <p:spPr>
            <a:xfrm>
              <a:off x="1290381" y="1417103"/>
              <a:ext cx="8972700" cy="4023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560" name="Google Shape;560;g3b3a45db5ed_1_3541"/>
          <p:cNvSpPr/>
          <p:nvPr/>
        </p:nvSpPr>
        <p:spPr>
          <a:xfrm>
            <a:off x="9650105" y="0"/>
            <a:ext cx="72000" cy="1554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61" name="Google Shape;561;g3b3a45db5ed_1_3541"/>
          <p:cNvSpPr txBox="1"/>
          <p:nvPr>
            <p:ph idx="1" type="body"/>
          </p:nvPr>
        </p:nvSpPr>
        <p:spPr>
          <a:xfrm>
            <a:off x="994679" y="1164672"/>
            <a:ext cx="10105200" cy="44097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6000"/>
              <a:buFont typeface="Arial"/>
              <a:buNone/>
              <a:defRPr b="1" i="0" sz="60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1 1">
  <p:cSld name="WA_3Step (H+PIC+NO.+HINT)_1_1">
    <p:spTree>
      <p:nvGrpSpPr>
        <p:cNvPr id="562" name="Shape 562"/>
        <p:cNvGrpSpPr/>
        <p:nvPr/>
      </p:nvGrpSpPr>
      <p:grpSpPr>
        <a:xfrm>
          <a:off x="0" y="0"/>
          <a:ext cx="0" cy="0"/>
          <a:chOff x="0" y="0"/>
          <a:chExt cx="0" cy="0"/>
        </a:xfrm>
      </p:grpSpPr>
      <p:grpSp>
        <p:nvGrpSpPr>
          <p:cNvPr id="563" name="Google Shape;563;g3b3a45db5ed_1_3550"/>
          <p:cNvGrpSpPr/>
          <p:nvPr/>
        </p:nvGrpSpPr>
        <p:grpSpPr>
          <a:xfrm>
            <a:off x="1843327" y="1239732"/>
            <a:ext cx="8449743" cy="4433003"/>
            <a:chOff x="-413326" y="937285"/>
            <a:chExt cx="4433003" cy="4433003"/>
          </a:xfrm>
        </p:grpSpPr>
        <p:sp>
          <p:nvSpPr>
            <p:cNvPr id="564" name="Google Shape;564;g3b3a45db5ed_1_3550"/>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5" name="Google Shape;565;g3b3a45db5ed_1_3550"/>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6" name="Google Shape;566;g3b3a45db5ed_1_3550"/>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67" name="Google Shape;567;g3b3a45db5ed_1_3550"/>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68" name="Google Shape;568;g3b3a45db5ed_1_3550"/>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569" name="Google Shape;569;g3b3a45db5ed_1_3550"/>
          <p:cNvSpPr/>
          <p:nvPr>
            <p:ph idx="2" type="pic"/>
          </p:nvPr>
        </p:nvSpPr>
        <p:spPr>
          <a:xfrm>
            <a:off x="2394857" y="1519415"/>
            <a:ext cx="7323300" cy="3913500"/>
          </a:xfrm>
          <a:prstGeom prst="rect">
            <a:avLst/>
          </a:prstGeom>
          <a:noFill/>
          <a:ln>
            <a:noFill/>
          </a:ln>
        </p:spPr>
      </p:sp>
      <p:sp>
        <p:nvSpPr>
          <p:cNvPr id="570" name="Google Shape;570;g3b3a45db5ed_1_3550"/>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71" name="Google Shape;571;g3b3a45db5ed_1_3550"/>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1 2">
  <p:cSld name="WA_3Step (H+PIC+NO.+HINT)_1_2">
    <p:spTree>
      <p:nvGrpSpPr>
        <p:cNvPr id="572" name="Shape 572"/>
        <p:cNvGrpSpPr/>
        <p:nvPr/>
      </p:nvGrpSpPr>
      <p:grpSpPr>
        <a:xfrm>
          <a:off x="0" y="0"/>
          <a:ext cx="0" cy="0"/>
          <a:chOff x="0" y="0"/>
          <a:chExt cx="0" cy="0"/>
        </a:xfrm>
      </p:grpSpPr>
      <p:grpSp>
        <p:nvGrpSpPr>
          <p:cNvPr id="573" name="Google Shape;573;g3b3a45db5ed_1_3560"/>
          <p:cNvGrpSpPr/>
          <p:nvPr/>
        </p:nvGrpSpPr>
        <p:grpSpPr>
          <a:xfrm>
            <a:off x="1843327" y="1239732"/>
            <a:ext cx="8449743" cy="4433003"/>
            <a:chOff x="-413326" y="937285"/>
            <a:chExt cx="4433003" cy="4433003"/>
          </a:xfrm>
        </p:grpSpPr>
        <p:sp>
          <p:nvSpPr>
            <p:cNvPr id="574" name="Google Shape;574;g3b3a45db5ed_1_3560"/>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75" name="Google Shape;575;g3b3a45db5ed_1_3560"/>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76" name="Google Shape;576;g3b3a45db5ed_1_3560"/>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577" name="Google Shape;577;g3b3a45db5ed_1_3560"/>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578" name="Google Shape;578;g3b3a45db5ed_1_3560"/>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579" name="Google Shape;579;g3b3a45db5ed_1_3560"/>
          <p:cNvSpPr/>
          <p:nvPr>
            <p:ph idx="2" type="pic"/>
          </p:nvPr>
        </p:nvSpPr>
        <p:spPr>
          <a:xfrm>
            <a:off x="2394857" y="1519415"/>
            <a:ext cx="7323300" cy="3913500"/>
          </a:xfrm>
          <a:prstGeom prst="rect">
            <a:avLst/>
          </a:prstGeom>
          <a:noFill/>
          <a:ln>
            <a:noFill/>
          </a:ln>
        </p:spPr>
      </p:sp>
      <p:sp>
        <p:nvSpPr>
          <p:cNvPr id="580" name="Google Shape;580;g3b3a45db5ed_1_3560"/>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581" name="Google Shape;581;g3b3a45db5ed_1_3560"/>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ng Completed">
  <p:cSld name="Testing Completed">
    <p:spTree>
      <p:nvGrpSpPr>
        <p:cNvPr id="582" name="Shape 582"/>
        <p:cNvGrpSpPr/>
        <p:nvPr/>
      </p:nvGrpSpPr>
      <p:grpSpPr>
        <a:xfrm>
          <a:off x="0" y="0"/>
          <a:ext cx="0" cy="0"/>
          <a:chOff x="0" y="0"/>
          <a:chExt cx="0" cy="0"/>
        </a:xfrm>
      </p:grpSpPr>
      <p:sp>
        <p:nvSpPr>
          <p:cNvPr id="583" name="Google Shape;583;g3b3a45db5ed_1_3570"/>
          <p:cNvSpPr txBox="1"/>
          <p:nvPr/>
        </p:nvSpPr>
        <p:spPr>
          <a:xfrm>
            <a:off x="381000" y="157375"/>
            <a:ext cx="4737600" cy="212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Arial"/>
                <a:ea typeface="Arial"/>
                <a:cs typeface="Arial"/>
                <a:sym typeface="Arial"/>
              </a:rPr>
              <a:t>Testing</a:t>
            </a:r>
            <a:r>
              <a:rPr b="1" i="0" lang="en-US" sz="6600" u="none" cap="none" strike="noStrike">
                <a:solidFill>
                  <a:schemeClr val="dk1"/>
                </a:solidFill>
                <a:latin typeface="Arial"/>
                <a:ea typeface="Arial"/>
                <a:cs typeface="Arial"/>
                <a:sym typeface="Arial"/>
              </a:rPr>
              <a:t> Completed </a:t>
            </a:r>
            <a:endParaRPr b="0" i="0" sz="5400" u="none" cap="none" strike="noStrike">
              <a:solidFill>
                <a:schemeClr val="dk1"/>
              </a:solidFill>
              <a:latin typeface="Arial"/>
              <a:ea typeface="Arial"/>
              <a:cs typeface="Arial"/>
              <a:sym typeface="Arial"/>
            </a:endParaRPr>
          </a:p>
        </p:txBody>
      </p:sp>
      <p:sp>
        <p:nvSpPr>
          <p:cNvPr id="584" name="Google Shape;584;g3b3a45db5ed_1_3570"/>
          <p:cNvSpPr/>
          <p:nvPr/>
        </p:nvSpPr>
        <p:spPr>
          <a:xfrm rot="-1782754">
            <a:off x="10532613" y="3057460"/>
            <a:ext cx="1152318" cy="1084353"/>
          </a:xfrm>
          <a:custGeom>
            <a:rect b="b" l="l" r="r" t="t"/>
            <a:pathLst>
              <a:path extrusionOk="0" h="1972325" w="2095947">
                <a:moveTo>
                  <a:pt x="1207211" y="660929"/>
                </a:moveTo>
                <a:cubicBezTo>
                  <a:pt x="1102223" y="610125"/>
                  <a:pt x="974784" y="610474"/>
                  <a:pt x="866133" y="672956"/>
                </a:cubicBezTo>
                <a:cubicBezTo>
                  <a:pt x="865479" y="673330"/>
                  <a:pt x="864826" y="673706"/>
                  <a:pt x="864175" y="674083"/>
                </a:cubicBezTo>
                <a:cubicBezTo>
                  <a:pt x="691790" y="773974"/>
                  <a:pt x="633022" y="994696"/>
                  <a:pt x="732913" y="1167082"/>
                </a:cubicBezTo>
                <a:cubicBezTo>
                  <a:pt x="833985" y="1340254"/>
                  <a:pt x="1055902" y="1399350"/>
                  <a:pt x="1229711" y="1299375"/>
                </a:cubicBezTo>
                <a:cubicBezTo>
                  <a:pt x="1230357" y="1299008"/>
                  <a:pt x="1231003" y="1298636"/>
                  <a:pt x="1231646" y="1298264"/>
                </a:cubicBezTo>
                <a:cubicBezTo>
                  <a:pt x="1404069" y="1198404"/>
                  <a:pt x="1462894" y="977675"/>
                  <a:pt x="1363033" y="805250"/>
                </a:cubicBezTo>
                <a:cubicBezTo>
                  <a:pt x="1325114" y="740309"/>
                  <a:pt x="1270203" y="691412"/>
                  <a:pt x="1207211" y="660929"/>
                </a:cubicBezTo>
                <a:close/>
                <a:moveTo>
                  <a:pt x="1450613" y="13643"/>
                </a:moveTo>
                <a:lnTo>
                  <a:pt x="1553483" y="72713"/>
                </a:lnTo>
                <a:lnTo>
                  <a:pt x="1692983" y="152786"/>
                </a:lnTo>
                <a:cubicBezTo>
                  <a:pt x="1704136" y="159188"/>
                  <a:pt x="1713676" y="167404"/>
                  <a:pt x="1721411" y="176872"/>
                </a:cubicBezTo>
                <a:lnTo>
                  <a:pt x="1721423" y="176895"/>
                </a:lnTo>
                <a:lnTo>
                  <a:pt x="1721432" y="176902"/>
                </a:lnTo>
                <a:cubicBezTo>
                  <a:pt x="1729167" y="186369"/>
                  <a:pt x="1735094" y="197088"/>
                  <a:pt x="1739019" y="208496"/>
                </a:cubicBezTo>
                <a:lnTo>
                  <a:pt x="1743058" y="234383"/>
                </a:lnTo>
                <a:lnTo>
                  <a:pt x="1744594" y="244195"/>
                </a:lnTo>
                <a:lnTo>
                  <a:pt x="1744592" y="244208"/>
                </a:lnTo>
                <a:lnTo>
                  <a:pt x="1744594" y="244223"/>
                </a:lnTo>
                <a:lnTo>
                  <a:pt x="1743221" y="250812"/>
                </a:lnTo>
                <a:lnTo>
                  <a:pt x="1737024" y="280677"/>
                </a:lnTo>
                <a:lnTo>
                  <a:pt x="1715725" y="333022"/>
                </a:lnTo>
                <a:lnTo>
                  <a:pt x="1688065" y="401070"/>
                </a:lnTo>
                <a:lnTo>
                  <a:pt x="1682909" y="441239"/>
                </a:lnTo>
                <a:lnTo>
                  <a:pt x="1681392" y="453141"/>
                </a:lnTo>
                <a:lnTo>
                  <a:pt x="1691837" y="478722"/>
                </a:lnTo>
                <a:lnTo>
                  <a:pt x="1701254" y="501750"/>
                </a:lnTo>
                <a:lnTo>
                  <a:pt x="1750706" y="576574"/>
                </a:lnTo>
                <a:lnTo>
                  <a:pt x="1753602" y="580954"/>
                </a:lnTo>
                <a:lnTo>
                  <a:pt x="1753602" y="580955"/>
                </a:lnTo>
                <a:lnTo>
                  <a:pt x="1753622" y="580985"/>
                </a:lnTo>
                <a:lnTo>
                  <a:pt x="1764252" y="602054"/>
                </a:lnTo>
                <a:lnTo>
                  <a:pt x="1796408" y="665761"/>
                </a:lnTo>
                <a:lnTo>
                  <a:pt x="1817180" y="692444"/>
                </a:lnTo>
                <a:lnTo>
                  <a:pt x="1828498" y="706969"/>
                </a:lnTo>
                <a:lnTo>
                  <a:pt x="1847963" y="715119"/>
                </a:lnTo>
                <a:lnTo>
                  <a:pt x="1876690" y="727128"/>
                </a:lnTo>
                <a:lnTo>
                  <a:pt x="1961530" y="738943"/>
                </a:lnTo>
                <a:lnTo>
                  <a:pt x="2007293" y="745311"/>
                </a:lnTo>
                <a:lnTo>
                  <a:pt x="2007320" y="745320"/>
                </a:lnTo>
                <a:lnTo>
                  <a:pt x="2007339" y="745323"/>
                </a:lnTo>
                <a:lnTo>
                  <a:pt x="2021741" y="750093"/>
                </a:lnTo>
                <a:lnTo>
                  <a:pt x="2042582" y="756992"/>
                </a:lnTo>
                <a:lnTo>
                  <a:pt x="2042593" y="757001"/>
                </a:lnTo>
                <a:lnTo>
                  <a:pt x="2042627" y="757012"/>
                </a:lnTo>
                <a:cubicBezTo>
                  <a:pt x="2074700" y="774632"/>
                  <a:pt x="2095966" y="808707"/>
                  <a:pt x="2095947" y="847190"/>
                </a:cubicBezTo>
                <a:lnTo>
                  <a:pt x="2095844" y="1124628"/>
                </a:lnTo>
                <a:lnTo>
                  <a:pt x="2095839" y="1124651"/>
                </a:lnTo>
                <a:lnTo>
                  <a:pt x="2095839" y="1124679"/>
                </a:lnTo>
                <a:lnTo>
                  <a:pt x="2090268" y="1155030"/>
                </a:lnTo>
                <a:lnTo>
                  <a:pt x="2089139" y="1161186"/>
                </a:lnTo>
                <a:lnTo>
                  <a:pt x="2089138" y="1161188"/>
                </a:lnTo>
                <a:lnTo>
                  <a:pt x="2089134" y="1161211"/>
                </a:lnTo>
                <a:cubicBezTo>
                  <a:pt x="2084796" y="1172601"/>
                  <a:pt x="2078485" y="1183056"/>
                  <a:pt x="2070588" y="1192131"/>
                </a:cubicBezTo>
                <a:lnTo>
                  <a:pt x="2070033" y="1192579"/>
                </a:lnTo>
                <a:lnTo>
                  <a:pt x="2042512" y="1214791"/>
                </a:lnTo>
                <a:cubicBezTo>
                  <a:pt x="2031825" y="1220667"/>
                  <a:pt x="2019937" y="1224717"/>
                  <a:pt x="2007236" y="1226496"/>
                </a:cubicBezTo>
                <a:lnTo>
                  <a:pt x="1950363" y="1234404"/>
                </a:lnTo>
                <a:lnTo>
                  <a:pt x="1876427" y="1244733"/>
                </a:lnTo>
                <a:cubicBezTo>
                  <a:pt x="1858610" y="1247259"/>
                  <a:pt x="1842097" y="1254343"/>
                  <a:pt x="1828266" y="1264930"/>
                </a:cubicBezTo>
                <a:lnTo>
                  <a:pt x="1807884" y="1291126"/>
                </a:lnTo>
                <a:lnTo>
                  <a:pt x="1796202" y="1306160"/>
                </a:lnTo>
                <a:lnTo>
                  <a:pt x="1778069" y="1342140"/>
                </a:lnTo>
                <a:lnTo>
                  <a:pt x="1753411" y="1391097"/>
                </a:lnTo>
                <a:cubicBezTo>
                  <a:pt x="1737509" y="1418526"/>
                  <a:pt x="1719994" y="1445020"/>
                  <a:pt x="1700947" y="1470436"/>
                </a:cubicBezTo>
                <a:cubicBezTo>
                  <a:pt x="1690074" y="1484872"/>
                  <a:pt x="1683384" y="1501631"/>
                  <a:pt x="1681105" y="1518970"/>
                </a:cubicBezTo>
                <a:lnTo>
                  <a:pt x="1684507" y="1545650"/>
                </a:lnTo>
                <a:lnTo>
                  <a:pt x="1687757" y="1570956"/>
                </a:lnTo>
                <a:lnTo>
                  <a:pt x="1703486" y="1609731"/>
                </a:lnTo>
                <a:lnTo>
                  <a:pt x="1736629" y="1691283"/>
                </a:lnTo>
                <a:cubicBezTo>
                  <a:pt x="1741468" y="1703190"/>
                  <a:pt x="1743922" y="1715533"/>
                  <a:pt x="1744185" y="1727750"/>
                </a:cubicBezTo>
                <a:lnTo>
                  <a:pt x="1741109" y="1747380"/>
                </a:lnTo>
                <a:lnTo>
                  <a:pt x="1738594" y="1763478"/>
                </a:lnTo>
                <a:cubicBezTo>
                  <a:pt x="1734669" y="1774878"/>
                  <a:pt x="1728743" y="1785589"/>
                  <a:pt x="1721010" y="1795046"/>
                </a:cubicBezTo>
                <a:lnTo>
                  <a:pt x="1716471" y="1798887"/>
                </a:lnTo>
                <a:lnTo>
                  <a:pt x="1692599" y="1819121"/>
                </a:lnTo>
                <a:lnTo>
                  <a:pt x="1528712" y="1913256"/>
                </a:lnTo>
                <a:lnTo>
                  <a:pt x="1449996" y="1958484"/>
                </a:lnTo>
                <a:cubicBezTo>
                  <a:pt x="1427861" y="1971190"/>
                  <a:pt x="1402740" y="1974807"/>
                  <a:pt x="1379215" y="1970227"/>
                </a:cubicBezTo>
                <a:lnTo>
                  <a:pt x="1362759" y="1963890"/>
                </a:lnTo>
                <a:lnTo>
                  <a:pt x="1345679" y="1957319"/>
                </a:lnTo>
                <a:cubicBezTo>
                  <a:pt x="1335280" y="1951042"/>
                  <a:pt x="1325853" y="1942826"/>
                  <a:pt x="1317970" y="1932783"/>
                </a:cubicBezTo>
                <a:lnTo>
                  <a:pt x="1293113" y="1901114"/>
                </a:lnTo>
                <a:lnTo>
                  <a:pt x="1293131" y="1901104"/>
                </a:lnTo>
                <a:lnTo>
                  <a:pt x="1236804" y="1829375"/>
                </a:lnTo>
                <a:cubicBezTo>
                  <a:pt x="1214609" y="1801161"/>
                  <a:pt x="1179316" y="1786552"/>
                  <a:pt x="1143674" y="1790828"/>
                </a:cubicBezTo>
                <a:cubicBezTo>
                  <a:pt x="1079611" y="1798368"/>
                  <a:pt x="1014881" y="1798299"/>
                  <a:pt x="950835" y="1790624"/>
                </a:cubicBezTo>
                <a:cubicBezTo>
                  <a:pt x="915496" y="1786583"/>
                  <a:pt x="880603" y="1801226"/>
                  <a:pt x="858732" y="1829273"/>
                </a:cubicBezTo>
                <a:lnTo>
                  <a:pt x="777321" y="1932991"/>
                </a:lnTo>
                <a:cubicBezTo>
                  <a:pt x="745812" y="1973148"/>
                  <a:pt x="689606" y="1984091"/>
                  <a:pt x="645333" y="1958689"/>
                </a:cubicBezTo>
                <a:lnTo>
                  <a:pt x="402949" y="1819508"/>
                </a:lnTo>
                <a:cubicBezTo>
                  <a:pt x="358341" y="1793908"/>
                  <a:pt x="339505" y="1739290"/>
                  <a:pt x="358850" y="1691634"/>
                </a:cubicBezTo>
                <a:lnTo>
                  <a:pt x="407882" y="1571262"/>
                </a:lnTo>
                <a:cubicBezTo>
                  <a:pt x="421447" y="1537718"/>
                  <a:pt x="416414" y="1499515"/>
                  <a:pt x="394622" y="1470629"/>
                </a:cubicBezTo>
                <a:cubicBezTo>
                  <a:pt x="375710" y="1445248"/>
                  <a:pt x="358242" y="1418822"/>
                  <a:pt x="342300" y="1391478"/>
                </a:cubicBezTo>
                <a:cubicBezTo>
                  <a:pt x="326438" y="1364015"/>
                  <a:pt x="312160" y="1335667"/>
                  <a:pt x="299538" y="1306571"/>
                </a:cubicBezTo>
                <a:cubicBezTo>
                  <a:pt x="285334" y="1273497"/>
                  <a:pt x="254899" y="1250234"/>
                  <a:pt x="219257" y="1245205"/>
                </a:cubicBezTo>
                <a:lnTo>
                  <a:pt x="88608" y="1227009"/>
                </a:lnTo>
                <a:cubicBezTo>
                  <a:pt x="37788" y="1219926"/>
                  <a:pt x="-26" y="1176453"/>
                  <a:pt x="0" y="1125142"/>
                </a:cubicBezTo>
                <a:lnTo>
                  <a:pt x="104" y="847704"/>
                </a:lnTo>
                <a:cubicBezTo>
                  <a:pt x="64" y="796425"/>
                  <a:pt x="37826" y="752962"/>
                  <a:pt x="88608" y="745837"/>
                </a:cubicBezTo>
                <a:lnTo>
                  <a:pt x="219463" y="727643"/>
                </a:lnTo>
                <a:cubicBezTo>
                  <a:pt x="255113" y="722561"/>
                  <a:pt x="285541" y="699264"/>
                  <a:pt x="299745" y="666172"/>
                </a:cubicBezTo>
                <a:cubicBezTo>
                  <a:pt x="324911" y="607870"/>
                  <a:pt x="356860" y="552735"/>
                  <a:pt x="394930" y="501909"/>
                </a:cubicBezTo>
                <a:cubicBezTo>
                  <a:pt x="416666" y="473040"/>
                  <a:pt x="421697" y="434896"/>
                  <a:pt x="408190" y="401378"/>
                </a:cubicBezTo>
                <a:lnTo>
                  <a:pt x="359261" y="281008"/>
                </a:lnTo>
                <a:cubicBezTo>
                  <a:pt x="339947" y="233406"/>
                  <a:pt x="358730" y="178854"/>
                  <a:pt x="403257" y="153236"/>
                </a:cubicBezTo>
                <a:lnTo>
                  <a:pt x="645847" y="13848"/>
                </a:lnTo>
                <a:cubicBezTo>
                  <a:pt x="690151" y="-11562"/>
                  <a:pt x="746390" y="-621"/>
                  <a:pt x="777937" y="39546"/>
                </a:cubicBezTo>
                <a:lnTo>
                  <a:pt x="859143" y="142957"/>
                </a:lnTo>
                <a:cubicBezTo>
                  <a:pt x="881295" y="171167"/>
                  <a:pt x="916557" y="185778"/>
                  <a:pt x="952170" y="181504"/>
                </a:cubicBezTo>
                <a:cubicBezTo>
                  <a:pt x="1016233" y="173966"/>
                  <a:pt x="1080964" y="174033"/>
                  <a:pt x="1145011" y="181710"/>
                </a:cubicBezTo>
                <a:cubicBezTo>
                  <a:pt x="1180353" y="185791"/>
                  <a:pt x="1215265" y="171140"/>
                  <a:pt x="1237113" y="143060"/>
                </a:cubicBezTo>
                <a:lnTo>
                  <a:pt x="1318523" y="39341"/>
                </a:lnTo>
                <a:cubicBezTo>
                  <a:pt x="1350070" y="-827"/>
                  <a:pt x="1406309" y="-11769"/>
                  <a:pt x="1450613" y="13643"/>
                </a:cubicBezTo>
                <a:close/>
              </a:path>
            </a:pathLst>
          </a:custGeom>
          <a:solidFill>
            <a:srgbClr val="F5B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85" name="Google Shape;585;g3b3a45db5ed_1_3570"/>
          <p:cNvSpPr/>
          <p:nvPr/>
        </p:nvSpPr>
        <p:spPr>
          <a:xfrm rot="3703889">
            <a:off x="9849664" y="1881879"/>
            <a:ext cx="1356672" cy="1289116"/>
          </a:xfrm>
          <a:custGeom>
            <a:rect b="b" l="l" r="r" t="t"/>
            <a:pathLst>
              <a:path extrusionOk="0" h="2142214" w="2254476">
                <a:moveTo>
                  <a:pt x="1156285" y="654560"/>
                </a:moveTo>
                <a:cubicBezTo>
                  <a:pt x="1075739" y="648942"/>
                  <a:pt x="992720" y="666404"/>
                  <a:pt x="917514" y="709684"/>
                </a:cubicBezTo>
                <a:cubicBezTo>
                  <a:pt x="916758" y="710116"/>
                  <a:pt x="916004" y="710550"/>
                  <a:pt x="915251" y="710986"/>
                </a:cubicBezTo>
                <a:cubicBezTo>
                  <a:pt x="716288" y="826242"/>
                  <a:pt x="648430" y="1080968"/>
                  <a:pt x="763686" y="1279931"/>
                </a:cubicBezTo>
                <a:cubicBezTo>
                  <a:pt x="880354" y="1479717"/>
                  <a:pt x="1136403" y="1547881"/>
                  <a:pt x="1336962" y="1432547"/>
                </a:cubicBezTo>
                <a:cubicBezTo>
                  <a:pt x="1337696" y="1432127"/>
                  <a:pt x="1338430" y="1431705"/>
                  <a:pt x="1339162" y="1431281"/>
                </a:cubicBezTo>
                <a:cubicBezTo>
                  <a:pt x="1538152" y="1316033"/>
                  <a:pt x="1606039" y="1061291"/>
                  <a:pt x="1490790" y="862300"/>
                </a:cubicBezTo>
                <a:cubicBezTo>
                  <a:pt x="1417902" y="737394"/>
                  <a:pt x="1290528" y="663922"/>
                  <a:pt x="1156285" y="654560"/>
                </a:cubicBezTo>
                <a:close/>
                <a:moveTo>
                  <a:pt x="1508503" y="952"/>
                </a:moveTo>
                <a:cubicBezTo>
                  <a:pt x="1517337" y="2368"/>
                  <a:pt x="1526043" y="5376"/>
                  <a:pt x="1534199" y="10057"/>
                </a:cubicBezTo>
                <a:lnTo>
                  <a:pt x="1847433" y="189853"/>
                </a:lnTo>
                <a:cubicBezTo>
                  <a:pt x="1855651" y="194570"/>
                  <a:pt x="1862680" y="200624"/>
                  <a:pt x="1868379" y="207600"/>
                </a:cubicBezTo>
                <a:lnTo>
                  <a:pt x="1868383" y="207608"/>
                </a:lnTo>
                <a:lnTo>
                  <a:pt x="1868400" y="207622"/>
                </a:lnTo>
                <a:cubicBezTo>
                  <a:pt x="1879798" y="221572"/>
                  <a:pt x="1885868" y="239215"/>
                  <a:pt x="1885466" y="257226"/>
                </a:cubicBezTo>
                <a:lnTo>
                  <a:pt x="1883185" y="268176"/>
                </a:lnTo>
                <a:lnTo>
                  <a:pt x="1879883" y="284086"/>
                </a:lnTo>
                <a:lnTo>
                  <a:pt x="1808217" y="460214"/>
                </a:lnTo>
                <a:lnTo>
                  <a:pt x="1807341" y="467032"/>
                </a:lnTo>
                <a:lnTo>
                  <a:pt x="1803261" y="498900"/>
                </a:lnTo>
                <a:cubicBezTo>
                  <a:pt x="1805013" y="511795"/>
                  <a:pt x="1810109" y="524237"/>
                  <a:pt x="1818365" y="534876"/>
                </a:cubicBezTo>
                <a:cubicBezTo>
                  <a:pt x="1843242" y="566719"/>
                  <a:pt x="1865916" y="600224"/>
                  <a:pt x="1886228" y="635156"/>
                </a:cubicBezTo>
                <a:lnTo>
                  <a:pt x="1918029" y="699976"/>
                </a:lnTo>
                <a:lnTo>
                  <a:pt x="1939635" y="743978"/>
                </a:lnTo>
                <a:cubicBezTo>
                  <a:pt x="1944752" y="756356"/>
                  <a:pt x="1952968" y="766904"/>
                  <a:pt x="1963223" y="774807"/>
                </a:cubicBezTo>
                <a:lnTo>
                  <a:pt x="1973786" y="779216"/>
                </a:lnTo>
                <a:lnTo>
                  <a:pt x="1999081" y="789741"/>
                </a:lnTo>
                <a:lnTo>
                  <a:pt x="2189188" y="816175"/>
                </a:lnTo>
                <a:cubicBezTo>
                  <a:pt x="2226620" y="821417"/>
                  <a:pt x="2254471" y="853435"/>
                  <a:pt x="2254476" y="891233"/>
                </a:cubicBezTo>
                <a:lnTo>
                  <a:pt x="2254414" y="1037795"/>
                </a:lnTo>
                <a:lnTo>
                  <a:pt x="2254353" y="1250376"/>
                </a:lnTo>
                <a:cubicBezTo>
                  <a:pt x="2254350" y="1259819"/>
                  <a:pt x="2252608" y="1268901"/>
                  <a:pt x="2249412" y="1277294"/>
                </a:cubicBezTo>
                <a:lnTo>
                  <a:pt x="2249405" y="1277305"/>
                </a:lnTo>
                <a:lnTo>
                  <a:pt x="2249405" y="1277308"/>
                </a:lnTo>
                <a:cubicBezTo>
                  <a:pt x="2239834" y="1302485"/>
                  <a:pt x="2217166" y="1321464"/>
                  <a:pt x="2189112" y="1325375"/>
                </a:cubicBezTo>
                <a:lnTo>
                  <a:pt x="1998778" y="1351959"/>
                </a:lnTo>
                <a:cubicBezTo>
                  <a:pt x="1972237" y="1355571"/>
                  <a:pt x="1949620" y="1373024"/>
                  <a:pt x="1939398" y="1397782"/>
                </a:cubicBezTo>
                <a:lnTo>
                  <a:pt x="1932528" y="1411794"/>
                </a:lnTo>
                <a:lnTo>
                  <a:pt x="1886020" y="1506686"/>
                </a:lnTo>
                <a:cubicBezTo>
                  <a:pt x="1865739" y="1541662"/>
                  <a:pt x="1843020" y="1575223"/>
                  <a:pt x="1818011" y="1607115"/>
                </a:cubicBezTo>
                <a:lnTo>
                  <a:pt x="1804699" y="1638881"/>
                </a:lnTo>
                <a:lnTo>
                  <a:pt x="1802945" y="1643074"/>
                </a:lnTo>
                <a:lnTo>
                  <a:pt x="1807922" y="1681733"/>
                </a:lnTo>
                <a:lnTo>
                  <a:pt x="1879438" y="1857700"/>
                </a:lnTo>
                <a:lnTo>
                  <a:pt x="1883021" y="1874992"/>
                </a:lnTo>
                <a:lnTo>
                  <a:pt x="1885012" y="1884551"/>
                </a:lnTo>
                <a:cubicBezTo>
                  <a:pt x="1885615" y="1911566"/>
                  <a:pt x="1871656" y="1937755"/>
                  <a:pt x="1846995" y="1951895"/>
                </a:cubicBezTo>
                <a:lnTo>
                  <a:pt x="1533583" y="2131929"/>
                </a:lnTo>
                <a:cubicBezTo>
                  <a:pt x="1525422" y="2136610"/>
                  <a:pt x="1516711" y="2139617"/>
                  <a:pt x="1507873" y="2141032"/>
                </a:cubicBezTo>
                <a:lnTo>
                  <a:pt x="1487647" y="2140688"/>
                </a:lnTo>
                <a:lnTo>
                  <a:pt x="1481410" y="2140584"/>
                </a:lnTo>
                <a:lnTo>
                  <a:pt x="1481405" y="2140582"/>
                </a:lnTo>
                <a:lnTo>
                  <a:pt x="1481395" y="2140582"/>
                </a:lnTo>
                <a:cubicBezTo>
                  <a:pt x="1464049" y="2137207"/>
                  <a:pt x="1447879" y="2127793"/>
                  <a:pt x="1436257" y="2112994"/>
                </a:cubicBezTo>
                <a:lnTo>
                  <a:pt x="1318179" y="1962575"/>
                </a:lnTo>
                <a:cubicBezTo>
                  <a:pt x="1301782" y="1941489"/>
                  <a:pt x="1275434" y="1930678"/>
                  <a:pt x="1248952" y="1934172"/>
                </a:cubicBezTo>
                <a:cubicBezTo>
                  <a:pt x="1168103" y="1945496"/>
                  <a:pt x="1086070" y="1945496"/>
                  <a:pt x="1005221" y="1934172"/>
                </a:cubicBezTo>
                <a:cubicBezTo>
                  <a:pt x="978723" y="1930591"/>
                  <a:pt x="952322" y="1941383"/>
                  <a:pt x="935919" y="1962499"/>
                </a:cubicBezTo>
                <a:lnTo>
                  <a:pt x="817537" y="2113222"/>
                </a:lnTo>
                <a:cubicBezTo>
                  <a:pt x="794330" y="2142823"/>
                  <a:pt x="752905" y="2150888"/>
                  <a:pt x="720287" y="2132157"/>
                </a:cubicBezTo>
                <a:lnTo>
                  <a:pt x="407027" y="1952350"/>
                </a:lnTo>
                <a:cubicBezTo>
                  <a:pt x="374156" y="1933488"/>
                  <a:pt x="360303" y="1893223"/>
                  <a:pt x="374610" y="1858129"/>
                </a:cubicBezTo>
                <a:lnTo>
                  <a:pt x="446260" y="1681958"/>
                </a:lnTo>
                <a:cubicBezTo>
                  <a:pt x="456494" y="1657044"/>
                  <a:pt x="452623" y="1628558"/>
                  <a:pt x="436111" y="1607279"/>
                </a:cubicBezTo>
                <a:cubicBezTo>
                  <a:pt x="411234" y="1575462"/>
                  <a:pt x="388560" y="1541982"/>
                  <a:pt x="368248" y="1507075"/>
                </a:cubicBezTo>
                <a:cubicBezTo>
                  <a:pt x="347957" y="1472072"/>
                  <a:pt x="330116" y="1435705"/>
                  <a:pt x="314851" y="1398236"/>
                </a:cubicBezTo>
                <a:cubicBezTo>
                  <a:pt x="304596" y="1373472"/>
                  <a:pt x="281955" y="1356022"/>
                  <a:pt x="255395" y="1352414"/>
                </a:cubicBezTo>
                <a:lnTo>
                  <a:pt x="65288" y="1325980"/>
                </a:lnTo>
                <a:cubicBezTo>
                  <a:pt x="27843" y="1320761"/>
                  <a:pt x="-19" y="1288729"/>
                  <a:pt x="0" y="1250922"/>
                </a:cubicBezTo>
                <a:lnTo>
                  <a:pt x="151" y="891839"/>
                </a:lnTo>
                <a:cubicBezTo>
                  <a:pt x="127" y="854072"/>
                  <a:pt x="27958" y="822071"/>
                  <a:pt x="65364" y="816856"/>
                </a:cubicBezTo>
                <a:lnTo>
                  <a:pt x="255698" y="790272"/>
                </a:lnTo>
                <a:cubicBezTo>
                  <a:pt x="282239" y="786660"/>
                  <a:pt x="304856" y="769207"/>
                  <a:pt x="315078" y="744449"/>
                </a:cubicBezTo>
                <a:cubicBezTo>
                  <a:pt x="345594" y="669350"/>
                  <a:pt x="386460" y="598886"/>
                  <a:pt x="436489" y="535104"/>
                </a:cubicBezTo>
                <a:cubicBezTo>
                  <a:pt x="452943" y="513825"/>
                  <a:pt x="456784" y="485380"/>
                  <a:pt x="446563" y="460500"/>
                </a:cubicBezTo>
                <a:lnTo>
                  <a:pt x="375064" y="284480"/>
                </a:lnTo>
                <a:cubicBezTo>
                  <a:pt x="360757" y="249409"/>
                  <a:pt x="374615" y="209163"/>
                  <a:pt x="407481" y="190335"/>
                </a:cubicBezTo>
                <a:lnTo>
                  <a:pt x="720893" y="10301"/>
                </a:lnTo>
                <a:cubicBezTo>
                  <a:pt x="753531" y="-8461"/>
                  <a:pt x="794996" y="-394"/>
                  <a:pt x="818219" y="29236"/>
                </a:cubicBezTo>
                <a:lnTo>
                  <a:pt x="936298" y="179656"/>
                </a:lnTo>
                <a:cubicBezTo>
                  <a:pt x="952682" y="200752"/>
                  <a:pt x="979051" y="211542"/>
                  <a:pt x="1005524" y="207983"/>
                </a:cubicBezTo>
                <a:cubicBezTo>
                  <a:pt x="1086379" y="196722"/>
                  <a:pt x="1168407" y="196748"/>
                  <a:pt x="1249255" y="208059"/>
                </a:cubicBezTo>
                <a:cubicBezTo>
                  <a:pt x="1275748" y="211603"/>
                  <a:pt x="1302132" y="200819"/>
                  <a:pt x="1318557" y="179732"/>
                </a:cubicBezTo>
                <a:lnTo>
                  <a:pt x="1406815" y="67363"/>
                </a:lnTo>
                <a:lnTo>
                  <a:pt x="1406791" y="67349"/>
                </a:lnTo>
                <a:lnTo>
                  <a:pt x="1436921" y="28973"/>
                </a:lnTo>
                <a:cubicBezTo>
                  <a:pt x="1454344" y="6783"/>
                  <a:pt x="1482000" y="-3296"/>
                  <a:pt x="1508503" y="952"/>
                </a:cubicBezTo>
                <a:close/>
              </a:path>
            </a:pathLst>
          </a:custGeom>
          <a:solidFill>
            <a:srgbClr val="EBEBE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586" name="Google Shape;586;g3b3a45db5ed_1_3570"/>
          <p:cNvSpPr/>
          <p:nvPr/>
        </p:nvSpPr>
        <p:spPr>
          <a:xfrm rot="-3421140">
            <a:off x="10065462" y="4005339"/>
            <a:ext cx="996065" cy="937316"/>
          </a:xfrm>
          <a:custGeom>
            <a:rect b="b" l="l" r="r" t="t"/>
            <a:pathLst>
              <a:path extrusionOk="0" h="1672912" w="1777767">
                <a:moveTo>
                  <a:pt x="1156116" y="683008"/>
                </a:moveTo>
                <a:cubicBezTo>
                  <a:pt x="1070346" y="536121"/>
                  <a:pt x="882099" y="486002"/>
                  <a:pt x="734647" y="570797"/>
                </a:cubicBezTo>
                <a:cubicBezTo>
                  <a:pt x="734093" y="571114"/>
                  <a:pt x="733539" y="571433"/>
                  <a:pt x="732987" y="571753"/>
                </a:cubicBezTo>
                <a:cubicBezTo>
                  <a:pt x="586771" y="656480"/>
                  <a:pt x="536925" y="843695"/>
                  <a:pt x="621652" y="989911"/>
                </a:cubicBezTo>
                <a:cubicBezTo>
                  <a:pt x="707380" y="1136794"/>
                  <a:pt x="895609" y="1186919"/>
                  <a:pt x="1043032" y="1102122"/>
                </a:cubicBezTo>
                <a:cubicBezTo>
                  <a:pt x="1043580" y="1101810"/>
                  <a:pt x="1044128" y="1101494"/>
                  <a:pt x="1044673" y="1101179"/>
                </a:cubicBezTo>
                <a:cubicBezTo>
                  <a:pt x="1190921" y="1016478"/>
                  <a:pt x="1240816" y="829257"/>
                  <a:pt x="1156116" y="683008"/>
                </a:cubicBezTo>
                <a:close/>
                <a:moveTo>
                  <a:pt x="1772095" y="687565"/>
                </a:moveTo>
                <a:cubicBezTo>
                  <a:pt x="1775772" y="697236"/>
                  <a:pt x="1777772" y="707701"/>
                  <a:pt x="1777767" y="718581"/>
                </a:cubicBezTo>
                <a:lnTo>
                  <a:pt x="1777680" y="953902"/>
                </a:lnTo>
                <a:lnTo>
                  <a:pt x="1777676" y="953921"/>
                </a:lnTo>
                <a:lnTo>
                  <a:pt x="1777676" y="953945"/>
                </a:lnTo>
                <a:lnTo>
                  <a:pt x="1772809" y="980461"/>
                </a:lnTo>
                <a:lnTo>
                  <a:pt x="1771993" y="984910"/>
                </a:lnTo>
                <a:lnTo>
                  <a:pt x="1771992" y="984912"/>
                </a:lnTo>
                <a:lnTo>
                  <a:pt x="1771989" y="984931"/>
                </a:lnTo>
                <a:cubicBezTo>
                  <a:pt x="1768309" y="994593"/>
                  <a:pt x="1762957" y="1003460"/>
                  <a:pt x="1756258" y="1011157"/>
                </a:cubicBezTo>
                <a:lnTo>
                  <a:pt x="1756237" y="1011174"/>
                </a:lnTo>
                <a:lnTo>
                  <a:pt x="1732444" y="1030378"/>
                </a:lnTo>
                <a:cubicBezTo>
                  <a:pt x="1723379" y="1035362"/>
                  <a:pt x="1713296" y="1038797"/>
                  <a:pt x="1702523" y="1040306"/>
                </a:cubicBezTo>
                <a:lnTo>
                  <a:pt x="1653735" y="1047089"/>
                </a:lnTo>
                <a:lnTo>
                  <a:pt x="1591572" y="1055774"/>
                </a:lnTo>
                <a:cubicBezTo>
                  <a:pt x="1576459" y="1057916"/>
                  <a:pt x="1562454" y="1063925"/>
                  <a:pt x="1550723" y="1072905"/>
                </a:cubicBezTo>
                <a:lnTo>
                  <a:pt x="1533512" y="1095025"/>
                </a:lnTo>
                <a:lnTo>
                  <a:pt x="1523526" y="1107876"/>
                </a:lnTo>
                <a:lnTo>
                  <a:pt x="1507989" y="1138704"/>
                </a:lnTo>
                <a:lnTo>
                  <a:pt x="1487231" y="1179919"/>
                </a:lnTo>
                <a:cubicBezTo>
                  <a:pt x="1473742" y="1203184"/>
                  <a:pt x="1458886" y="1225656"/>
                  <a:pt x="1442731" y="1247213"/>
                </a:cubicBezTo>
                <a:cubicBezTo>
                  <a:pt x="1433508" y="1259458"/>
                  <a:pt x="1427834" y="1273673"/>
                  <a:pt x="1425901" y="1288380"/>
                </a:cubicBezTo>
                <a:lnTo>
                  <a:pt x="1428786" y="1311007"/>
                </a:lnTo>
                <a:lnTo>
                  <a:pt x="1431543" y="1332474"/>
                </a:lnTo>
                <a:lnTo>
                  <a:pt x="1444863" y="1365311"/>
                </a:lnTo>
                <a:lnTo>
                  <a:pt x="1472996" y="1434534"/>
                </a:lnTo>
                <a:cubicBezTo>
                  <a:pt x="1477101" y="1444634"/>
                  <a:pt x="1479183" y="1455103"/>
                  <a:pt x="1479405" y="1465465"/>
                </a:cubicBezTo>
                <a:lnTo>
                  <a:pt x="1476788" y="1482173"/>
                </a:lnTo>
                <a:lnTo>
                  <a:pt x="1474663" y="1495770"/>
                </a:lnTo>
                <a:cubicBezTo>
                  <a:pt x="1471333" y="1505439"/>
                  <a:pt x="1466307" y="1514524"/>
                  <a:pt x="1459748" y="1522546"/>
                </a:cubicBezTo>
                <a:lnTo>
                  <a:pt x="1455448" y="1526185"/>
                </a:lnTo>
                <a:lnTo>
                  <a:pt x="1435650" y="1542965"/>
                </a:lnTo>
                <a:lnTo>
                  <a:pt x="1296749" y="1622749"/>
                </a:lnTo>
                <a:lnTo>
                  <a:pt x="1229876" y="1661172"/>
                </a:lnTo>
                <a:cubicBezTo>
                  <a:pt x="1211102" y="1671950"/>
                  <a:pt x="1189794" y="1675017"/>
                  <a:pt x="1169841" y="1671132"/>
                </a:cubicBezTo>
                <a:lnTo>
                  <a:pt x="1155181" y="1665487"/>
                </a:lnTo>
                <a:lnTo>
                  <a:pt x="1141395" y="1660185"/>
                </a:lnTo>
                <a:cubicBezTo>
                  <a:pt x="1132575" y="1654860"/>
                  <a:pt x="1124579" y="1647892"/>
                  <a:pt x="1117893" y="1639372"/>
                </a:cubicBezTo>
                <a:lnTo>
                  <a:pt x="1096809" y="1612512"/>
                </a:lnTo>
                <a:lnTo>
                  <a:pt x="1096824" y="1612503"/>
                </a:lnTo>
                <a:lnTo>
                  <a:pt x="1049048" y="1551663"/>
                </a:lnTo>
                <a:cubicBezTo>
                  <a:pt x="1030223" y="1527733"/>
                  <a:pt x="1000287" y="1515341"/>
                  <a:pt x="970056" y="1518969"/>
                </a:cubicBezTo>
                <a:cubicBezTo>
                  <a:pt x="915718" y="1525363"/>
                  <a:pt x="860815" y="1525304"/>
                  <a:pt x="806491" y="1518795"/>
                </a:cubicBezTo>
                <a:cubicBezTo>
                  <a:pt x="776518" y="1515368"/>
                  <a:pt x="746921" y="1527788"/>
                  <a:pt x="728371" y="1551577"/>
                </a:cubicBezTo>
                <a:lnTo>
                  <a:pt x="659318" y="1639549"/>
                </a:lnTo>
                <a:cubicBezTo>
                  <a:pt x="632592" y="1673611"/>
                  <a:pt x="584919" y="1682892"/>
                  <a:pt x="547367" y="1661347"/>
                </a:cubicBezTo>
                <a:lnTo>
                  <a:pt x="341778" y="1543295"/>
                </a:lnTo>
                <a:cubicBezTo>
                  <a:pt x="303942" y="1521581"/>
                  <a:pt x="287965" y="1475254"/>
                  <a:pt x="304374" y="1434832"/>
                </a:cubicBezTo>
                <a:lnTo>
                  <a:pt x="345963" y="1332734"/>
                </a:lnTo>
                <a:cubicBezTo>
                  <a:pt x="357468" y="1304282"/>
                  <a:pt x="353198" y="1271879"/>
                  <a:pt x="334716" y="1247378"/>
                </a:cubicBezTo>
                <a:cubicBezTo>
                  <a:pt x="318674" y="1225850"/>
                  <a:pt x="303858" y="1203435"/>
                  <a:pt x="290336" y="1180242"/>
                </a:cubicBezTo>
                <a:cubicBezTo>
                  <a:pt x="276882" y="1156949"/>
                  <a:pt x="264772" y="1132904"/>
                  <a:pt x="254066" y="1108225"/>
                </a:cubicBezTo>
                <a:cubicBezTo>
                  <a:pt x="242018" y="1080172"/>
                  <a:pt x="216204" y="1060440"/>
                  <a:pt x="185972" y="1056174"/>
                </a:cubicBezTo>
                <a:lnTo>
                  <a:pt x="75156" y="1040741"/>
                </a:lnTo>
                <a:cubicBezTo>
                  <a:pt x="32051" y="1034734"/>
                  <a:pt x="-22" y="997860"/>
                  <a:pt x="0" y="954338"/>
                </a:cubicBezTo>
                <a:lnTo>
                  <a:pt x="88" y="719018"/>
                </a:lnTo>
                <a:cubicBezTo>
                  <a:pt x="54" y="675522"/>
                  <a:pt x="32084" y="638658"/>
                  <a:pt x="75156" y="632614"/>
                </a:cubicBezTo>
                <a:lnTo>
                  <a:pt x="186147" y="617182"/>
                </a:lnTo>
                <a:cubicBezTo>
                  <a:pt x="216385" y="612872"/>
                  <a:pt x="242193" y="593111"/>
                  <a:pt x="254241" y="565043"/>
                </a:cubicBezTo>
                <a:cubicBezTo>
                  <a:pt x="275587" y="515592"/>
                  <a:pt x="302686" y="468826"/>
                  <a:pt x="334977" y="425717"/>
                </a:cubicBezTo>
                <a:cubicBezTo>
                  <a:pt x="353413" y="401229"/>
                  <a:pt x="357680" y="368876"/>
                  <a:pt x="346224" y="340446"/>
                </a:cubicBezTo>
                <a:lnTo>
                  <a:pt x="304722" y="238350"/>
                </a:lnTo>
                <a:cubicBezTo>
                  <a:pt x="288340" y="197974"/>
                  <a:pt x="304272" y="151704"/>
                  <a:pt x="342039" y="129974"/>
                </a:cubicBezTo>
                <a:lnTo>
                  <a:pt x="547803" y="11746"/>
                </a:lnTo>
                <a:cubicBezTo>
                  <a:pt x="585381" y="-9807"/>
                  <a:pt x="633083" y="-526"/>
                  <a:pt x="659840" y="33544"/>
                </a:cubicBezTo>
                <a:lnTo>
                  <a:pt x="728719" y="121255"/>
                </a:lnTo>
                <a:cubicBezTo>
                  <a:pt x="747508" y="145183"/>
                  <a:pt x="777417" y="157577"/>
                  <a:pt x="807624" y="153950"/>
                </a:cubicBezTo>
                <a:cubicBezTo>
                  <a:pt x="861961" y="147557"/>
                  <a:pt x="916866" y="147615"/>
                  <a:pt x="971190" y="154126"/>
                </a:cubicBezTo>
                <a:cubicBezTo>
                  <a:pt x="1001167" y="157587"/>
                  <a:pt x="1030779" y="145160"/>
                  <a:pt x="1049310" y="121343"/>
                </a:cubicBezTo>
                <a:lnTo>
                  <a:pt x="1118362" y="33369"/>
                </a:lnTo>
                <a:cubicBezTo>
                  <a:pt x="1145119" y="-701"/>
                  <a:pt x="1192821" y="-9982"/>
                  <a:pt x="1230399" y="11572"/>
                </a:cubicBezTo>
                <a:lnTo>
                  <a:pt x="1317893" y="61813"/>
                </a:lnTo>
                <a:lnTo>
                  <a:pt x="1435976" y="129593"/>
                </a:lnTo>
                <a:cubicBezTo>
                  <a:pt x="1445436" y="135023"/>
                  <a:pt x="1453528" y="141992"/>
                  <a:pt x="1460088" y="150022"/>
                </a:cubicBezTo>
                <a:lnTo>
                  <a:pt x="1460099" y="150042"/>
                </a:lnTo>
                <a:lnTo>
                  <a:pt x="1460106" y="150047"/>
                </a:lnTo>
                <a:cubicBezTo>
                  <a:pt x="1466667" y="158077"/>
                  <a:pt x="1471694" y="167169"/>
                  <a:pt x="1475023" y="176846"/>
                </a:cubicBezTo>
                <a:lnTo>
                  <a:pt x="1478457" y="198851"/>
                </a:lnTo>
                <a:lnTo>
                  <a:pt x="1479753" y="207126"/>
                </a:lnTo>
                <a:lnTo>
                  <a:pt x="1479750" y="207136"/>
                </a:lnTo>
                <a:lnTo>
                  <a:pt x="1479752" y="207149"/>
                </a:lnTo>
                <a:lnTo>
                  <a:pt x="1478594" y="212710"/>
                </a:lnTo>
                <a:lnTo>
                  <a:pt x="1473331" y="238069"/>
                </a:lnTo>
                <a:lnTo>
                  <a:pt x="1455277" y="282441"/>
                </a:lnTo>
                <a:lnTo>
                  <a:pt x="1431805" y="340185"/>
                </a:lnTo>
                <a:lnTo>
                  <a:pt x="1427417" y="374362"/>
                </a:lnTo>
                <a:lnTo>
                  <a:pt x="1426144" y="384352"/>
                </a:lnTo>
                <a:lnTo>
                  <a:pt x="1434971" y="405967"/>
                </a:lnTo>
                <a:lnTo>
                  <a:pt x="1442992" y="425581"/>
                </a:lnTo>
                <a:cubicBezTo>
                  <a:pt x="1459107" y="447118"/>
                  <a:pt x="1473936" y="469560"/>
                  <a:pt x="1487410" y="492788"/>
                </a:cubicBezTo>
                <a:lnTo>
                  <a:pt x="1496769" y="511337"/>
                </a:lnTo>
                <a:lnTo>
                  <a:pt x="1523701" y="564694"/>
                </a:lnTo>
                <a:lnTo>
                  <a:pt x="1541138" y="587093"/>
                </a:lnTo>
                <a:lnTo>
                  <a:pt x="1550919" y="599646"/>
                </a:lnTo>
                <a:lnTo>
                  <a:pt x="1567834" y="606728"/>
                </a:lnTo>
                <a:lnTo>
                  <a:pt x="1591795" y="616746"/>
                </a:lnTo>
                <a:lnTo>
                  <a:pt x="1662829" y="626638"/>
                </a:lnTo>
                <a:lnTo>
                  <a:pt x="1702572" y="632168"/>
                </a:lnTo>
                <a:lnTo>
                  <a:pt x="1702595" y="632176"/>
                </a:lnTo>
                <a:lnTo>
                  <a:pt x="1702611" y="632178"/>
                </a:lnTo>
                <a:lnTo>
                  <a:pt x="1714021" y="635958"/>
                </a:lnTo>
                <a:lnTo>
                  <a:pt x="1732503" y="642075"/>
                </a:lnTo>
                <a:lnTo>
                  <a:pt x="1732514" y="642084"/>
                </a:lnTo>
                <a:lnTo>
                  <a:pt x="1732542" y="642093"/>
                </a:lnTo>
                <a:cubicBezTo>
                  <a:pt x="1750678" y="652056"/>
                  <a:pt x="1764740" y="668223"/>
                  <a:pt x="1772095" y="687565"/>
                </a:cubicBezTo>
                <a:close/>
              </a:path>
            </a:pathLst>
          </a:custGeom>
          <a:solidFill>
            <a:srgbClr val="EBEBE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587" name="Google Shape;587;g3b3a45db5ed_1_3570"/>
          <p:cNvPicPr preferRelativeResize="0"/>
          <p:nvPr/>
        </p:nvPicPr>
        <p:blipFill rotWithShape="1">
          <a:blip r:embed="rId2">
            <a:alphaModFix/>
          </a:blip>
          <a:srcRect b="0" l="0" r="0" t="0"/>
          <a:stretch/>
        </p:blipFill>
        <p:spPr>
          <a:xfrm>
            <a:off x="1543050" y="4357022"/>
            <a:ext cx="9105900" cy="182683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mph" presetID="8" presetSubtype="0">
                                  <p:stCondLst>
                                    <p:cond delay="0"/>
                                  </p:stCondLst>
                                  <p:childTnLst>
                                    <p:animRot by="-21600000">
                                      <p:cBhvr>
                                        <p:cTn dur="5000" fill="hold"/>
                                        <p:tgtEl>
                                          <p:spTgt spid="585"/>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584"/>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58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rainstorming+Topic+pic">
  <p:cSld name="1_Brainstorming+Topic+pic">
    <p:spTree>
      <p:nvGrpSpPr>
        <p:cNvPr id="588" name="Shape 588"/>
        <p:cNvGrpSpPr/>
        <p:nvPr/>
      </p:nvGrpSpPr>
      <p:grpSpPr>
        <a:xfrm>
          <a:off x="0" y="0"/>
          <a:ext cx="0" cy="0"/>
          <a:chOff x="0" y="0"/>
          <a:chExt cx="0" cy="0"/>
        </a:xfrm>
      </p:grpSpPr>
      <p:sp>
        <p:nvSpPr>
          <p:cNvPr id="589" name="Google Shape;589;g3b3a45db5ed_1_3597"/>
          <p:cNvSpPr txBox="1"/>
          <p:nvPr/>
        </p:nvSpPr>
        <p:spPr>
          <a:xfrm>
            <a:off x="294968" y="303255"/>
            <a:ext cx="56022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pPr>
            <a:r>
              <a:rPr b="0" i="0" lang="en-US" sz="3600" u="none" cap="none" strike="noStrike">
                <a:solidFill>
                  <a:schemeClr val="lt1"/>
                </a:solidFill>
                <a:latin typeface="Arial"/>
                <a:ea typeface="Arial"/>
                <a:cs typeface="Arial"/>
                <a:sym typeface="Arial"/>
              </a:rPr>
              <a:t>Brainstorming</a:t>
            </a:r>
            <a:endParaRPr b="0" i="0" sz="1400" u="none" cap="none" strike="noStrike">
              <a:solidFill>
                <a:srgbClr val="000000"/>
              </a:solidFill>
              <a:latin typeface="Arial"/>
              <a:ea typeface="Arial"/>
              <a:cs typeface="Arial"/>
              <a:sym typeface="Arial"/>
            </a:endParaRPr>
          </a:p>
        </p:txBody>
      </p:sp>
      <p:sp>
        <p:nvSpPr>
          <p:cNvPr id="590" name="Google Shape;590;g3b3a45db5ed_1_3597"/>
          <p:cNvSpPr txBox="1"/>
          <p:nvPr>
            <p:ph idx="1" type="body"/>
          </p:nvPr>
        </p:nvSpPr>
        <p:spPr>
          <a:xfrm>
            <a:off x="294968" y="939474"/>
            <a:ext cx="8121300" cy="1649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6000"/>
              <a:buFont typeface="Arial"/>
              <a:buNone/>
              <a:defRPr b="0" i="0" sz="6000" u="none" cap="none" strike="noStrike">
                <a:solidFill>
                  <a:srgbClr val="190094"/>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91" name="Google Shape;591;g3b3a45db5ed_1_3597"/>
          <p:cNvSpPr txBox="1"/>
          <p:nvPr>
            <p:ph idx="2" type="body"/>
          </p:nvPr>
        </p:nvSpPr>
        <p:spPr>
          <a:xfrm>
            <a:off x="501325" y="2588575"/>
            <a:ext cx="7574400" cy="3370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89"/>
                                        </p:tgtEl>
                                        <p:attrNameLst>
                                          <p:attrName>style.visibility</p:attrName>
                                        </p:attrNameLst>
                                      </p:cBhvr>
                                      <p:to>
                                        <p:strVal val="visible"/>
                                      </p:to>
                                    </p:set>
                                    <p:animEffect filter="fade" transition="in">
                                      <p:cBhvr>
                                        <p:cTn dur="500"/>
                                        <p:tgtEl>
                                          <p:spTgt spid="58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90"/>
                                        </p:tgtEl>
                                        <p:attrNameLst>
                                          <p:attrName>style.visibility</p:attrName>
                                        </p:attrNameLst>
                                      </p:cBhvr>
                                      <p:to>
                                        <p:strVal val="visible"/>
                                      </p:to>
                                    </p:set>
                                    <p:animEffect filter="fade" transition="in">
                                      <p:cBhvr>
                                        <p:cTn dur="500"/>
                                        <p:tgtEl>
                                          <p:spTgt spid="5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H+P/V+KEY)">
  <p:cSld name="Learn (H+P/V+KEY)">
    <p:spTree>
      <p:nvGrpSpPr>
        <p:cNvPr id="592" name="Shape 592"/>
        <p:cNvGrpSpPr/>
        <p:nvPr/>
      </p:nvGrpSpPr>
      <p:grpSpPr>
        <a:xfrm>
          <a:off x="0" y="0"/>
          <a:ext cx="0" cy="0"/>
          <a:chOff x="0" y="0"/>
          <a:chExt cx="0" cy="0"/>
        </a:xfrm>
      </p:grpSpPr>
      <p:sp>
        <p:nvSpPr>
          <p:cNvPr id="593" name="Google Shape;593;g3b3a45db5ed_1_3608"/>
          <p:cNvSpPr txBox="1"/>
          <p:nvPr>
            <p:ph idx="1" type="body"/>
          </p:nvPr>
        </p:nvSpPr>
        <p:spPr>
          <a:xfrm>
            <a:off x="467859" y="426852"/>
            <a:ext cx="4164300" cy="614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594" name="Google Shape;594;g3b3a45db5ed_1_3608"/>
          <p:cNvGrpSpPr/>
          <p:nvPr/>
        </p:nvGrpSpPr>
        <p:grpSpPr>
          <a:xfrm>
            <a:off x="8831541" y="5253832"/>
            <a:ext cx="256344" cy="68100"/>
            <a:chOff x="781167" y="5836673"/>
            <a:chExt cx="256344" cy="68100"/>
          </a:xfrm>
        </p:grpSpPr>
        <p:sp>
          <p:nvSpPr>
            <p:cNvPr id="595" name="Google Shape;595;g3b3a45db5ed_1_3608"/>
            <p:cNvSpPr/>
            <p:nvPr/>
          </p:nvSpPr>
          <p:spPr>
            <a:xfrm>
              <a:off x="781167" y="5836673"/>
              <a:ext cx="68100" cy="68100"/>
            </a:xfrm>
            <a:prstGeom prst="ellipse">
              <a:avLst/>
            </a:prstGeom>
            <a:solidFill>
              <a:schemeClr val="accent2"/>
            </a:solidFill>
            <a:ln cap="flat"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596" name="Google Shape;596;g3b3a45db5ed_1_3608"/>
            <p:cNvCxnSpPr/>
            <p:nvPr/>
          </p:nvCxnSpPr>
          <p:spPr>
            <a:xfrm>
              <a:off x="882411" y="5870679"/>
              <a:ext cx="155100" cy="0"/>
            </a:xfrm>
            <a:prstGeom prst="straightConnector1">
              <a:avLst/>
            </a:prstGeom>
            <a:noFill/>
            <a:ln cap="rnd" cmpd="sng" w="38100">
              <a:solidFill>
                <a:schemeClr val="accent2"/>
              </a:solidFill>
              <a:prstDash val="solid"/>
              <a:round/>
              <a:headEnd len="sm" w="sm" type="none"/>
              <a:tailEnd len="sm" w="sm" type="none"/>
            </a:ln>
          </p:spPr>
        </p:cxnSp>
      </p:grpSp>
      <p:sp>
        <p:nvSpPr>
          <p:cNvPr id="597" name="Google Shape;597;g3b3a45db5ed_1_3608"/>
          <p:cNvSpPr txBox="1"/>
          <p:nvPr>
            <p:ph idx="2" type="body"/>
          </p:nvPr>
        </p:nvSpPr>
        <p:spPr>
          <a:xfrm>
            <a:off x="9089375" y="5198950"/>
            <a:ext cx="2787600" cy="435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600"/>
              <a:buFont typeface="Arial"/>
              <a:buNone/>
              <a:defRPr b="0" i="0" sz="2600" u="none" cap="none" strike="noStrike">
                <a:solidFill>
                  <a:schemeClr val="dk1"/>
                </a:solidFill>
                <a:latin typeface="Kdam Thmor Pro"/>
                <a:ea typeface="Kdam Thmor Pro"/>
                <a:cs typeface="Kdam Thmor Pro"/>
                <a:sym typeface="Kdam Thmor Pro"/>
              </a:defRPr>
            </a:lvl1pPr>
            <a:lvl2pPr indent="-393700" lvl="1" marL="914400" marR="0" rtl="0" algn="l">
              <a:lnSpc>
                <a:spcPct val="100000"/>
              </a:lnSpc>
              <a:spcBef>
                <a:spcPts val="1000"/>
              </a:spcBef>
              <a:spcAft>
                <a:spcPts val="0"/>
              </a:spcAft>
              <a:buClr>
                <a:schemeClr val="lt1"/>
              </a:buClr>
              <a:buSzPts val="2600"/>
              <a:buFont typeface="Arial"/>
              <a:buChar char="•"/>
              <a:defRPr b="0" i="0" sz="2600" u="none" cap="none" strike="noStrike">
                <a:solidFill>
                  <a:schemeClr val="lt1"/>
                </a:solidFill>
                <a:latin typeface="Kdam Thmor Pro"/>
                <a:ea typeface="Kdam Thmor Pro"/>
                <a:cs typeface="Kdam Thmor Pro"/>
                <a:sym typeface="Kdam Thmor Pro"/>
              </a:defRPr>
            </a:lvl2pPr>
            <a:lvl3pPr indent="-381000" lvl="2" marL="1371600" marR="0" rtl="0" algn="l">
              <a:lnSpc>
                <a:spcPct val="100000"/>
              </a:lnSpc>
              <a:spcBef>
                <a:spcPts val="1000"/>
              </a:spcBef>
              <a:spcAft>
                <a:spcPts val="0"/>
              </a:spcAft>
              <a:buClr>
                <a:schemeClr val="lt1"/>
              </a:buClr>
              <a:buSzPts val="2400"/>
              <a:buFont typeface="Arial"/>
              <a:buChar char="•"/>
              <a:defRPr b="0" i="0" sz="2400" u="none" cap="none" strike="noStrike">
                <a:solidFill>
                  <a:schemeClr val="lt1"/>
                </a:solidFill>
                <a:latin typeface="Kdam Thmor Pro"/>
                <a:ea typeface="Kdam Thmor Pro"/>
                <a:cs typeface="Kdam Thmor Pro"/>
                <a:sym typeface="Kdam Thmor Pro"/>
              </a:defRPr>
            </a:lvl3pPr>
            <a:lvl4pPr indent="-368300" lvl="3" marL="1828800" marR="0" rtl="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4pPr>
            <a:lvl5pPr indent="-368300" lvl="4" marL="2286000" marR="0" rtl="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5pPr>
            <a:lvl6pPr indent="-368300" lvl="5" marL="2743200" marR="0" rtl="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6pPr>
            <a:lvl7pPr indent="-368300" lvl="6" marL="3200400" marR="0" rtl="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7pPr>
            <a:lvl8pPr indent="-368300" lvl="7" marL="3657600" marR="0" rtl="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8pPr>
            <a:lvl9pPr indent="-368300" lvl="8" marL="4114800" marR="0" rtl="0" algn="l">
              <a:lnSpc>
                <a:spcPct val="100000"/>
              </a:lnSpc>
              <a:spcBef>
                <a:spcPts val="1000"/>
              </a:spcBef>
              <a:spcAft>
                <a:spcPts val="100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9pPr>
          </a:lstStyle>
          <a:p/>
        </p:txBody>
      </p:sp>
      <p:grpSp>
        <p:nvGrpSpPr>
          <p:cNvPr id="598" name="Google Shape;598;g3b3a45db5ed_1_3608"/>
          <p:cNvGrpSpPr/>
          <p:nvPr/>
        </p:nvGrpSpPr>
        <p:grpSpPr>
          <a:xfrm>
            <a:off x="1033741" y="5253832"/>
            <a:ext cx="256344" cy="68100"/>
            <a:chOff x="781167" y="5836673"/>
            <a:chExt cx="256344" cy="68100"/>
          </a:xfrm>
        </p:grpSpPr>
        <p:sp>
          <p:nvSpPr>
            <p:cNvPr id="599" name="Google Shape;599;g3b3a45db5ed_1_3608"/>
            <p:cNvSpPr/>
            <p:nvPr/>
          </p:nvSpPr>
          <p:spPr>
            <a:xfrm>
              <a:off x="781167" y="5836673"/>
              <a:ext cx="68100" cy="68100"/>
            </a:xfrm>
            <a:prstGeom prst="ellipse">
              <a:avLst/>
            </a:prstGeom>
            <a:solidFill>
              <a:schemeClr val="accent2"/>
            </a:solidFill>
            <a:ln cap="flat"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600" name="Google Shape;600;g3b3a45db5ed_1_3608"/>
            <p:cNvCxnSpPr/>
            <p:nvPr/>
          </p:nvCxnSpPr>
          <p:spPr>
            <a:xfrm>
              <a:off x="882411" y="5870679"/>
              <a:ext cx="155100" cy="0"/>
            </a:xfrm>
            <a:prstGeom prst="straightConnector1">
              <a:avLst/>
            </a:prstGeom>
            <a:noFill/>
            <a:ln cap="rnd" cmpd="sng" w="38100">
              <a:solidFill>
                <a:schemeClr val="accent2"/>
              </a:solidFill>
              <a:prstDash val="solid"/>
              <a:round/>
              <a:headEnd len="sm" w="sm" type="none"/>
              <a:tailEnd len="sm" w="sm" type="none"/>
            </a:ln>
          </p:spPr>
        </p:cxnSp>
      </p:grpSp>
      <p:sp>
        <p:nvSpPr>
          <p:cNvPr id="601" name="Google Shape;601;g3b3a45db5ed_1_3608"/>
          <p:cNvSpPr txBox="1"/>
          <p:nvPr>
            <p:ph idx="3" type="body"/>
          </p:nvPr>
        </p:nvSpPr>
        <p:spPr>
          <a:xfrm>
            <a:off x="1291575" y="5198950"/>
            <a:ext cx="2787600" cy="435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600"/>
              <a:buFont typeface="Arial"/>
              <a:buNone/>
              <a:defRPr b="0" i="0" sz="2600" u="none" cap="none" strike="noStrike">
                <a:solidFill>
                  <a:schemeClr val="dk1"/>
                </a:solidFill>
                <a:latin typeface="Kdam Thmor Pro"/>
                <a:ea typeface="Kdam Thmor Pro"/>
                <a:cs typeface="Kdam Thmor Pro"/>
                <a:sym typeface="Kdam Thmor Pro"/>
              </a:defRPr>
            </a:lvl1pPr>
            <a:lvl2pPr indent="-393700" lvl="1" marL="914400" marR="0" rtl="0" algn="l">
              <a:lnSpc>
                <a:spcPct val="100000"/>
              </a:lnSpc>
              <a:spcBef>
                <a:spcPts val="1000"/>
              </a:spcBef>
              <a:spcAft>
                <a:spcPts val="0"/>
              </a:spcAft>
              <a:buClr>
                <a:schemeClr val="lt1"/>
              </a:buClr>
              <a:buSzPts val="2600"/>
              <a:buFont typeface="Arial"/>
              <a:buChar char="•"/>
              <a:defRPr b="0" i="0" sz="2600" u="none" cap="none" strike="noStrike">
                <a:solidFill>
                  <a:schemeClr val="lt1"/>
                </a:solidFill>
                <a:latin typeface="Kdam Thmor Pro"/>
                <a:ea typeface="Kdam Thmor Pro"/>
                <a:cs typeface="Kdam Thmor Pro"/>
                <a:sym typeface="Kdam Thmor Pro"/>
              </a:defRPr>
            </a:lvl2pPr>
            <a:lvl3pPr indent="-381000" lvl="2" marL="1371600" marR="0" rtl="0" algn="l">
              <a:lnSpc>
                <a:spcPct val="100000"/>
              </a:lnSpc>
              <a:spcBef>
                <a:spcPts val="1000"/>
              </a:spcBef>
              <a:spcAft>
                <a:spcPts val="0"/>
              </a:spcAft>
              <a:buClr>
                <a:schemeClr val="lt1"/>
              </a:buClr>
              <a:buSzPts val="2400"/>
              <a:buFont typeface="Arial"/>
              <a:buChar char="•"/>
              <a:defRPr b="0" i="0" sz="2400" u="none" cap="none" strike="noStrike">
                <a:solidFill>
                  <a:schemeClr val="lt1"/>
                </a:solidFill>
                <a:latin typeface="Kdam Thmor Pro"/>
                <a:ea typeface="Kdam Thmor Pro"/>
                <a:cs typeface="Kdam Thmor Pro"/>
                <a:sym typeface="Kdam Thmor Pro"/>
              </a:defRPr>
            </a:lvl3pPr>
            <a:lvl4pPr indent="-368300" lvl="3" marL="1828800" marR="0" rtl="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4pPr>
            <a:lvl5pPr indent="-368300" lvl="4" marL="2286000" marR="0" rtl="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5pPr>
            <a:lvl6pPr indent="-368300" lvl="5" marL="2743200" marR="0" rtl="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6pPr>
            <a:lvl7pPr indent="-368300" lvl="6" marL="3200400" marR="0" rtl="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7pPr>
            <a:lvl8pPr indent="-368300" lvl="7" marL="3657600" marR="0" rtl="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8pPr>
            <a:lvl9pPr indent="-368300" lvl="8" marL="4114800" marR="0" rtl="0" algn="l">
              <a:lnSpc>
                <a:spcPct val="100000"/>
              </a:lnSpc>
              <a:spcBef>
                <a:spcPts val="1000"/>
              </a:spcBef>
              <a:spcAft>
                <a:spcPts val="100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9pPr>
          </a:lstStyle>
          <a:p/>
        </p:txBody>
      </p:sp>
      <p:grpSp>
        <p:nvGrpSpPr>
          <p:cNvPr id="602" name="Google Shape;602;g3b3a45db5ed_1_3608"/>
          <p:cNvGrpSpPr/>
          <p:nvPr/>
        </p:nvGrpSpPr>
        <p:grpSpPr>
          <a:xfrm>
            <a:off x="4932641" y="5253832"/>
            <a:ext cx="256344" cy="68100"/>
            <a:chOff x="781167" y="5836673"/>
            <a:chExt cx="256344" cy="68100"/>
          </a:xfrm>
        </p:grpSpPr>
        <p:sp>
          <p:nvSpPr>
            <p:cNvPr id="603" name="Google Shape;603;g3b3a45db5ed_1_3608"/>
            <p:cNvSpPr/>
            <p:nvPr/>
          </p:nvSpPr>
          <p:spPr>
            <a:xfrm>
              <a:off x="781167" y="5836673"/>
              <a:ext cx="68100" cy="68100"/>
            </a:xfrm>
            <a:prstGeom prst="ellipse">
              <a:avLst/>
            </a:prstGeom>
            <a:solidFill>
              <a:schemeClr val="accent2"/>
            </a:solidFill>
            <a:ln cap="flat"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604" name="Google Shape;604;g3b3a45db5ed_1_3608"/>
            <p:cNvCxnSpPr/>
            <p:nvPr/>
          </p:nvCxnSpPr>
          <p:spPr>
            <a:xfrm>
              <a:off x="882411" y="5870679"/>
              <a:ext cx="155100" cy="0"/>
            </a:xfrm>
            <a:prstGeom prst="straightConnector1">
              <a:avLst/>
            </a:prstGeom>
            <a:noFill/>
            <a:ln cap="rnd" cmpd="sng" w="38100">
              <a:solidFill>
                <a:schemeClr val="accent2"/>
              </a:solidFill>
              <a:prstDash val="solid"/>
              <a:round/>
              <a:headEnd len="sm" w="sm" type="none"/>
              <a:tailEnd len="sm" w="sm" type="none"/>
            </a:ln>
          </p:spPr>
        </p:cxnSp>
      </p:grpSp>
      <p:sp>
        <p:nvSpPr>
          <p:cNvPr id="605" name="Google Shape;605;g3b3a45db5ed_1_3608"/>
          <p:cNvSpPr txBox="1"/>
          <p:nvPr>
            <p:ph idx="4" type="body"/>
          </p:nvPr>
        </p:nvSpPr>
        <p:spPr>
          <a:xfrm>
            <a:off x="5190475" y="5198950"/>
            <a:ext cx="2787600" cy="435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600"/>
              <a:buFont typeface="Arial"/>
              <a:buNone/>
              <a:defRPr b="0" i="0" sz="2600" u="none" cap="none" strike="noStrike">
                <a:solidFill>
                  <a:schemeClr val="dk1"/>
                </a:solidFill>
                <a:latin typeface="Kdam Thmor Pro"/>
                <a:ea typeface="Kdam Thmor Pro"/>
                <a:cs typeface="Kdam Thmor Pro"/>
                <a:sym typeface="Kdam Thmor Pro"/>
              </a:defRPr>
            </a:lvl1pPr>
            <a:lvl2pPr indent="-393700" lvl="1" marL="914400" marR="0" rtl="0" algn="l">
              <a:lnSpc>
                <a:spcPct val="100000"/>
              </a:lnSpc>
              <a:spcBef>
                <a:spcPts val="1000"/>
              </a:spcBef>
              <a:spcAft>
                <a:spcPts val="0"/>
              </a:spcAft>
              <a:buClr>
                <a:schemeClr val="lt1"/>
              </a:buClr>
              <a:buSzPts val="2600"/>
              <a:buFont typeface="Arial"/>
              <a:buChar char="•"/>
              <a:defRPr b="0" i="0" sz="2600" u="none" cap="none" strike="noStrike">
                <a:solidFill>
                  <a:schemeClr val="lt1"/>
                </a:solidFill>
                <a:latin typeface="Kdam Thmor Pro"/>
                <a:ea typeface="Kdam Thmor Pro"/>
                <a:cs typeface="Kdam Thmor Pro"/>
                <a:sym typeface="Kdam Thmor Pro"/>
              </a:defRPr>
            </a:lvl2pPr>
            <a:lvl3pPr indent="-381000" lvl="2" marL="1371600" marR="0" rtl="0" algn="l">
              <a:lnSpc>
                <a:spcPct val="100000"/>
              </a:lnSpc>
              <a:spcBef>
                <a:spcPts val="1000"/>
              </a:spcBef>
              <a:spcAft>
                <a:spcPts val="0"/>
              </a:spcAft>
              <a:buClr>
                <a:schemeClr val="lt1"/>
              </a:buClr>
              <a:buSzPts val="2400"/>
              <a:buFont typeface="Arial"/>
              <a:buChar char="•"/>
              <a:defRPr b="0" i="0" sz="2400" u="none" cap="none" strike="noStrike">
                <a:solidFill>
                  <a:schemeClr val="lt1"/>
                </a:solidFill>
                <a:latin typeface="Kdam Thmor Pro"/>
                <a:ea typeface="Kdam Thmor Pro"/>
                <a:cs typeface="Kdam Thmor Pro"/>
                <a:sym typeface="Kdam Thmor Pro"/>
              </a:defRPr>
            </a:lvl3pPr>
            <a:lvl4pPr indent="-368300" lvl="3" marL="1828800" marR="0" rtl="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4pPr>
            <a:lvl5pPr indent="-368300" lvl="4" marL="2286000" marR="0" rtl="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5pPr>
            <a:lvl6pPr indent="-368300" lvl="5" marL="2743200" marR="0" rtl="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6pPr>
            <a:lvl7pPr indent="-368300" lvl="6" marL="3200400" marR="0" rtl="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7pPr>
            <a:lvl8pPr indent="-368300" lvl="7" marL="3657600" marR="0" rtl="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8pPr>
            <a:lvl9pPr indent="-368300" lvl="8" marL="4114800" marR="0" rtl="0" algn="l">
              <a:lnSpc>
                <a:spcPct val="100000"/>
              </a:lnSpc>
              <a:spcBef>
                <a:spcPts val="1000"/>
              </a:spcBef>
              <a:spcAft>
                <a:spcPts val="100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9pPr>
          </a:lstStyle>
          <a:p/>
        </p:txBody>
      </p:sp>
      <p:sp>
        <p:nvSpPr>
          <p:cNvPr id="606" name="Google Shape;606;g3b3a45db5ed_1_3608"/>
          <p:cNvSpPr txBox="1"/>
          <p:nvPr>
            <p:ph idx="5" type="body"/>
          </p:nvPr>
        </p:nvSpPr>
        <p:spPr>
          <a:xfrm>
            <a:off x="850950" y="1041250"/>
            <a:ext cx="10490100" cy="39699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cussion/Question+pic">
  <p:cSld name="1_Discussion/Question+pic">
    <p:spTree>
      <p:nvGrpSpPr>
        <p:cNvPr id="607" name="Shape 607"/>
        <p:cNvGrpSpPr/>
        <p:nvPr/>
      </p:nvGrpSpPr>
      <p:grpSpPr>
        <a:xfrm>
          <a:off x="0" y="0"/>
          <a:ext cx="0" cy="0"/>
          <a:chOff x="0" y="0"/>
          <a:chExt cx="0" cy="0"/>
        </a:xfrm>
      </p:grpSpPr>
      <p:grpSp>
        <p:nvGrpSpPr>
          <p:cNvPr id="608" name="Google Shape;608;g3b3a45db5ed_1_3623"/>
          <p:cNvGrpSpPr/>
          <p:nvPr/>
        </p:nvGrpSpPr>
        <p:grpSpPr>
          <a:xfrm>
            <a:off x="5803718" y="1118298"/>
            <a:ext cx="5561352" cy="5357067"/>
            <a:chOff x="7462727" y="2117289"/>
            <a:chExt cx="4121046" cy="3969668"/>
          </a:xfrm>
        </p:grpSpPr>
        <p:sp>
          <p:nvSpPr>
            <p:cNvPr id="609" name="Google Shape;609;g3b3a45db5ed_1_3623"/>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0" name="Google Shape;610;g3b3a45db5ed_1_3623"/>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611" name="Google Shape;611;g3b3a45db5ed_1_3623"/>
          <p:cNvGrpSpPr/>
          <p:nvPr/>
        </p:nvGrpSpPr>
        <p:grpSpPr>
          <a:xfrm rot="-3106431">
            <a:off x="5586242" y="948750"/>
            <a:ext cx="5561179" cy="5356900"/>
            <a:chOff x="7462727" y="2117289"/>
            <a:chExt cx="4121046" cy="3969668"/>
          </a:xfrm>
        </p:grpSpPr>
        <p:sp>
          <p:nvSpPr>
            <p:cNvPr id="612" name="Google Shape;612;g3b3a45db5ed_1_3623"/>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3" name="Google Shape;613;g3b3a45db5ed_1_3623"/>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614" name="Google Shape;614;g3b3a45db5ed_1_3623"/>
          <p:cNvGrpSpPr/>
          <p:nvPr/>
        </p:nvGrpSpPr>
        <p:grpSpPr>
          <a:xfrm rot="-6988776">
            <a:off x="5722402" y="776297"/>
            <a:ext cx="5561222" cy="5356942"/>
            <a:chOff x="7462727" y="2117289"/>
            <a:chExt cx="4121046" cy="3969668"/>
          </a:xfrm>
        </p:grpSpPr>
        <p:sp>
          <p:nvSpPr>
            <p:cNvPr id="615" name="Google Shape;615;g3b3a45db5ed_1_3623"/>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6" name="Google Shape;616;g3b3a45db5ed_1_3623"/>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617" name="Google Shape;617;g3b3a45db5ed_1_3623"/>
          <p:cNvSpPr/>
          <p:nvPr>
            <p:ph idx="2" type="pic"/>
          </p:nvPr>
        </p:nvSpPr>
        <p:spPr>
          <a:xfrm>
            <a:off x="6188049" y="1305317"/>
            <a:ext cx="4649400" cy="4651500"/>
          </a:xfrm>
          <a:prstGeom prst="ellipse">
            <a:avLst/>
          </a:prstGeom>
          <a:noFill/>
          <a:ln>
            <a:noFill/>
          </a:ln>
        </p:spPr>
      </p:sp>
      <p:sp>
        <p:nvSpPr>
          <p:cNvPr id="618" name="Google Shape;618;g3b3a45db5ed_1_3623"/>
          <p:cNvSpPr txBox="1"/>
          <p:nvPr>
            <p:ph idx="1" type="body"/>
          </p:nvPr>
        </p:nvSpPr>
        <p:spPr>
          <a:xfrm>
            <a:off x="356775" y="537578"/>
            <a:ext cx="5318400" cy="1649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6000"/>
              <a:buFont typeface="Arial"/>
              <a:buNone/>
              <a:defRPr b="0" i="0" sz="6000" u="none" cap="none" strike="noStrike">
                <a:solidFill>
                  <a:srgbClr val="190094"/>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500"/>
                                        <p:tgtEl>
                                          <p:spTgt spid="6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7"/>
                                        </p:tgtEl>
                                        <p:attrNameLst>
                                          <p:attrName>style.visibility</p:attrName>
                                        </p:attrNameLst>
                                      </p:cBhvr>
                                      <p:to>
                                        <p:strVal val="visible"/>
                                      </p:to>
                                    </p:set>
                                    <p:anim calcmode="lin" valueType="num">
                                      <p:cBhvr additive="base">
                                        <p:cTn dur="500"/>
                                        <p:tgtEl>
                                          <p:spTgt spid="61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608"/>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611"/>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614"/>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earn (H+P/V)">
  <p:cSld name="1_Learn (H+P/V)">
    <p:spTree>
      <p:nvGrpSpPr>
        <p:cNvPr id="619" name="Shape 619"/>
        <p:cNvGrpSpPr/>
        <p:nvPr/>
      </p:nvGrpSpPr>
      <p:grpSpPr>
        <a:xfrm>
          <a:off x="0" y="0"/>
          <a:ext cx="0" cy="0"/>
          <a:chOff x="0" y="0"/>
          <a:chExt cx="0" cy="0"/>
        </a:xfrm>
      </p:grpSpPr>
      <p:sp>
        <p:nvSpPr>
          <p:cNvPr id="620" name="Google Shape;620;g3b3a45db5ed_1_3635"/>
          <p:cNvSpPr txBox="1"/>
          <p:nvPr>
            <p:ph idx="1" type="body"/>
          </p:nvPr>
        </p:nvSpPr>
        <p:spPr>
          <a:xfrm>
            <a:off x="467859" y="426852"/>
            <a:ext cx="4574100" cy="894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621" name="Google Shape;621;g3b3a45db5ed_1_3635"/>
          <p:cNvSpPr txBox="1"/>
          <p:nvPr>
            <p:ph idx="2" type="body"/>
          </p:nvPr>
        </p:nvSpPr>
        <p:spPr>
          <a:xfrm>
            <a:off x="850900" y="1600202"/>
            <a:ext cx="2713500" cy="46863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622" name="Google Shape;622;g3b3a45db5ed_1_3635"/>
          <p:cNvSpPr txBox="1"/>
          <p:nvPr>
            <p:ph idx="3" type="body"/>
          </p:nvPr>
        </p:nvSpPr>
        <p:spPr>
          <a:xfrm>
            <a:off x="3881535" y="1600202"/>
            <a:ext cx="7459500" cy="46863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p:cSld name="WA_3Step (H+PIC+NO.+HINT)">
    <p:spTree>
      <p:nvGrpSpPr>
        <p:cNvPr id="623" name="Shape 623"/>
        <p:cNvGrpSpPr/>
        <p:nvPr/>
      </p:nvGrpSpPr>
      <p:grpSpPr>
        <a:xfrm>
          <a:off x="0" y="0"/>
          <a:ext cx="0" cy="0"/>
          <a:chOff x="0" y="0"/>
          <a:chExt cx="0" cy="0"/>
        </a:xfrm>
      </p:grpSpPr>
      <p:grpSp>
        <p:nvGrpSpPr>
          <p:cNvPr id="624" name="Google Shape;624;g3b3a45db5ed_1_3639"/>
          <p:cNvGrpSpPr/>
          <p:nvPr/>
        </p:nvGrpSpPr>
        <p:grpSpPr>
          <a:xfrm>
            <a:off x="1984027" y="1412082"/>
            <a:ext cx="8449743" cy="4433003"/>
            <a:chOff x="-413326" y="937285"/>
            <a:chExt cx="4433003" cy="4433003"/>
          </a:xfrm>
        </p:grpSpPr>
        <p:sp>
          <p:nvSpPr>
            <p:cNvPr id="625" name="Google Shape;625;g3b3a45db5ed_1_3639"/>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626" name="Google Shape;626;g3b3a45db5ed_1_3639"/>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627" name="Google Shape;627;g3b3a45db5ed_1_3639"/>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628" name="Google Shape;628;g3b3a45db5ed_1_3639"/>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629" name="Google Shape;629;g3b3a45db5ed_1_3639"/>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630" name="Google Shape;630;g3b3a45db5ed_1_3639"/>
          <p:cNvSpPr/>
          <p:nvPr>
            <p:ph idx="2" type="pic"/>
          </p:nvPr>
        </p:nvSpPr>
        <p:spPr>
          <a:xfrm>
            <a:off x="2547257" y="1671815"/>
            <a:ext cx="7323300" cy="3913500"/>
          </a:xfrm>
          <a:prstGeom prst="rect">
            <a:avLst/>
          </a:prstGeom>
          <a:noFill/>
          <a:ln>
            <a:noFill/>
          </a:ln>
        </p:spPr>
      </p:sp>
      <p:sp>
        <p:nvSpPr>
          <p:cNvPr id="631" name="Google Shape;631;g3b3a45db5ed_1_3639"/>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632" name="Google Shape;632;g3b3a45db5ed_1_3639"/>
          <p:cNvSpPr txBox="1"/>
          <p:nvPr>
            <p:ph idx="3" type="body"/>
          </p:nvPr>
        </p:nvSpPr>
        <p:spPr>
          <a:xfrm>
            <a:off x="10881625" y="594841"/>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633" name="Shape 633"/>
        <p:cNvGrpSpPr/>
        <p:nvPr/>
      </p:nvGrpSpPr>
      <p:grpSpPr>
        <a:xfrm>
          <a:off x="0" y="0"/>
          <a:ext cx="0" cy="0"/>
          <a:chOff x="0" y="0"/>
          <a:chExt cx="0" cy="0"/>
        </a:xfrm>
      </p:grpSpPr>
      <p:sp>
        <p:nvSpPr>
          <p:cNvPr id="634" name="Google Shape;634;g3b3a45db5ed_1_3649"/>
          <p:cNvSpPr/>
          <p:nvPr/>
        </p:nvSpPr>
        <p:spPr>
          <a:xfrm>
            <a:off x="7139332" y="4800600"/>
            <a:ext cx="4580188" cy="1143436"/>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Kdam Thmor Pro"/>
              <a:ea typeface="Kdam Thmor Pro"/>
              <a:cs typeface="Kdam Thmor Pro"/>
              <a:sym typeface="Kdam Thmor Pro"/>
            </a:endParaRPr>
          </a:p>
        </p:txBody>
      </p:sp>
      <p:sp>
        <p:nvSpPr>
          <p:cNvPr id="635" name="Google Shape;635;g3b3a45db5ed_1_3649"/>
          <p:cNvSpPr/>
          <p:nvPr/>
        </p:nvSpPr>
        <p:spPr>
          <a:xfrm>
            <a:off x="5588000" y="-3009900"/>
            <a:ext cx="1016100" cy="9334500"/>
          </a:xfrm>
          <a:prstGeom prst="ellipse">
            <a:avLst/>
          </a:prstGeom>
          <a:solidFill>
            <a:srgbClr val="FC7C00">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Kdam Thmor Pro"/>
              <a:ea typeface="Kdam Thmor Pro"/>
              <a:cs typeface="Kdam Thmor Pro"/>
              <a:sym typeface="Kdam Thmor Pro"/>
            </a:endParaRPr>
          </a:p>
        </p:txBody>
      </p:sp>
      <p:grpSp>
        <p:nvGrpSpPr>
          <p:cNvPr id="636" name="Google Shape;636;g3b3a45db5ed_1_3649"/>
          <p:cNvGrpSpPr/>
          <p:nvPr/>
        </p:nvGrpSpPr>
        <p:grpSpPr>
          <a:xfrm>
            <a:off x="4736945" y="4926810"/>
            <a:ext cx="2896817" cy="2898554"/>
            <a:chOff x="4460241" y="4926810"/>
            <a:chExt cx="2896817" cy="2898554"/>
          </a:xfrm>
        </p:grpSpPr>
        <p:sp>
          <p:nvSpPr>
            <p:cNvPr id="637" name="Google Shape;637;g3b3a45db5ed_1_3649"/>
            <p:cNvSpPr txBox="1"/>
            <p:nvPr/>
          </p:nvSpPr>
          <p:spPr>
            <a:xfrm>
              <a:off x="4460241" y="4926810"/>
              <a:ext cx="2522100" cy="264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0" i="0" lang="en-US" sz="9600" u="none" cap="none" strike="noStrike">
                  <a:solidFill>
                    <a:schemeClr val="dk1"/>
                  </a:solidFill>
                  <a:latin typeface="Arial"/>
                  <a:ea typeface="Arial"/>
                  <a:cs typeface="Arial"/>
                  <a:sym typeface="Arial"/>
                </a:rPr>
                <a:t>V</a:t>
              </a:r>
              <a:endParaRPr b="0" i="0" sz="1400" u="none" cap="none" strike="noStrike">
                <a:solidFill>
                  <a:srgbClr val="000000"/>
                </a:solidFill>
                <a:latin typeface="Arial"/>
                <a:ea typeface="Arial"/>
                <a:cs typeface="Arial"/>
                <a:sym typeface="Arial"/>
              </a:endParaRPr>
            </a:p>
          </p:txBody>
        </p:sp>
        <p:sp>
          <p:nvSpPr>
            <p:cNvPr id="638" name="Google Shape;638;g3b3a45db5ed_1_3649"/>
            <p:cNvSpPr txBox="1"/>
            <p:nvPr/>
          </p:nvSpPr>
          <p:spPr>
            <a:xfrm>
              <a:off x="4834958" y="5181164"/>
              <a:ext cx="2522100" cy="264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0" i="0" lang="en-US" sz="9600" u="none" cap="none" strike="noStrike">
                  <a:solidFill>
                    <a:schemeClr val="dk1"/>
                  </a:solidFill>
                  <a:latin typeface="Arial"/>
                  <a:ea typeface="Arial"/>
                  <a:cs typeface="Arial"/>
                  <a:sym typeface="Arial"/>
                </a:rPr>
                <a:t>s</a:t>
              </a:r>
              <a:endParaRPr b="0" i="0" sz="1400" u="none" cap="none" strike="noStrike">
                <a:solidFill>
                  <a:srgbClr val="000000"/>
                </a:solidFill>
                <a:latin typeface="Arial"/>
                <a:ea typeface="Arial"/>
                <a:cs typeface="Arial"/>
                <a:sym typeface="Arial"/>
              </a:endParaRPr>
            </a:p>
          </p:txBody>
        </p:sp>
      </p:grpSp>
      <p:sp>
        <p:nvSpPr>
          <p:cNvPr id="639" name="Google Shape;639;g3b3a45db5ed_1_3649"/>
          <p:cNvSpPr/>
          <p:nvPr/>
        </p:nvSpPr>
        <p:spPr>
          <a:xfrm flipH="1">
            <a:off x="472480" y="4800600"/>
            <a:ext cx="4580188" cy="1143436"/>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Kdam Thmor Pro"/>
              <a:ea typeface="Kdam Thmor Pro"/>
              <a:cs typeface="Kdam Thmor Pro"/>
              <a:sym typeface="Kdam Thmor Pro"/>
            </a:endParaRPr>
          </a:p>
        </p:txBody>
      </p:sp>
      <p:sp>
        <p:nvSpPr>
          <p:cNvPr id="640" name="Google Shape;640;g3b3a45db5ed_1_3649"/>
          <p:cNvSpPr txBox="1"/>
          <p:nvPr>
            <p:ph idx="1" type="body"/>
          </p:nvPr>
        </p:nvSpPr>
        <p:spPr>
          <a:xfrm>
            <a:off x="472480" y="5056432"/>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3600"/>
              <a:buFont typeface="Arial"/>
              <a:buNone/>
              <a:defRPr b="0" i="0" sz="3600" u="none" cap="none" strike="noStrike">
                <a:solidFill>
                  <a:srgbClr val="FBDB1F"/>
                </a:solidFill>
                <a:latin typeface="Quicksand SemiBold"/>
                <a:ea typeface="Quicksand SemiBold"/>
                <a:cs typeface="Quicksand SemiBold"/>
                <a:sym typeface="Quicksand SemiBold"/>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641" name="Google Shape;641;g3b3a45db5ed_1_3649"/>
          <p:cNvSpPr txBox="1"/>
          <p:nvPr>
            <p:ph idx="2" type="body"/>
          </p:nvPr>
        </p:nvSpPr>
        <p:spPr>
          <a:xfrm>
            <a:off x="7139332" y="5056432"/>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3600"/>
              <a:buFont typeface="Arial"/>
              <a:buNone/>
              <a:defRPr b="0" i="0" sz="3600" u="none" cap="none" strike="noStrike">
                <a:solidFill>
                  <a:srgbClr val="FBDB1F"/>
                </a:solidFill>
                <a:latin typeface="Quicksand SemiBold"/>
                <a:ea typeface="Quicksand SemiBold"/>
                <a:cs typeface="Quicksand SemiBold"/>
                <a:sym typeface="Quicksand SemiBold"/>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642" name="Google Shape;642;g3b3a45db5ed_1_3649"/>
          <p:cNvSpPr txBox="1"/>
          <p:nvPr>
            <p:ph idx="3" type="body"/>
          </p:nvPr>
        </p:nvSpPr>
        <p:spPr>
          <a:xfrm>
            <a:off x="621905" y="448078"/>
            <a:ext cx="4279800" cy="43893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2800"/>
              <a:buFont typeface="Arial"/>
              <a:buNone/>
              <a:defRPr b="0" i="0" sz="2800" u="none" cap="none" strike="noStrike">
                <a:solidFill>
                  <a:schemeClr val="dk1"/>
                </a:solidFill>
                <a:latin typeface="Quicksand SemiBold"/>
                <a:ea typeface="Quicksand SemiBold"/>
                <a:cs typeface="Quicksand SemiBold"/>
                <a:sym typeface="Quicksand SemiBold"/>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643" name="Google Shape;643;g3b3a45db5ed_1_3649"/>
          <p:cNvSpPr txBox="1"/>
          <p:nvPr>
            <p:ph idx="4" type="body"/>
          </p:nvPr>
        </p:nvSpPr>
        <p:spPr>
          <a:xfrm>
            <a:off x="7290195" y="448078"/>
            <a:ext cx="4279800" cy="43893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2800"/>
              <a:buFont typeface="Arial"/>
              <a:buNone/>
              <a:defRPr b="0" i="0" sz="2800" u="none" cap="none" strike="noStrike">
                <a:solidFill>
                  <a:schemeClr val="dk1"/>
                </a:solidFill>
                <a:latin typeface="Quicksand SemiBold"/>
                <a:ea typeface="Quicksand SemiBold"/>
                <a:cs typeface="Quicksand SemiBold"/>
                <a:sym typeface="Quicksand SemiBold"/>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
                                        </p:tgtEl>
                                        <p:attrNameLst>
                                          <p:attrName>style.visibility</p:attrName>
                                        </p:attrNameLst>
                                      </p:cBhvr>
                                      <p:to>
                                        <p:strVal val="visible"/>
                                      </p:to>
                                    </p:set>
                                    <p:animEffect filter="fade" transition="in">
                                      <p:cBhvr>
                                        <p:cTn dur="500"/>
                                        <p:tgtEl>
                                          <p:spTgt spid="635"/>
                                        </p:tgtEl>
                                      </p:cBhvr>
                                    </p:animEffect>
                                  </p:childTnLst>
                                </p:cTn>
                              </p:par>
                              <p:par>
                                <p:cTn fill="hold" nodeType="withEffect" presetClass="entr" presetID="10" presetSubtype="0">
                                  <p:stCondLst>
                                    <p:cond delay="0"/>
                                  </p:stCondLst>
                                  <p:childTnLst>
                                    <p:set>
                                      <p:cBhvr>
                                        <p:cTn dur="1" fill="hold">
                                          <p:stCondLst>
                                            <p:cond delay="0"/>
                                          </p:stCondLst>
                                        </p:cTn>
                                        <p:tgtEl>
                                          <p:spTgt spid="634"/>
                                        </p:tgtEl>
                                        <p:attrNameLst>
                                          <p:attrName>style.visibility</p:attrName>
                                        </p:attrNameLst>
                                      </p:cBhvr>
                                      <p:to>
                                        <p:strVal val="visible"/>
                                      </p:to>
                                    </p:set>
                                    <p:animEffect filter="fade" transition="in">
                                      <p:cBhvr>
                                        <p:cTn dur="500"/>
                                        <p:tgtEl>
                                          <p:spTgt spid="634"/>
                                        </p:tgtEl>
                                      </p:cBhvr>
                                    </p:animEffect>
                                  </p:childTnLst>
                                </p:cTn>
                              </p:par>
                              <p:par>
                                <p:cTn fill="hold" nodeType="with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500"/>
                                        <p:tgtEl>
                                          <p:spTgt spid="63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500"/>
                                        <p:tgtEl>
                                          <p:spTgt spid="64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500"/>
                                        <p:tgtEl>
                                          <p:spTgt spid="64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43">
                                            <p:txEl>
                                              <p:pRg end="0" st="0"/>
                                            </p:txEl>
                                          </p:spTgt>
                                        </p:tgtEl>
                                        <p:attrNameLst>
                                          <p:attrName>style.visibility</p:attrName>
                                        </p:attrNameLst>
                                      </p:cBhvr>
                                      <p:to>
                                        <p:strVal val="visible"/>
                                      </p:to>
                                    </p:set>
                                    <p:animEffect filter="fade" transition="in">
                                      <p:cBhvr>
                                        <p:cTn dur="500"/>
                                        <p:tgtEl>
                                          <p:spTgt spid="643">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43">
                                            <p:txEl>
                                              <p:pRg end="1" st="1"/>
                                            </p:txEl>
                                          </p:spTgt>
                                        </p:tgtEl>
                                        <p:attrNameLst>
                                          <p:attrName>style.visibility</p:attrName>
                                        </p:attrNameLst>
                                      </p:cBhvr>
                                      <p:to>
                                        <p:strVal val="visible"/>
                                      </p:to>
                                    </p:set>
                                    <p:animEffect filter="fade" transition="in">
                                      <p:cBhvr>
                                        <p:cTn dur="500"/>
                                        <p:tgtEl>
                                          <p:spTgt spid="643">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643">
                                            <p:txEl>
                                              <p:pRg end="2" st="2"/>
                                            </p:txEl>
                                          </p:spTgt>
                                        </p:tgtEl>
                                        <p:attrNameLst>
                                          <p:attrName>style.visibility</p:attrName>
                                        </p:attrNameLst>
                                      </p:cBhvr>
                                      <p:to>
                                        <p:strVal val="visible"/>
                                      </p:to>
                                    </p:set>
                                    <p:animEffect filter="fade" transition="in">
                                      <p:cBhvr>
                                        <p:cTn dur="500"/>
                                        <p:tgtEl>
                                          <p:spTgt spid="643">
                                            <p:txEl>
                                              <p:pRg end="2" st="2"/>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643">
                                            <p:txEl>
                                              <p:pRg end="3" st="3"/>
                                            </p:txEl>
                                          </p:spTgt>
                                        </p:tgtEl>
                                        <p:attrNameLst>
                                          <p:attrName>style.visibility</p:attrName>
                                        </p:attrNameLst>
                                      </p:cBhvr>
                                      <p:to>
                                        <p:strVal val="visible"/>
                                      </p:to>
                                    </p:set>
                                    <p:animEffect filter="fade" transition="in">
                                      <p:cBhvr>
                                        <p:cTn dur="500"/>
                                        <p:tgtEl>
                                          <p:spTgt spid="643">
                                            <p:txEl>
                                              <p:pRg end="3" st="3"/>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643">
                                            <p:txEl>
                                              <p:pRg end="4" st="4"/>
                                            </p:txEl>
                                          </p:spTgt>
                                        </p:tgtEl>
                                        <p:attrNameLst>
                                          <p:attrName>style.visibility</p:attrName>
                                        </p:attrNameLst>
                                      </p:cBhvr>
                                      <p:to>
                                        <p:strVal val="visible"/>
                                      </p:to>
                                    </p:set>
                                    <p:animEffect filter="fade" transition="in">
                                      <p:cBhvr>
                                        <p:cTn dur="500"/>
                                        <p:tgtEl>
                                          <p:spTgt spid="643">
                                            <p:txEl>
                                              <p:pRg end="4" st="4"/>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643">
                                            <p:txEl>
                                              <p:pRg end="5" st="5"/>
                                            </p:txEl>
                                          </p:spTgt>
                                        </p:tgtEl>
                                        <p:attrNameLst>
                                          <p:attrName>style.visibility</p:attrName>
                                        </p:attrNameLst>
                                      </p:cBhvr>
                                      <p:to>
                                        <p:strVal val="visible"/>
                                      </p:to>
                                    </p:set>
                                    <p:animEffect filter="fade" transition="in">
                                      <p:cBhvr>
                                        <p:cTn dur="500"/>
                                        <p:tgtEl>
                                          <p:spTgt spid="643">
                                            <p:txEl>
                                              <p:pRg end="5" st="5"/>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643">
                                            <p:txEl>
                                              <p:pRg end="6" st="6"/>
                                            </p:txEl>
                                          </p:spTgt>
                                        </p:tgtEl>
                                        <p:attrNameLst>
                                          <p:attrName>style.visibility</p:attrName>
                                        </p:attrNameLst>
                                      </p:cBhvr>
                                      <p:to>
                                        <p:strVal val="visible"/>
                                      </p:to>
                                    </p:set>
                                    <p:animEffect filter="fade" transition="in">
                                      <p:cBhvr>
                                        <p:cTn dur="500"/>
                                        <p:tgtEl>
                                          <p:spTgt spid="643">
                                            <p:txEl>
                                              <p:pRg end="6" st="6"/>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643">
                                            <p:txEl>
                                              <p:pRg end="7" st="7"/>
                                            </p:txEl>
                                          </p:spTgt>
                                        </p:tgtEl>
                                        <p:attrNameLst>
                                          <p:attrName>style.visibility</p:attrName>
                                        </p:attrNameLst>
                                      </p:cBhvr>
                                      <p:to>
                                        <p:strVal val="visible"/>
                                      </p:to>
                                    </p:set>
                                    <p:animEffect filter="fade" transition="in">
                                      <p:cBhvr>
                                        <p:cTn dur="500"/>
                                        <p:tgtEl>
                                          <p:spTgt spid="643">
                                            <p:txEl>
                                              <p:pRg end="7" st="7"/>
                                            </p:txEl>
                                          </p:spTgt>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643">
                                            <p:txEl>
                                              <p:pRg end="8" st="8"/>
                                            </p:txEl>
                                          </p:spTgt>
                                        </p:tgtEl>
                                        <p:attrNameLst>
                                          <p:attrName>style.visibility</p:attrName>
                                        </p:attrNameLst>
                                      </p:cBhvr>
                                      <p:to>
                                        <p:strVal val="visible"/>
                                      </p:to>
                                    </p:set>
                                    <p:animEffect filter="fade" transition="in">
                                      <p:cBhvr>
                                        <p:cTn dur="500"/>
                                        <p:tgtEl>
                                          <p:spTgt spid="643">
                                            <p:txEl>
                                              <p:pRg end="8" st="8"/>
                                            </p:txEl>
                                          </p:spTgt>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642">
                                            <p:txEl>
                                              <p:pRg end="0" st="0"/>
                                            </p:txEl>
                                          </p:spTgt>
                                        </p:tgtEl>
                                        <p:attrNameLst>
                                          <p:attrName>style.visibility</p:attrName>
                                        </p:attrNameLst>
                                      </p:cBhvr>
                                      <p:to>
                                        <p:strVal val="visible"/>
                                      </p:to>
                                    </p:set>
                                    <p:animEffect filter="fade" transition="in">
                                      <p:cBhvr>
                                        <p:cTn dur="500"/>
                                        <p:tgtEl>
                                          <p:spTgt spid="642">
                                            <p:txEl>
                                              <p:pRg end="0" st="0"/>
                                            </p:txEl>
                                          </p:spTgt>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642">
                                            <p:txEl>
                                              <p:pRg end="1" st="1"/>
                                            </p:txEl>
                                          </p:spTgt>
                                        </p:tgtEl>
                                        <p:attrNameLst>
                                          <p:attrName>style.visibility</p:attrName>
                                        </p:attrNameLst>
                                      </p:cBhvr>
                                      <p:to>
                                        <p:strVal val="visible"/>
                                      </p:to>
                                    </p:set>
                                    <p:animEffect filter="fade" transition="in">
                                      <p:cBhvr>
                                        <p:cTn dur="500"/>
                                        <p:tgtEl>
                                          <p:spTgt spid="642">
                                            <p:txEl>
                                              <p:pRg end="1" st="1"/>
                                            </p:txEl>
                                          </p:spTgt>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642">
                                            <p:txEl>
                                              <p:pRg end="2" st="2"/>
                                            </p:txEl>
                                          </p:spTgt>
                                        </p:tgtEl>
                                        <p:attrNameLst>
                                          <p:attrName>style.visibility</p:attrName>
                                        </p:attrNameLst>
                                      </p:cBhvr>
                                      <p:to>
                                        <p:strVal val="visible"/>
                                      </p:to>
                                    </p:set>
                                    <p:animEffect filter="fade" transition="in">
                                      <p:cBhvr>
                                        <p:cTn dur="500"/>
                                        <p:tgtEl>
                                          <p:spTgt spid="642">
                                            <p:txEl>
                                              <p:pRg end="2" st="2"/>
                                            </p:txEl>
                                          </p:spTgt>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642">
                                            <p:txEl>
                                              <p:pRg end="3" st="3"/>
                                            </p:txEl>
                                          </p:spTgt>
                                        </p:tgtEl>
                                        <p:attrNameLst>
                                          <p:attrName>style.visibility</p:attrName>
                                        </p:attrNameLst>
                                      </p:cBhvr>
                                      <p:to>
                                        <p:strVal val="visible"/>
                                      </p:to>
                                    </p:set>
                                    <p:animEffect filter="fade" transition="in">
                                      <p:cBhvr>
                                        <p:cTn dur="500"/>
                                        <p:tgtEl>
                                          <p:spTgt spid="642">
                                            <p:txEl>
                                              <p:pRg end="3" st="3"/>
                                            </p:txEl>
                                          </p:spTgt>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642">
                                            <p:txEl>
                                              <p:pRg end="4" st="4"/>
                                            </p:txEl>
                                          </p:spTgt>
                                        </p:tgtEl>
                                        <p:attrNameLst>
                                          <p:attrName>style.visibility</p:attrName>
                                        </p:attrNameLst>
                                      </p:cBhvr>
                                      <p:to>
                                        <p:strVal val="visible"/>
                                      </p:to>
                                    </p:set>
                                    <p:animEffect filter="fade" transition="in">
                                      <p:cBhvr>
                                        <p:cTn dur="500"/>
                                        <p:tgtEl>
                                          <p:spTgt spid="642">
                                            <p:txEl>
                                              <p:pRg end="4" st="4"/>
                                            </p:txEl>
                                          </p:spTgt>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642">
                                            <p:txEl>
                                              <p:pRg end="5" st="5"/>
                                            </p:txEl>
                                          </p:spTgt>
                                        </p:tgtEl>
                                        <p:attrNameLst>
                                          <p:attrName>style.visibility</p:attrName>
                                        </p:attrNameLst>
                                      </p:cBhvr>
                                      <p:to>
                                        <p:strVal val="visible"/>
                                      </p:to>
                                    </p:set>
                                    <p:animEffect filter="fade" transition="in">
                                      <p:cBhvr>
                                        <p:cTn dur="500"/>
                                        <p:tgtEl>
                                          <p:spTgt spid="642">
                                            <p:txEl>
                                              <p:pRg end="5" st="5"/>
                                            </p:txEl>
                                          </p:spTgt>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642">
                                            <p:txEl>
                                              <p:pRg end="6" st="6"/>
                                            </p:txEl>
                                          </p:spTgt>
                                        </p:tgtEl>
                                        <p:attrNameLst>
                                          <p:attrName>style.visibility</p:attrName>
                                        </p:attrNameLst>
                                      </p:cBhvr>
                                      <p:to>
                                        <p:strVal val="visible"/>
                                      </p:to>
                                    </p:set>
                                    <p:animEffect filter="fade" transition="in">
                                      <p:cBhvr>
                                        <p:cTn dur="500"/>
                                        <p:tgtEl>
                                          <p:spTgt spid="642">
                                            <p:txEl>
                                              <p:pRg end="6" st="6"/>
                                            </p:txEl>
                                          </p:spTgt>
                                        </p:tgtEl>
                                      </p:cBhvr>
                                    </p:animEffect>
                                  </p:childTnLst>
                                </p:cTn>
                              </p:par>
                            </p:childTnLst>
                          </p:cTn>
                        </p:par>
                        <p:par>
                          <p:cTn fill="hold">
                            <p:stCondLst>
                              <p:cond delay="9500"/>
                            </p:stCondLst>
                            <p:childTnLst>
                              <p:par>
                                <p:cTn fill="hold" nodeType="afterEffect" presetClass="entr" presetID="10" presetSubtype="0">
                                  <p:stCondLst>
                                    <p:cond delay="0"/>
                                  </p:stCondLst>
                                  <p:childTnLst>
                                    <p:set>
                                      <p:cBhvr>
                                        <p:cTn dur="1" fill="hold">
                                          <p:stCondLst>
                                            <p:cond delay="0"/>
                                          </p:stCondLst>
                                        </p:cTn>
                                        <p:tgtEl>
                                          <p:spTgt spid="642">
                                            <p:txEl>
                                              <p:pRg end="7" st="7"/>
                                            </p:txEl>
                                          </p:spTgt>
                                        </p:tgtEl>
                                        <p:attrNameLst>
                                          <p:attrName>style.visibility</p:attrName>
                                        </p:attrNameLst>
                                      </p:cBhvr>
                                      <p:to>
                                        <p:strVal val="visible"/>
                                      </p:to>
                                    </p:set>
                                    <p:animEffect filter="fade" transition="in">
                                      <p:cBhvr>
                                        <p:cTn dur="500"/>
                                        <p:tgtEl>
                                          <p:spTgt spid="642">
                                            <p:txEl>
                                              <p:pRg end="7" st="7"/>
                                            </p:txEl>
                                          </p:spTgt>
                                        </p:tgtEl>
                                      </p:cBhvr>
                                    </p:animEffect>
                                  </p:childTnLst>
                                </p:cTn>
                              </p:par>
                            </p:childTnLst>
                          </p:cTn>
                        </p:par>
                        <p:par>
                          <p:cTn fill="hold">
                            <p:stCondLst>
                              <p:cond delay="10000"/>
                            </p:stCondLst>
                            <p:childTnLst>
                              <p:par>
                                <p:cTn fill="hold" nodeType="afterEffect" presetClass="entr" presetID="10" presetSubtype="0">
                                  <p:stCondLst>
                                    <p:cond delay="0"/>
                                  </p:stCondLst>
                                  <p:childTnLst>
                                    <p:set>
                                      <p:cBhvr>
                                        <p:cTn dur="1" fill="hold">
                                          <p:stCondLst>
                                            <p:cond delay="0"/>
                                          </p:stCondLst>
                                        </p:cTn>
                                        <p:tgtEl>
                                          <p:spTgt spid="642">
                                            <p:txEl>
                                              <p:pRg end="8" st="8"/>
                                            </p:txEl>
                                          </p:spTgt>
                                        </p:tgtEl>
                                        <p:attrNameLst>
                                          <p:attrName>style.visibility</p:attrName>
                                        </p:attrNameLst>
                                      </p:cBhvr>
                                      <p:to>
                                        <p:strVal val="visible"/>
                                      </p:to>
                                    </p:set>
                                    <p:animEffect filter="fade" transition="in">
                                      <p:cBhvr>
                                        <p:cTn dur="500"/>
                                        <p:tgtEl>
                                          <p:spTgt spid="642">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tep (H+PIC+NO.+HINT)">
  <p:cSld name="3Step (H+PIC+NO.+HINT)">
    <p:spTree>
      <p:nvGrpSpPr>
        <p:cNvPr id="644" name="Shape 644"/>
        <p:cNvGrpSpPr/>
        <p:nvPr/>
      </p:nvGrpSpPr>
      <p:grpSpPr>
        <a:xfrm>
          <a:off x="0" y="0"/>
          <a:ext cx="0" cy="0"/>
          <a:chOff x="0" y="0"/>
          <a:chExt cx="0" cy="0"/>
        </a:xfrm>
      </p:grpSpPr>
      <p:grpSp>
        <p:nvGrpSpPr>
          <p:cNvPr id="645" name="Google Shape;645;g3b3a45db5ed_1_3660"/>
          <p:cNvGrpSpPr/>
          <p:nvPr/>
        </p:nvGrpSpPr>
        <p:grpSpPr>
          <a:xfrm>
            <a:off x="2148127" y="1620732"/>
            <a:ext cx="8449743" cy="4433003"/>
            <a:chOff x="-413326" y="937285"/>
            <a:chExt cx="4433003" cy="4433003"/>
          </a:xfrm>
        </p:grpSpPr>
        <p:sp>
          <p:nvSpPr>
            <p:cNvPr id="646" name="Google Shape;646;g3b3a45db5ed_1_3660"/>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647" name="Google Shape;647;g3b3a45db5ed_1_3660"/>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648" name="Google Shape;648;g3b3a45db5ed_1_3660"/>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649" name="Google Shape;649;g3b3a45db5ed_1_3660"/>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650" name="Google Shape;650;g3b3a45db5ed_1_3660"/>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651" name="Google Shape;651;g3b3a45db5ed_1_3660"/>
          <p:cNvSpPr/>
          <p:nvPr>
            <p:ph idx="2" type="pic"/>
          </p:nvPr>
        </p:nvSpPr>
        <p:spPr>
          <a:xfrm>
            <a:off x="2699657" y="1900415"/>
            <a:ext cx="7323300" cy="3913500"/>
          </a:xfrm>
          <a:prstGeom prst="rect">
            <a:avLst/>
          </a:prstGeom>
          <a:noFill/>
          <a:ln>
            <a:noFill/>
          </a:ln>
        </p:spPr>
      </p:sp>
      <p:sp>
        <p:nvSpPr>
          <p:cNvPr id="652" name="Google Shape;652;g3b3a45db5ed_1_3660"/>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653" name="Google Shape;653;g3b3a45db5ed_1_3660"/>
          <p:cNvSpPr txBox="1"/>
          <p:nvPr>
            <p:ph idx="3" type="body"/>
          </p:nvPr>
        </p:nvSpPr>
        <p:spPr>
          <a:xfrm>
            <a:off x="10998200" y="591916"/>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645"/>
                                        </p:tgtEl>
                                        <p:attrNameLst>
                                          <p:attrName>style.visibility</p:attrName>
                                        </p:attrNameLst>
                                      </p:cBhvr>
                                      <p:to>
                                        <p:strVal val="visible"/>
                                      </p:to>
                                    </p:set>
                                    <p:anim calcmode="lin" valueType="num">
                                      <p:cBhvr additive="base">
                                        <p:cTn dur="2250"/>
                                        <p:tgtEl>
                                          <p:spTgt spid="645"/>
                                        </p:tgtEl>
                                        <p:attrNameLst>
                                          <p:attrName>ppt_w</p:attrName>
                                        </p:attrNameLst>
                                      </p:cBhvr>
                                      <p:tavLst>
                                        <p:tav fmla="" tm="0">
                                          <p:val>
                                            <p:strVal val="0"/>
                                          </p:val>
                                        </p:tav>
                                        <p:tav fmla="" tm="100000">
                                          <p:val>
                                            <p:strVal val="#ppt_w"/>
                                          </p:val>
                                        </p:tav>
                                      </p:tavLst>
                                    </p:anim>
                                    <p:anim calcmode="lin" valueType="num">
                                      <p:cBhvr additive="base">
                                        <p:cTn dur="2250"/>
                                        <p:tgtEl>
                                          <p:spTgt spid="645"/>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651"/>
                                        </p:tgtEl>
                                        <p:attrNameLst>
                                          <p:attrName>style.visibility</p:attrName>
                                        </p:attrNameLst>
                                      </p:cBhvr>
                                      <p:to>
                                        <p:strVal val="visible"/>
                                      </p:to>
                                    </p:set>
                                    <p:animEffect filter="fade" transition="in">
                                      <p:cBhvr>
                                        <p:cTn dur="500"/>
                                        <p:tgtEl>
                                          <p:spTgt spid="6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intro">
  <p:cSld name="lesson intro">
    <p:spTree>
      <p:nvGrpSpPr>
        <p:cNvPr id="654" name="Shape 654"/>
        <p:cNvGrpSpPr/>
        <p:nvPr/>
      </p:nvGrpSpPr>
      <p:grpSpPr>
        <a:xfrm>
          <a:off x="0" y="0"/>
          <a:ext cx="0" cy="0"/>
          <a:chOff x="0" y="0"/>
          <a:chExt cx="0" cy="0"/>
        </a:xfrm>
      </p:grpSpPr>
      <p:sp>
        <p:nvSpPr>
          <p:cNvPr id="655" name="Google Shape;655;g3b3a45db5ed_1_3670"/>
          <p:cNvSpPr txBox="1"/>
          <p:nvPr>
            <p:ph idx="1" type="body"/>
          </p:nvPr>
        </p:nvSpPr>
        <p:spPr>
          <a:xfrm>
            <a:off x="0" y="0"/>
            <a:ext cx="12192000" cy="68580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8800"/>
              <a:buFont typeface="Arial"/>
              <a:buNone/>
              <a:defRPr b="0" i="0" sz="8800" u="none" cap="none" strike="noStrike">
                <a:solidFill>
                  <a:schemeClr val="dk1"/>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esson intro">
  <p:cSld name="1_lesson intro">
    <p:spTree>
      <p:nvGrpSpPr>
        <p:cNvPr id="656" name="Shape 656"/>
        <p:cNvGrpSpPr/>
        <p:nvPr/>
      </p:nvGrpSpPr>
      <p:grpSpPr>
        <a:xfrm>
          <a:off x="0" y="0"/>
          <a:ext cx="0" cy="0"/>
          <a:chOff x="0" y="0"/>
          <a:chExt cx="0" cy="0"/>
        </a:xfrm>
      </p:grpSpPr>
      <p:sp>
        <p:nvSpPr>
          <p:cNvPr id="657" name="Google Shape;657;g3b3a45db5ed_1_3672"/>
          <p:cNvSpPr txBox="1"/>
          <p:nvPr>
            <p:ph idx="1" type="body"/>
          </p:nvPr>
        </p:nvSpPr>
        <p:spPr>
          <a:xfrm>
            <a:off x="377850" y="794601"/>
            <a:ext cx="11436300" cy="27102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8800"/>
              <a:buFont typeface="Arial"/>
              <a:buNone/>
              <a:defRPr b="0" i="0" sz="8800" u="none" cap="none" strike="noStrike">
                <a:solidFill>
                  <a:schemeClr val="dk1"/>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658" name="Google Shape;658;g3b3a45db5ed_1_3672"/>
          <p:cNvSpPr txBox="1"/>
          <p:nvPr>
            <p:ph idx="2" type="body"/>
          </p:nvPr>
        </p:nvSpPr>
        <p:spPr>
          <a:xfrm>
            <a:off x="1560000" y="3618276"/>
            <a:ext cx="9072000" cy="13479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8800"/>
              <a:buFont typeface="Arial"/>
              <a:buNone/>
              <a:defRPr b="0" i="0" sz="8800" u="none" cap="none" strike="noStrike">
                <a:solidFill>
                  <a:schemeClr val="dk1"/>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_1st">
  <p:cSld name="Learn_1st">
    <p:spTree>
      <p:nvGrpSpPr>
        <p:cNvPr id="659" name="Shape 659"/>
        <p:cNvGrpSpPr/>
        <p:nvPr/>
      </p:nvGrpSpPr>
      <p:grpSpPr>
        <a:xfrm>
          <a:off x="0" y="0"/>
          <a:ext cx="0" cy="0"/>
          <a:chOff x="0" y="0"/>
          <a:chExt cx="0" cy="0"/>
        </a:xfrm>
      </p:grpSpPr>
      <p:sp>
        <p:nvSpPr>
          <p:cNvPr id="660" name="Google Shape;660;g3b3a45db5ed_1_3675"/>
          <p:cNvSpPr/>
          <p:nvPr>
            <p:ph idx="2" type="pic"/>
          </p:nvPr>
        </p:nvSpPr>
        <p:spPr>
          <a:xfrm>
            <a:off x="2114230" y="1920640"/>
            <a:ext cx="7963500" cy="4108200"/>
          </a:xfrm>
          <a:prstGeom prst="rect">
            <a:avLst/>
          </a:prstGeom>
          <a:noFill/>
          <a:ln>
            <a:noFill/>
          </a:ln>
        </p:spPr>
      </p:sp>
      <p:sp>
        <p:nvSpPr>
          <p:cNvPr id="661" name="Google Shape;661;g3b3a45db5ed_1_3675"/>
          <p:cNvSpPr txBox="1"/>
          <p:nvPr>
            <p:ph idx="1" type="body"/>
          </p:nvPr>
        </p:nvSpPr>
        <p:spPr>
          <a:xfrm>
            <a:off x="409575" y="347725"/>
            <a:ext cx="4602300" cy="1437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662" name="Google Shape;662;g3b3a45db5ed_1_3675">
            <a:hlinkClick action="ppaction://hlinkshowjump?jump=nextslide"/>
          </p:cNvPr>
          <p:cNvPicPr preferRelativeResize="0"/>
          <p:nvPr/>
        </p:nvPicPr>
        <p:blipFill rotWithShape="1">
          <a:blip r:embed="rId2">
            <a:alphaModFix/>
          </a:blip>
          <a:srcRect b="0" l="0" r="0" t="0"/>
          <a:stretch/>
        </p:blipFill>
        <p:spPr>
          <a:xfrm>
            <a:off x="10853427" y="3445697"/>
            <a:ext cx="598343" cy="1058124"/>
          </a:xfrm>
          <a:prstGeom prst="rect">
            <a:avLst/>
          </a:prstGeom>
          <a:noFill/>
          <a:ln>
            <a:noFill/>
          </a:ln>
        </p:spPr>
      </p:pic>
    </p:spTree>
  </p:cSld>
  <p:clrMapOvr>
    <a:masterClrMapping/>
  </p:clrMapOvr>
  <p:transition spd="slow">
    <p:push/>
  </p:transition>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Question">
  <p:cSld name="Discussion/Question">
    <p:spTree>
      <p:nvGrpSpPr>
        <p:cNvPr id="663" name="Shape 663"/>
        <p:cNvGrpSpPr/>
        <p:nvPr/>
      </p:nvGrpSpPr>
      <p:grpSpPr>
        <a:xfrm>
          <a:off x="0" y="0"/>
          <a:ext cx="0" cy="0"/>
          <a:chOff x="0" y="0"/>
          <a:chExt cx="0" cy="0"/>
        </a:xfrm>
      </p:grpSpPr>
      <p:grpSp>
        <p:nvGrpSpPr>
          <p:cNvPr id="664" name="Google Shape;664;g3b3a45db5ed_1_3679"/>
          <p:cNvGrpSpPr/>
          <p:nvPr/>
        </p:nvGrpSpPr>
        <p:grpSpPr>
          <a:xfrm>
            <a:off x="5663558" y="1184007"/>
            <a:ext cx="5110509" cy="4807268"/>
            <a:chOff x="7462727" y="2117289"/>
            <a:chExt cx="4121046" cy="3969668"/>
          </a:xfrm>
        </p:grpSpPr>
        <p:sp>
          <p:nvSpPr>
            <p:cNvPr id="665" name="Google Shape;665;g3b3a45db5ed_1_3679"/>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66" name="Google Shape;666;g3b3a45db5ed_1_3679"/>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667" name="Google Shape;667;g3b3a45db5ed_1_3679"/>
          <p:cNvGrpSpPr/>
          <p:nvPr/>
        </p:nvGrpSpPr>
        <p:grpSpPr>
          <a:xfrm rot="-3066662">
            <a:off x="5500362" y="996536"/>
            <a:ext cx="5036655" cy="4878737"/>
            <a:chOff x="7462727" y="2117289"/>
            <a:chExt cx="4121046" cy="3969668"/>
          </a:xfrm>
        </p:grpSpPr>
        <p:sp>
          <p:nvSpPr>
            <p:cNvPr id="668" name="Google Shape;668;g3b3a45db5ed_1_3679"/>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69" name="Google Shape;669;g3b3a45db5ed_1_3679"/>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670" name="Google Shape;670;g3b3a45db5ed_1_3679"/>
          <p:cNvGrpSpPr/>
          <p:nvPr/>
        </p:nvGrpSpPr>
        <p:grpSpPr>
          <a:xfrm rot="-7021446">
            <a:off x="5637205" y="829648"/>
            <a:ext cx="5014746" cy="4900135"/>
            <a:chOff x="7462727" y="2117289"/>
            <a:chExt cx="4121046" cy="3969668"/>
          </a:xfrm>
        </p:grpSpPr>
        <p:sp>
          <p:nvSpPr>
            <p:cNvPr id="671" name="Google Shape;671;g3b3a45db5ed_1_3679"/>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72" name="Google Shape;672;g3b3a45db5ed_1_3679"/>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673" name="Google Shape;673;g3b3a45db5ed_1_3679"/>
          <p:cNvSpPr txBox="1"/>
          <p:nvPr>
            <p:ph idx="1" type="body"/>
          </p:nvPr>
        </p:nvSpPr>
        <p:spPr>
          <a:xfrm>
            <a:off x="309875" y="372569"/>
            <a:ext cx="4887300" cy="1479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6000"/>
              <a:buFont typeface="Arial"/>
              <a:buNone/>
              <a:defRPr b="0" i="0" sz="6000" u="none" cap="none" strike="noStrike">
                <a:solidFill>
                  <a:schemeClr val="dk1"/>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674" name="Google Shape;674;g3b3a45db5ed_1_3679"/>
          <p:cNvSpPr txBox="1"/>
          <p:nvPr>
            <p:ph idx="2" type="body"/>
          </p:nvPr>
        </p:nvSpPr>
        <p:spPr>
          <a:xfrm>
            <a:off x="6678476" y="2016359"/>
            <a:ext cx="2979300" cy="27327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50000"/>
              </a:lnSpc>
              <a:spcBef>
                <a:spcPts val="0"/>
              </a:spcBef>
              <a:spcAft>
                <a:spcPts val="0"/>
              </a:spcAft>
              <a:buClr>
                <a:schemeClr val="lt1"/>
              </a:buClr>
              <a:buSzPts val="3200"/>
              <a:buFont typeface="Arial"/>
              <a:buNone/>
              <a:defRPr b="0" i="0" sz="3200" u="none" cap="none" strike="noStrike">
                <a:solidFill>
                  <a:schemeClr val="dk1"/>
                </a:solidFill>
                <a:latin typeface="Quicksand SemiBold"/>
                <a:ea typeface="Quicksand SemiBold"/>
                <a:cs typeface="Quicksand SemiBold"/>
                <a:sym typeface="Quicksand SemiBold"/>
              </a:defRPr>
            </a:lvl1pPr>
            <a:lvl2pPr indent="-330200" lvl="1" marL="914400" marR="0" rtl="0" algn="l">
              <a:lnSpc>
                <a:spcPct val="100000"/>
              </a:lnSpc>
              <a:spcBef>
                <a:spcPts val="15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73"/>
                                        </p:tgtEl>
                                        <p:attrNameLst>
                                          <p:attrName>style.visibility</p:attrName>
                                        </p:attrNameLst>
                                      </p:cBhvr>
                                      <p:to>
                                        <p:strVal val="visible"/>
                                      </p:to>
                                    </p:set>
                                    <p:animEffect filter="fade" transition="in">
                                      <p:cBhvr>
                                        <p:cTn dur="500"/>
                                        <p:tgtEl>
                                          <p:spTgt spid="6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4">
                                            <p:txEl>
                                              <p:pRg end="0" st="0"/>
                                            </p:txEl>
                                          </p:spTgt>
                                        </p:tgtEl>
                                        <p:attrNameLst>
                                          <p:attrName>style.visibility</p:attrName>
                                        </p:attrNameLst>
                                      </p:cBhvr>
                                      <p:to>
                                        <p:strVal val="visible"/>
                                      </p:to>
                                    </p:set>
                                    <p:animEffect filter="fade" transition="in">
                                      <p:cBhvr>
                                        <p:cTn dur="500"/>
                                        <p:tgtEl>
                                          <p:spTgt spid="6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4">
                                            <p:txEl>
                                              <p:pRg end="1" st="1"/>
                                            </p:txEl>
                                          </p:spTgt>
                                        </p:tgtEl>
                                        <p:attrNameLst>
                                          <p:attrName>style.visibility</p:attrName>
                                        </p:attrNameLst>
                                      </p:cBhvr>
                                      <p:to>
                                        <p:strVal val="visible"/>
                                      </p:to>
                                    </p:set>
                                    <p:animEffect filter="fade" transition="in">
                                      <p:cBhvr>
                                        <p:cTn dur="500"/>
                                        <p:tgtEl>
                                          <p:spTgt spid="6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4">
                                            <p:txEl>
                                              <p:pRg end="2" st="2"/>
                                            </p:txEl>
                                          </p:spTgt>
                                        </p:tgtEl>
                                        <p:attrNameLst>
                                          <p:attrName>style.visibility</p:attrName>
                                        </p:attrNameLst>
                                      </p:cBhvr>
                                      <p:to>
                                        <p:strVal val="visible"/>
                                      </p:to>
                                    </p:set>
                                    <p:animEffect filter="fade" transition="in">
                                      <p:cBhvr>
                                        <p:cTn dur="500"/>
                                        <p:tgtEl>
                                          <p:spTgt spid="6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4">
                                            <p:txEl>
                                              <p:pRg end="3" st="3"/>
                                            </p:txEl>
                                          </p:spTgt>
                                        </p:tgtEl>
                                        <p:attrNameLst>
                                          <p:attrName>style.visibility</p:attrName>
                                        </p:attrNameLst>
                                      </p:cBhvr>
                                      <p:to>
                                        <p:strVal val="visible"/>
                                      </p:to>
                                    </p:set>
                                    <p:animEffect filter="fade" transition="in">
                                      <p:cBhvr>
                                        <p:cTn dur="500"/>
                                        <p:tgtEl>
                                          <p:spTgt spid="6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4">
                                            <p:txEl>
                                              <p:pRg end="4" st="4"/>
                                            </p:txEl>
                                          </p:spTgt>
                                        </p:tgtEl>
                                        <p:attrNameLst>
                                          <p:attrName>style.visibility</p:attrName>
                                        </p:attrNameLst>
                                      </p:cBhvr>
                                      <p:to>
                                        <p:strVal val="visible"/>
                                      </p:to>
                                    </p:set>
                                    <p:animEffect filter="fade" transition="in">
                                      <p:cBhvr>
                                        <p:cTn dur="500"/>
                                        <p:tgtEl>
                                          <p:spTgt spid="6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4">
                                            <p:txEl>
                                              <p:pRg end="5" st="5"/>
                                            </p:txEl>
                                          </p:spTgt>
                                        </p:tgtEl>
                                        <p:attrNameLst>
                                          <p:attrName>style.visibility</p:attrName>
                                        </p:attrNameLst>
                                      </p:cBhvr>
                                      <p:to>
                                        <p:strVal val="visible"/>
                                      </p:to>
                                    </p:set>
                                    <p:animEffect filter="fade" transition="in">
                                      <p:cBhvr>
                                        <p:cTn dur="500"/>
                                        <p:tgtEl>
                                          <p:spTgt spid="67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4">
                                            <p:txEl>
                                              <p:pRg end="6" st="6"/>
                                            </p:txEl>
                                          </p:spTgt>
                                        </p:tgtEl>
                                        <p:attrNameLst>
                                          <p:attrName>style.visibility</p:attrName>
                                        </p:attrNameLst>
                                      </p:cBhvr>
                                      <p:to>
                                        <p:strVal val="visible"/>
                                      </p:to>
                                    </p:set>
                                    <p:animEffect filter="fade" transition="in">
                                      <p:cBhvr>
                                        <p:cTn dur="500"/>
                                        <p:tgtEl>
                                          <p:spTgt spid="67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4">
                                            <p:txEl>
                                              <p:pRg end="7" st="7"/>
                                            </p:txEl>
                                          </p:spTgt>
                                        </p:tgtEl>
                                        <p:attrNameLst>
                                          <p:attrName>style.visibility</p:attrName>
                                        </p:attrNameLst>
                                      </p:cBhvr>
                                      <p:to>
                                        <p:strVal val="visible"/>
                                      </p:to>
                                    </p:set>
                                    <p:animEffect filter="fade" transition="in">
                                      <p:cBhvr>
                                        <p:cTn dur="500"/>
                                        <p:tgtEl>
                                          <p:spTgt spid="67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4">
                                            <p:txEl>
                                              <p:pRg end="8" st="8"/>
                                            </p:txEl>
                                          </p:spTgt>
                                        </p:tgtEl>
                                        <p:attrNameLst>
                                          <p:attrName>style.visibility</p:attrName>
                                        </p:attrNameLst>
                                      </p:cBhvr>
                                      <p:to>
                                        <p:strVal val="visible"/>
                                      </p:to>
                                    </p:set>
                                    <p:animEffect filter="fade" transition="in">
                                      <p:cBhvr>
                                        <p:cTn dur="500"/>
                                        <p:tgtEl>
                                          <p:spTgt spid="67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664"/>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667"/>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670"/>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Topic+pic">
  <p:cSld name="Brainstorming+Topic+pic">
    <p:spTree>
      <p:nvGrpSpPr>
        <p:cNvPr id="675" name="Shape 675"/>
        <p:cNvGrpSpPr/>
        <p:nvPr/>
      </p:nvGrpSpPr>
      <p:grpSpPr>
        <a:xfrm>
          <a:off x="0" y="0"/>
          <a:ext cx="0" cy="0"/>
          <a:chOff x="0" y="0"/>
          <a:chExt cx="0" cy="0"/>
        </a:xfrm>
      </p:grpSpPr>
      <p:sp>
        <p:nvSpPr>
          <p:cNvPr id="676" name="Google Shape;676;g3b3a45db5ed_1_3691"/>
          <p:cNvSpPr txBox="1"/>
          <p:nvPr/>
        </p:nvSpPr>
        <p:spPr>
          <a:xfrm>
            <a:off x="294968" y="303255"/>
            <a:ext cx="56022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3600"/>
              <a:buFont typeface="Arial"/>
              <a:buNone/>
            </a:pPr>
            <a:r>
              <a:rPr b="0" i="0" lang="en-US" sz="3600" u="none" cap="none" strike="noStrike">
                <a:solidFill>
                  <a:schemeClr val="dk1"/>
                </a:solidFill>
                <a:latin typeface="Arial"/>
                <a:ea typeface="Arial"/>
                <a:cs typeface="Arial"/>
                <a:sym typeface="Arial"/>
              </a:rPr>
              <a:t>Brainstorming</a:t>
            </a:r>
            <a:endParaRPr b="0" i="0" sz="1400" u="none" cap="none" strike="noStrike">
              <a:solidFill>
                <a:srgbClr val="000000"/>
              </a:solidFill>
              <a:latin typeface="Arial"/>
              <a:ea typeface="Arial"/>
              <a:cs typeface="Arial"/>
              <a:sym typeface="Arial"/>
            </a:endParaRPr>
          </a:p>
        </p:txBody>
      </p:sp>
      <p:sp>
        <p:nvSpPr>
          <p:cNvPr id="677" name="Google Shape;677;g3b3a45db5ed_1_3691"/>
          <p:cNvSpPr txBox="1"/>
          <p:nvPr>
            <p:ph idx="1" type="body"/>
          </p:nvPr>
        </p:nvSpPr>
        <p:spPr>
          <a:xfrm>
            <a:off x="294968" y="939474"/>
            <a:ext cx="8121300" cy="1649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6000"/>
              <a:buFont typeface="Arial"/>
              <a:buNone/>
              <a:defRPr b="0" i="0" sz="6000" u="none" cap="none" strike="noStrike">
                <a:solidFill>
                  <a:srgbClr val="3F3F3F"/>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678" name="Google Shape;678;g3b3a45db5ed_1_3691"/>
          <p:cNvSpPr txBox="1"/>
          <p:nvPr>
            <p:ph idx="2" type="body"/>
          </p:nvPr>
        </p:nvSpPr>
        <p:spPr>
          <a:xfrm>
            <a:off x="294975" y="2857500"/>
            <a:ext cx="8121300" cy="3054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800"/>
              <a:buFont typeface="Arial"/>
              <a:buNone/>
              <a:defRPr b="0" i="0" sz="1800" u="none" cap="none" strike="noStrike">
                <a:solidFill>
                  <a:schemeClr val="dk1"/>
                </a:solidFill>
                <a:latin typeface="Quicksand"/>
                <a:ea typeface="Quicksand"/>
                <a:cs typeface="Quicksand"/>
                <a:sym typeface="Quicksand"/>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76"/>
                                        </p:tgtEl>
                                        <p:attrNameLst>
                                          <p:attrName>style.visibility</p:attrName>
                                        </p:attrNameLst>
                                      </p:cBhvr>
                                      <p:to>
                                        <p:strVal val="visible"/>
                                      </p:to>
                                    </p:set>
                                    <p:animEffect filter="fade" transition="in">
                                      <p:cBhvr>
                                        <p:cTn dur="500"/>
                                        <p:tgtEl>
                                          <p:spTgt spid="67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77"/>
                                        </p:tgtEl>
                                        <p:attrNameLst>
                                          <p:attrName>style.visibility</p:attrName>
                                        </p:attrNameLst>
                                      </p:cBhvr>
                                      <p:to>
                                        <p:strVal val="visible"/>
                                      </p:to>
                                    </p:set>
                                    <p:animEffect filter="fade" transition="in">
                                      <p:cBhvr>
                                        <p:cTn dur="500"/>
                                        <p:tgtEl>
                                          <p:spTgt spid="6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p:cSld name="Learn">
    <p:spTree>
      <p:nvGrpSpPr>
        <p:cNvPr id="679" name="Shape 679"/>
        <p:cNvGrpSpPr/>
        <p:nvPr/>
      </p:nvGrpSpPr>
      <p:grpSpPr>
        <a:xfrm>
          <a:off x="0" y="0"/>
          <a:ext cx="0" cy="0"/>
          <a:chOff x="0" y="0"/>
          <a:chExt cx="0" cy="0"/>
        </a:xfrm>
      </p:grpSpPr>
      <p:sp>
        <p:nvSpPr>
          <p:cNvPr id="680" name="Google Shape;680;g3b3a45db5ed_1_3695"/>
          <p:cNvSpPr/>
          <p:nvPr>
            <p:ph idx="2" type="pic"/>
          </p:nvPr>
        </p:nvSpPr>
        <p:spPr>
          <a:xfrm>
            <a:off x="2114255" y="1427165"/>
            <a:ext cx="7963500" cy="4108200"/>
          </a:xfrm>
          <a:prstGeom prst="rect">
            <a:avLst/>
          </a:prstGeom>
          <a:noFill/>
          <a:ln>
            <a:noFill/>
          </a:ln>
        </p:spPr>
      </p:sp>
      <p:sp>
        <p:nvSpPr>
          <p:cNvPr id="681" name="Google Shape;681;g3b3a45db5ed_1_3695"/>
          <p:cNvSpPr txBox="1"/>
          <p:nvPr>
            <p:ph idx="1" type="body"/>
          </p:nvPr>
        </p:nvSpPr>
        <p:spPr>
          <a:xfrm>
            <a:off x="409575" y="347725"/>
            <a:ext cx="4602300" cy="1437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682" name="Google Shape;682;g3b3a45db5ed_1_3695">
            <a:hlinkClick action="ppaction://hlinkshowjump?jump=nextslide"/>
          </p:cNvPr>
          <p:cNvPicPr preferRelativeResize="0"/>
          <p:nvPr/>
        </p:nvPicPr>
        <p:blipFill rotWithShape="1">
          <a:blip r:embed="rId2">
            <a:alphaModFix/>
          </a:blip>
          <a:srcRect b="0" l="0" r="0" t="0"/>
          <a:stretch/>
        </p:blipFill>
        <p:spPr>
          <a:xfrm>
            <a:off x="10853427" y="3217097"/>
            <a:ext cx="598343" cy="1058124"/>
          </a:xfrm>
          <a:prstGeom prst="rect">
            <a:avLst/>
          </a:prstGeom>
          <a:noFill/>
          <a:ln>
            <a:noFill/>
          </a:ln>
        </p:spPr>
      </p:pic>
      <p:pic>
        <p:nvPicPr>
          <p:cNvPr id="683" name="Google Shape;683;g3b3a45db5ed_1_3695">
            <a:hlinkClick action="ppaction://hlinkshowjump?jump=previousslide"/>
          </p:cNvPr>
          <p:cNvPicPr preferRelativeResize="0"/>
          <p:nvPr/>
        </p:nvPicPr>
        <p:blipFill rotWithShape="1">
          <a:blip r:embed="rId3">
            <a:alphaModFix/>
          </a:blip>
          <a:srcRect b="0" l="0" r="0" t="0"/>
          <a:stretch/>
        </p:blipFill>
        <p:spPr>
          <a:xfrm flipH="1" rot="10800000">
            <a:off x="736648" y="3217097"/>
            <a:ext cx="601925" cy="1058124"/>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ng">
  <p:cSld name="Testing">
    <p:spTree>
      <p:nvGrpSpPr>
        <p:cNvPr id="684" name="Shape 684"/>
        <p:cNvGrpSpPr/>
        <p:nvPr/>
      </p:nvGrpSpPr>
      <p:grpSpPr>
        <a:xfrm>
          <a:off x="0" y="0"/>
          <a:ext cx="0" cy="0"/>
          <a:chOff x="0" y="0"/>
          <a:chExt cx="0" cy="0"/>
        </a:xfrm>
      </p:grpSpPr>
      <p:pic>
        <p:nvPicPr>
          <p:cNvPr id="685" name="Google Shape;685;g3b3a45db5ed_1_3700"/>
          <p:cNvPicPr preferRelativeResize="0"/>
          <p:nvPr/>
        </p:nvPicPr>
        <p:blipFill rotWithShape="1">
          <a:blip r:embed="rId2">
            <a:alphaModFix/>
          </a:blip>
          <a:srcRect b="0" l="0" r="0" t="0"/>
          <a:stretch/>
        </p:blipFill>
        <p:spPr>
          <a:xfrm>
            <a:off x="17460400" y="695862"/>
            <a:ext cx="741875" cy="741875"/>
          </a:xfrm>
          <a:prstGeom prst="rect">
            <a:avLst/>
          </a:prstGeom>
          <a:noFill/>
          <a:ln>
            <a:noFill/>
          </a:ln>
        </p:spPr>
      </p:pic>
      <p:sp>
        <p:nvSpPr>
          <p:cNvPr id="686" name="Google Shape;686;g3b3a45db5ed_1_3700"/>
          <p:cNvSpPr txBox="1"/>
          <p:nvPr/>
        </p:nvSpPr>
        <p:spPr>
          <a:xfrm>
            <a:off x="452100" y="515275"/>
            <a:ext cx="3398400" cy="212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Arial"/>
                <a:ea typeface="Arial"/>
                <a:cs typeface="Arial"/>
                <a:sym typeface="Arial"/>
              </a:rPr>
              <a:t>Make &amp; Testing </a:t>
            </a:r>
            <a:endParaRPr b="0" i="0" sz="5400" u="none" cap="none" strike="noStrike">
              <a:solidFill>
                <a:schemeClr val="dk1"/>
              </a:solidFill>
              <a:latin typeface="Arial"/>
              <a:ea typeface="Arial"/>
              <a:cs typeface="Arial"/>
              <a:sym typeface="Arial"/>
            </a:endParaRPr>
          </a:p>
        </p:txBody>
      </p:sp>
      <p:sp>
        <p:nvSpPr>
          <p:cNvPr id="687" name="Google Shape;687;g3b3a45db5ed_1_3700"/>
          <p:cNvSpPr/>
          <p:nvPr/>
        </p:nvSpPr>
        <p:spPr>
          <a:xfrm rot="-1782754">
            <a:off x="10499163" y="2267585"/>
            <a:ext cx="1152318" cy="1084353"/>
          </a:xfrm>
          <a:custGeom>
            <a:rect b="b" l="l" r="r" t="t"/>
            <a:pathLst>
              <a:path extrusionOk="0" h="1972325" w="2095947">
                <a:moveTo>
                  <a:pt x="1207211" y="660929"/>
                </a:moveTo>
                <a:cubicBezTo>
                  <a:pt x="1102223" y="610125"/>
                  <a:pt x="974784" y="610474"/>
                  <a:pt x="866133" y="672956"/>
                </a:cubicBezTo>
                <a:cubicBezTo>
                  <a:pt x="865479" y="673330"/>
                  <a:pt x="864826" y="673706"/>
                  <a:pt x="864175" y="674083"/>
                </a:cubicBezTo>
                <a:cubicBezTo>
                  <a:pt x="691790" y="773974"/>
                  <a:pt x="633022" y="994696"/>
                  <a:pt x="732913" y="1167082"/>
                </a:cubicBezTo>
                <a:cubicBezTo>
                  <a:pt x="833985" y="1340254"/>
                  <a:pt x="1055902" y="1399350"/>
                  <a:pt x="1229711" y="1299375"/>
                </a:cubicBezTo>
                <a:cubicBezTo>
                  <a:pt x="1230357" y="1299008"/>
                  <a:pt x="1231003" y="1298636"/>
                  <a:pt x="1231646" y="1298264"/>
                </a:cubicBezTo>
                <a:cubicBezTo>
                  <a:pt x="1404069" y="1198404"/>
                  <a:pt x="1462894" y="977675"/>
                  <a:pt x="1363033" y="805250"/>
                </a:cubicBezTo>
                <a:cubicBezTo>
                  <a:pt x="1325114" y="740309"/>
                  <a:pt x="1270203" y="691412"/>
                  <a:pt x="1207211" y="660929"/>
                </a:cubicBezTo>
                <a:close/>
                <a:moveTo>
                  <a:pt x="1450613" y="13643"/>
                </a:moveTo>
                <a:lnTo>
                  <a:pt x="1553483" y="72713"/>
                </a:lnTo>
                <a:lnTo>
                  <a:pt x="1692983" y="152786"/>
                </a:lnTo>
                <a:cubicBezTo>
                  <a:pt x="1704136" y="159188"/>
                  <a:pt x="1713676" y="167404"/>
                  <a:pt x="1721411" y="176872"/>
                </a:cubicBezTo>
                <a:lnTo>
                  <a:pt x="1721423" y="176895"/>
                </a:lnTo>
                <a:lnTo>
                  <a:pt x="1721432" y="176902"/>
                </a:lnTo>
                <a:cubicBezTo>
                  <a:pt x="1729167" y="186369"/>
                  <a:pt x="1735094" y="197088"/>
                  <a:pt x="1739019" y="208496"/>
                </a:cubicBezTo>
                <a:lnTo>
                  <a:pt x="1743058" y="234383"/>
                </a:lnTo>
                <a:lnTo>
                  <a:pt x="1744594" y="244195"/>
                </a:lnTo>
                <a:lnTo>
                  <a:pt x="1744592" y="244208"/>
                </a:lnTo>
                <a:lnTo>
                  <a:pt x="1744594" y="244223"/>
                </a:lnTo>
                <a:lnTo>
                  <a:pt x="1743221" y="250812"/>
                </a:lnTo>
                <a:lnTo>
                  <a:pt x="1737024" y="280677"/>
                </a:lnTo>
                <a:lnTo>
                  <a:pt x="1715725" y="333022"/>
                </a:lnTo>
                <a:lnTo>
                  <a:pt x="1688065" y="401070"/>
                </a:lnTo>
                <a:lnTo>
                  <a:pt x="1682909" y="441239"/>
                </a:lnTo>
                <a:lnTo>
                  <a:pt x="1681392" y="453141"/>
                </a:lnTo>
                <a:lnTo>
                  <a:pt x="1691837" y="478722"/>
                </a:lnTo>
                <a:lnTo>
                  <a:pt x="1701254" y="501750"/>
                </a:lnTo>
                <a:lnTo>
                  <a:pt x="1750706" y="576574"/>
                </a:lnTo>
                <a:lnTo>
                  <a:pt x="1753602" y="580954"/>
                </a:lnTo>
                <a:lnTo>
                  <a:pt x="1753602" y="580955"/>
                </a:lnTo>
                <a:lnTo>
                  <a:pt x="1753622" y="580985"/>
                </a:lnTo>
                <a:lnTo>
                  <a:pt x="1764252" y="602054"/>
                </a:lnTo>
                <a:lnTo>
                  <a:pt x="1796408" y="665761"/>
                </a:lnTo>
                <a:lnTo>
                  <a:pt x="1817180" y="692444"/>
                </a:lnTo>
                <a:lnTo>
                  <a:pt x="1828498" y="706969"/>
                </a:lnTo>
                <a:lnTo>
                  <a:pt x="1847963" y="715119"/>
                </a:lnTo>
                <a:lnTo>
                  <a:pt x="1876690" y="727128"/>
                </a:lnTo>
                <a:lnTo>
                  <a:pt x="1961530" y="738943"/>
                </a:lnTo>
                <a:lnTo>
                  <a:pt x="2007293" y="745311"/>
                </a:lnTo>
                <a:lnTo>
                  <a:pt x="2007320" y="745320"/>
                </a:lnTo>
                <a:lnTo>
                  <a:pt x="2007339" y="745323"/>
                </a:lnTo>
                <a:lnTo>
                  <a:pt x="2021741" y="750093"/>
                </a:lnTo>
                <a:lnTo>
                  <a:pt x="2042582" y="756992"/>
                </a:lnTo>
                <a:lnTo>
                  <a:pt x="2042593" y="757001"/>
                </a:lnTo>
                <a:lnTo>
                  <a:pt x="2042627" y="757012"/>
                </a:lnTo>
                <a:cubicBezTo>
                  <a:pt x="2074700" y="774632"/>
                  <a:pt x="2095966" y="808707"/>
                  <a:pt x="2095947" y="847190"/>
                </a:cubicBezTo>
                <a:lnTo>
                  <a:pt x="2095844" y="1124628"/>
                </a:lnTo>
                <a:lnTo>
                  <a:pt x="2095839" y="1124651"/>
                </a:lnTo>
                <a:lnTo>
                  <a:pt x="2095839" y="1124679"/>
                </a:lnTo>
                <a:lnTo>
                  <a:pt x="2090268" y="1155030"/>
                </a:lnTo>
                <a:lnTo>
                  <a:pt x="2089139" y="1161186"/>
                </a:lnTo>
                <a:lnTo>
                  <a:pt x="2089138" y="1161188"/>
                </a:lnTo>
                <a:lnTo>
                  <a:pt x="2089134" y="1161211"/>
                </a:lnTo>
                <a:cubicBezTo>
                  <a:pt x="2084796" y="1172601"/>
                  <a:pt x="2078485" y="1183056"/>
                  <a:pt x="2070588" y="1192131"/>
                </a:cubicBezTo>
                <a:lnTo>
                  <a:pt x="2070033" y="1192579"/>
                </a:lnTo>
                <a:lnTo>
                  <a:pt x="2042512" y="1214791"/>
                </a:lnTo>
                <a:cubicBezTo>
                  <a:pt x="2031825" y="1220667"/>
                  <a:pt x="2019937" y="1224717"/>
                  <a:pt x="2007236" y="1226496"/>
                </a:cubicBezTo>
                <a:lnTo>
                  <a:pt x="1950363" y="1234404"/>
                </a:lnTo>
                <a:lnTo>
                  <a:pt x="1876427" y="1244733"/>
                </a:lnTo>
                <a:cubicBezTo>
                  <a:pt x="1858610" y="1247259"/>
                  <a:pt x="1842097" y="1254343"/>
                  <a:pt x="1828266" y="1264930"/>
                </a:cubicBezTo>
                <a:lnTo>
                  <a:pt x="1807884" y="1291126"/>
                </a:lnTo>
                <a:lnTo>
                  <a:pt x="1796202" y="1306160"/>
                </a:lnTo>
                <a:lnTo>
                  <a:pt x="1778069" y="1342140"/>
                </a:lnTo>
                <a:lnTo>
                  <a:pt x="1753411" y="1391097"/>
                </a:lnTo>
                <a:cubicBezTo>
                  <a:pt x="1737509" y="1418526"/>
                  <a:pt x="1719994" y="1445020"/>
                  <a:pt x="1700947" y="1470436"/>
                </a:cubicBezTo>
                <a:cubicBezTo>
                  <a:pt x="1690074" y="1484872"/>
                  <a:pt x="1683384" y="1501631"/>
                  <a:pt x="1681105" y="1518970"/>
                </a:cubicBezTo>
                <a:lnTo>
                  <a:pt x="1684507" y="1545650"/>
                </a:lnTo>
                <a:lnTo>
                  <a:pt x="1687757" y="1570956"/>
                </a:lnTo>
                <a:lnTo>
                  <a:pt x="1703486" y="1609731"/>
                </a:lnTo>
                <a:lnTo>
                  <a:pt x="1736629" y="1691283"/>
                </a:lnTo>
                <a:cubicBezTo>
                  <a:pt x="1741468" y="1703190"/>
                  <a:pt x="1743922" y="1715533"/>
                  <a:pt x="1744185" y="1727750"/>
                </a:cubicBezTo>
                <a:lnTo>
                  <a:pt x="1741109" y="1747380"/>
                </a:lnTo>
                <a:lnTo>
                  <a:pt x="1738594" y="1763478"/>
                </a:lnTo>
                <a:cubicBezTo>
                  <a:pt x="1734669" y="1774878"/>
                  <a:pt x="1728743" y="1785589"/>
                  <a:pt x="1721010" y="1795046"/>
                </a:cubicBezTo>
                <a:lnTo>
                  <a:pt x="1716471" y="1798887"/>
                </a:lnTo>
                <a:lnTo>
                  <a:pt x="1692599" y="1819121"/>
                </a:lnTo>
                <a:lnTo>
                  <a:pt x="1528712" y="1913256"/>
                </a:lnTo>
                <a:lnTo>
                  <a:pt x="1449996" y="1958484"/>
                </a:lnTo>
                <a:cubicBezTo>
                  <a:pt x="1427861" y="1971190"/>
                  <a:pt x="1402740" y="1974807"/>
                  <a:pt x="1379215" y="1970227"/>
                </a:cubicBezTo>
                <a:lnTo>
                  <a:pt x="1362759" y="1963890"/>
                </a:lnTo>
                <a:lnTo>
                  <a:pt x="1345679" y="1957319"/>
                </a:lnTo>
                <a:cubicBezTo>
                  <a:pt x="1335280" y="1951042"/>
                  <a:pt x="1325853" y="1942826"/>
                  <a:pt x="1317970" y="1932783"/>
                </a:cubicBezTo>
                <a:lnTo>
                  <a:pt x="1293113" y="1901114"/>
                </a:lnTo>
                <a:lnTo>
                  <a:pt x="1293131" y="1901104"/>
                </a:lnTo>
                <a:lnTo>
                  <a:pt x="1236804" y="1829375"/>
                </a:lnTo>
                <a:cubicBezTo>
                  <a:pt x="1214609" y="1801161"/>
                  <a:pt x="1179316" y="1786552"/>
                  <a:pt x="1143674" y="1790828"/>
                </a:cubicBezTo>
                <a:cubicBezTo>
                  <a:pt x="1079611" y="1798368"/>
                  <a:pt x="1014881" y="1798299"/>
                  <a:pt x="950835" y="1790624"/>
                </a:cubicBezTo>
                <a:cubicBezTo>
                  <a:pt x="915496" y="1786583"/>
                  <a:pt x="880603" y="1801226"/>
                  <a:pt x="858732" y="1829273"/>
                </a:cubicBezTo>
                <a:lnTo>
                  <a:pt x="777321" y="1932991"/>
                </a:lnTo>
                <a:cubicBezTo>
                  <a:pt x="745812" y="1973148"/>
                  <a:pt x="689606" y="1984091"/>
                  <a:pt x="645333" y="1958689"/>
                </a:cubicBezTo>
                <a:lnTo>
                  <a:pt x="402949" y="1819508"/>
                </a:lnTo>
                <a:cubicBezTo>
                  <a:pt x="358341" y="1793908"/>
                  <a:pt x="339505" y="1739290"/>
                  <a:pt x="358850" y="1691634"/>
                </a:cubicBezTo>
                <a:lnTo>
                  <a:pt x="407882" y="1571262"/>
                </a:lnTo>
                <a:cubicBezTo>
                  <a:pt x="421447" y="1537718"/>
                  <a:pt x="416414" y="1499515"/>
                  <a:pt x="394622" y="1470629"/>
                </a:cubicBezTo>
                <a:cubicBezTo>
                  <a:pt x="375710" y="1445248"/>
                  <a:pt x="358242" y="1418822"/>
                  <a:pt x="342300" y="1391478"/>
                </a:cubicBezTo>
                <a:cubicBezTo>
                  <a:pt x="326438" y="1364015"/>
                  <a:pt x="312160" y="1335667"/>
                  <a:pt x="299538" y="1306571"/>
                </a:cubicBezTo>
                <a:cubicBezTo>
                  <a:pt x="285334" y="1273497"/>
                  <a:pt x="254899" y="1250234"/>
                  <a:pt x="219257" y="1245205"/>
                </a:cubicBezTo>
                <a:lnTo>
                  <a:pt x="88608" y="1227009"/>
                </a:lnTo>
                <a:cubicBezTo>
                  <a:pt x="37788" y="1219926"/>
                  <a:pt x="-26" y="1176453"/>
                  <a:pt x="0" y="1125142"/>
                </a:cubicBezTo>
                <a:lnTo>
                  <a:pt x="104" y="847704"/>
                </a:lnTo>
                <a:cubicBezTo>
                  <a:pt x="64" y="796425"/>
                  <a:pt x="37826" y="752962"/>
                  <a:pt x="88608" y="745837"/>
                </a:cubicBezTo>
                <a:lnTo>
                  <a:pt x="219463" y="727643"/>
                </a:lnTo>
                <a:cubicBezTo>
                  <a:pt x="255113" y="722561"/>
                  <a:pt x="285541" y="699264"/>
                  <a:pt x="299745" y="666172"/>
                </a:cubicBezTo>
                <a:cubicBezTo>
                  <a:pt x="324911" y="607870"/>
                  <a:pt x="356860" y="552735"/>
                  <a:pt x="394930" y="501909"/>
                </a:cubicBezTo>
                <a:cubicBezTo>
                  <a:pt x="416666" y="473040"/>
                  <a:pt x="421697" y="434896"/>
                  <a:pt x="408190" y="401378"/>
                </a:cubicBezTo>
                <a:lnTo>
                  <a:pt x="359261" y="281008"/>
                </a:lnTo>
                <a:cubicBezTo>
                  <a:pt x="339947" y="233406"/>
                  <a:pt x="358730" y="178854"/>
                  <a:pt x="403257" y="153236"/>
                </a:cubicBezTo>
                <a:lnTo>
                  <a:pt x="645847" y="13848"/>
                </a:lnTo>
                <a:cubicBezTo>
                  <a:pt x="690151" y="-11562"/>
                  <a:pt x="746390" y="-621"/>
                  <a:pt x="777937" y="39546"/>
                </a:cubicBezTo>
                <a:lnTo>
                  <a:pt x="859143" y="142957"/>
                </a:lnTo>
                <a:cubicBezTo>
                  <a:pt x="881295" y="171167"/>
                  <a:pt x="916557" y="185778"/>
                  <a:pt x="952170" y="181504"/>
                </a:cubicBezTo>
                <a:cubicBezTo>
                  <a:pt x="1016233" y="173966"/>
                  <a:pt x="1080964" y="174033"/>
                  <a:pt x="1145011" y="181710"/>
                </a:cubicBezTo>
                <a:cubicBezTo>
                  <a:pt x="1180353" y="185791"/>
                  <a:pt x="1215265" y="171140"/>
                  <a:pt x="1237113" y="143060"/>
                </a:cubicBezTo>
                <a:lnTo>
                  <a:pt x="1318523" y="39341"/>
                </a:lnTo>
                <a:cubicBezTo>
                  <a:pt x="1350070" y="-827"/>
                  <a:pt x="1406309" y="-11769"/>
                  <a:pt x="1450613" y="13643"/>
                </a:cubicBezTo>
                <a:close/>
              </a:path>
            </a:pathLst>
          </a:custGeom>
          <a:solidFill>
            <a:srgbClr val="F5B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88" name="Google Shape;688;g3b3a45db5ed_1_3700"/>
          <p:cNvSpPr/>
          <p:nvPr/>
        </p:nvSpPr>
        <p:spPr>
          <a:xfrm rot="3703889">
            <a:off x="9816214" y="1092004"/>
            <a:ext cx="1356672" cy="1289116"/>
          </a:xfrm>
          <a:custGeom>
            <a:rect b="b" l="l" r="r" t="t"/>
            <a:pathLst>
              <a:path extrusionOk="0" h="2142214" w="2254476">
                <a:moveTo>
                  <a:pt x="1156285" y="654560"/>
                </a:moveTo>
                <a:cubicBezTo>
                  <a:pt x="1075739" y="648942"/>
                  <a:pt x="992720" y="666404"/>
                  <a:pt x="917514" y="709684"/>
                </a:cubicBezTo>
                <a:cubicBezTo>
                  <a:pt x="916758" y="710116"/>
                  <a:pt x="916004" y="710550"/>
                  <a:pt x="915251" y="710986"/>
                </a:cubicBezTo>
                <a:cubicBezTo>
                  <a:pt x="716288" y="826242"/>
                  <a:pt x="648430" y="1080968"/>
                  <a:pt x="763686" y="1279931"/>
                </a:cubicBezTo>
                <a:cubicBezTo>
                  <a:pt x="880354" y="1479717"/>
                  <a:pt x="1136403" y="1547881"/>
                  <a:pt x="1336962" y="1432547"/>
                </a:cubicBezTo>
                <a:cubicBezTo>
                  <a:pt x="1337696" y="1432127"/>
                  <a:pt x="1338430" y="1431705"/>
                  <a:pt x="1339162" y="1431281"/>
                </a:cubicBezTo>
                <a:cubicBezTo>
                  <a:pt x="1538152" y="1316033"/>
                  <a:pt x="1606039" y="1061291"/>
                  <a:pt x="1490790" y="862300"/>
                </a:cubicBezTo>
                <a:cubicBezTo>
                  <a:pt x="1417902" y="737394"/>
                  <a:pt x="1290528" y="663922"/>
                  <a:pt x="1156285" y="654560"/>
                </a:cubicBezTo>
                <a:close/>
                <a:moveTo>
                  <a:pt x="1508503" y="952"/>
                </a:moveTo>
                <a:cubicBezTo>
                  <a:pt x="1517337" y="2368"/>
                  <a:pt x="1526043" y="5376"/>
                  <a:pt x="1534199" y="10057"/>
                </a:cubicBezTo>
                <a:lnTo>
                  <a:pt x="1847433" y="189853"/>
                </a:lnTo>
                <a:cubicBezTo>
                  <a:pt x="1855651" y="194570"/>
                  <a:pt x="1862680" y="200624"/>
                  <a:pt x="1868379" y="207600"/>
                </a:cubicBezTo>
                <a:lnTo>
                  <a:pt x="1868383" y="207608"/>
                </a:lnTo>
                <a:lnTo>
                  <a:pt x="1868400" y="207622"/>
                </a:lnTo>
                <a:cubicBezTo>
                  <a:pt x="1879798" y="221572"/>
                  <a:pt x="1885868" y="239215"/>
                  <a:pt x="1885466" y="257226"/>
                </a:cubicBezTo>
                <a:lnTo>
                  <a:pt x="1883185" y="268176"/>
                </a:lnTo>
                <a:lnTo>
                  <a:pt x="1879883" y="284086"/>
                </a:lnTo>
                <a:lnTo>
                  <a:pt x="1808217" y="460214"/>
                </a:lnTo>
                <a:lnTo>
                  <a:pt x="1807341" y="467032"/>
                </a:lnTo>
                <a:lnTo>
                  <a:pt x="1803261" y="498900"/>
                </a:lnTo>
                <a:cubicBezTo>
                  <a:pt x="1805013" y="511795"/>
                  <a:pt x="1810109" y="524237"/>
                  <a:pt x="1818365" y="534876"/>
                </a:cubicBezTo>
                <a:cubicBezTo>
                  <a:pt x="1843242" y="566719"/>
                  <a:pt x="1865916" y="600224"/>
                  <a:pt x="1886228" y="635156"/>
                </a:cubicBezTo>
                <a:lnTo>
                  <a:pt x="1918029" y="699976"/>
                </a:lnTo>
                <a:lnTo>
                  <a:pt x="1939635" y="743978"/>
                </a:lnTo>
                <a:cubicBezTo>
                  <a:pt x="1944752" y="756356"/>
                  <a:pt x="1952968" y="766904"/>
                  <a:pt x="1963223" y="774807"/>
                </a:cubicBezTo>
                <a:lnTo>
                  <a:pt x="1973786" y="779216"/>
                </a:lnTo>
                <a:lnTo>
                  <a:pt x="1999081" y="789741"/>
                </a:lnTo>
                <a:lnTo>
                  <a:pt x="2189188" y="816175"/>
                </a:lnTo>
                <a:cubicBezTo>
                  <a:pt x="2226620" y="821417"/>
                  <a:pt x="2254471" y="853435"/>
                  <a:pt x="2254476" y="891233"/>
                </a:cubicBezTo>
                <a:lnTo>
                  <a:pt x="2254414" y="1037795"/>
                </a:lnTo>
                <a:lnTo>
                  <a:pt x="2254353" y="1250376"/>
                </a:lnTo>
                <a:cubicBezTo>
                  <a:pt x="2254350" y="1259819"/>
                  <a:pt x="2252608" y="1268901"/>
                  <a:pt x="2249412" y="1277294"/>
                </a:cubicBezTo>
                <a:lnTo>
                  <a:pt x="2249405" y="1277305"/>
                </a:lnTo>
                <a:lnTo>
                  <a:pt x="2249405" y="1277308"/>
                </a:lnTo>
                <a:cubicBezTo>
                  <a:pt x="2239834" y="1302485"/>
                  <a:pt x="2217166" y="1321464"/>
                  <a:pt x="2189112" y="1325375"/>
                </a:cubicBezTo>
                <a:lnTo>
                  <a:pt x="1998778" y="1351959"/>
                </a:lnTo>
                <a:cubicBezTo>
                  <a:pt x="1972237" y="1355571"/>
                  <a:pt x="1949620" y="1373024"/>
                  <a:pt x="1939398" y="1397782"/>
                </a:cubicBezTo>
                <a:lnTo>
                  <a:pt x="1932528" y="1411794"/>
                </a:lnTo>
                <a:lnTo>
                  <a:pt x="1886020" y="1506686"/>
                </a:lnTo>
                <a:cubicBezTo>
                  <a:pt x="1865739" y="1541662"/>
                  <a:pt x="1843020" y="1575223"/>
                  <a:pt x="1818011" y="1607115"/>
                </a:cubicBezTo>
                <a:lnTo>
                  <a:pt x="1804699" y="1638881"/>
                </a:lnTo>
                <a:lnTo>
                  <a:pt x="1802945" y="1643074"/>
                </a:lnTo>
                <a:lnTo>
                  <a:pt x="1807922" y="1681733"/>
                </a:lnTo>
                <a:lnTo>
                  <a:pt x="1879438" y="1857700"/>
                </a:lnTo>
                <a:lnTo>
                  <a:pt x="1883021" y="1874992"/>
                </a:lnTo>
                <a:lnTo>
                  <a:pt x="1885012" y="1884551"/>
                </a:lnTo>
                <a:cubicBezTo>
                  <a:pt x="1885615" y="1911566"/>
                  <a:pt x="1871656" y="1937755"/>
                  <a:pt x="1846995" y="1951895"/>
                </a:cubicBezTo>
                <a:lnTo>
                  <a:pt x="1533583" y="2131929"/>
                </a:lnTo>
                <a:cubicBezTo>
                  <a:pt x="1525422" y="2136610"/>
                  <a:pt x="1516711" y="2139617"/>
                  <a:pt x="1507873" y="2141032"/>
                </a:cubicBezTo>
                <a:lnTo>
                  <a:pt x="1487647" y="2140688"/>
                </a:lnTo>
                <a:lnTo>
                  <a:pt x="1481410" y="2140584"/>
                </a:lnTo>
                <a:lnTo>
                  <a:pt x="1481405" y="2140582"/>
                </a:lnTo>
                <a:lnTo>
                  <a:pt x="1481395" y="2140582"/>
                </a:lnTo>
                <a:cubicBezTo>
                  <a:pt x="1464049" y="2137207"/>
                  <a:pt x="1447879" y="2127793"/>
                  <a:pt x="1436257" y="2112994"/>
                </a:cubicBezTo>
                <a:lnTo>
                  <a:pt x="1318179" y="1962575"/>
                </a:lnTo>
                <a:cubicBezTo>
                  <a:pt x="1301782" y="1941489"/>
                  <a:pt x="1275434" y="1930678"/>
                  <a:pt x="1248952" y="1934172"/>
                </a:cubicBezTo>
                <a:cubicBezTo>
                  <a:pt x="1168103" y="1945496"/>
                  <a:pt x="1086070" y="1945496"/>
                  <a:pt x="1005221" y="1934172"/>
                </a:cubicBezTo>
                <a:cubicBezTo>
                  <a:pt x="978723" y="1930591"/>
                  <a:pt x="952322" y="1941383"/>
                  <a:pt x="935919" y="1962499"/>
                </a:cubicBezTo>
                <a:lnTo>
                  <a:pt x="817537" y="2113222"/>
                </a:lnTo>
                <a:cubicBezTo>
                  <a:pt x="794330" y="2142823"/>
                  <a:pt x="752905" y="2150888"/>
                  <a:pt x="720287" y="2132157"/>
                </a:cubicBezTo>
                <a:lnTo>
                  <a:pt x="407027" y="1952350"/>
                </a:lnTo>
                <a:cubicBezTo>
                  <a:pt x="374156" y="1933488"/>
                  <a:pt x="360303" y="1893223"/>
                  <a:pt x="374610" y="1858129"/>
                </a:cubicBezTo>
                <a:lnTo>
                  <a:pt x="446260" y="1681958"/>
                </a:lnTo>
                <a:cubicBezTo>
                  <a:pt x="456494" y="1657044"/>
                  <a:pt x="452623" y="1628558"/>
                  <a:pt x="436111" y="1607279"/>
                </a:cubicBezTo>
                <a:cubicBezTo>
                  <a:pt x="411234" y="1575462"/>
                  <a:pt x="388560" y="1541982"/>
                  <a:pt x="368248" y="1507075"/>
                </a:cubicBezTo>
                <a:cubicBezTo>
                  <a:pt x="347957" y="1472072"/>
                  <a:pt x="330116" y="1435705"/>
                  <a:pt x="314851" y="1398236"/>
                </a:cubicBezTo>
                <a:cubicBezTo>
                  <a:pt x="304596" y="1373472"/>
                  <a:pt x="281955" y="1356022"/>
                  <a:pt x="255395" y="1352414"/>
                </a:cubicBezTo>
                <a:lnTo>
                  <a:pt x="65288" y="1325980"/>
                </a:lnTo>
                <a:cubicBezTo>
                  <a:pt x="27843" y="1320761"/>
                  <a:pt x="-19" y="1288729"/>
                  <a:pt x="0" y="1250922"/>
                </a:cubicBezTo>
                <a:lnTo>
                  <a:pt x="151" y="891839"/>
                </a:lnTo>
                <a:cubicBezTo>
                  <a:pt x="127" y="854072"/>
                  <a:pt x="27958" y="822071"/>
                  <a:pt x="65364" y="816856"/>
                </a:cubicBezTo>
                <a:lnTo>
                  <a:pt x="255698" y="790272"/>
                </a:lnTo>
                <a:cubicBezTo>
                  <a:pt x="282239" y="786660"/>
                  <a:pt x="304856" y="769207"/>
                  <a:pt x="315078" y="744449"/>
                </a:cubicBezTo>
                <a:cubicBezTo>
                  <a:pt x="345594" y="669350"/>
                  <a:pt x="386460" y="598886"/>
                  <a:pt x="436489" y="535104"/>
                </a:cubicBezTo>
                <a:cubicBezTo>
                  <a:pt x="452943" y="513825"/>
                  <a:pt x="456784" y="485380"/>
                  <a:pt x="446563" y="460500"/>
                </a:cubicBezTo>
                <a:lnTo>
                  <a:pt x="375064" y="284480"/>
                </a:lnTo>
                <a:cubicBezTo>
                  <a:pt x="360757" y="249409"/>
                  <a:pt x="374615" y="209163"/>
                  <a:pt x="407481" y="190335"/>
                </a:cubicBezTo>
                <a:lnTo>
                  <a:pt x="720893" y="10301"/>
                </a:lnTo>
                <a:cubicBezTo>
                  <a:pt x="753531" y="-8461"/>
                  <a:pt x="794996" y="-394"/>
                  <a:pt x="818219" y="29236"/>
                </a:cubicBezTo>
                <a:lnTo>
                  <a:pt x="936298" y="179656"/>
                </a:lnTo>
                <a:cubicBezTo>
                  <a:pt x="952682" y="200752"/>
                  <a:pt x="979051" y="211542"/>
                  <a:pt x="1005524" y="207983"/>
                </a:cubicBezTo>
                <a:cubicBezTo>
                  <a:pt x="1086379" y="196722"/>
                  <a:pt x="1168407" y="196748"/>
                  <a:pt x="1249255" y="208059"/>
                </a:cubicBezTo>
                <a:cubicBezTo>
                  <a:pt x="1275748" y="211603"/>
                  <a:pt x="1302132" y="200819"/>
                  <a:pt x="1318557" y="179732"/>
                </a:cubicBezTo>
                <a:lnTo>
                  <a:pt x="1406815" y="67363"/>
                </a:lnTo>
                <a:lnTo>
                  <a:pt x="1406791" y="67349"/>
                </a:lnTo>
                <a:lnTo>
                  <a:pt x="1436921" y="28973"/>
                </a:lnTo>
                <a:cubicBezTo>
                  <a:pt x="1454344" y="6783"/>
                  <a:pt x="1482000" y="-3296"/>
                  <a:pt x="1508503" y="952"/>
                </a:cubicBezTo>
                <a:close/>
              </a:path>
            </a:pathLst>
          </a:custGeom>
          <a:solidFill>
            <a:srgbClr val="EBEBE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689" name="Google Shape;689;g3b3a45db5ed_1_3700"/>
          <p:cNvSpPr/>
          <p:nvPr/>
        </p:nvSpPr>
        <p:spPr>
          <a:xfrm rot="-3421140">
            <a:off x="10032012" y="3215464"/>
            <a:ext cx="996065" cy="937316"/>
          </a:xfrm>
          <a:custGeom>
            <a:rect b="b" l="l" r="r" t="t"/>
            <a:pathLst>
              <a:path extrusionOk="0" h="1672912" w="1777767">
                <a:moveTo>
                  <a:pt x="1156116" y="683008"/>
                </a:moveTo>
                <a:cubicBezTo>
                  <a:pt x="1070346" y="536121"/>
                  <a:pt x="882099" y="486002"/>
                  <a:pt x="734647" y="570797"/>
                </a:cubicBezTo>
                <a:cubicBezTo>
                  <a:pt x="734093" y="571114"/>
                  <a:pt x="733539" y="571433"/>
                  <a:pt x="732987" y="571753"/>
                </a:cubicBezTo>
                <a:cubicBezTo>
                  <a:pt x="586771" y="656480"/>
                  <a:pt x="536925" y="843695"/>
                  <a:pt x="621652" y="989911"/>
                </a:cubicBezTo>
                <a:cubicBezTo>
                  <a:pt x="707380" y="1136794"/>
                  <a:pt x="895609" y="1186919"/>
                  <a:pt x="1043032" y="1102122"/>
                </a:cubicBezTo>
                <a:cubicBezTo>
                  <a:pt x="1043580" y="1101810"/>
                  <a:pt x="1044128" y="1101494"/>
                  <a:pt x="1044673" y="1101179"/>
                </a:cubicBezTo>
                <a:cubicBezTo>
                  <a:pt x="1190921" y="1016478"/>
                  <a:pt x="1240816" y="829257"/>
                  <a:pt x="1156116" y="683008"/>
                </a:cubicBezTo>
                <a:close/>
                <a:moveTo>
                  <a:pt x="1772095" y="687565"/>
                </a:moveTo>
                <a:cubicBezTo>
                  <a:pt x="1775772" y="697236"/>
                  <a:pt x="1777772" y="707701"/>
                  <a:pt x="1777767" y="718581"/>
                </a:cubicBezTo>
                <a:lnTo>
                  <a:pt x="1777680" y="953902"/>
                </a:lnTo>
                <a:lnTo>
                  <a:pt x="1777676" y="953921"/>
                </a:lnTo>
                <a:lnTo>
                  <a:pt x="1777676" y="953945"/>
                </a:lnTo>
                <a:lnTo>
                  <a:pt x="1772809" y="980461"/>
                </a:lnTo>
                <a:lnTo>
                  <a:pt x="1771993" y="984910"/>
                </a:lnTo>
                <a:lnTo>
                  <a:pt x="1771992" y="984912"/>
                </a:lnTo>
                <a:lnTo>
                  <a:pt x="1771989" y="984931"/>
                </a:lnTo>
                <a:cubicBezTo>
                  <a:pt x="1768309" y="994593"/>
                  <a:pt x="1762957" y="1003460"/>
                  <a:pt x="1756258" y="1011157"/>
                </a:cubicBezTo>
                <a:lnTo>
                  <a:pt x="1756237" y="1011174"/>
                </a:lnTo>
                <a:lnTo>
                  <a:pt x="1732444" y="1030378"/>
                </a:lnTo>
                <a:cubicBezTo>
                  <a:pt x="1723379" y="1035362"/>
                  <a:pt x="1713296" y="1038797"/>
                  <a:pt x="1702523" y="1040306"/>
                </a:cubicBezTo>
                <a:lnTo>
                  <a:pt x="1653735" y="1047089"/>
                </a:lnTo>
                <a:lnTo>
                  <a:pt x="1591572" y="1055774"/>
                </a:lnTo>
                <a:cubicBezTo>
                  <a:pt x="1576459" y="1057916"/>
                  <a:pt x="1562454" y="1063925"/>
                  <a:pt x="1550723" y="1072905"/>
                </a:cubicBezTo>
                <a:lnTo>
                  <a:pt x="1533512" y="1095025"/>
                </a:lnTo>
                <a:lnTo>
                  <a:pt x="1523526" y="1107876"/>
                </a:lnTo>
                <a:lnTo>
                  <a:pt x="1507989" y="1138704"/>
                </a:lnTo>
                <a:lnTo>
                  <a:pt x="1487231" y="1179919"/>
                </a:lnTo>
                <a:cubicBezTo>
                  <a:pt x="1473742" y="1203184"/>
                  <a:pt x="1458886" y="1225656"/>
                  <a:pt x="1442731" y="1247213"/>
                </a:cubicBezTo>
                <a:cubicBezTo>
                  <a:pt x="1433508" y="1259458"/>
                  <a:pt x="1427834" y="1273673"/>
                  <a:pt x="1425901" y="1288380"/>
                </a:cubicBezTo>
                <a:lnTo>
                  <a:pt x="1428786" y="1311007"/>
                </a:lnTo>
                <a:lnTo>
                  <a:pt x="1431543" y="1332474"/>
                </a:lnTo>
                <a:lnTo>
                  <a:pt x="1444863" y="1365311"/>
                </a:lnTo>
                <a:lnTo>
                  <a:pt x="1472996" y="1434534"/>
                </a:lnTo>
                <a:cubicBezTo>
                  <a:pt x="1477101" y="1444634"/>
                  <a:pt x="1479183" y="1455103"/>
                  <a:pt x="1479405" y="1465465"/>
                </a:cubicBezTo>
                <a:lnTo>
                  <a:pt x="1476788" y="1482173"/>
                </a:lnTo>
                <a:lnTo>
                  <a:pt x="1474663" y="1495770"/>
                </a:lnTo>
                <a:cubicBezTo>
                  <a:pt x="1471333" y="1505439"/>
                  <a:pt x="1466307" y="1514524"/>
                  <a:pt x="1459748" y="1522546"/>
                </a:cubicBezTo>
                <a:lnTo>
                  <a:pt x="1455448" y="1526185"/>
                </a:lnTo>
                <a:lnTo>
                  <a:pt x="1435650" y="1542965"/>
                </a:lnTo>
                <a:lnTo>
                  <a:pt x="1296749" y="1622749"/>
                </a:lnTo>
                <a:lnTo>
                  <a:pt x="1229876" y="1661172"/>
                </a:lnTo>
                <a:cubicBezTo>
                  <a:pt x="1211102" y="1671950"/>
                  <a:pt x="1189794" y="1675017"/>
                  <a:pt x="1169841" y="1671132"/>
                </a:cubicBezTo>
                <a:lnTo>
                  <a:pt x="1155181" y="1665487"/>
                </a:lnTo>
                <a:lnTo>
                  <a:pt x="1141395" y="1660185"/>
                </a:lnTo>
                <a:cubicBezTo>
                  <a:pt x="1132575" y="1654860"/>
                  <a:pt x="1124579" y="1647892"/>
                  <a:pt x="1117893" y="1639372"/>
                </a:cubicBezTo>
                <a:lnTo>
                  <a:pt x="1096809" y="1612512"/>
                </a:lnTo>
                <a:lnTo>
                  <a:pt x="1096824" y="1612503"/>
                </a:lnTo>
                <a:lnTo>
                  <a:pt x="1049048" y="1551663"/>
                </a:lnTo>
                <a:cubicBezTo>
                  <a:pt x="1030223" y="1527733"/>
                  <a:pt x="1000287" y="1515341"/>
                  <a:pt x="970056" y="1518969"/>
                </a:cubicBezTo>
                <a:cubicBezTo>
                  <a:pt x="915718" y="1525363"/>
                  <a:pt x="860815" y="1525304"/>
                  <a:pt x="806491" y="1518795"/>
                </a:cubicBezTo>
                <a:cubicBezTo>
                  <a:pt x="776518" y="1515368"/>
                  <a:pt x="746921" y="1527788"/>
                  <a:pt x="728371" y="1551577"/>
                </a:cubicBezTo>
                <a:lnTo>
                  <a:pt x="659318" y="1639549"/>
                </a:lnTo>
                <a:cubicBezTo>
                  <a:pt x="632592" y="1673611"/>
                  <a:pt x="584919" y="1682892"/>
                  <a:pt x="547367" y="1661347"/>
                </a:cubicBezTo>
                <a:lnTo>
                  <a:pt x="341778" y="1543295"/>
                </a:lnTo>
                <a:cubicBezTo>
                  <a:pt x="303942" y="1521581"/>
                  <a:pt x="287965" y="1475254"/>
                  <a:pt x="304374" y="1434832"/>
                </a:cubicBezTo>
                <a:lnTo>
                  <a:pt x="345963" y="1332734"/>
                </a:lnTo>
                <a:cubicBezTo>
                  <a:pt x="357468" y="1304282"/>
                  <a:pt x="353198" y="1271879"/>
                  <a:pt x="334716" y="1247378"/>
                </a:cubicBezTo>
                <a:cubicBezTo>
                  <a:pt x="318674" y="1225850"/>
                  <a:pt x="303858" y="1203435"/>
                  <a:pt x="290336" y="1180242"/>
                </a:cubicBezTo>
                <a:cubicBezTo>
                  <a:pt x="276882" y="1156949"/>
                  <a:pt x="264772" y="1132904"/>
                  <a:pt x="254066" y="1108225"/>
                </a:cubicBezTo>
                <a:cubicBezTo>
                  <a:pt x="242018" y="1080172"/>
                  <a:pt x="216204" y="1060440"/>
                  <a:pt x="185972" y="1056174"/>
                </a:cubicBezTo>
                <a:lnTo>
                  <a:pt x="75156" y="1040741"/>
                </a:lnTo>
                <a:cubicBezTo>
                  <a:pt x="32051" y="1034734"/>
                  <a:pt x="-22" y="997860"/>
                  <a:pt x="0" y="954338"/>
                </a:cubicBezTo>
                <a:lnTo>
                  <a:pt x="88" y="719018"/>
                </a:lnTo>
                <a:cubicBezTo>
                  <a:pt x="54" y="675522"/>
                  <a:pt x="32084" y="638658"/>
                  <a:pt x="75156" y="632614"/>
                </a:cubicBezTo>
                <a:lnTo>
                  <a:pt x="186147" y="617182"/>
                </a:lnTo>
                <a:cubicBezTo>
                  <a:pt x="216385" y="612872"/>
                  <a:pt x="242193" y="593111"/>
                  <a:pt x="254241" y="565043"/>
                </a:cubicBezTo>
                <a:cubicBezTo>
                  <a:pt x="275587" y="515592"/>
                  <a:pt x="302686" y="468826"/>
                  <a:pt x="334977" y="425717"/>
                </a:cubicBezTo>
                <a:cubicBezTo>
                  <a:pt x="353413" y="401229"/>
                  <a:pt x="357680" y="368876"/>
                  <a:pt x="346224" y="340446"/>
                </a:cubicBezTo>
                <a:lnTo>
                  <a:pt x="304722" y="238350"/>
                </a:lnTo>
                <a:cubicBezTo>
                  <a:pt x="288340" y="197974"/>
                  <a:pt x="304272" y="151704"/>
                  <a:pt x="342039" y="129974"/>
                </a:cubicBezTo>
                <a:lnTo>
                  <a:pt x="547803" y="11746"/>
                </a:lnTo>
                <a:cubicBezTo>
                  <a:pt x="585381" y="-9807"/>
                  <a:pt x="633083" y="-526"/>
                  <a:pt x="659840" y="33544"/>
                </a:cubicBezTo>
                <a:lnTo>
                  <a:pt x="728719" y="121255"/>
                </a:lnTo>
                <a:cubicBezTo>
                  <a:pt x="747508" y="145183"/>
                  <a:pt x="777417" y="157577"/>
                  <a:pt x="807624" y="153950"/>
                </a:cubicBezTo>
                <a:cubicBezTo>
                  <a:pt x="861961" y="147557"/>
                  <a:pt x="916866" y="147615"/>
                  <a:pt x="971190" y="154126"/>
                </a:cubicBezTo>
                <a:cubicBezTo>
                  <a:pt x="1001167" y="157587"/>
                  <a:pt x="1030779" y="145160"/>
                  <a:pt x="1049310" y="121343"/>
                </a:cubicBezTo>
                <a:lnTo>
                  <a:pt x="1118362" y="33369"/>
                </a:lnTo>
                <a:cubicBezTo>
                  <a:pt x="1145119" y="-701"/>
                  <a:pt x="1192821" y="-9982"/>
                  <a:pt x="1230399" y="11572"/>
                </a:cubicBezTo>
                <a:lnTo>
                  <a:pt x="1317893" y="61813"/>
                </a:lnTo>
                <a:lnTo>
                  <a:pt x="1435976" y="129593"/>
                </a:lnTo>
                <a:cubicBezTo>
                  <a:pt x="1445436" y="135023"/>
                  <a:pt x="1453528" y="141992"/>
                  <a:pt x="1460088" y="150022"/>
                </a:cubicBezTo>
                <a:lnTo>
                  <a:pt x="1460099" y="150042"/>
                </a:lnTo>
                <a:lnTo>
                  <a:pt x="1460106" y="150047"/>
                </a:lnTo>
                <a:cubicBezTo>
                  <a:pt x="1466667" y="158077"/>
                  <a:pt x="1471694" y="167169"/>
                  <a:pt x="1475023" y="176846"/>
                </a:cubicBezTo>
                <a:lnTo>
                  <a:pt x="1478457" y="198851"/>
                </a:lnTo>
                <a:lnTo>
                  <a:pt x="1479753" y="207126"/>
                </a:lnTo>
                <a:lnTo>
                  <a:pt x="1479750" y="207136"/>
                </a:lnTo>
                <a:lnTo>
                  <a:pt x="1479752" y="207149"/>
                </a:lnTo>
                <a:lnTo>
                  <a:pt x="1478594" y="212710"/>
                </a:lnTo>
                <a:lnTo>
                  <a:pt x="1473331" y="238069"/>
                </a:lnTo>
                <a:lnTo>
                  <a:pt x="1455277" y="282441"/>
                </a:lnTo>
                <a:lnTo>
                  <a:pt x="1431805" y="340185"/>
                </a:lnTo>
                <a:lnTo>
                  <a:pt x="1427417" y="374362"/>
                </a:lnTo>
                <a:lnTo>
                  <a:pt x="1426144" y="384352"/>
                </a:lnTo>
                <a:lnTo>
                  <a:pt x="1434971" y="405967"/>
                </a:lnTo>
                <a:lnTo>
                  <a:pt x="1442992" y="425581"/>
                </a:lnTo>
                <a:cubicBezTo>
                  <a:pt x="1459107" y="447118"/>
                  <a:pt x="1473936" y="469560"/>
                  <a:pt x="1487410" y="492788"/>
                </a:cubicBezTo>
                <a:lnTo>
                  <a:pt x="1496769" y="511337"/>
                </a:lnTo>
                <a:lnTo>
                  <a:pt x="1523701" y="564694"/>
                </a:lnTo>
                <a:lnTo>
                  <a:pt x="1541138" y="587093"/>
                </a:lnTo>
                <a:lnTo>
                  <a:pt x="1550919" y="599646"/>
                </a:lnTo>
                <a:lnTo>
                  <a:pt x="1567834" y="606728"/>
                </a:lnTo>
                <a:lnTo>
                  <a:pt x="1591795" y="616746"/>
                </a:lnTo>
                <a:lnTo>
                  <a:pt x="1662829" y="626638"/>
                </a:lnTo>
                <a:lnTo>
                  <a:pt x="1702572" y="632168"/>
                </a:lnTo>
                <a:lnTo>
                  <a:pt x="1702595" y="632176"/>
                </a:lnTo>
                <a:lnTo>
                  <a:pt x="1702611" y="632178"/>
                </a:lnTo>
                <a:lnTo>
                  <a:pt x="1714021" y="635958"/>
                </a:lnTo>
                <a:lnTo>
                  <a:pt x="1732503" y="642075"/>
                </a:lnTo>
                <a:lnTo>
                  <a:pt x="1732514" y="642084"/>
                </a:lnTo>
                <a:lnTo>
                  <a:pt x="1732542" y="642093"/>
                </a:lnTo>
                <a:cubicBezTo>
                  <a:pt x="1750678" y="652056"/>
                  <a:pt x="1764740" y="668223"/>
                  <a:pt x="1772095" y="687565"/>
                </a:cubicBezTo>
                <a:close/>
              </a:path>
            </a:pathLst>
          </a:custGeom>
          <a:solidFill>
            <a:srgbClr val="EBEBE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690" name="Google Shape;690;g3b3a45db5ed_1_3700"/>
          <p:cNvPicPr preferRelativeResize="0"/>
          <p:nvPr/>
        </p:nvPicPr>
        <p:blipFill rotWithShape="1">
          <a:blip r:embed="rId3">
            <a:alphaModFix/>
          </a:blip>
          <a:srcRect b="0" l="0" r="0" t="0"/>
          <a:stretch/>
        </p:blipFill>
        <p:spPr>
          <a:xfrm>
            <a:off x="1543050" y="4357022"/>
            <a:ext cx="9105900" cy="182683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800"/>
                                        <p:tgtEl>
                                          <p:spTgt spid="688"/>
                                        </p:tgtEl>
                                      </p:cBhvr>
                                    </p:animEffect>
                                  </p:childTnLst>
                                </p:cTn>
                              </p:par>
                              <p:par>
                                <p:cTn fill="hold" nodeType="with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1000"/>
                                        <p:tgtEl>
                                          <p:spTgt spid="687"/>
                                        </p:tgtEl>
                                      </p:cBhvr>
                                    </p:animEffect>
                                  </p:childTnLst>
                                </p:cTn>
                              </p:par>
                              <p:par>
                                <p:cTn fill="hold" nodeType="withEffect" presetClass="entr" presetID="10" presetSubtype="0">
                                  <p:stCondLst>
                                    <p:cond delay="0"/>
                                  </p:stCondLst>
                                  <p:childTnLst>
                                    <p:set>
                                      <p:cBhvr>
                                        <p:cTn dur="1" fill="hold">
                                          <p:stCondLst>
                                            <p:cond delay="0"/>
                                          </p:stCondLst>
                                        </p:cTn>
                                        <p:tgtEl>
                                          <p:spTgt spid="689"/>
                                        </p:tgtEl>
                                        <p:attrNameLst>
                                          <p:attrName>style.visibility</p:attrName>
                                        </p:attrNameLst>
                                      </p:cBhvr>
                                      <p:to>
                                        <p:strVal val="visible"/>
                                      </p:to>
                                    </p:set>
                                    <p:animEffect filter="fade" transition="in">
                                      <p:cBhvr>
                                        <p:cTn dur="1000"/>
                                        <p:tgtEl>
                                          <p:spTgt spid="6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earn_1st">
  <p:cSld name="1_Learn_1st">
    <p:spTree>
      <p:nvGrpSpPr>
        <p:cNvPr id="691" name="Shape 691"/>
        <p:cNvGrpSpPr/>
        <p:nvPr/>
      </p:nvGrpSpPr>
      <p:grpSpPr>
        <a:xfrm>
          <a:off x="0" y="0"/>
          <a:ext cx="0" cy="0"/>
          <a:chOff x="0" y="0"/>
          <a:chExt cx="0" cy="0"/>
        </a:xfrm>
      </p:grpSpPr>
      <p:sp>
        <p:nvSpPr>
          <p:cNvPr id="692" name="Google Shape;692;g3b3a45db5ed_1_3714"/>
          <p:cNvSpPr/>
          <p:nvPr>
            <p:ph idx="2" type="pic"/>
          </p:nvPr>
        </p:nvSpPr>
        <p:spPr>
          <a:xfrm>
            <a:off x="1469546" y="1374890"/>
            <a:ext cx="9252900" cy="4108200"/>
          </a:xfrm>
          <a:prstGeom prst="rect">
            <a:avLst/>
          </a:prstGeom>
          <a:noFill/>
          <a:ln>
            <a:noFill/>
          </a:ln>
        </p:spPr>
      </p:sp>
      <p:sp>
        <p:nvSpPr>
          <p:cNvPr id="693" name="Google Shape;693;g3b3a45db5ed_1_3714"/>
          <p:cNvSpPr txBox="1"/>
          <p:nvPr>
            <p:ph idx="1" type="body"/>
          </p:nvPr>
        </p:nvSpPr>
        <p:spPr>
          <a:xfrm>
            <a:off x="409575" y="347725"/>
            <a:ext cx="4602300" cy="1437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4000"/>
              <a:buFont typeface="Arial"/>
              <a:buNone/>
              <a:defRPr b="0" i="0" sz="4000" u="none" cap="none" strike="noStrike">
                <a:solidFill>
                  <a:schemeClr val="lt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694" name="Google Shape;694;g3b3a45db5ed_1_3714"/>
          <p:cNvGrpSpPr/>
          <p:nvPr/>
        </p:nvGrpSpPr>
        <p:grpSpPr>
          <a:xfrm>
            <a:off x="11328101" y="3193891"/>
            <a:ext cx="285129" cy="641391"/>
            <a:chOff x="9089236" y="2726129"/>
            <a:chExt cx="285129" cy="641391"/>
          </a:xfrm>
        </p:grpSpPr>
        <p:sp>
          <p:nvSpPr>
            <p:cNvPr id="695" name="Google Shape;695;g3b3a45db5ed_1_3714"/>
            <p:cNvSpPr/>
            <p:nvPr/>
          </p:nvSpPr>
          <p:spPr>
            <a:xfrm>
              <a:off x="9125553" y="2927370"/>
              <a:ext cx="15000" cy="285129"/>
            </a:xfrm>
            <a:custGeom>
              <a:rect b="b" l="l" r="r" t="t"/>
              <a:pathLst>
                <a:path extrusionOk="0" h="285129" w="120000">
                  <a:moveTo>
                    <a:pt x="0" y="292933"/>
                  </a:moveTo>
                  <a:lnTo>
                    <a:pt x="118801" y="255266"/>
                  </a:lnTo>
                  <a:lnTo>
                    <a:pt x="118801" y="0"/>
                  </a:lnTo>
                  <a:lnTo>
                    <a:pt x="0" y="39618"/>
                  </a:lnTo>
                  <a:lnTo>
                    <a:pt x="0" y="292933"/>
                  </a:lnTo>
                  <a:close/>
                </a:path>
              </a:pathLst>
            </a:custGeom>
            <a:solidFill>
              <a:srgbClr val="E7353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g3b3a45db5ed_1_3714">
              <a:hlinkClick action="ppaction://hlinkshowjump?jump=nextslide"/>
            </p:cNvPr>
            <p:cNvSpPr/>
            <p:nvPr/>
          </p:nvSpPr>
          <p:spPr>
            <a:xfrm>
              <a:off x="9089236" y="2767248"/>
              <a:ext cx="270122" cy="600272"/>
            </a:xfrm>
            <a:custGeom>
              <a:rect b="b" l="l" r="r" t="t"/>
              <a:pathLst>
                <a:path extrusionOk="0" h="600272" w="270122">
                  <a:moveTo>
                    <a:pt x="284379" y="306589"/>
                  </a:moveTo>
                  <a:lnTo>
                    <a:pt x="0" y="0"/>
                  </a:lnTo>
                  <a:lnTo>
                    <a:pt x="0" y="613179"/>
                  </a:lnTo>
                  <a:lnTo>
                    <a:pt x="284379" y="306589"/>
                  </a:lnTo>
                  <a:close/>
                </a:path>
              </a:pathLst>
            </a:custGeom>
            <a:solidFill>
              <a:srgbClr val="19009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g3b3a45db5ed_1_3714"/>
            <p:cNvSpPr/>
            <p:nvPr/>
          </p:nvSpPr>
          <p:spPr>
            <a:xfrm>
              <a:off x="9089236" y="2726129"/>
              <a:ext cx="285129" cy="345156"/>
            </a:xfrm>
            <a:custGeom>
              <a:rect b="b" l="l" r="r" t="t"/>
              <a:pathLst>
                <a:path extrusionOk="0" h="345156" w="285129">
                  <a:moveTo>
                    <a:pt x="284379" y="345757"/>
                  </a:moveTo>
                  <a:lnTo>
                    <a:pt x="292933" y="306589"/>
                  </a:lnTo>
                  <a:lnTo>
                    <a:pt x="8554" y="0"/>
                  </a:lnTo>
                  <a:lnTo>
                    <a:pt x="0" y="39168"/>
                  </a:lnTo>
                  <a:lnTo>
                    <a:pt x="284379" y="345757"/>
                  </a:lnTo>
                  <a:close/>
                </a:path>
              </a:pathLst>
            </a:custGeom>
            <a:solidFill>
              <a:srgbClr val="423E9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ransition spd="slow">
    <p:push/>
  </p:transition>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rainstorming+Topic">
  <p:cSld name="1_Brainstorming+Topic">
    <p:spTree>
      <p:nvGrpSpPr>
        <p:cNvPr id="698" name="Shape 698"/>
        <p:cNvGrpSpPr/>
        <p:nvPr/>
      </p:nvGrpSpPr>
      <p:grpSpPr>
        <a:xfrm>
          <a:off x="0" y="0"/>
          <a:ext cx="0" cy="0"/>
          <a:chOff x="0" y="0"/>
          <a:chExt cx="0" cy="0"/>
        </a:xfrm>
      </p:grpSpPr>
      <p:sp>
        <p:nvSpPr>
          <p:cNvPr id="699" name="Google Shape;699;g3b3a45db5ed_1_3721"/>
          <p:cNvSpPr txBox="1"/>
          <p:nvPr/>
        </p:nvSpPr>
        <p:spPr>
          <a:xfrm>
            <a:off x="3294945" y="303255"/>
            <a:ext cx="5602200" cy="792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Arial"/>
              <a:buNone/>
            </a:pPr>
            <a:r>
              <a:rPr b="0" i="0" lang="en-US" sz="3600" u="none" cap="none" strike="noStrike">
                <a:solidFill>
                  <a:schemeClr val="lt1"/>
                </a:solidFill>
                <a:latin typeface="Arial"/>
                <a:ea typeface="Arial"/>
                <a:cs typeface="Arial"/>
                <a:sym typeface="Arial"/>
              </a:rPr>
              <a:t>Brainstorming</a:t>
            </a:r>
            <a:endParaRPr b="0" i="0" sz="1400" u="none" cap="none" strike="noStrike">
              <a:solidFill>
                <a:srgbClr val="000000"/>
              </a:solidFill>
              <a:latin typeface="Arial"/>
              <a:ea typeface="Arial"/>
              <a:cs typeface="Arial"/>
              <a:sym typeface="Arial"/>
            </a:endParaRPr>
          </a:p>
        </p:txBody>
      </p:sp>
      <p:sp>
        <p:nvSpPr>
          <p:cNvPr id="700" name="Google Shape;700;g3b3a45db5ed_1_3721"/>
          <p:cNvSpPr txBox="1"/>
          <p:nvPr>
            <p:ph idx="1" type="body"/>
          </p:nvPr>
        </p:nvSpPr>
        <p:spPr>
          <a:xfrm>
            <a:off x="2035277" y="939474"/>
            <a:ext cx="8121300" cy="16491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rgbClr val="000000"/>
              </a:buClr>
              <a:buSzPts val="6000"/>
              <a:buFont typeface="Arial"/>
              <a:buNone/>
              <a:defRPr b="0" i="0" sz="6000" u="none" cap="none" strike="noStrike">
                <a:solidFill>
                  <a:srgbClr val="190094"/>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701" name="Google Shape;701;g3b3a45db5ed_1_3721"/>
          <p:cNvGrpSpPr/>
          <p:nvPr/>
        </p:nvGrpSpPr>
        <p:grpSpPr>
          <a:xfrm>
            <a:off x="5897456" y="3686547"/>
            <a:ext cx="397913" cy="2441768"/>
            <a:chOff x="8734426" y="1856356"/>
            <a:chExt cx="337500" cy="2071050"/>
          </a:xfrm>
        </p:grpSpPr>
        <p:sp>
          <p:nvSpPr>
            <p:cNvPr id="702" name="Google Shape;702;g3b3a45db5ed_1_3721"/>
            <p:cNvSpPr/>
            <p:nvPr/>
          </p:nvSpPr>
          <p:spPr>
            <a:xfrm>
              <a:off x="8734426" y="1856356"/>
              <a:ext cx="337500" cy="337500"/>
            </a:xfrm>
            <a:prstGeom prst="ellipse">
              <a:avLst/>
            </a:prstGeom>
            <a:solidFill>
              <a:srgbClr val="2F0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03" name="Google Shape;703;g3b3a45db5ed_1_3721"/>
            <p:cNvSpPr/>
            <p:nvPr/>
          </p:nvSpPr>
          <p:spPr>
            <a:xfrm>
              <a:off x="8734426" y="3589906"/>
              <a:ext cx="337500" cy="337500"/>
            </a:xfrm>
            <a:prstGeom prst="ellipse">
              <a:avLst/>
            </a:prstGeom>
            <a:solidFill>
              <a:srgbClr val="2F0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704" name="Google Shape;704;g3b3a45db5ed_1_3721"/>
          <p:cNvGrpSpPr/>
          <p:nvPr/>
        </p:nvGrpSpPr>
        <p:grpSpPr>
          <a:xfrm>
            <a:off x="5897456" y="3686547"/>
            <a:ext cx="397913" cy="2441768"/>
            <a:chOff x="8734426" y="1856356"/>
            <a:chExt cx="337500" cy="2071050"/>
          </a:xfrm>
        </p:grpSpPr>
        <p:sp>
          <p:nvSpPr>
            <p:cNvPr id="705" name="Google Shape;705;g3b3a45db5ed_1_3721"/>
            <p:cNvSpPr/>
            <p:nvPr/>
          </p:nvSpPr>
          <p:spPr>
            <a:xfrm>
              <a:off x="8734426" y="1856356"/>
              <a:ext cx="337500" cy="337500"/>
            </a:xfrm>
            <a:prstGeom prst="ellipse">
              <a:avLst/>
            </a:prstGeom>
            <a:solidFill>
              <a:srgbClr val="1E00B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06" name="Google Shape;706;g3b3a45db5ed_1_3721"/>
            <p:cNvSpPr/>
            <p:nvPr/>
          </p:nvSpPr>
          <p:spPr>
            <a:xfrm>
              <a:off x="8734426" y="3589906"/>
              <a:ext cx="337500" cy="337500"/>
            </a:xfrm>
            <a:prstGeom prst="ellipse">
              <a:avLst/>
            </a:prstGeom>
            <a:solidFill>
              <a:srgbClr val="1E00B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707" name="Google Shape;707;g3b3a45db5ed_1_3721"/>
          <p:cNvGrpSpPr/>
          <p:nvPr/>
        </p:nvGrpSpPr>
        <p:grpSpPr>
          <a:xfrm>
            <a:off x="5897558" y="3686547"/>
            <a:ext cx="397913" cy="2441768"/>
            <a:chOff x="11049001" y="1856356"/>
            <a:chExt cx="337500" cy="2071050"/>
          </a:xfrm>
        </p:grpSpPr>
        <p:sp>
          <p:nvSpPr>
            <p:cNvPr id="708" name="Google Shape;708;g3b3a45db5ed_1_3721"/>
            <p:cNvSpPr/>
            <p:nvPr/>
          </p:nvSpPr>
          <p:spPr>
            <a:xfrm>
              <a:off x="11049001" y="1856356"/>
              <a:ext cx="337500" cy="337500"/>
            </a:xfrm>
            <a:prstGeom prst="ellipse">
              <a:avLst/>
            </a:prstGeom>
            <a:solidFill>
              <a:srgbClr val="EBE7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09" name="Google Shape;709;g3b3a45db5ed_1_3721"/>
            <p:cNvSpPr/>
            <p:nvPr/>
          </p:nvSpPr>
          <p:spPr>
            <a:xfrm>
              <a:off x="11049001" y="3589906"/>
              <a:ext cx="337500" cy="337500"/>
            </a:xfrm>
            <a:prstGeom prst="ellipse">
              <a:avLst/>
            </a:prstGeom>
            <a:solidFill>
              <a:srgbClr val="EBE7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710" name="Google Shape;710;g3b3a45db5ed_1_3721"/>
          <p:cNvGrpSpPr/>
          <p:nvPr/>
        </p:nvGrpSpPr>
        <p:grpSpPr>
          <a:xfrm>
            <a:off x="5897558" y="3686547"/>
            <a:ext cx="397913" cy="2441768"/>
            <a:chOff x="11049001" y="1856356"/>
            <a:chExt cx="337500" cy="2071050"/>
          </a:xfrm>
        </p:grpSpPr>
        <p:sp>
          <p:nvSpPr>
            <p:cNvPr id="711" name="Google Shape;711;g3b3a45db5ed_1_3721"/>
            <p:cNvSpPr/>
            <p:nvPr/>
          </p:nvSpPr>
          <p:spPr>
            <a:xfrm>
              <a:off x="11049001" y="1856356"/>
              <a:ext cx="337500" cy="337500"/>
            </a:xfrm>
            <a:prstGeom prst="ellipse">
              <a:avLst/>
            </a:prstGeom>
            <a:solidFill>
              <a:srgbClr val="B2A3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12" name="Google Shape;712;g3b3a45db5ed_1_3721"/>
            <p:cNvSpPr/>
            <p:nvPr/>
          </p:nvSpPr>
          <p:spPr>
            <a:xfrm>
              <a:off x="11049001" y="3589906"/>
              <a:ext cx="337500" cy="337500"/>
            </a:xfrm>
            <a:prstGeom prst="ellipse">
              <a:avLst/>
            </a:prstGeom>
            <a:solidFill>
              <a:srgbClr val="B2A3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713" name="Google Shape;713;g3b3a45db5ed_1_3721"/>
          <p:cNvGrpSpPr/>
          <p:nvPr/>
        </p:nvGrpSpPr>
        <p:grpSpPr>
          <a:xfrm>
            <a:off x="5897558" y="3686547"/>
            <a:ext cx="397913" cy="2441768"/>
            <a:chOff x="11049001" y="1856356"/>
            <a:chExt cx="337500" cy="2071050"/>
          </a:xfrm>
        </p:grpSpPr>
        <p:sp>
          <p:nvSpPr>
            <p:cNvPr id="714" name="Google Shape;714;g3b3a45db5ed_1_3721"/>
            <p:cNvSpPr/>
            <p:nvPr/>
          </p:nvSpPr>
          <p:spPr>
            <a:xfrm>
              <a:off x="11049001" y="1856356"/>
              <a:ext cx="337500" cy="337500"/>
            </a:xfrm>
            <a:prstGeom prst="ellipse">
              <a:avLst/>
            </a:prstGeom>
            <a:solidFill>
              <a:srgbClr val="7F6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15" name="Google Shape;715;g3b3a45db5ed_1_3721"/>
            <p:cNvSpPr/>
            <p:nvPr/>
          </p:nvSpPr>
          <p:spPr>
            <a:xfrm>
              <a:off x="11049001" y="3589906"/>
              <a:ext cx="337500" cy="337500"/>
            </a:xfrm>
            <a:prstGeom prst="ellipse">
              <a:avLst/>
            </a:prstGeom>
            <a:solidFill>
              <a:srgbClr val="7F6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716" name="Google Shape;716;g3b3a45db5ed_1_3721"/>
          <p:cNvGrpSpPr/>
          <p:nvPr/>
        </p:nvGrpSpPr>
        <p:grpSpPr>
          <a:xfrm>
            <a:off x="5897558" y="3686547"/>
            <a:ext cx="397913" cy="2441768"/>
            <a:chOff x="11049001" y="1856356"/>
            <a:chExt cx="337500" cy="2071050"/>
          </a:xfrm>
        </p:grpSpPr>
        <p:sp>
          <p:nvSpPr>
            <p:cNvPr id="717" name="Google Shape;717;g3b3a45db5ed_1_3721"/>
            <p:cNvSpPr/>
            <p:nvPr/>
          </p:nvSpPr>
          <p:spPr>
            <a:xfrm>
              <a:off x="11049001" y="1856356"/>
              <a:ext cx="337500" cy="337500"/>
            </a:xfrm>
            <a:prstGeom prst="ellipse">
              <a:avLst/>
            </a:prstGeom>
            <a:solidFill>
              <a:srgbClr val="2F0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18" name="Google Shape;718;g3b3a45db5ed_1_3721"/>
            <p:cNvSpPr/>
            <p:nvPr/>
          </p:nvSpPr>
          <p:spPr>
            <a:xfrm>
              <a:off x="11049001" y="3589906"/>
              <a:ext cx="337500" cy="337500"/>
            </a:xfrm>
            <a:prstGeom prst="ellipse">
              <a:avLst/>
            </a:prstGeom>
            <a:solidFill>
              <a:srgbClr val="2F0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719" name="Google Shape;719;g3b3a45db5ed_1_3721"/>
          <p:cNvGrpSpPr/>
          <p:nvPr/>
        </p:nvGrpSpPr>
        <p:grpSpPr>
          <a:xfrm>
            <a:off x="5897558" y="3686547"/>
            <a:ext cx="397913" cy="2441768"/>
            <a:chOff x="11049001" y="1856356"/>
            <a:chExt cx="337500" cy="2071050"/>
          </a:xfrm>
        </p:grpSpPr>
        <p:sp>
          <p:nvSpPr>
            <p:cNvPr id="720" name="Google Shape;720;g3b3a45db5ed_1_3721"/>
            <p:cNvSpPr/>
            <p:nvPr/>
          </p:nvSpPr>
          <p:spPr>
            <a:xfrm>
              <a:off x="11049001" y="1856356"/>
              <a:ext cx="337500" cy="337500"/>
            </a:xfrm>
            <a:prstGeom prst="ellipse">
              <a:avLst/>
            </a:prstGeom>
            <a:solidFill>
              <a:srgbClr val="1E00B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21" name="Google Shape;721;g3b3a45db5ed_1_3721"/>
            <p:cNvSpPr/>
            <p:nvPr/>
          </p:nvSpPr>
          <p:spPr>
            <a:xfrm>
              <a:off x="11049001" y="3589906"/>
              <a:ext cx="337500" cy="337500"/>
            </a:xfrm>
            <a:prstGeom prst="ellipse">
              <a:avLst/>
            </a:prstGeom>
            <a:solidFill>
              <a:srgbClr val="1E00B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722" name="Google Shape;722;g3b3a45db5ed_1_3721"/>
          <p:cNvGrpSpPr/>
          <p:nvPr/>
        </p:nvGrpSpPr>
        <p:grpSpPr>
          <a:xfrm>
            <a:off x="5897558" y="3686547"/>
            <a:ext cx="397913" cy="2441768"/>
            <a:chOff x="11049001" y="1856356"/>
            <a:chExt cx="337500" cy="2071050"/>
          </a:xfrm>
        </p:grpSpPr>
        <p:sp>
          <p:nvSpPr>
            <p:cNvPr id="723" name="Google Shape;723;g3b3a45db5ed_1_3721"/>
            <p:cNvSpPr/>
            <p:nvPr/>
          </p:nvSpPr>
          <p:spPr>
            <a:xfrm>
              <a:off x="11049001" y="1856356"/>
              <a:ext cx="337500" cy="337500"/>
            </a:xfrm>
            <a:prstGeom prst="ellipse">
              <a:avLst/>
            </a:prstGeom>
            <a:solidFill>
              <a:srgbClr val="1900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24" name="Google Shape;724;g3b3a45db5ed_1_3721"/>
            <p:cNvSpPr/>
            <p:nvPr/>
          </p:nvSpPr>
          <p:spPr>
            <a:xfrm>
              <a:off x="11049001" y="3589906"/>
              <a:ext cx="337500" cy="337500"/>
            </a:xfrm>
            <a:prstGeom prst="ellipse">
              <a:avLst/>
            </a:prstGeom>
            <a:solidFill>
              <a:srgbClr val="1900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99"/>
                                        </p:tgtEl>
                                        <p:attrNameLst>
                                          <p:attrName>style.visibility</p:attrName>
                                        </p:attrNameLst>
                                      </p:cBhvr>
                                      <p:to>
                                        <p:strVal val="visible"/>
                                      </p:to>
                                    </p:set>
                                    <p:animEffect filter="fade" transition="in">
                                      <p:cBhvr>
                                        <p:cTn dur="500"/>
                                        <p:tgtEl>
                                          <p:spTgt spid="69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00"/>
                                        </p:tgtEl>
                                        <p:attrNameLst>
                                          <p:attrName>style.visibility</p:attrName>
                                        </p:attrNameLst>
                                      </p:cBhvr>
                                      <p:to>
                                        <p:strVal val="visible"/>
                                      </p:to>
                                    </p:set>
                                    <p:animEffect filter="fade" transition="in">
                                      <p:cBhvr>
                                        <p:cTn dur="500"/>
                                        <p:tgtEl>
                                          <p:spTgt spid="700"/>
                                        </p:tgtEl>
                                      </p:cBhvr>
                                    </p:animEffect>
                                  </p:childTnLst>
                                </p:cTn>
                              </p:par>
                            </p:childTnLst>
                          </p:cTn>
                        </p:par>
                        <p:par>
                          <p:cTn fill="hold">
                            <p:stCondLst>
                              <p:cond delay="1000"/>
                            </p:stCondLst>
                            <p:childTnLst>
                              <p:par>
                                <p:cTn fill="hold" nodeType="afterEffect" presetClass="emph" presetID="8" presetSubtype="0">
                                  <p:stCondLst>
                                    <p:cond delay="0"/>
                                  </p:stCondLst>
                                  <p:childTnLst>
                                    <p:animRot by="-21600000">
                                      <p:cBhvr>
                                        <p:cTn dur="2500" fill="hold"/>
                                        <p:tgtEl>
                                          <p:spTgt spid="701"/>
                                        </p:tgtEl>
                                        <p:attrNameLst>
                                          <p:attrName>r</p:attrName>
                                        </p:attrNameLst>
                                      </p:cBhvr>
                                    </p:animRot>
                                  </p:childTnLst>
                                </p:cTn>
                              </p:par>
                              <p:par>
                                <p:cTn fill="hold" nodeType="withEffect" presetClass="emph" presetID="8" presetSubtype="0">
                                  <p:stCondLst>
                                    <p:cond delay="50"/>
                                  </p:stCondLst>
                                  <p:childTnLst>
                                    <p:animRot by="-21600000">
                                      <p:cBhvr>
                                        <p:cTn dur="2500" fill="hold"/>
                                        <p:tgtEl>
                                          <p:spTgt spid="704"/>
                                        </p:tgtEl>
                                        <p:attrNameLst>
                                          <p:attrName>r</p:attrName>
                                        </p:attrNameLst>
                                      </p:cBhvr>
                                    </p:animRot>
                                  </p:childTnLst>
                                </p:cTn>
                              </p:par>
                              <p:par>
                                <p:cTn fill="hold" nodeType="withEffect" presetClass="emph" presetID="8" presetSubtype="0">
                                  <p:stCondLst>
                                    <p:cond delay="100"/>
                                  </p:stCondLst>
                                  <p:childTnLst>
                                    <p:animRot by="-21600000">
                                      <p:cBhvr>
                                        <p:cTn dur="2500" fill="hold"/>
                                        <p:tgtEl>
                                          <p:spTgt spid="722"/>
                                        </p:tgtEl>
                                        <p:attrNameLst>
                                          <p:attrName>r</p:attrName>
                                        </p:attrNameLst>
                                      </p:cBhvr>
                                    </p:animRot>
                                  </p:childTnLst>
                                </p:cTn>
                              </p:par>
                              <p:par>
                                <p:cTn fill="hold" nodeType="withEffect" presetClass="emph" presetID="8" presetSubtype="0">
                                  <p:stCondLst>
                                    <p:cond delay="150"/>
                                  </p:stCondLst>
                                  <p:childTnLst>
                                    <p:animRot by="-21600000">
                                      <p:cBhvr>
                                        <p:cTn dur="2500" fill="hold"/>
                                        <p:tgtEl>
                                          <p:spTgt spid="719"/>
                                        </p:tgtEl>
                                        <p:attrNameLst>
                                          <p:attrName>r</p:attrName>
                                        </p:attrNameLst>
                                      </p:cBhvr>
                                    </p:animRot>
                                  </p:childTnLst>
                                </p:cTn>
                              </p:par>
                              <p:par>
                                <p:cTn fill="hold" nodeType="withEffect" presetClass="emph" presetID="8" presetSubtype="0">
                                  <p:stCondLst>
                                    <p:cond delay="200"/>
                                  </p:stCondLst>
                                  <p:childTnLst>
                                    <p:animRot by="-21600000">
                                      <p:cBhvr>
                                        <p:cTn dur="2500" fill="hold"/>
                                        <p:tgtEl>
                                          <p:spTgt spid="716"/>
                                        </p:tgtEl>
                                        <p:attrNameLst>
                                          <p:attrName>r</p:attrName>
                                        </p:attrNameLst>
                                      </p:cBhvr>
                                    </p:animRot>
                                  </p:childTnLst>
                                </p:cTn>
                              </p:par>
                              <p:par>
                                <p:cTn fill="hold" nodeType="withEffect" presetClass="emph" presetID="8" presetSubtype="0">
                                  <p:stCondLst>
                                    <p:cond delay="250"/>
                                  </p:stCondLst>
                                  <p:childTnLst>
                                    <p:animRot by="-21600000">
                                      <p:cBhvr>
                                        <p:cTn dur="2500" fill="hold"/>
                                        <p:tgtEl>
                                          <p:spTgt spid="713"/>
                                        </p:tgtEl>
                                        <p:attrNameLst>
                                          <p:attrName>r</p:attrName>
                                        </p:attrNameLst>
                                      </p:cBhvr>
                                    </p:animRot>
                                  </p:childTnLst>
                                </p:cTn>
                              </p:par>
                              <p:par>
                                <p:cTn fill="hold" nodeType="withEffect" presetClass="emph" presetID="8" presetSubtype="0">
                                  <p:stCondLst>
                                    <p:cond delay="300"/>
                                  </p:stCondLst>
                                  <p:childTnLst>
                                    <p:animRot by="-21600000">
                                      <p:cBhvr>
                                        <p:cTn dur="2500" fill="hold"/>
                                        <p:tgtEl>
                                          <p:spTgt spid="710"/>
                                        </p:tgtEl>
                                        <p:attrNameLst>
                                          <p:attrName>r</p:attrName>
                                        </p:attrNameLst>
                                      </p:cBhvr>
                                    </p:animRot>
                                  </p:childTnLst>
                                </p:cTn>
                              </p:par>
                              <p:par>
                                <p:cTn fill="hold" nodeType="withEffect" presetClass="emph" presetID="8" presetSubtype="0">
                                  <p:stCondLst>
                                    <p:cond delay="350"/>
                                  </p:stCondLst>
                                  <p:childTnLst>
                                    <p:animRot by="-21600000">
                                      <p:cBhvr>
                                        <p:cTn dur="2500" fill="hold"/>
                                        <p:tgtEl>
                                          <p:spTgt spid="707"/>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5">
  <p:cSld name="Section 5">
    <p:spTree>
      <p:nvGrpSpPr>
        <p:cNvPr id="725" name="Shape 725"/>
        <p:cNvGrpSpPr/>
        <p:nvPr/>
      </p:nvGrpSpPr>
      <p:grpSpPr>
        <a:xfrm>
          <a:off x="0" y="0"/>
          <a:ext cx="0" cy="0"/>
          <a:chOff x="0" y="0"/>
          <a:chExt cx="0" cy="0"/>
        </a:xfrm>
      </p:grpSpPr>
      <p:pic>
        <p:nvPicPr>
          <p:cNvPr id="726" name="Google Shape;726;g3b3a45db5ed_1_3759"/>
          <p:cNvPicPr preferRelativeResize="0"/>
          <p:nvPr/>
        </p:nvPicPr>
        <p:blipFill rotWithShape="1">
          <a:blip r:embed="rId2">
            <a:alphaModFix/>
          </a:blip>
          <a:srcRect b="0" l="0" r="0" t="0"/>
          <a:stretch/>
        </p:blipFill>
        <p:spPr>
          <a:xfrm>
            <a:off x="1543050" y="4357022"/>
            <a:ext cx="9105900" cy="1826835"/>
          </a:xfrm>
          <a:prstGeom prst="rect">
            <a:avLst/>
          </a:prstGeom>
          <a:noFill/>
          <a:ln>
            <a:noFill/>
          </a:ln>
        </p:spPr>
      </p:pic>
    </p:spTree>
  </p:cSld>
  <p:clrMapOvr>
    <a:masterClrMapping/>
  </p:clrMapOvr>
  <p:transition spd="slow">
    <p:push/>
  </p:transition>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 this session you will learn...">
  <p:cSld name="In this session you will learn...">
    <p:spTree>
      <p:nvGrpSpPr>
        <p:cNvPr id="727" name="Shape 727"/>
        <p:cNvGrpSpPr/>
        <p:nvPr/>
      </p:nvGrpSpPr>
      <p:grpSpPr>
        <a:xfrm>
          <a:off x="0" y="0"/>
          <a:ext cx="0" cy="0"/>
          <a:chOff x="0" y="0"/>
          <a:chExt cx="0" cy="0"/>
        </a:xfrm>
      </p:grpSpPr>
      <p:sp>
        <p:nvSpPr>
          <p:cNvPr id="728" name="Google Shape;728;g3b3a45db5ed_1_3765"/>
          <p:cNvSpPr txBox="1"/>
          <p:nvPr>
            <p:ph idx="1" type="body"/>
          </p:nvPr>
        </p:nvSpPr>
        <p:spPr>
          <a:xfrm>
            <a:off x="2022957" y="1116184"/>
            <a:ext cx="91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729" name="Google Shape;729;g3b3a45db5ed_1_3765"/>
          <p:cNvSpPr txBox="1"/>
          <p:nvPr/>
        </p:nvSpPr>
        <p:spPr>
          <a:xfrm>
            <a:off x="996843" y="968220"/>
            <a:ext cx="10442700" cy="699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4800"/>
              <a:buFont typeface="Quicksand"/>
              <a:buNone/>
            </a:pPr>
            <a:r>
              <a:rPr b="1" i="0" lang="en-US" sz="4800" u="none" cap="none" strike="noStrike">
                <a:solidFill>
                  <a:srgbClr val="002060"/>
                </a:solidFill>
                <a:latin typeface="Quicksand"/>
                <a:ea typeface="Quicksand"/>
                <a:cs typeface="Quicksand"/>
                <a:sym typeface="Quicksand"/>
              </a:rPr>
              <a:t>IN THIS LESSON YOU WILL…</a:t>
            </a:r>
            <a:endParaRPr b="1" i="0" sz="4800" u="none" cap="none" strike="noStrike">
              <a:solidFill>
                <a:srgbClr val="FC7C00"/>
              </a:solidFill>
              <a:latin typeface="Quicksand"/>
              <a:ea typeface="Quicksand"/>
              <a:cs typeface="Quicksand"/>
              <a:sym typeface="Quicksand"/>
            </a:endParaRPr>
          </a:p>
        </p:txBody>
      </p:sp>
      <p:sp>
        <p:nvSpPr>
          <p:cNvPr id="730" name="Google Shape;730;g3b3a45db5ed_1_3765"/>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Lesson</a:t>
            </a:r>
            <a:endParaRPr b="0" i="0" sz="1400" u="none" cap="none" strike="noStrike">
              <a:solidFill>
                <a:srgbClr val="000000"/>
              </a:solidFill>
              <a:latin typeface="Arial"/>
              <a:ea typeface="Arial"/>
              <a:cs typeface="Arial"/>
              <a:sym typeface="Arial"/>
            </a:endParaRPr>
          </a:p>
        </p:txBody>
      </p:sp>
      <p:sp>
        <p:nvSpPr>
          <p:cNvPr id="731" name="Google Shape;731;g3b3a45db5ed_1_3765"/>
          <p:cNvSpPr txBox="1"/>
          <p:nvPr>
            <p:ph idx="2" type="body"/>
          </p:nvPr>
        </p:nvSpPr>
        <p:spPr>
          <a:xfrm>
            <a:off x="1871003" y="1667167"/>
            <a:ext cx="8773200" cy="1956300"/>
          </a:xfrm>
          <a:prstGeom prst="rect">
            <a:avLst/>
          </a:prstGeom>
          <a:noFill/>
          <a:ln>
            <a:noFill/>
          </a:ln>
        </p:spPr>
        <p:txBody>
          <a:bodyPr anchorCtr="0" anchor="t" bIns="45700" lIns="91425" spcFirstLastPara="1" rIns="91425" wrap="square" tIns="45700">
            <a:noAutofit/>
          </a:bodyPr>
          <a:lstStyle>
            <a:lvl1pPr indent="-419100" lvl="0" marL="457200" marR="0" rtl="0" algn="l">
              <a:lnSpc>
                <a:spcPct val="90000"/>
              </a:lnSpc>
              <a:spcBef>
                <a:spcPts val="1000"/>
              </a:spcBef>
              <a:spcAft>
                <a:spcPts val="0"/>
              </a:spcAft>
              <a:buClr>
                <a:schemeClr val="accent2"/>
              </a:buClr>
              <a:buSzPts val="3000"/>
              <a:buFont typeface="Calibri"/>
              <a:buChar char="●"/>
              <a:defRPr b="0" i="0" sz="2000" u="none" cap="none" strike="noStrike">
                <a:solidFill>
                  <a:srgbClr val="172A4B"/>
                </a:solidFill>
                <a:latin typeface="Quicksand"/>
                <a:ea typeface="Quicksand"/>
                <a:cs typeface="Quicksand"/>
                <a:sym typeface="Quicksand"/>
              </a:defRPr>
            </a:lvl1pPr>
            <a:lvl2pPr indent="-400050" lvl="1" marL="914400" marR="0" rtl="0" algn="l">
              <a:lnSpc>
                <a:spcPct val="90000"/>
              </a:lnSpc>
              <a:spcBef>
                <a:spcPts val="500"/>
              </a:spcBef>
              <a:spcAft>
                <a:spcPts val="0"/>
              </a:spcAft>
              <a:buClr>
                <a:schemeClr val="accent2"/>
              </a:buClr>
              <a:buSzPts val="2700"/>
              <a:buFont typeface="Calibri"/>
              <a:buChar char="●"/>
              <a:defRPr b="0" i="0" sz="1800" u="none" cap="none" strike="noStrike">
                <a:solidFill>
                  <a:srgbClr val="172A4B"/>
                </a:solidFill>
                <a:latin typeface="Quicksand"/>
                <a:ea typeface="Quicksand"/>
                <a:cs typeface="Quicksand"/>
                <a:sym typeface="Quicksand"/>
              </a:defRPr>
            </a:lvl2pPr>
            <a:lvl3pPr indent="-381000" lvl="2" marL="1371600" marR="0" rtl="0" algn="l">
              <a:lnSpc>
                <a:spcPct val="90000"/>
              </a:lnSpc>
              <a:spcBef>
                <a:spcPts val="500"/>
              </a:spcBef>
              <a:spcAft>
                <a:spcPts val="0"/>
              </a:spcAft>
              <a:buClr>
                <a:schemeClr val="accent2"/>
              </a:buClr>
              <a:buSzPts val="2400"/>
              <a:buFont typeface="Calibri"/>
              <a:buChar char="●"/>
              <a:defRPr b="0" i="0" sz="1600" u="none" cap="none" strike="noStrike">
                <a:solidFill>
                  <a:srgbClr val="172A4B"/>
                </a:solidFill>
                <a:latin typeface="Quicksand"/>
                <a:ea typeface="Quicksand"/>
                <a:cs typeface="Quicksand"/>
                <a:sym typeface="Quicksand"/>
              </a:defRPr>
            </a:lvl3pPr>
            <a:lvl4pPr indent="-361950" lvl="3" marL="1828800" marR="0" rtl="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4pPr>
            <a:lvl5pPr indent="-361950" lvl="4" marL="2286000" marR="0" rtl="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732" name="Google Shape;732;g3b3a45db5ed_1_3765"/>
          <p:cNvSpPr txBox="1"/>
          <p:nvPr>
            <p:ph idx="3" type="body"/>
          </p:nvPr>
        </p:nvSpPr>
        <p:spPr>
          <a:xfrm>
            <a:off x="2337773" y="654820"/>
            <a:ext cx="678600" cy="387900"/>
          </a:xfrm>
          <a:prstGeom prst="rect">
            <a:avLst/>
          </a:prstGeom>
          <a:noFill/>
          <a:ln>
            <a:noFill/>
          </a:ln>
        </p:spPr>
        <p:txBody>
          <a:bodyPr anchorCtr="0" anchor="t" bIns="0" lIns="0" spcFirstLastPara="1" rIns="0" wrap="square" tIns="0">
            <a:spAutoFit/>
          </a:bodyPr>
          <a:lstStyle>
            <a:lvl1pPr indent="-228600" lvl="0" marL="457200" marR="0" rtl="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aluate">
  <p:cSld name="Evaluate">
    <p:spTree>
      <p:nvGrpSpPr>
        <p:cNvPr id="733" name="Shape 733"/>
        <p:cNvGrpSpPr/>
        <p:nvPr/>
      </p:nvGrpSpPr>
      <p:grpSpPr>
        <a:xfrm>
          <a:off x="0" y="0"/>
          <a:ext cx="0" cy="0"/>
          <a:chOff x="0" y="0"/>
          <a:chExt cx="0" cy="0"/>
        </a:xfrm>
      </p:grpSpPr>
      <p:grpSp>
        <p:nvGrpSpPr>
          <p:cNvPr id="734" name="Google Shape;734;g3b3a45db5ed_1_3771"/>
          <p:cNvGrpSpPr/>
          <p:nvPr/>
        </p:nvGrpSpPr>
        <p:grpSpPr>
          <a:xfrm>
            <a:off x="680011" y="0"/>
            <a:ext cx="3090697" cy="1806089"/>
            <a:chOff x="536716" y="-1319"/>
            <a:chExt cx="3976708" cy="2323841"/>
          </a:xfrm>
        </p:grpSpPr>
        <p:sp>
          <p:nvSpPr>
            <p:cNvPr id="735" name="Google Shape;735;g3b3a45db5ed_1_3771"/>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736" name="Google Shape;736;g3b3a45db5ed_1_3771"/>
            <p:cNvGrpSpPr/>
            <p:nvPr/>
          </p:nvGrpSpPr>
          <p:grpSpPr>
            <a:xfrm>
              <a:off x="536716" y="0"/>
              <a:ext cx="3976708" cy="2322522"/>
              <a:chOff x="947530" y="0"/>
              <a:chExt cx="3976708" cy="2322522"/>
            </a:xfrm>
          </p:grpSpPr>
          <p:sp>
            <p:nvSpPr>
              <p:cNvPr id="737" name="Google Shape;737;g3b3a45db5ed_1_3771"/>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38" name="Google Shape;738;g3b3a45db5ed_1_3771"/>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39" name="Google Shape;739;g3b3a45db5ed_1_3771"/>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40" name="Google Shape;740;g3b3a45db5ed_1_3771"/>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741" name="Google Shape;741;g3b3a45db5ed_1_3771"/>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742" name="Google Shape;742;g3b3a45db5ed_1_3771"/>
          <p:cNvSpPr txBox="1"/>
          <p:nvPr/>
        </p:nvSpPr>
        <p:spPr>
          <a:xfrm>
            <a:off x="680025" y="777563"/>
            <a:ext cx="30180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Evaluate</a:t>
            </a:r>
            <a:endParaRPr b="0" i="0" sz="5400" u="none" cap="none" strike="noStrike">
              <a:solidFill>
                <a:schemeClr val="lt1"/>
              </a:solidFill>
              <a:latin typeface="Fredoka"/>
              <a:ea typeface="Fredoka"/>
              <a:cs typeface="Fredoka"/>
              <a:sym typeface="Fredoka"/>
            </a:endParaRPr>
          </a:p>
        </p:txBody>
      </p:sp>
      <p:pic>
        <p:nvPicPr>
          <p:cNvPr id="743" name="Google Shape;743;g3b3a45db5ed_1_3771"/>
          <p:cNvPicPr preferRelativeResize="0"/>
          <p:nvPr/>
        </p:nvPicPr>
        <p:blipFill rotWithShape="1">
          <a:blip r:embed="rId2">
            <a:alphaModFix/>
          </a:blip>
          <a:srcRect b="0" l="0" r="0" t="0"/>
          <a:stretch/>
        </p:blipFill>
        <p:spPr>
          <a:xfrm>
            <a:off x="4095258" y="-663083"/>
            <a:ext cx="6778655" cy="6778655"/>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Contents">
    <p:spTree>
      <p:nvGrpSpPr>
        <p:cNvPr id="744" name="Shape 744"/>
        <p:cNvGrpSpPr/>
        <p:nvPr/>
      </p:nvGrpSpPr>
      <p:grpSpPr>
        <a:xfrm>
          <a:off x="0" y="0"/>
          <a:ext cx="0" cy="0"/>
          <a:chOff x="0" y="0"/>
          <a:chExt cx="0" cy="0"/>
        </a:xfrm>
      </p:grpSpPr>
      <p:sp>
        <p:nvSpPr>
          <p:cNvPr id="745" name="Google Shape;745;g3b3a45db5ed_1_3782"/>
          <p:cNvSpPr txBox="1"/>
          <p:nvPr>
            <p:ph idx="1" type="body"/>
          </p:nvPr>
        </p:nvSpPr>
        <p:spPr>
          <a:xfrm>
            <a:off x="2704330" y="1163553"/>
            <a:ext cx="100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746" name="Google Shape;746;g3b3a45db5ed_1_3782"/>
          <p:cNvSpPr txBox="1"/>
          <p:nvPr>
            <p:ph idx="2" type="body"/>
          </p:nvPr>
        </p:nvSpPr>
        <p:spPr>
          <a:xfrm>
            <a:off x="2568593" y="1667167"/>
            <a:ext cx="8285700" cy="3551100"/>
          </a:xfrm>
          <a:prstGeom prst="rect">
            <a:avLst/>
          </a:prstGeom>
          <a:noFill/>
          <a:ln>
            <a:noFill/>
          </a:ln>
        </p:spPr>
        <p:txBody>
          <a:bodyPr anchorCtr="0" anchor="t" bIns="45700" lIns="91425" spcFirstLastPara="1" rIns="91425" wrap="square" tIns="45700">
            <a:noAutofit/>
          </a:bodyPr>
          <a:lstStyle>
            <a:lvl1pPr indent="-459740" lvl="0" marL="457200" marR="0" rtl="0" algn="l">
              <a:lnSpc>
                <a:spcPct val="90000"/>
              </a:lnSpc>
              <a:spcBef>
                <a:spcPts val="1000"/>
              </a:spcBef>
              <a:spcAft>
                <a:spcPts val="0"/>
              </a:spcAft>
              <a:buClr>
                <a:schemeClr val="accent2"/>
              </a:buClr>
              <a:buSzPts val="3640"/>
              <a:buFont typeface="Noto Sans Symbols"/>
              <a:buChar char="∙"/>
              <a:defRPr b="0" i="0" sz="2800" u="none" cap="none" strike="noStrike">
                <a:solidFill>
                  <a:srgbClr val="172A4B"/>
                </a:solidFill>
                <a:latin typeface="Quicksand"/>
                <a:ea typeface="Quicksand"/>
                <a:cs typeface="Quicksand"/>
                <a:sym typeface="Quicksand"/>
              </a:defRPr>
            </a:lvl1pPr>
            <a:lvl2pPr indent="-426720" lvl="1" marL="914400" marR="0" rtl="0" algn="l">
              <a:lnSpc>
                <a:spcPct val="90000"/>
              </a:lnSpc>
              <a:spcBef>
                <a:spcPts val="500"/>
              </a:spcBef>
              <a:spcAft>
                <a:spcPts val="0"/>
              </a:spcAft>
              <a:buClr>
                <a:schemeClr val="accent2"/>
              </a:buClr>
              <a:buSzPts val="3120"/>
              <a:buFont typeface="Noto Sans Symbols"/>
              <a:buChar char="∙"/>
              <a:defRPr b="0" i="0" sz="2400" u="none" cap="none" strike="noStrike">
                <a:solidFill>
                  <a:srgbClr val="172A4B"/>
                </a:solidFill>
                <a:latin typeface="Quicksand"/>
                <a:ea typeface="Quicksand"/>
                <a:cs typeface="Quicksand"/>
                <a:sym typeface="Quicksand"/>
              </a:defRPr>
            </a:lvl2pPr>
            <a:lvl3pPr indent="-393700" lvl="2" marL="1371600" marR="0" rtl="0" algn="l">
              <a:lnSpc>
                <a:spcPct val="90000"/>
              </a:lnSpc>
              <a:spcBef>
                <a:spcPts val="500"/>
              </a:spcBef>
              <a:spcAft>
                <a:spcPts val="0"/>
              </a:spcAft>
              <a:buClr>
                <a:schemeClr val="accent2"/>
              </a:buClr>
              <a:buSzPts val="2600"/>
              <a:buFont typeface="Noto Sans Symbols"/>
              <a:buChar char="∙"/>
              <a:defRPr b="0" i="0" sz="2000" u="none" cap="none" strike="noStrike">
                <a:solidFill>
                  <a:srgbClr val="172A4B"/>
                </a:solidFill>
                <a:latin typeface="Quicksand"/>
                <a:ea typeface="Quicksand"/>
                <a:cs typeface="Quicksand"/>
                <a:sym typeface="Quicksand"/>
              </a:defRPr>
            </a:lvl3pPr>
            <a:lvl4pPr indent="-377190" lvl="3" marL="1828800" marR="0" rtl="0" algn="l">
              <a:lnSpc>
                <a:spcPct val="90000"/>
              </a:lnSpc>
              <a:spcBef>
                <a:spcPts val="500"/>
              </a:spcBef>
              <a:spcAft>
                <a:spcPts val="0"/>
              </a:spcAft>
              <a:buClr>
                <a:schemeClr val="accent2"/>
              </a:buClr>
              <a:buSzPts val="2340"/>
              <a:buFont typeface="Noto Sans Symbols"/>
              <a:buChar char="∙"/>
              <a:defRPr b="0" i="0" sz="1800" u="none" cap="none" strike="noStrike">
                <a:solidFill>
                  <a:srgbClr val="172A4B"/>
                </a:solidFill>
                <a:latin typeface="Quicksand"/>
                <a:ea typeface="Quicksand"/>
                <a:cs typeface="Quicksand"/>
                <a:sym typeface="Quicksand"/>
              </a:defRPr>
            </a:lvl4pPr>
            <a:lvl5pPr indent="-377190" lvl="4" marL="2286000" marR="0" rtl="0" algn="l">
              <a:lnSpc>
                <a:spcPct val="90000"/>
              </a:lnSpc>
              <a:spcBef>
                <a:spcPts val="500"/>
              </a:spcBef>
              <a:spcAft>
                <a:spcPts val="0"/>
              </a:spcAft>
              <a:buClr>
                <a:schemeClr val="accent2"/>
              </a:buClr>
              <a:buSzPts val="2340"/>
              <a:buFont typeface="Noto Sans Symbols"/>
              <a:buChar char="∙"/>
              <a:defRPr b="0"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747" name="Google Shape;747;g3b3a45db5ed_1_3782"/>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748" name="Google Shape;748;g3b3a45db5ed_1_3782"/>
          <p:cNvSpPr txBox="1"/>
          <p:nvPr/>
        </p:nvSpPr>
        <p:spPr>
          <a:xfrm>
            <a:off x="996843" y="968220"/>
            <a:ext cx="4207500" cy="699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5400"/>
              <a:buFont typeface="Quicksand"/>
              <a:buNone/>
            </a:pPr>
            <a:r>
              <a:rPr b="1" i="0" lang="en-US" sz="5400" u="none" cap="none" strike="noStrike">
                <a:solidFill>
                  <a:srgbClr val="002060"/>
                </a:solidFill>
                <a:latin typeface="Quicksand"/>
                <a:ea typeface="Quicksand"/>
                <a:cs typeface="Quicksand"/>
                <a:sym typeface="Quicksand"/>
              </a:rPr>
              <a:t>CONTENTS </a:t>
            </a:r>
            <a:endParaRPr b="1" i="0" sz="5400" u="none" cap="none" strike="noStrike">
              <a:solidFill>
                <a:srgbClr val="FC7C00"/>
              </a:solidFill>
              <a:latin typeface="Quicksand"/>
              <a:ea typeface="Quicksand"/>
              <a:cs typeface="Quicksand"/>
              <a:sym typeface="Quicksand"/>
            </a:endParaRPr>
          </a:p>
        </p:txBody>
      </p:sp>
      <p:sp>
        <p:nvSpPr>
          <p:cNvPr id="749" name="Google Shape;749;g3b3a45db5ed_1_3782"/>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Session</a:t>
            </a:r>
            <a:endParaRPr b="0" i="0" sz="1400" u="none" cap="none" strike="noStrike">
              <a:solidFill>
                <a:srgbClr val="000000"/>
              </a:solidFill>
              <a:latin typeface="Arial"/>
              <a:ea typeface="Arial"/>
              <a:cs typeface="Arial"/>
              <a:sym typeface="Arial"/>
            </a:endParaRPr>
          </a:p>
        </p:txBody>
      </p:sp>
      <p:sp>
        <p:nvSpPr>
          <p:cNvPr id="750" name="Google Shape;750;g3b3a45db5ed_1_3782"/>
          <p:cNvSpPr txBox="1"/>
          <p:nvPr>
            <p:ph idx="3" type="body"/>
          </p:nvPr>
        </p:nvSpPr>
        <p:spPr>
          <a:xfrm>
            <a:off x="2333229" y="654684"/>
            <a:ext cx="570300" cy="387900"/>
          </a:xfrm>
          <a:prstGeom prst="rect">
            <a:avLst/>
          </a:prstGeom>
          <a:noFill/>
          <a:ln>
            <a:noFill/>
          </a:ln>
        </p:spPr>
        <p:txBody>
          <a:bodyPr anchorCtr="0" anchor="t" bIns="0" lIns="0" spcFirstLastPara="1" rIns="0" wrap="square" tIns="0">
            <a:spAutoFit/>
          </a:bodyPr>
          <a:lstStyle>
            <a:lvl1pPr indent="-228600" lvl="0" marL="457200" marR="0" rtl="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ection Seprator ">
  <p:cSld name="blank Section Seprator ">
    <p:spTree>
      <p:nvGrpSpPr>
        <p:cNvPr id="751" name="Shape 751"/>
        <p:cNvGrpSpPr/>
        <p:nvPr/>
      </p:nvGrpSpPr>
      <p:grpSpPr>
        <a:xfrm>
          <a:off x="0" y="0"/>
          <a:ext cx="0" cy="0"/>
          <a:chOff x="0" y="0"/>
          <a:chExt cx="0" cy="0"/>
        </a:xfrm>
      </p:grpSpPr>
      <p:grpSp>
        <p:nvGrpSpPr>
          <p:cNvPr id="752" name="Google Shape;752;g3b3a45db5ed_1_3789"/>
          <p:cNvGrpSpPr/>
          <p:nvPr/>
        </p:nvGrpSpPr>
        <p:grpSpPr>
          <a:xfrm>
            <a:off x="680011" y="0"/>
            <a:ext cx="3090697" cy="1806089"/>
            <a:chOff x="536716" y="-1319"/>
            <a:chExt cx="3976708" cy="2323841"/>
          </a:xfrm>
        </p:grpSpPr>
        <p:sp>
          <p:nvSpPr>
            <p:cNvPr id="753" name="Google Shape;753;g3b3a45db5ed_1_3789"/>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754" name="Google Shape;754;g3b3a45db5ed_1_3789"/>
            <p:cNvGrpSpPr/>
            <p:nvPr/>
          </p:nvGrpSpPr>
          <p:grpSpPr>
            <a:xfrm>
              <a:off x="536716" y="0"/>
              <a:ext cx="3976708" cy="2322522"/>
              <a:chOff x="947530" y="0"/>
              <a:chExt cx="3976708" cy="2322522"/>
            </a:xfrm>
          </p:grpSpPr>
          <p:sp>
            <p:nvSpPr>
              <p:cNvPr id="755" name="Google Shape;755;g3b3a45db5ed_1_378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56" name="Google Shape;756;g3b3a45db5ed_1_3789"/>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57" name="Google Shape;757;g3b3a45db5ed_1_3789"/>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58" name="Google Shape;758;g3b3a45db5ed_1_3789"/>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759" name="Google Shape;759;g3b3a45db5ed_1_378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760" name="Google Shape;760;g3b3a45db5ed_1_3789"/>
          <p:cNvSpPr txBox="1"/>
          <p:nvPr>
            <p:ph type="title"/>
          </p:nvPr>
        </p:nvSpPr>
        <p:spPr>
          <a:xfrm>
            <a:off x="680025" y="642115"/>
            <a:ext cx="3018000" cy="1089300"/>
          </a:xfrm>
          <a:prstGeom prst="rect">
            <a:avLst/>
          </a:prstGeom>
          <a:noFill/>
          <a:ln>
            <a:noFill/>
          </a:ln>
        </p:spPr>
        <p:txBody>
          <a:bodyPr anchorCtr="0" anchor="t" bIns="182875" lIns="91425" spcFirstLastPara="1" rIns="91425" wrap="square" tIns="182875">
            <a:normAutofit/>
          </a:bodyPr>
          <a:lstStyle>
            <a:lvl1pPr lvl="0" marR="0" rtl="0" algn="ctr">
              <a:lnSpc>
                <a:spcPct val="90000"/>
              </a:lnSpc>
              <a:spcBef>
                <a:spcPts val="0"/>
              </a:spcBef>
              <a:spcAft>
                <a:spcPts val="0"/>
              </a:spcAft>
              <a:buClr>
                <a:schemeClr val="lt1"/>
              </a:buClr>
              <a:buSzPts val="5400"/>
              <a:buFont typeface="Fredoka"/>
              <a:buNone/>
              <a:defRPr b="1" i="0" sz="5400" u="none" cap="none" strike="noStrike">
                <a:solidFill>
                  <a:schemeClr val="lt1"/>
                </a:solidFill>
                <a:latin typeface="Fredoka"/>
                <a:ea typeface="Fredoka"/>
                <a:cs typeface="Fredoka"/>
                <a:sym typeface="Fredok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61" name="Google Shape;761;g3b3a45db5ed_1_3789"/>
          <p:cNvSpPr/>
          <p:nvPr>
            <p:ph idx="2" type="pic"/>
          </p:nvPr>
        </p:nvSpPr>
        <p:spPr>
          <a:xfrm>
            <a:off x="6174558" y="1357460"/>
            <a:ext cx="5081100" cy="4557600"/>
          </a:xfrm>
          <a:prstGeom prst="rect">
            <a:avLst/>
          </a:prstGeom>
          <a:noFill/>
          <a:ln>
            <a:noFill/>
          </a:ln>
        </p:spPr>
      </p:sp>
      <p:sp>
        <p:nvSpPr>
          <p:cNvPr id="762" name="Google Shape;762;g3b3a45db5ed_1_3789"/>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763" name="Google Shape;763;g3b3a45db5ed_1_3789"/>
          <p:cNvSpPr txBox="1"/>
          <p:nvPr>
            <p:ph idx="1"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764" name="Google Shape;764;g3b3a45db5ed_1_3789"/>
          <p:cNvSpPr txBox="1"/>
          <p:nvPr>
            <p:ph idx="3"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p:cSld name="Recap">
    <p:spTree>
      <p:nvGrpSpPr>
        <p:cNvPr id="765" name="Shape 765"/>
        <p:cNvGrpSpPr/>
        <p:nvPr/>
      </p:nvGrpSpPr>
      <p:grpSpPr>
        <a:xfrm>
          <a:off x="0" y="0"/>
          <a:ext cx="0" cy="0"/>
          <a:chOff x="0" y="0"/>
          <a:chExt cx="0" cy="0"/>
        </a:xfrm>
      </p:grpSpPr>
      <p:sp>
        <p:nvSpPr>
          <p:cNvPr id="766" name="Google Shape;766;g3b3a45db5ed_1_3803"/>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767" name="Google Shape;767;g3b3a45db5ed_1_3803"/>
          <p:cNvSpPr txBox="1"/>
          <p:nvPr/>
        </p:nvSpPr>
        <p:spPr>
          <a:xfrm>
            <a:off x="973639" y="2890391"/>
            <a:ext cx="4093200" cy="1077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72A4B"/>
                </a:solidFill>
                <a:latin typeface="Quicksand"/>
                <a:ea typeface="Quicksand"/>
                <a:cs typeface="Quicksand"/>
                <a:sym typeface="Quicksand"/>
              </a:rPr>
              <a:t>Now, Let’s Preview Our Tasks… </a:t>
            </a:r>
            <a:endParaRPr b="0" i="0" sz="1400" u="none" cap="none" strike="noStrike">
              <a:solidFill>
                <a:srgbClr val="000000"/>
              </a:solidFill>
              <a:latin typeface="Arial"/>
              <a:ea typeface="Arial"/>
              <a:cs typeface="Arial"/>
              <a:sym typeface="Arial"/>
            </a:endParaRPr>
          </a:p>
        </p:txBody>
      </p:sp>
      <p:pic>
        <p:nvPicPr>
          <p:cNvPr id="768" name="Google Shape;768;g3b3a45db5ed_1_3803"/>
          <p:cNvPicPr preferRelativeResize="0"/>
          <p:nvPr/>
        </p:nvPicPr>
        <p:blipFill rotWithShape="1">
          <a:blip r:embed="rId3">
            <a:alphaModFix/>
          </a:blip>
          <a:srcRect b="0" l="0" r="0" t="0"/>
          <a:stretch/>
        </p:blipFill>
        <p:spPr>
          <a:xfrm>
            <a:off x="5660725" y="778588"/>
            <a:ext cx="5309935" cy="5309935"/>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1">
  <p:cSld name="Title with content T1">
    <p:spTree>
      <p:nvGrpSpPr>
        <p:cNvPr id="769" name="Shape 769"/>
        <p:cNvGrpSpPr/>
        <p:nvPr/>
      </p:nvGrpSpPr>
      <p:grpSpPr>
        <a:xfrm>
          <a:off x="0" y="0"/>
          <a:ext cx="0" cy="0"/>
          <a:chOff x="0" y="0"/>
          <a:chExt cx="0" cy="0"/>
        </a:xfrm>
      </p:grpSpPr>
      <p:grpSp>
        <p:nvGrpSpPr>
          <p:cNvPr id="770" name="Google Shape;770;g3b3a45db5ed_1_3807"/>
          <p:cNvGrpSpPr/>
          <p:nvPr/>
        </p:nvGrpSpPr>
        <p:grpSpPr>
          <a:xfrm>
            <a:off x="0" y="579518"/>
            <a:ext cx="4207500" cy="823623"/>
            <a:chOff x="0" y="579518"/>
            <a:chExt cx="4207500" cy="823623"/>
          </a:xfrm>
        </p:grpSpPr>
        <p:sp>
          <p:nvSpPr>
            <p:cNvPr id="771" name="Google Shape;771;g3b3a45db5ed_1_3807"/>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72" name="Google Shape;772;g3b3a45db5ed_1_3807"/>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773" name="Google Shape;773;g3b3a45db5ed_1_3807"/>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774" name="Google Shape;774;g3b3a45db5ed_1_3807"/>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775" name="Google Shape;775;g3b3a45db5ed_1_3807"/>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ctr">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776" name="Google Shape;776;g3b3a45db5ed_1_3807"/>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2">
  <p:cSld name="Title with content T2">
    <p:spTree>
      <p:nvGrpSpPr>
        <p:cNvPr id="777" name="Shape 777"/>
        <p:cNvGrpSpPr/>
        <p:nvPr/>
      </p:nvGrpSpPr>
      <p:grpSpPr>
        <a:xfrm>
          <a:off x="0" y="0"/>
          <a:ext cx="0" cy="0"/>
          <a:chOff x="0" y="0"/>
          <a:chExt cx="0" cy="0"/>
        </a:xfrm>
      </p:grpSpPr>
      <p:sp>
        <p:nvSpPr>
          <p:cNvPr id="778" name="Google Shape;778;g3b3a45db5ed_1_3815"/>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grpSp>
        <p:nvGrpSpPr>
          <p:cNvPr id="779" name="Google Shape;779;g3b3a45db5ed_1_3815"/>
          <p:cNvGrpSpPr/>
          <p:nvPr/>
        </p:nvGrpSpPr>
        <p:grpSpPr>
          <a:xfrm>
            <a:off x="-1" y="579518"/>
            <a:ext cx="7079588" cy="823623"/>
            <a:chOff x="0" y="579518"/>
            <a:chExt cx="4146900" cy="823623"/>
          </a:xfrm>
        </p:grpSpPr>
        <p:sp>
          <p:nvSpPr>
            <p:cNvPr id="780" name="Google Shape;780;g3b3a45db5ed_1_3815"/>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81" name="Google Shape;781;g3b3a45db5ed_1_3815"/>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782" name="Google Shape;782;g3b3a45db5ed_1_3815"/>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783" name="Google Shape;783;g3b3a45db5ed_1_3815"/>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 T1">
  <p:cSld name="Title with two content T1">
    <p:spTree>
      <p:nvGrpSpPr>
        <p:cNvPr id="784" name="Shape 784"/>
        <p:cNvGrpSpPr/>
        <p:nvPr/>
      </p:nvGrpSpPr>
      <p:grpSpPr>
        <a:xfrm>
          <a:off x="0" y="0"/>
          <a:ext cx="0" cy="0"/>
          <a:chOff x="0" y="0"/>
          <a:chExt cx="0" cy="0"/>
        </a:xfrm>
      </p:grpSpPr>
      <p:grpSp>
        <p:nvGrpSpPr>
          <p:cNvPr id="785" name="Google Shape;785;g3b3a45db5ed_1_3822"/>
          <p:cNvGrpSpPr/>
          <p:nvPr/>
        </p:nvGrpSpPr>
        <p:grpSpPr>
          <a:xfrm>
            <a:off x="0" y="579518"/>
            <a:ext cx="4207500" cy="823623"/>
            <a:chOff x="0" y="579518"/>
            <a:chExt cx="4207500" cy="823623"/>
          </a:xfrm>
        </p:grpSpPr>
        <p:sp>
          <p:nvSpPr>
            <p:cNvPr id="786" name="Google Shape;786;g3b3a45db5ed_1_3822"/>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87" name="Google Shape;787;g3b3a45db5ed_1_3822"/>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788" name="Google Shape;788;g3b3a45db5ed_1_3822"/>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789" name="Google Shape;789;g3b3a45db5ed_1_3822"/>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rtl="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rtl="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rtl="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790" name="Google Shape;790;g3b3a45db5ed_1_3822"/>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791" name="Google Shape;791;g3b3a45db5ed_1_3822"/>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792" name="Google Shape;792;g3b3a45db5ed_1_3822"/>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s T2">
  <p:cSld name="Title with Two Contents T2">
    <p:spTree>
      <p:nvGrpSpPr>
        <p:cNvPr id="793" name="Shape 793"/>
        <p:cNvGrpSpPr/>
        <p:nvPr/>
      </p:nvGrpSpPr>
      <p:grpSpPr>
        <a:xfrm>
          <a:off x="0" y="0"/>
          <a:ext cx="0" cy="0"/>
          <a:chOff x="0" y="0"/>
          <a:chExt cx="0" cy="0"/>
        </a:xfrm>
      </p:grpSpPr>
      <p:grpSp>
        <p:nvGrpSpPr>
          <p:cNvPr id="794" name="Google Shape;794;g3b3a45db5ed_1_3831"/>
          <p:cNvGrpSpPr/>
          <p:nvPr/>
        </p:nvGrpSpPr>
        <p:grpSpPr>
          <a:xfrm>
            <a:off x="-1" y="579518"/>
            <a:ext cx="7079588" cy="823623"/>
            <a:chOff x="0" y="579518"/>
            <a:chExt cx="4146900" cy="823623"/>
          </a:xfrm>
        </p:grpSpPr>
        <p:sp>
          <p:nvSpPr>
            <p:cNvPr id="795" name="Google Shape;795;g3b3a45db5ed_1_3831"/>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796" name="Google Shape;796;g3b3a45db5ed_1_3831"/>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797" name="Google Shape;797;g3b3a45db5ed_1_3831"/>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798" name="Google Shape;798;g3b3a45db5ed_1_3831"/>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rtl="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rtl="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rtl="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799" name="Google Shape;799;g3b3a45db5ed_1_3831"/>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800" name="Google Shape;800;g3b3a45db5ed_1_3831"/>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801" name="Google Shape;801;g3b3a45db5ed_1_3831"/>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mparison T1">
  <p:cSld name="Title with Comparison T1">
    <p:spTree>
      <p:nvGrpSpPr>
        <p:cNvPr id="802" name="Shape 802"/>
        <p:cNvGrpSpPr/>
        <p:nvPr/>
      </p:nvGrpSpPr>
      <p:grpSpPr>
        <a:xfrm>
          <a:off x="0" y="0"/>
          <a:ext cx="0" cy="0"/>
          <a:chOff x="0" y="0"/>
          <a:chExt cx="0" cy="0"/>
        </a:xfrm>
      </p:grpSpPr>
      <p:grpSp>
        <p:nvGrpSpPr>
          <p:cNvPr id="803" name="Google Shape;803;g3b3a45db5ed_1_3840"/>
          <p:cNvGrpSpPr/>
          <p:nvPr/>
        </p:nvGrpSpPr>
        <p:grpSpPr>
          <a:xfrm>
            <a:off x="0" y="579518"/>
            <a:ext cx="4207500" cy="823623"/>
            <a:chOff x="0" y="579518"/>
            <a:chExt cx="4207500" cy="823623"/>
          </a:xfrm>
        </p:grpSpPr>
        <p:sp>
          <p:nvSpPr>
            <p:cNvPr id="804" name="Google Shape;804;g3b3a45db5ed_1_3840"/>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805" name="Google Shape;805;g3b3a45db5ed_1_3840"/>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806" name="Google Shape;806;g3b3a45db5ed_1_3840"/>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807" name="Google Shape;807;g3b3a45db5ed_1_3840"/>
          <p:cNvSpPr txBox="1"/>
          <p:nvPr>
            <p:ph idx="1" type="body"/>
          </p:nvPr>
        </p:nvSpPr>
        <p:spPr>
          <a:xfrm>
            <a:off x="490194" y="1461565"/>
            <a:ext cx="5505900" cy="6759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Quicksand"/>
                <a:ea typeface="Quicksand"/>
                <a:cs typeface="Quicksand"/>
                <a:sym typeface="Quicksand"/>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808" name="Google Shape;808;g3b3a45db5ed_1_3840"/>
          <p:cNvSpPr txBox="1"/>
          <p:nvPr>
            <p:ph idx="2" type="body"/>
          </p:nvPr>
        </p:nvSpPr>
        <p:spPr>
          <a:xfrm>
            <a:off x="490194" y="2275952"/>
            <a:ext cx="5505900" cy="38232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90000"/>
              </a:lnSpc>
              <a:spcBef>
                <a:spcPts val="10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2900" lvl="2" marL="13716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3pPr>
            <a:lvl4pPr indent="-330200" lvl="3" marL="1828800" marR="0" rtl="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rtl="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809" name="Google Shape;809;g3b3a45db5ed_1_3840"/>
          <p:cNvSpPr txBox="1"/>
          <p:nvPr>
            <p:ph idx="3" type="body"/>
          </p:nvPr>
        </p:nvSpPr>
        <p:spPr>
          <a:xfrm>
            <a:off x="6170612" y="1461565"/>
            <a:ext cx="5462100" cy="6759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Quicksand"/>
                <a:ea typeface="Quicksand"/>
                <a:cs typeface="Quicksand"/>
                <a:sym typeface="Quicksand"/>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810" name="Google Shape;810;g3b3a45db5ed_1_3840"/>
          <p:cNvSpPr txBox="1"/>
          <p:nvPr>
            <p:ph idx="4" type="body"/>
          </p:nvPr>
        </p:nvSpPr>
        <p:spPr>
          <a:xfrm>
            <a:off x="6170611" y="2275952"/>
            <a:ext cx="5462100" cy="38232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90000"/>
              </a:lnSpc>
              <a:spcBef>
                <a:spcPts val="10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rtl="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2900" lvl="2" marL="1371600" marR="0" rtl="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3pPr>
            <a:lvl4pPr indent="-330200" lvl="3" marL="1828800" marR="0" rtl="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rtl="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811" name="Google Shape;811;g3b3a45db5ed_1_3840"/>
          <p:cNvSpPr txBox="1"/>
          <p:nvPr>
            <p:ph idx="5"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812" name="Google Shape;812;g3b3a45db5ed_1_3840"/>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rtl="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
  <p:cSld name="Discussion">
    <p:spTree>
      <p:nvGrpSpPr>
        <p:cNvPr id="813" name="Shape 813"/>
        <p:cNvGrpSpPr/>
        <p:nvPr/>
      </p:nvGrpSpPr>
      <p:grpSpPr>
        <a:xfrm>
          <a:off x="0" y="0"/>
          <a:ext cx="0" cy="0"/>
          <a:chOff x="0" y="0"/>
          <a:chExt cx="0" cy="0"/>
        </a:xfrm>
      </p:grpSpPr>
      <p:sp>
        <p:nvSpPr>
          <p:cNvPr id="814" name="Google Shape;814;g3b3a45db5ed_1_3851"/>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pic>
        <p:nvPicPr>
          <p:cNvPr id="815" name="Google Shape;815;g3b3a45db5ed_1_3851"/>
          <p:cNvPicPr preferRelativeResize="0"/>
          <p:nvPr/>
        </p:nvPicPr>
        <p:blipFill rotWithShape="1">
          <a:blip r:embed="rId3">
            <a:alphaModFix/>
          </a:blip>
          <a:srcRect b="0" l="0" r="0" t="0"/>
          <a:stretch/>
        </p:blipFill>
        <p:spPr>
          <a:xfrm>
            <a:off x="5580495" y="918441"/>
            <a:ext cx="4762500" cy="4762500"/>
          </a:xfrm>
          <a:prstGeom prst="rect">
            <a:avLst/>
          </a:prstGeom>
          <a:noFill/>
          <a:ln>
            <a:noFill/>
          </a:ln>
        </p:spPr>
      </p:pic>
      <p:grpSp>
        <p:nvGrpSpPr>
          <p:cNvPr id="816" name="Google Shape;816;g3b3a45db5ed_1_3851"/>
          <p:cNvGrpSpPr/>
          <p:nvPr/>
        </p:nvGrpSpPr>
        <p:grpSpPr>
          <a:xfrm>
            <a:off x="680011" y="-12733"/>
            <a:ext cx="4628621" cy="1818822"/>
            <a:chOff x="536716" y="-17702"/>
            <a:chExt cx="5955508" cy="2340224"/>
          </a:xfrm>
        </p:grpSpPr>
        <p:sp>
          <p:nvSpPr>
            <p:cNvPr id="817" name="Google Shape;817;g3b3a45db5ed_1_3851"/>
            <p:cNvSpPr/>
            <p:nvPr/>
          </p:nvSpPr>
          <p:spPr>
            <a:xfrm>
              <a:off x="5830491" y="-16804"/>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818" name="Google Shape;818;g3b3a45db5ed_1_3851"/>
            <p:cNvGrpSpPr/>
            <p:nvPr/>
          </p:nvGrpSpPr>
          <p:grpSpPr>
            <a:xfrm>
              <a:off x="536716" y="-17702"/>
              <a:ext cx="5955508" cy="2340224"/>
              <a:chOff x="947530" y="-17702"/>
              <a:chExt cx="5955508" cy="2340224"/>
            </a:xfrm>
          </p:grpSpPr>
          <p:sp>
            <p:nvSpPr>
              <p:cNvPr id="819" name="Google Shape;819;g3b3a45db5ed_1_3851"/>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820" name="Google Shape;820;g3b3a45db5ed_1_3851"/>
              <p:cNvSpPr/>
              <p:nvPr/>
            </p:nvSpPr>
            <p:spPr>
              <a:xfrm>
                <a:off x="1041338" y="920922"/>
                <a:ext cx="58617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821" name="Google Shape;821;g3b3a45db5ed_1_3851"/>
              <p:cNvSpPr/>
              <p:nvPr/>
            </p:nvSpPr>
            <p:spPr>
              <a:xfrm>
                <a:off x="947530" y="824843"/>
                <a:ext cx="58617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822" name="Google Shape;822;g3b3a45db5ed_1_3851"/>
              <p:cNvSpPr/>
              <p:nvPr/>
            </p:nvSpPr>
            <p:spPr>
              <a:xfrm>
                <a:off x="6194922" y="-17702"/>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823" name="Google Shape;823;g3b3a45db5ed_1_3851"/>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824" name="Google Shape;824;g3b3a45db5ed_1_3851"/>
          <p:cNvSpPr txBox="1"/>
          <p:nvPr/>
        </p:nvSpPr>
        <p:spPr>
          <a:xfrm>
            <a:off x="680025" y="702888"/>
            <a:ext cx="4555800" cy="9234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Discussion</a:t>
            </a:r>
            <a:endParaRPr b="0" i="0" sz="1400" u="none" cap="none" strike="noStrike">
              <a:solidFill>
                <a:srgbClr val="000000"/>
              </a:solidFill>
              <a:latin typeface="Arial"/>
              <a:ea typeface="Arial"/>
              <a:cs typeface="Arial"/>
              <a:sym typeface="Arial"/>
            </a:endParaRPr>
          </a:p>
        </p:txBody>
      </p:sp>
      <p:sp>
        <p:nvSpPr>
          <p:cNvPr id="825" name="Google Shape;825;g3b3a45db5ed_1_3851"/>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est Your Work!">
  <p:cSld name="2_Test Your Work!">
    <p:spTree>
      <p:nvGrpSpPr>
        <p:cNvPr id="826" name="Shape 826"/>
        <p:cNvGrpSpPr/>
        <p:nvPr/>
      </p:nvGrpSpPr>
      <p:grpSpPr>
        <a:xfrm>
          <a:off x="0" y="0"/>
          <a:ext cx="0" cy="0"/>
          <a:chOff x="0" y="0"/>
          <a:chExt cx="0" cy="0"/>
        </a:xfrm>
      </p:grpSpPr>
      <p:sp>
        <p:nvSpPr>
          <p:cNvPr id="827" name="Google Shape;827;g3b3a45db5ed_1_3864"/>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pic>
        <p:nvPicPr>
          <p:cNvPr id="828" name="Google Shape;828;g3b3a45db5ed_1_3864"/>
          <p:cNvPicPr preferRelativeResize="0"/>
          <p:nvPr/>
        </p:nvPicPr>
        <p:blipFill rotWithShape="1">
          <a:blip r:embed="rId3">
            <a:alphaModFix/>
          </a:blip>
          <a:srcRect b="0" l="0" r="0" t="0"/>
          <a:stretch/>
        </p:blipFill>
        <p:spPr>
          <a:xfrm>
            <a:off x="2805112" y="-209028"/>
            <a:ext cx="6581775" cy="6581775"/>
          </a:xfrm>
          <a:prstGeom prst="rect">
            <a:avLst/>
          </a:prstGeom>
          <a:noFill/>
          <a:ln>
            <a:noFill/>
          </a:ln>
        </p:spPr>
      </p:pic>
      <p:sp>
        <p:nvSpPr>
          <p:cNvPr id="829" name="Google Shape;829;g3b3a45db5ed_1_3864"/>
          <p:cNvSpPr txBox="1"/>
          <p:nvPr>
            <p:ph idx="1" type="body"/>
          </p:nvPr>
        </p:nvSpPr>
        <p:spPr>
          <a:xfrm>
            <a:off x="3789363" y="5721350"/>
            <a:ext cx="5091000" cy="5478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rgbClr val="002060"/>
              </a:buClr>
              <a:buSzPts val="2800"/>
              <a:buFont typeface="Arial"/>
              <a:buNone/>
              <a:defRPr b="1" i="0" sz="2800" u="none" cap="none" strike="noStrike">
                <a:solidFill>
                  <a:srgbClr val="002060"/>
                </a:solidFill>
                <a:latin typeface="Quicksand"/>
                <a:ea typeface="Quicksand"/>
                <a:cs typeface="Quicksand"/>
                <a:sym typeface="Quicksand"/>
              </a:defRPr>
            </a:lvl1pPr>
            <a:lvl2pPr indent="-228600" lvl="1" marL="914400" marR="0" rtl="0" algn="l">
              <a:lnSpc>
                <a:spcPct val="90000"/>
              </a:lnSpc>
              <a:spcBef>
                <a:spcPts val="500"/>
              </a:spcBef>
              <a:spcAft>
                <a:spcPts val="0"/>
              </a:spcAft>
              <a:buClr>
                <a:srgbClr val="002060"/>
              </a:buClr>
              <a:buSzPts val="2400"/>
              <a:buFont typeface="Arial"/>
              <a:buNone/>
              <a:defRPr b="1" i="0" sz="2400" u="none" cap="none" strike="noStrike">
                <a:solidFill>
                  <a:srgbClr val="002060"/>
                </a:solidFill>
                <a:latin typeface="Quicksand"/>
                <a:ea typeface="Quicksand"/>
                <a:cs typeface="Quicksand"/>
                <a:sym typeface="Quicksand"/>
              </a:defRPr>
            </a:lvl2pPr>
            <a:lvl3pPr indent="-228600" lvl="2" marL="1371600" marR="0" rtl="0" algn="l">
              <a:lnSpc>
                <a:spcPct val="90000"/>
              </a:lnSpc>
              <a:spcBef>
                <a:spcPts val="500"/>
              </a:spcBef>
              <a:spcAft>
                <a:spcPts val="0"/>
              </a:spcAft>
              <a:buClr>
                <a:srgbClr val="002060"/>
              </a:buClr>
              <a:buSzPts val="2000"/>
              <a:buFont typeface="Arial"/>
              <a:buNone/>
              <a:defRPr b="1" i="0" sz="2000" u="none" cap="none" strike="noStrike">
                <a:solidFill>
                  <a:srgbClr val="002060"/>
                </a:solidFill>
                <a:latin typeface="Quicksand"/>
                <a:ea typeface="Quicksand"/>
                <a:cs typeface="Quicksand"/>
                <a:sym typeface="Quicksand"/>
              </a:defRPr>
            </a:lvl3pPr>
            <a:lvl4pPr indent="-228600" lvl="3" marL="1828800" marR="0" rtl="0" algn="l">
              <a:lnSpc>
                <a:spcPct val="90000"/>
              </a:lnSpc>
              <a:spcBef>
                <a:spcPts val="500"/>
              </a:spcBef>
              <a:spcAft>
                <a:spcPts val="0"/>
              </a:spcAft>
              <a:buClr>
                <a:srgbClr val="002060"/>
              </a:buClr>
              <a:buSzPts val="1800"/>
              <a:buFont typeface="Arial"/>
              <a:buNone/>
              <a:defRPr b="1" i="0" sz="1800" u="none" cap="none" strike="noStrike">
                <a:solidFill>
                  <a:srgbClr val="002060"/>
                </a:solidFill>
                <a:latin typeface="Quicksand"/>
                <a:ea typeface="Quicksand"/>
                <a:cs typeface="Quicksand"/>
                <a:sym typeface="Quicksand"/>
              </a:defRPr>
            </a:lvl4pPr>
            <a:lvl5pPr indent="-228600" lvl="4" marL="2286000" marR="0" rtl="0" algn="l">
              <a:lnSpc>
                <a:spcPct val="90000"/>
              </a:lnSpc>
              <a:spcBef>
                <a:spcPts val="500"/>
              </a:spcBef>
              <a:spcAft>
                <a:spcPts val="0"/>
              </a:spcAft>
              <a:buClr>
                <a:srgbClr val="002060"/>
              </a:buClr>
              <a:buSzPts val="1800"/>
              <a:buFont typeface="Arial"/>
              <a:buNone/>
              <a:defRPr b="1" i="0" sz="1800" u="none" cap="none" strike="noStrike">
                <a:solidFill>
                  <a:srgbClr val="002060"/>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st Your Work!">
  <p:cSld name="1_Test Your Work!">
    <p:spTree>
      <p:nvGrpSpPr>
        <p:cNvPr id="830" name="Shape 830"/>
        <p:cNvGrpSpPr/>
        <p:nvPr/>
      </p:nvGrpSpPr>
      <p:grpSpPr>
        <a:xfrm>
          <a:off x="0" y="0"/>
          <a:ext cx="0" cy="0"/>
          <a:chOff x="0" y="0"/>
          <a:chExt cx="0" cy="0"/>
        </a:xfrm>
      </p:grpSpPr>
      <p:sp>
        <p:nvSpPr>
          <p:cNvPr id="831" name="Google Shape;831;g3b3a45db5ed_1_3868"/>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832" name="Google Shape;832;g3b3a45db5ed_1_3868"/>
          <p:cNvSpPr txBox="1"/>
          <p:nvPr/>
        </p:nvSpPr>
        <p:spPr>
          <a:xfrm>
            <a:off x="3987293" y="5751951"/>
            <a:ext cx="4191000" cy="59100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172A4B"/>
              </a:buClr>
              <a:buSzPts val="2800"/>
              <a:buFont typeface="Arial"/>
              <a:buNone/>
            </a:pPr>
            <a:r>
              <a:rPr b="1" i="0" lang="en-US" sz="2800" u="none" cap="none" strike="noStrike">
                <a:solidFill>
                  <a:srgbClr val="172A4B"/>
                </a:solidFill>
                <a:latin typeface="Quicksand"/>
                <a:ea typeface="Quicksand"/>
                <a:cs typeface="Quicksand"/>
                <a:sym typeface="Quicksand"/>
              </a:rPr>
              <a:t>It Works Yaa</a:t>
            </a:r>
            <a:r>
              <a:rPr b="1" baseline="-25000" i="0" lang="en-US" sz="3600" u="none" cap="none" strike="noStrike">
                <a:solidFill>
                  <a:srgbClr val="172A4B"/>
                </a:solidFill>
                <a:latin typeface="Quicksand"/>
                <a:ea typeface="Quicksand"/>
                <a:cs typeface="Quicksand"/>
                <a:sym typeface="Quicksand"/>
              </a:rPr>
              <a:t>Y</a:t>
            </a:r>
            <a:r>
              <a:rPr b="1" i="0" lang="en-US" sz="2800" u="none" cap="none" strike="noStrike">
                <a:solidFill>
                  <a:srgbClr val="172A4B"/>
                </a:solidFill>
                <a:latin typeface="Quicksand"/>
                <a:ea typeface="Quicksand"/>
                <a:cs typeface="Quicksand"/>
                <a:sym typeface="Quicksand"/>
              </a:rPr>
              <a:t>!</a:t>
            </a:r>
            <a:endParaRPr b="0" i="0" sz="1400" u="none" cap="none" strike="noStrike">
              <a:solidFill>
                <a:srgbClr val="000000"/>
              </a:solidFill>
              <a:latin typeface="Arial"/>
              <a:ea typeface="Arial"/>
              <a:cs typeface="Arial"/>
              <a:sym typeface="Arial"/>
            </a:endParaRPr>
          </a:p>
        </p:txBody>
      </p:sp>
      <p:sp>
        <p:nvSpPr>
          <p:cNvPr id="833" name="Google Shape;833;g3b3a45db5ed_1_3868"/>
          <p:cNvSpPr/>
          <p:nvPr/>
        </p:nvSpPr>
        <p:spPr>
          <a:xfrm>
            <a:off x="2316544" y="2334255"/>
            <a:ext cx="496171" cy="1881101"/>
          </a:xfrm>
          <a:custGeom>
            <a:rect b="b" l="l" r="r" t="t"/>
            <a:pathLst>
              <a:path extrusionOk="0" h="1262484" w="333001">
                <a:moveTo>
                  <a:pt x="372" y="3632"/>
                </a:moveTo>
                <a:cubicBezTo>
                  <a:pt x="24621" y="51181"/>
                  <a:pt x="34297" y="104826"/>
                  <a:pt x="28185" y="157842"/>
                </a:cubicBezTo>
                <a:cubicBezTo>
                  <a:pt x="22470" y="203086"/>
                  <a:pt x="6753" y="246901"/>
                  <a:pt x="12468" y="293002"/>
                </a:cubicBezTo>
                <a:cubicBezTo>
                  <a:pt x="21422" y="365773"/>
                  <a:pt x="72476" y="423780"/>
                  <a:pt x="113719" y="481025"/>
                </a:cubicBezTo>
                <a:cubicBezTo>
                  <a:pt x="137685" y="511724"/>
                  <a:pt x="156946" y="545814"/>
                  <a:pt x="170869" y="582181"/>
                </a:cubicBezTo>
                <a:cubicBezTo>
                  <a:pt x="185919" y="626948"/>
                  <a:pt x="182299" y="673525"/>
                  <a:pt x="173917" y="719245"/>
                </a:cubicBezTo>
                <a:cubicBezTo>
                  <a:pt x="158106" y="806113"/>
                  <a:pt x="135817" y="887743"/>
                  <a:pt x="184490" y="968419"/>
                </a:cubicBezTo>
                <a:cubicBezTo>
                  <a:pt x="211350" y="1012806"/>
                  <a:pt x="247641" y="1050430"/>
                  <a:pt x="272882" y="1095864"/>
                </a:cubicBezTo>
                <a:cubicBezTo>
                  <a:pt x="300096" y="1146004"/>
                  <a:pt x="317124" y="1201039"/>
                  <a:pt x="322983" y="1257789"/>
                </a:cubicBezTo>
                <a:cubicBezTo>
                  <a:pt x="323555" y="1262932"/>
                  <a:pt x="333461" y="1264647"/>
                  <a:pt x="332985" y="1258837"/>
                </a:cubicBezTo>
                <a:cubicBezTo>
                  <a:pt x="329630" y="1211202"/>
                  <a:pt x="317859" y="1164539"/>
                  <a:pt x="298218" y="1121010"/>
                </a:cubicBezTo>
                <a:cubicBezTo>
                  <a:pt x="278311" y="1077004"/>
                  <a:pt x="249355" y="1040047"/>
                  <a:pt x="220780" y="1001567"/>
                </a:cubicBezTo>
                <a:cubicBezTo>
                  <a:pt x="192205" y="963085"/>
                  <a:pt x="167345" y="920604"/>
                  <a:pt x="164773" y="870407"/>
                </a:cubicBezTo>
                <a:cubicBezTo>
                  <a:pt x="162392" y="823544"/>
                  <a:pt x="174298" y="777348"/>
                  <a:pt x="183823" y="731818"/>
                </a:cubicBezTo>
                <a:cubicBezTo>
                  <a:pt x="192015" y="690004"/>
                  <a:pt x="198111" y="646855"/>
                  <a:pt x="189252" y="604660"/>
                </a:cubicBezTo>
                <a:cubicBezTo>
                  <a:pt x="180798" y="569389"/>
                  <a:pt x="165807" y="536013"/>
                  <a:pt x="145056" y="506266"/>
                </a:cubicBezTo>
                <a:cubicBezTo>
                  <a:pt x="103337" y="443211"/>
                  <a:pt x="44377" y="385585"/>
                  <a:pt x="27042" y="309956"/>
                </a:cubicBezTo>
                <a:cubicBezTo>
                  <a:pt x="14373" y="254521"/>
                  <a:pt x="36567" y="202038"/>
                  <a:pt x="40186" y="147174"/>
                </a:cubicBezTo>
                <a:cubicBezTo>
                  <a:pt x="44044" y="96339"/>
                  <a:pt x="31886" y="45580"/>
                  <a:pt x="5420" y="2013"/>
                </a:cubicBezTo>
                <a:cubicBezTo>
                  <a:pt x="3420" y="-1226"/>
                  <a:pt x="-1533" y="-464"/>
                  <a:pt x="467" y="363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34" name="Google Shape;834;g3b3a45db5ed_1_3868"/>
          <p:cNvSpPr/>
          <p:nvPr/>
        </p:nvSpPr>
        <p:spPr>
          <a:xfrm>
            <a:off x="2298126" y="2367463"/>
            <a:ext cx="107287" cy="117267"/>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35" name="Google Shape;835;g3b3a45db5ed_1_3868"/>
          <p:cNvSpPr/>
          <p:nvPr/>
        </p:nvSpPr>
        <p:spPr>
          <a:xfrm>
            <a:off x="2298126" y="2367463"/>
            <a:ext cx="107287" cy="117267"/>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000000">
              <a:alpha val="352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36" name="Google Shape;836;g3b3a45db5ed_1_3868"/>
          <p:cNvSpPr/>
          <p:nvPr/>
        </p:nvSpPr>
        <p:spPr>
          <a:xfrm>
            <a:off x="1959874" y="1620270"/>
            <a:ext cx="637167" cy="773882"/>
          </a:xfrm>
          <a:custGeom>
            <a:rect b="b" l="l" r="r" t="t"/>
            <a:pathLst>
              <a:path extrusionOk="0" h="519384" w="427629">
                <a:moveTo>
                  <a:pt x="3143" y="260591"/>
                </a:moveTo>
                <a:cubicBezTo>
                  <a:pt x="20669" y="376986"/>
                  <a:pt x="134969" y="509955"/>
                  <a:pt x="258794" y="519385"/>
                </a:cubicBezTo>
                <a:cubicBezTo>
                  <a:pt x="373761" y="467378"/>
                  <a:pt x="442722" y="312216"/>
                  <a:pt x="424815" y="195535"/>
                </a:cubicBezTo>
                <a:cubicBezTo>
                  <a:pt x="406908" y="78854"/>
                  <a:pt x="315278" y="-18016"/>
                  <a:pt x="179546" y="2844"/>
                </a:cubicBezTo>
                <a:cubicBezTo>
                  <a:pt x="43815" y="23704"/>
                  <a:pt x="-14764" y="144195"/>
                  <a:pt x="3143" y="26059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37" name="Google Shape;837;g3b3a45db5ed_1_3868"/>
          <p:cNvSpPr/>
          <p:nvPr/>
        </p:nvSpPr>
        <p:spPr>
          <a:xfrm>
            <a:off x="1959922" y="1928368"/>
            <a:ext cx="635481" cy="465789"/>
          </a:xfrm>
          <a:custGeom>
            <a:rect b="b" l="l" r="r" t="t"/>
            <a:pathLst>
              <a:path extrusionOk="0" h="312610" w="426497">
                <a:moveTo>
                  <a:pt x="424878" y="51340"/>
                </a:moveTo>
                <a:cubicBezTo>
                  <a:pt x="424878" y="51340"/>
                  <a:pt x="411162" y="167830"/>
                  <a:pt x="273812" y="197929"/>
                </a:cubicBezTo>
                <a:cubicBezTo>
                  <a:pt x="141986" y="227076"/>
                  <a:pt x="11112" y="97441"/>
                  <a:pt x="349" y="0"/>
                </a:cubicBezTo>
                <a:cubicBezTo>
                  <a:pt x="-580" y="17983"/>
                  <a:pt x="345" y="36024"/>
                  <a:pt x="3111" y="53816"/>
                </a:cubicBezTo>
                <a:cubicBezTo>
                  <a:pt x="20637" y="170212"/>
                  <a:pt x="134937" y="303181"/>
                  <a:pt x="258762" y="312611"/>
                </a:cubicBezTo>
                <a:cubicBezTo>
                  <a:pt x="354012" y="269558"/>
                  <a:pt x="417639" y="155638"/>
                  <a:pt x="426498" y="51625"/>
                </a:cubicBezTo>
                <a:close/>
              </a:path>
            </a:pathLst>
          </a:custGeom>
          <a:solidFill>
            <a:srgbClr val="000000">
              <a:alpha val="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38" name="Google Shape;838;g3b3a45db5ed_1_3868"/>
          <p:cNvSpPr/>
          <p:nvPr/>
        </p:nvSpPr>
        <p:spPr>
          <a:xfrm>
            <a:off x="7635445" y="3025135"/>
            <a:ext cx="453209" cy="1702189"/>
          </a:xfrm>
          <a:custGeom>
            <a:rect b="b" l="l" r="r" t="t"/>
            <a:pathLst>
              <a:path extrusionOk="0" h="1142409" w="304167">
                <a:moveTo>
                  <a:pt x="298880" y="1065"/>
                </a:moveTo>
                <a:cubicBezTo>
                  <a:pt x="277372" y="31078"/>
                  <a:pt x="262828" y="65501"/>
                  <a:pt x="256303" y="101839"/>
                </a:cubicBezTo>
                <a:cubicBezTo>
                  <a:pt x="250017" y="137939"/>
                  <a:pt x="256303" y="173944"/>
                  <a:pt x="258113" y="210139"/>
                </a:cubicBezTo>
                <a:cubicBezTo>
                  <a:pt x="260970" y="257764"/>
                  <a:pt x="250683" y="297673"/>
                  <a:pt x="219060" y="333964"/>
                </a:cubicBezTo>
                <a:cubicBezTo>
                  <a:pt x="194009" y="362539"/>
                  <a:pt x="163720" y="386351"/>
                  <a:pt x="141050" y="417212"/>
                </a:cubicBezTo>
                <a:cubicBezTo>
                  <a:pt x="95521" y="479220"/>
                  <a:pt x="85234" y="548562"/>
                  <a:pt x="94568" y="623524"/>
                </a:cubicBezTo>
                <a:cubicBezTo>
                  <a:pt x="105141" y="708391"/>
                  <a:pt x="124858" y="788211"/>
                  <a:pt x="83996" y="868792"/>
                </a:cubicBezTo>
                <a:cubicBezTo>
                  <a:pt x="62088" y="912036"/>
                  <a:pt x="33132" y="951469"/>
                  <a:pt x="17797" y="997951"/>
                </a:cubicBezTo>
                <a:cubicBezTo>
                  <a:pt x="4091" y="1043195"/>
                  <a:pt x="-1768" y="1090458"/>
                  <a:pt x="461" y="1137683"/>
                </a:cubicBezTo>
                <a:cubicBezTo>
                  <a:pt x="461" y="1142922"/>
                  <a:pt x="10463" y="1144541"/>
                  <a:pt x="10558" y="1138731"/>
                </a:cubicBezTo>
                <a:cubicBezTo>
                  <a:pt x="9777" y="1093678"/>
                  <a:pt x="15587" y="1048758"/>
                  <a:pt x="27798" y="1005381"/>
                </a:cubicBezTo>
                <a:cubicBezTo>
                  <a:pt x="40276" y="965566"/>
                  <a:pt x="62755" y="930610"/>
                  <a:pt x="83138" y="894510"/>
                </a:cubicBezTo>
                <a:cubicBezTo>
                  <a:pt x="103798" y="860544"/>
                  <a:pt x="116800" y="822482"/>
                  <a:pt x="121238" y="782972"/>
                </a:cubicBezTo>
                <a:cubicBezTo>
                  <a:pt x="123105" y="747444"/>
                  <a:pt x="120705" y="711820"/>
                  <a:pt x="114095" y="676864"/>
                </a:cubicBezTo>
                <a:cubicBezTo>
                  <a:pt x="107808" y="636192"/>
                  <a:pt x="100188" y="594949"/>
                  <a:pt x="102188" y="553705"/>
                </a:cubicBezTo>
                <a:cubicBezTo>
                  <a:pt x="104674" y="512767"/>
                  <a:pt x="117628" y="473143"/>
                  <a:pt x="139812" y="438643"/>
                </a:cubicBezTo>
                <a:cubicBezTo>
                  <a:pt x="178865" y="376636"/>
                  <a:pt x="254684" y="338536"/>
                  <a:pt x="267733" y="261478"/>
                </a:cubicBezTo>
                <a:cubicBezTo>
                  <a:pt x="274019" y="224140"/>
                  <a:pt x="266018" y="186231"/>
                  <a:pt x="264209" y="148893"/>
                </a:cubicBezTo>
                <a:cubicBezTo>
                  <a:pt x="261732" y="97077"/>
                  <a:pt x="278782" y="49833"/>
                  <a:pt x="303833" y="5256"/>
                </a:cubicBezTo>
                <a:cubicBezTo>
                  <a:pt x="305452" y="2494"/>
                  <a:pt x="300785" y="-1983"/>
                  <a:pt x="298689" y="97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39" name="Google Shape;839;g3b3a45db5ed_1_3868"/>
          <p:cNvSpPr/>
          <p:nvPr/>
        </p:nvSpPr>
        <p:spPr>
          <a:xfrm>
            <a:off x="7993288" y="3057466"/>
            <a:ext cx="106560" cy="117089"/>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40" name="Google Shape;840;g3b3a45db5ed_1_3868"/>
          <p:cNvSpPr/>
          <p:nvPr/>
        </p:nvSpPr>
        <p:spPr>
          <a:xfrm>
            <a:off x="7993288" y="3057466"/>
            <a:ext cx="106560" cy="117089"/>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000000">
              <a:alpha val="352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41" name="Google Shape;841;g3b3a45db5ed_1_3868"/>
          <p:cNvSpPr/>
          <p:nvPr/>
        </p:nvSpPr>
        <p:spPr>
          <a:xfrm>
            <a:off x="7832107" y="2316556"/>
            <a:ext cx="638590" cy="768205"/>
          </a:xfrm>
          <a:custGeom>
            <a:rect b="b" l="l" r="r" t="t"/>
            <a:pathLst>
              <a:path extrusionOk="0" h="515574" w="428584">
                <a:moveTo>
                  <a:pt x="422263" y="273640"/>
                </a:moveTo>
                <a:cubicBezTo>
                  <a:pt x="397022" y="388607"/>
                  <a:pt x="274816" y="514051"/>
                  <a:pt x="150801" y="515575"/>
                </a:cubicBezTo>
                <a:cubicBezTo>
                  <a:pt x="39358" y="456234"/>
                  <a:pt x="-19506" y="297071"/>
                  <a:pt x="5830" y="182200"/>
                </a:cubicBezTo>
                <a:cubicBezTo>
                  <a:pt x="31167" y="67328"/>
                  <a:pt x="128798" y="-23921"/>
                  <a:pt x="263005" y="5606"/>
                </a:cubicBezTo>
                <a:cubicBezTo>
                  <a:pt x="397213" y="35134"/>
                  <a:pt x="447600" y="158101"/>
                  <a:pt x="422263" y="2736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42" name="Google Shape;842;g3b3a45db5ed_1_3868"/>
          <p:cNvSpPr/>
          <p:nvPr/>
        </p:nvSpPr>
        <p:spPr>
          <a:xfrm>
            <a:off x="7832424" y="2643673"/>
            <a:ext cx="638367" cy="440384"/>
          </a:xfrm>
          <a:custGeom>
            <a:rect b="b" l="l" r="r" t="t"/>
            <a:pathLst>
              <a:path extrusionOk="0" h="295560" w="428434">
                <a:moveTo>
                  <a:pt x="1334" y="24098"/>
                </a:moveTo>
                <a:cubicBezTo>
                  <a:pt x="1334" y="24098"/>
                  <a:pt x="8096" y="141256"/>
                  <a:pt x="142685" y="180118"/>
                </a:cubicBezTo>
                <a:cubicBezTo>
                  <a:pt x="272415" y="217551"/>
                  <a:pt x="411290" y="96583"/>
                  <a:pt x="428435" y="0"/>
                </a:cubicBezTo>
                <a:cubicBezTo>
                  <a:pt x="428130" y="18040"/>
                  <a:pt x="426025" y="36004"/>
                  <a:pt x="422148" y="53626"/>
                </a:cubicBezTo>
                <a:cubicBezTo>
                  <a:pt x="396907" y="168592"/>
                  <a:pt x="274701" y="294037"/>
                  <a:pt x="150686" y="295561"/>
                </a:cubicBezTo>
                <a:cubicBezTo>
                  <a:pt x="58293" y="246412"/>
                  <a:pt x="2191" y="128683"/>
                  <a:pt x="0" y="24289"/>
                </a:cubicBezTo>
                <a:close/>
              </a:path>
            </a:pathLst>
          </a:custGeom>
          <a:solidFill>
            <a:srgbClr val="000000">
              <a:alpha val="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843" name="Google Shape;843;g3b3a45db5ed_1_3868"/>
          <p:cNvGrpSpPr/>
          <p:nvPr/>
        </p:nvGrpSpPr>
        <p:grpSpPr>
          <a:xfrm>
            <a:off x="5457735" y="1333256"/>
            <a:ext cx="1594947" cy="4101702"/>
            <a:chOff x="5652866" y="1771703"/>
            <a:chExt cx="1133902" cy="2916040"/>
          </a:xfrm>
        </p:grpSpPr>
        <p:sp>
          <p:nvSpPr>
            <p:cNvPr id="844" name="Google Shape;844;g3b3a45db5ed_1_3868"/>
            <p:cNvSpPr/>
            <p:nvPr/>
          </p:nvSpPr>
          <p:spPr>
            <a:xfrm>
              <a:off x="5881496" y="4377690"/>
              <a:ext cx="284569" cy="310053"/>
            </a:xfrm>
            <a:custGeom>
              <a:rect b="b" l="l" r="r" t="t"/>
              <a:pathLst>
                <a:path extrusionOk="0" h="310053" w="284569">
                  <a:moveTo>
                    <a:pt x="0" y="263176"/>
                  </a:moveTo>
                  <a:cubicBezTo>
                    <a:pt x="6953" y="281654"/>
                    <a:pt x="17336" y="300038"/>
                    <a:pt x="38100" y="306896"/>
                  </a:cubicBezTo>
                  <a:cubicBezTo>
                    <a:pt x="80772" y="321088"/>
                    <a:pt x="136208" y="284416"/>
                    <a:pt x="159163" y="257080"/>
                  </a:cubicBezTo>
                  <a:cubicBezTo>
                    <a:pt x="186976" y="223933"/>
                    <a:pt x="191167" y="188595"/>
                    <a:pt x="211550" y="161068"/>
                  </a:cubicBezTo>
                  <a:cubicBezTo>
                    <a:pt x="231934" y="133540"/>
                    <a:pt x="260699" y="116110"/>
                    <a:pt x="274606" y="92297"/>
                  </a:cubicBezTo>
                  <a:cubicBezTo>
                    <a:pt x="286245" y="74209"/>
                    <a:pt x="287788" y="51406"/>
                    <a:pt x="278701" y="31909"/>
                  </a:cubicBezTo>
                  <a:cubicBezTo>
                    <a:pt x="272148" y="19983"/>
                    <a:pt x="262204" y="10268"/>
                    <a:pt x="250127" y="4000"/>
                  </a:cubicBezTo>
                  <a:cubicBezTo>
                    <a:pt x="246983" y="2096"/>
                    <a:pt x="241459" y="1905"/>
                    <a:pt x="238030"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45" name="Google Shape;845;g3b3a45db5ed_1_3868"/>
            <p:cNvSpPr/>
            <p:nvPr/>
          </p:nvSpPr>
          <p:spPr>
            <a:xfrm>
              <a:off x="5868097" y="4334335"/>
              <a:ext cx="281372" cy="339795"/>
            </a:xfrm>
            <a:custGeom>
              <a:rect b="b" l="l" r="r" t="t"/>
              <a:pathLst>
                <a:path extrusionOk="0" h="339795" w="281372">
                  <a:moveTo>
                    <a:pt x="102077" y="132889"/>
                  </a:moveTo>
                  <a:cubicBezTo>
                    <a:pt x="99115" y="150015"/>
                    <a:pt x="92409" y="166274"/>
                    <a:pt x="82455" y="180514"/>
                  </a:cubicBezTo>
                  <a:cubicBezTo>
                    <a:pt x="64739" y="204136"/>
                    <a:pt x="41974" y="221567"/>
                    <a:pt x="21114" y="242046"/>
                  </a:cubicBezTo>
                  <a:cubicBezTo>
                    <a:pt x="13599" y="248094"/>
                    <a:pt x="7494" y="255695"/>
                    <a:pt x="3207" y="264334"/>
                  </a:cubicBezTo>
                  <a:cubicBezTo>
                    <a:pt x="-5556" y="287194"/>
                    <a:pt x="4731" y="305673"/>
                    <a:pt x="20829" y="323484"/>
                  </a:cubicBezTo>
                  <a:cubicBezTo>
                    <a:pt x="27858" y="329895"/>
                    <a:pt x="36316" y="334534"/>
                    <a:pt x="45498" y="337010"/>
                  </a:cubicBezTo>
                  <a:cubicBezTo>
                    <a:pt x="59024" y="340725"/>
                    <a:pt x="73311" y="340725"/>
                    <a:pt x="86837" y="337010"/>
                  </a:cubicBezTo>
                  <a:cubicBezTo>
                    <a:pt x="112916" y="328075"/>
                    <a:pt x="136243" y="312550"/>
                    <a:pt x="154560" y="291957"/>
                  </a:cubicBezTo>
                  <a:cubicBezTo>
                    <a:pt x="190659" y="251571"/>
                    <a:pt x="188373" y="198517"/>
                    <a:pt x="231426" y="163084"/>
                  </a:cubicBezTo>
                  <a:cubicBezTo>
                    <a:pt x="274479" y="127650"/>
                    <a:pt x="303435" y="89836"/>
                    <a:pt x="259525" y="44116"/>
                  </a:cubicBezTo>
                  <a:cubicBezTo>
                    <a:pt x="238189" y="21828"/>
                    <a:pt x="214377" y="12303"/>
                    <a:pt x="207995" y="4302"/>
                  </a:cubicBezTo>
                  <a:cubicBezTo>
                    <a:pt x="196565" y="-9891"/>
                    <a:pt x="169895" y="14970"/>
                    <a:pt x="161418" y="22209"/>
                  </a:cubicBezTo>
                  <a:cubicBezTo>
                    <a:pt x="152940" y="29448"/>
                    <a:pt x="144749" y="38020"/>
                    <a:pt x="136081" y="45640"/>
                  </a:cubicBezTo>
                  <a:cubicBezTo>
                    <a:pt x="128099" y="54622"/>
                    <a:pt x="120775" y="64176"/>
                    <a:pt x="114174" y="74215"/>
                  </a:cubicBezTo>
                  <a:cubicBezTo>
                    <a:pt x="111430" y="77015"/>
                    <a:pt x="109154" y="80235"/>
                    <a:pt x="107411" y="83740"/>
                  </a:cubicBezTo>
                  <a:cubicBezTo>
                    <a:pt x="105915" y="88407"/>
                    <a:pt x="105334" y="93322"/>
                    <a:pt x="105696" y="98218"/>
                  </a:cubicBezTo>
                  <a:cubicBezTo>
                    <a:pt x="105649" y="109867"/>
                    <a:pt x="104439" y="121478"/>
                    <a:pt x="102077" y="132889"/>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46" name="Google Shape;846;g3b3a45db5ed_1_3868"/>
            <p:cNvSpPr/>
            <p:nvPr/>
          </p:nvSpPr>
          <p:spPr>
            <a:xfrm>
              <a:off x="5866204" y="4542626"/>
              <a:ext cx="170645" cy="131219"/>
            </a:xfrm>
            <a:custGeom>
              <a:rect b="b" l="l" r="r" t="t"/>
              <a:pathLst>
                <a:path extrusionOk="0" h="131219" w="170645">
                  <a:moveTo>
                    <a:pt x="157120" y="83380"/>
                  </a:moveTo>
                  <a:cubicBezTo>
                    <a:pt x="162140" y="78084"/>
                    <a:pt x="166664" y="72350"/>
                    <a:pt x="170645" y="66235"/>
                  </a:cubicBezTo>
                  <a:cubicBezTo>
                    <a:pt x="163854" y="45823"/>
                    <a:pt x="150452" y="28249"/>
                    <a:pt x="132545" y="16324"/>
                  </a:cubicBezTo>
                  <a:cubicBezTo>
                    <a:pt x="110085" y="1074"/>
                    <a:pt x="82158" y="-3783"/>
                    <a:pt x="55869" y="2989"/>
                  </a:cubicBezTo>
                  <a:cubicBezTo>
                    <a:pt x="42677" y="11095"/>
                    <a:pt x="30209" y="20334"/>
                    <a:pt x="18626" y="30611"/>
                  </a:cubicBezTo>
                  <a:cubicBezTo>
                    <a:pt x="11054" y="37155"/>
                    <a:pt x="5301" y="45556"/>
                    <a:pt x="1958" y="54995"/>
                  </a:cubicBezTo>
                  <a:cubicBezTo>
                    <a:pt x="-4148" y="77741"/>
                    <a:pt x="4320" y="101906"/>
                    <a:pt x="23294" y="115860"/>
                  </a:cubicBezTo>
                  <a:cubicBezTo>
                    <a:pt x="29980" y="122032"/>
                    <a:pt x="38153" y="126366"/>
                    <a:pt x="47011" y="128433"/>
                  </a:cubicBezTo>
                  <a:cubicBezTo>
                    <a:pt x="60574" y="132148"/>
                    <a:pt x="74881" y="132148"/>
                    <a:pt x="88445" y="128433"/>
                  </a:cubicBezTo>
                  <a:cubicBezTo>
                    <a:pt x="114610" y="119127"/>
                    <a:pt x="138165" y="103678"/>
                    <a:pt x="157120" y="83380"/>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47" name="Google Shape;847;g3b3a45db5ed_1_3868"/>
            <p:cNvSpPr/>
            <p:nvPr/>
          </p:nvSpPr>
          <p:spPr>
            <a:xfrm>
              <a:off x="5935217" y="4266438"/>
              <a:ext cx="142569" cy="157883"/>
            </a:xfrm>
            <a:custGeom>
              <a:rect b="b" l="l" r="r" t="t"/>
              <a:pathLst>
                <a:path extrusionOk="0" h="157883" w="142569">
                  <a:moveTo>
                    <a:pt x="110681" y="0"/>
                  </a:moveTo>
                  <a:lnTo>
                    <a:pt x="136398" y="78772"/>
                  </a:lnTo>
                  <a:cubicBezTo>
                    <a:pt x="136398" y="78772"/>
                    <a:pt x="156115" y="104584"/>
                    <a:pt x="125063" y="134493"/>
                  </a:cubicBezTo>
                  <a:cubicBezTo>
                    <a:pt x="94012" y="164401"/>
                    <a:pt x="59246" y="163068"/>
                    <a:pt x="44291" y="144875"/>
                  </a:cubicBezTo>
                  <a:lnTo>
                    <a:pt x="0" y="61246"/>
                  </a:ln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48" name="Google Shape;848;g3b3a45db5ed_1_3868"/>
            <p:cNvSpPr/>
            <p:nvPr/>
          </p:nvSpPr>
          <p:spPr>
            <a:xfrm>
              <a:off x="6620446" y="3743472"/>
              <a:ext cx="166322" cy="367991"/>
            </a:xfrm>
            <a:custGeom>
              <a:rect b="b" l="l" r="r" t="t"/>
              <a:pathLst>
                <a:path extrusionOk="0" h="367991" w="166322">
                  <a:moveTo>
                    <a:pt x="73057" y="363708"/>
                  </a:moveTo>
                  <a:cubicBezTo>
                    <a:pt x="84392" y="369042"/>
                    <a:pt x="114300" y="371042"/>
                    <a:pt x="130778" y="359803"/>
                  </a:cubicBezTo>
                  <a:cubicBezTo>
                    <a:pt x="165163" y="336371"/>
                    <a:pt x="172498" y="267315"/>
                    <a:pt x="161735" y="229120"/>
                  </a:cubicBezTo>
                  <a:cubicBezTo>
                    <a:pt x="148590" y="182828"/>
                    <a:pt x="122872" y="159397"/>
                    <a:pt x="114110" y="131584"/>
                  </a:cubicBezTo>
                  <a:cubicBezTo>
                    <a:pt x="105346" y="103771"/>
                    <a:pt x="107728" y="63956"/>
                    <a:pt x="96107" y="39667"/>
                  </a:cubicBezTo>
                  <a:cubicBezTo>
                    <a:pt x="86554" y="20627"/>
                    <a:pt x="69161" y="6701"/>
                    <a:pt x="48482" y="1567"/>
                  </a:cubicBezTo>
                  <a:cubicBezTo>
                    <a:pt x="35357" y="-2014"/>
                    <a:pt x="21317" y="615"/>
                    <a:pt x="10382" y="8711"/>
                  </a:cubicBezTo>
                  <a:lnTo>
                    <a:pt x="0" y="1633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49" name="Google Shape;849;g3b3a45db5ed_1_3868"/>
            <p:cNvSpPr/>
            <p:nvPr/>
          </p:nvSpPr>
          <p:spPr>
            <a:xfrm>
              <a:off x="6526149" y="3754864"/>
              <a:ext cx="242380" cy="357256"/>
            </a:xfrm>
            <a:custGeom>
              <a:rect b="b" l="l" r="r" t="t"/>
              <a:pathLst>
                <a:path extrusionOk="0" h="357256" w="242380">
                  <a:moveTo>
                    <a:pt x="79915" y="177437"/>
                  </a:moveTo>
                  <a:cubicBezTo>
                    <a:pt x="92116" y="190038"/>
                    <a:pt x="101098" y="205392"/>
                    <a:pt x="106108" y="222204"/>
                  </a:cubicBezTo>
                  <a:cubicBezTo>
                    <a:pt x="114871" y="249827"/>
                    <a:pt x="115633" y="279354"/>
                    <a:pt x="119348" y="307929"/>
                  </a:cubicBezTo>
                  <a:cubicBezTo>
                    <a:pt x="120129" y="317502"/>
                    <a:pt x="122615" y="326855"/>
                    <a:pt x="126682" y="335552"/>
                  </a:cubicBezTo>
                  <a:cubicBezTo>
                    <a:pt x="137160" y="355649"/>
                    <a:pt x="161068" y="359364"/>
                    <a:pt x="184880" y="356316"/>
                  </a:cubicBezTo>
                  <a:cubicBezTo>
                    <a:pt x="194377" y="354259"/>
                    <a:pt x="203263" y="350058"/>
                    <a:pt x="210883" y="344029"/>
                  </a:cubicBezTo>
                  <a:cubicBezTo>
                    <a:pt x="221894" y="335361"/>
                    <a:pt x="230296" y="323826"/>
                    <a:pt x="235172" y="310691"/>
                  </a:cubicBezTo>
                  <a:cubicBezTo>
                    <a:pt x="243345" y="284145"/>
                    <a:pt x="244592" y="255942"/>
                    <a:pt x="238792" y="228776"/>
                  </a:cubicBezTo>
                  <a:cubicBezTo>
                    <a:pt x="230124" y="177151"/>
                    <a:pt x="178213" y="143051"/>
                    <a:pt x="178879" y="92188"/>
                  </a:cubicBezTo>
                  <a:cubicBezTo>
                    <a:pt x="179546" y="41324"/>
                    <a:pt x="149733" y="-24493"/>
                    <a:pt x="85725" y="9225"/>
                  </a:cubicBezTo>
                  <a:cubicBezTo>
                    <a:pt x="53921" y="26951"/>
                    <a:pt x="25013" y="49440"/>
                    <a:pt x="0" y="75900"/>
                  </a:cubicBezTo>
                  <a:cubicBezTo>
                    <a:pt x="15240" y="98760"/>
                    <a:pt x="30861" y="121525"/>
                    <a:pt x="45815" y="144575"/>
                  </a:cubicBezTo>
                  <a:cubicBezTo>
                    <a:pt x="48720" y="150414"/>
                    <a:pt x="52406" y="155834"/>
                    <a:pt x="56769" y="160672"/>
                  </a:cubicBezTo>
                  <a:cubicBezTo>
                    <a:pt x="63341" y="166483"/>
                    <a:pt x="71914" y="169626"/>
                    <a:pt x="78486" y="17591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50" name="Google Shape;850;g3b3a45db5ed_1_3868"/>
            <p:cNvSpPr/>
            <p:nvPr/>
          </p:nvSpPr>
          <p:spPr>
            <a:xfrm>
              <a:off x="6639544" y="3958575"/>
              <a:ext cx="128792" cy="154797"/>
            </a:xfrm>
            <a:custGeom>
              <a:rect b="b" l="l" r="r" t="t"/>
              <a:pathLst>
                <a:path extrusionOk="0" h="154797" w="128792">
                  <a:moveTo>
                    <a:pt x="125397" y="25923"/>
                  </a:moveTo>
                  <a:cubicBezTo>
                    <a:pt x="124139" y="18807"/>
                    <a:pt x="122129" y="11845"/>
                    <a:pt x="119396" y="5158"/>
                  </a:cubicBezTo>
                  <a:cubicBezTo>
                    <a:pt x="99231" y="-1909"/>
                    <a:pt x="77229" y="-1709"/>
                    <a:pt x="57198" y="5730"/>
                  </a:cubicBezTo>
                  <a:cubicBezTo>
                    <a:pt x="30842" y="13940"/>
                    <a:pt x="9973" y="34209"/>
                    <a:pt x="1000" y="60308"/>
                  </a:cubicBezTo>
                  <a:cubicBezTo>
                    <a:pt x="-333" y="75738"/>
                    <a:pt x="-333" y="91264"/>
                    <a:pt x="1000" y="106694"/>
                  </a:cubicBezTo>
                  <a:cubicBezTo>
                    <a:pt x="1981" y="116639"/>
                    <a:pt x="5239" y="126221"/>
                    <a:pt x="10525" y="134698"/>
                  </a:cubicBezTo>
                  <a:cubicBezTo>
                    <a:pt x="24527" y="154986"/>
                    <a:pt x="47101" y="156510"/>
                    <a:pt x="70914" y="153748"/>
                  </a:cubicBezTo>
                  <a:cubicBezTo>
                    <a:pt x="80401" y="151672"/>
                    <a:pt x="89287" y="147471"/>
                    <a:pt x="96917" y="141461"/>
                  </a:cubicBezTo>
                  <a:cubicBezTo>
                    <a:pt x="107899" y="132774"/>
                    <a:pt x="116300" y="121239"/>
                    <a:pt x="121206" y="108123"/>
                  </a:cubicBezTo>
                  <a:cubicBezTo>
                    <a:pt x="129616" y="81529"/>
                    <a:pt x="131064" y="53231"/>
                    <a:pt x="125397" y="25923"/>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51" name="Google Shape;851;g3b3a45db5ed_1_3868"/>
            <p:cNvSpPr/>
            <p:nvPr/>
          </p:nvSpPr>
          <p:spPr>
            <a:xfrm>
              <a:off x="6538436" y="3797808"/>
              <a:ext cx="84706" cy="125349"/>
            </a:xfrm>
            <a:custGeom>
              <a:rect b="b" l="l" r="r" t="t"/>
              <a:pathLst>
                <a:path extrusionOk="0" h="125349" w="84706">
                  <a:moveTo>
                    <a:pt x="2191" y="1714"/>
                  </a:moveTo>
                  <a:lnTo>
                    <a:pt x="42481" y="0"/>
                  </a:lnTo>
                  <a:cubicBezTo>
                    <a:pt x="63617" y="9458"/>
                    <a:pt x="78924" y="28480"/>
                    <a:pt x="83629" y="51149"/>
                  </a:cubicBezTo>
                  <a:cubicBezTo>
                    <a:pt x="87382" y="74371"/>
                    <a:pt x="81229" y="98107"/>
                    <a:pt x="66675" y="116586"/>
                  </a:cubicBezTo>
                  <a:lnTo>
                    <a:pt x="0" y="125349"/>
                  </a:lnTo>
                  <a:lnTo>
                    <a:pt x="2000" y="4381"/>
                  </a:lnTo>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52" name="Google Shape;852;g3b3a45db5ed_1_3868"/>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53" name="Google Shape;853;g3b3a45db5ed_1_3868"/>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54" name="Google Shape;854;g3b3a45db5ed_1_3868"/>
            <p:cNvSpPr/>
            <p:nvPr/>
          </p:nvSpPr>
          <p:spPr>
            <a:xfrm>
              <a:off x="6248018" y="3795712"/>
              <a:ext cx="201834" cy="89439"/>
            </a:xfrm>
            <a:custGeom>
              <a:rect b="b" l="l" r="r" t="t"/>
              <a:pathLst>
                <a:path extrusionOk="0" h="89439" w="201834">
                  <a:moveTo>
                    <a:pt x="17717" y="1429"/>
                  </a:moveTo>
                  <a:cubicBezTo>
                    <a:pt x="17717" y="1429"/>
                    <a:pt x="21527" y="51816"/>
                    <a:pt x="0" y="89440"/>
                  </a:cubicBezTo>
                  <a:cubicBezTo>
                    <a:pt x="15250" y="75152"/>
                    <a:pt x="27070" y="57598"/>
                    <a:pt x="34576" y="38100"/>
                  </a:cubicBezTo>
                  <a:cubicBezTo>
                    <a:pt x="46006" y="7048"/>
                    <a:pt x="135160" y="14383"/>
                    <a:pt x="201835"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55" name="Google Shape;855;g3b3a45db5ed_1_3868"/>
            <p:cNvSpPr/>
            <p:nvPr/>
          </p:nvSpPr>
          <p:spPr>
            <a:xfrm>
              <a:off x="5923025" y="3318795"/>
              <a:ext cx="115252" cy="393382"/>
            </a:xfrm>
            <a:custGeom>
              <a:rect b="b" l="l" r="r" t="t"/>
              <a:pathLst>
                <a:path extrusionOk="0" h="393382" w="115252">
                  <a:moveTo>
                    <a:pt x="115253" y="154496"/>
                  </a:moveTo>
                  <a:lnTo>
                    <a:pt x="110871" y="84201"/>
                  </a:lnTo>
                  <a:cubicBezTo>
                    <a:pt x="72790" y="62389"/>
                    <a:pt x="38967" y="33861"/>
                    <a:pt x="11049" y="0"/>
                  </a:cubicBezTo>
                  <a:cubicBezTo>
                    <a:pt x="32595" y="34271"/>
                    <a:pt x="59407" y="64932"/>
                    <a:pt x="90488" y="90869"/>
                  </a:cubicBezTo>
                  <a:lnTo>
                    <a:pt x="97155" y="140589"/>
                  </a:lnTo>
                  <a:lnTo>
                    <a:pt x="0" y="393383"/>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56" name="Google Shape;856;g3b3a45db5ed_1_3868"/>
            <p:cNvSpPr/>
            <p:nvPr/>
          </p:nvSpPr>
          <p:spPr>
            <a:xfrm>
              <a:off x="5838348" y="3829050"/>
              <a:ext cx="122300" cy="164591"/>
            </a:xfrm>
            <a:custGeom>
              <a:rect b="b" l="l" r="r" t="t"/>
              <a:pathLst>
                <a:path extrusionOk="0" h="164591" w="122300">
                  <a:moveTo>
                    <a:pt x="22384" y="0"/>
                  </a:moveTo>
                  <a:cubicBezTo>
                    <a:pt x="16383" y="8744"/>
                    <a:pt x="8792" y="16269"/>
                    <a:pt x="0" y="22193"/>
                  </a:cubicBezTo>
                  <a:cubicBezTo>
                    <a:pt x="26003" y="36443"/>
                    <a:pt x="48920" y="55702"/>
                    <a:pt x="67437" y="78867"/>
                  </a:cubicBezTo>
                  <a:cubicBezTo>
                    <a:pt x="87554" y="106223"/>
                    <a:pt x="105880" y="134864"/>
                    <a:pt x="122301" y="164592"/>
                  </a:cubicBezTo>
                  <a:cubicBezTo>
                    <a:pt x="95726" y="99631"/>
                    <a:pt x="64199" y="39814"/>
                    <a:pt x="2238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57" name="Google Shape;857;g3b3a45db5ed_1_3868"/>
            <p:cNvSpPr/>
            <p:nvPr/>
          </p:nvSpPr>
          <p:spPr>
            <a:xfrm>
              <a:off x="5679311" y="1771703"/>
              <a:ext cx="300718" cy="982735"/>
            </a:xfrm>
            <a:custGeom>
              <a:rect b="b" l="l" r="r" t="t"/>
              <a:pathLst>
                <a:path extrusionOk="0" h="982735" w="300718">
                  <a:moveTo>
                    <a:pt x="13209" y="637074"/>
                  </a:moveTo>
                  <a:cubicBezTo>
                    <a:pt x="26926" y="672412"/>
                    <a:pt x="196280" y="922824"/>
                    <a:pt x="236952" y="982736"/>
                  </a:cubicBezTo>
                  <a:cubicBezTo>
                    <a:pt x="352585" y="933396"/>
                    <a:pt x="275623" y="797475"/>
                    <a:pt x="275623" y="797475"/>
                  </a:cubicBezTo>
                  <a:cubicBezTo>
                    <a:pt x="275623" y="797475"/>
                    <a:pt x="154084" y="600784"/>
                    <a:pt x="134368" y="567637"/>
                  </a:cubicBezTo>
                  <a:cubicBezTo>
                    <a:pt x="129719" y="559188"/>
                    <a:pt x="126805" y="549891"/>
                    <a:pt x="125795" y="540300"/>
                  </a:cubicBezTo>
                  <a:cubicBezTo>
                    <a:pt x="123318" y="522774"/>
                    <a:pt x="114746" y="307699"/>
                    <a:pt x="125223" y="242739"/>
                  </a:cubicBezTo>
                  <a:cubicBezTo>
                    <a:pt x="127186" y="231204"/>
                    <a:pt x="133320" y="220796"/>
                    <a:pt x="142464" y="213497"/>
                  </a:cubicBezTo>
                  <a:cubicBezTo>
                    <a:pt x="166752" y="193780"/>
                    <a:pt x="175230" y="175397"/>
                    <a:pt x="192470" y="152346"/>
                  </a:cubicBezTo>
                  <a:cubicBezTo>
                    <a:pt x="205900" y="134154"/>
                    <a:pt x="218664" y="128439"/>
                    <a:pt x="215901" y="123771"/>
                  </a:cubicBezTo>
                  <a:cubicBezTo>
                    <a:pt x="208243" y="112741"/>
                    <a:pt x="193356" y="109498"/>
                    <a:pt x="181802" y="116342"/>
                  </a:cubicBezTo>
                  <a:cubicBezTo>
                    <a:pt x="169238" y="123214"/>
                    <a:pt x="157532" y="131559"/>
                    <a:pt x="146940" y="141202"/>
                  </a:cubicBezTo>
                  <a:cubicBezTo>
                    <a:pt x="153075" y="116242"/>
                    <a:pt x="163209" y="92439"/>
                    <a:pt x="176944" y="70717"/>
                  </a:cubicBezTo>
                  <a:cubicBezTo>
                    <a:pt x="208186" y="20806"/>
                    <a:pt x="206376" y="-7102"/>
                    <a:pt x="131796" y="1566"/>
                  </a:cubicBezTo>
                  <a:cubicBezTo>
                    <a:pt x="85028" y="6995"/>
                    <a:pt x="39498" y="43190"/>
                    <a:pt x="17496" y="150537"/>
                  </a:cubicBezTo>
                  <a:cubicBezTo>
                    <a:pt x="11114" y="181398"/>
                    <a:pt x="9685" y="227975"/>
                    <a:pt x="7304" y="267980"/>
                  </a:cubicBezTo>
                  <a:cubicBezTo>
                    <a:pt x="2160" y="358848"/>
                    <a:pt x="-1269" y="502676"/>
                    <a:pt x="446" y="565636"/>
                  </a:cubicBezTo>
                  <a:cubicBezTo>
                    <a:pt x="1018" y="597259"/>
                    <a:pt x="-411" y="601831"/>
                    <a:pt x="13209" y="63707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58" name="Google Shape;858;g3b3a45db5ed_1_3868"/>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59" name="Google Shape;859;g3b3a45db5ed_1_3868"/>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000000">
                <a:alpha val="2352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60" name="Google Shape;860;g3b3a45db5ed_1_3868"/>
            <p:cNvSpPr/>
            <p:nvPr/>
          </p:nvSpPr>
          <p:spPr>
            <a:xfrm>
              <a:off x="5847016" y="2536453"/>
              <a:ext cx="478473" cy="740034"/>
            </a:xfrm>
            <a:custGeom>
              <a:rect b="b" l="l" r="r" t="t"/>
              <a:pathLst>
                <a:path extrusionOk="0" h="740034" w="478473">
                  <a:moveTo>
                    <a:pt x="478441" y="176552"/>
                  </a:moveTo>
                  <a:lnTo>
                    <a:pt x="468916" y="347240"/>
                  </a:lnTo>
                  <a:lnTo>
                    <a:pt x="458534" y="710238"/>
                  </a:lnTo>
                  <a:cubicBezTo>
                    <a:pt x="326803" y="771864"/>
                    <a:pt x="132302" y="734717"/>
                    <a:pt x="0" y="628132"/>
                  </a:cubicBezTo>
                  <a:cubicBezTo>
                    <a:pt x="0" y="628132"/>
                    <a:pt x="7525" y="210366"/>
                    <a:pt x="34766" y="113782"/>
                  </a:cubicBezTo>
                  <a:cubicBezTo>
                    <a:pt x="62008" y="17199"/>
                    <a:pt x="110966" y="-1947"/>
                    <a:pt x="179070" y="149"/>
                  </a:cubicBezTo>
                  <a:cubicBezTo>
                    <a:pt x="250984" y="2435"/>
                    <a:pt x="343376" y="12531"/>
                    <a:pt x="343376" y="12531"/>
                  </a:cubicBezTo>
                  <a:lnTo>
                    <a:pt x="422053" y="33486"/>
                  </a:lnTo>
                  <a:cubicBezTo>
                    <a:pt x="422053" y="33486"/>
                    <a:pt x="480060" y="142357"/>
                    <a:pt x="478441" y="176552"/>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61" name="Google Shape;861;g3b3a45db5ed_1_3868"/>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62" name="Google Shape;862;g3b3a45db5ed_1_3868"/>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000000">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63" name="Google Shape;863;g3b3a45db5ed_1_3868"/>
            <p:cNvSpPr/>
            <p:nvPr/>
          </p:nvSpPr>
          <p:spPr>
            <a:xfrm>
              <a:off x="6236868" y="1810174"/>
              <a:ext cx="354025" cy="971601"/>
            </a:xfrm>
            <a:custGeom>
              <a:rect b="b" l="l" r="r" t="t"/>
              <a:pathLst>
                <a:path extrusionOk="0" h="971601" w="354025">
                  <a:moveTo>
                    <a:pt x="310426" y="648514"/>
                  </a:moveTo>
                  <a:cubicBezTo>
                    <a:pt x="293566" y="682423"/>
                    <a:pt x="101352" y="915690"/>
                    <a:pt x="55155" y="971602"/>
                  </a:cubicBezTo>
                  <a:cubicBezTo>
                    <a:pt x="-55239" y="911594"/>
                    <a:pt x="34201" y="783578"/>
                    <a:pt x="34201" y="783578"/>
                  </a:cubicBezTo>
                  <a:cubicBezTo>
                    <a:pt x="34201" y="783578"/>
                    <a:pt x="173456" y="599650"/>
                    <a:pt x="196316" y="568027"/>
                  </a:cubicBezTo>
                  <a:cubicBezTo>
                    <a:pt x="201755" y="560055"/>
                    <a:pt x="205574" y="551092"/>
                    <a:pt x="207555" y="541643"/>
                  </a:cubicBezTo>
                  <a:cubicBezTo>
                    <a:pt x="211556" y="524307"/>
                    <a:pt x="240417" y="311043"/>
                    <a:pt x="236130" y="245415"/>
                  </a:cubicBezTo>
                  <a:cubicBezTo>
                    <a:pt x="235254" y="233776"/>
                    <a:pt x="230139" y="222860"/>
                    <a:pt x="221748" y="214745"/>
                  </a:cubicBezTo>
                  <a:cubicBezTo>
                    <a:pt x="199459" y="192742"/>
                    <a:pt x="192696" y="173788"/>
                    <a:pt x="177742" y="149023"/>
                  </a:cubicBezTo>
                  <a:cubicBezTo>
                    <a:pt x="166027" y="129973"/>
                    <a:pt x="153930" y="122829"/>
                    <a:pt x="157073" y="118161"/>
                  </a:cubicBezTo>
                  <a:cubicBezTo>
                    <a:pt x="165760" y="107929"/>
                    <a:pt x="180867" y="106104"/>
                    <a:pt x="191744" y="113971"/>
                  </a:cubicBezTo>
                  <a:cubicBezTo>
                    <a:pt x="203631" y="121997"/>
                    <a:pt x="214509" y="131432"/>
                    <a:pt x="224129" y="142069"/>
                  </a:cubicBezTo>
                  <a:cubicBezTo>
                    <a:pt x="220328" y="116620"/>
                    <a:pt x="212451" y="91952"/>
                    <a:pt x="200793" y="69013"/>
                  </a:cubicBezTo>
                  <a:cubicBezTo>
                    <a:pt x="174409" y="16434"/>
                    <a:pt x="178885" y="-11283"/>
                    <a:pt x="252323" y="4338"/>
                  </a:cubicBezTo>
                  <a:cubicBezTo>
                    <a:pt x="298329" y="13863"/>
                    <a:pt x="340334" y="54630"/>
                    <a:pt x="352431" y="163500"/>
                  </a:cubicBezTo>
                  <a:cubicBezTo>
                    <a:pt x="355860" y="194838"/>
                    <a:pt x="352907" y="241320"/>
                    <a:pt x="351478" y="281325"/>
                  </a:cubicBezTo>
                  <a:cubicBezTo>
                    <a:pt x="348049" y="372384"/>
                    <a:pt x="337953" y="515830"/>
                    <a:pt x="330333" y="578410"/>
                  </a:cubicBezTo>
                  <a:cubicBezTo>
                    <a:pt x="326332" y="610032"/>
                    <a:pt x="327380" y="614700"/>
                    <a:pt x="310426" y="64851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64" name="Google Shape;864;g3b3a45db5ed_1_3868"/>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65" name="Google Shape;865;g3b3a45db5ed_1_3868"/>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000000">
                <a:alpha val="2352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66" name="Google Shape;866;g3b3a45db5ed_1_3868"/>
            <p:cNvSpPr/>
            <p:nvPr/>
          </p:nvSpPr>
          <p:spPr>
            <a:xfrm>
              <a:off x="5923055" y="2114408"/>
              <a:ext cx="246319" cy="246324"/>
            </a:xfrm>
            <a:custGeom>
              <a:rect b="b" l="l" r="r" t="t"/>
              <a:pathLst>
                <a:path extrusionOk="0" h="246324" w="246319">
                  <a:moveTo>
                    <a:pt x="246192" y="128825"/>
                  </a:moveTo>
                  <a:cubicBezTo>
                    <a:pt x="243068" y="196767"/>
                    <a:pt x="185451" y="249316"/>
                    <a:pt x="117499" y="246192"/>
                  </a:cubicBezTo>
                  <a:cubicBezTo>
                    <a:pt x="49558" y="243068"/>
                    <a:pt x="-2992" y="185451"/>
                    <a:pt x="132" y="117509"/>
                  </a:cubicBezTo>
                  <a:cubicBezTo>
                    <a:pt x="3266" y="49558"/>
                    <a:pt x="60873" y="-2992"/>
                    <a:pt x="128825" y="132"/>
                  </a:cubicBezTo>
                  <a:cubicBezTo>
                    <a:pt x="128863" y="142"/>
                    <a:pt x="128901" y="142"/>
                    <a:pt x="128939" y="142"/>
                  </a:cubicBezTo>
                  <a:cubicBezTo>
                    <a:pt x="196814" y="3380"/>
                    <a:pt x="249259" y="60940"/>
                    <a:pt x="246192" y="12882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67" name="Google Shape;867;g3b3a45db5ed_1_3868"/>
            <p:cNvSpPr/>
            <p:nvPr/>
          </p:nvSpPr>
          <p:spPr>
            <a:xfrm>
              <a:off x="6196202" y="2334958"/>
              <a:ext cx="58578" cy="126777"/>
            </a:xfrm>
            <a:custGeom>
              <a:rect b="b" l="l" r="r" t="t"/>
              <a:pathLst>
                <a:path extrusionOk="0" h="126777" w="58578">
                  <a:moveTo>
                    <a:pt x="58579" y="0"/>
                  </a:moveTo>
                  <a:cubicBezTo>
                    <a:pt x="58579" y="0"/>
                    <a:pt x="34195" y="92678"/>
                    <a:pt x="25527" y="107728"/>
                  </a:cubicBezTo>
                  <a:cubicBezTo>
                    <a:pt x="19793" y="117138"/>
                    <a:pt x="10649" y="123958"/>
                    <a:pt x="0" y="126778"/>
                  </a:cubicBezTo>
                  <a:lnTo>
                    <a:pt x="4572" y="6086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68" name="Google Shape;868;g3b3a45db5ed_1_3868"/>
            <p:cNvSpPr/>
            <p:nvPr/>
          </p:nvSpPr>
          <p:spPr>
            <a:xfrm>
              <a:off x="6216491" y="2199402"/>
              <a:ext cx="64297" cy="138031"/>
            </a:xfrm>
            <a:custGeom>
              <a:rect b="b" l="l" r="r" t="t"/>
              <a:pathLst>
                <a:path extrusionOk="0" h="138031" w="64297">
                  <a:moveTo>
                    <a:pt x="19621" y="110"/>
                  </a:moveTo>
                  <a:cubicBezTo>
                    <a:pt x="33814" y="-871"/>
                    <a:pt x="47663" y="4749"/>
                    <a:pt x="57150" y="15350"/>
                  </a:cubicBezTo>
                  <a:cubicBezTo>
                    <a:pt x="72771" y="32971"/>
                    <a:pt x="61151" y="85073"/>
                    <a:pt x="38100" y="135556"/>
                  </a:cubicBezTo>
                  <a:lnTo>
                    <a:pt x="0" y="13803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69" name="Google Shape;869;g3b3a45db5ed_1_3868"/>
            <p:cNvSpPr/>
            <p:nvPr/>
          </p:nvSpPr>
          <p:spPr>
            <a:xfrm>
              <a:off x="5937907" y="2132942"/>
              <a:ext cx="354146" cy="456330"/>
            </a:xfrm>
            <a:custGeom>
              <a:rect b="b" l="l" r="r" t="t"/>
              <a:pathLst>
                <a:path extrusionOk="0" h="456330" w="354146">
                  <a:moveTo>
                    <a:pt x="267820" y="204017"/>
                  </a:moveTo>
                  <a:cubicBezTo>
                    <a:pt x="275154" y="208874"/>
                    <a:pt x="286870" y="194968"/>
                    <a:pt x="296395" y="185633"/>
                  </a:cubicBezTo>
                  <a:cubicBezTo>
                    <a:pt x="305920" y="176299"/>
                    <a:pt x="337162" y="164488"/>
                    <a:pt x="350783" y="197063"/>
                  </a:cubicBezTo>
                  <a:cubicBezTo>
                    <a:pt x="364403" y="229639"/>
                    <a:pt x="333828" y="271835"/>
                    <a:pt x="309635" y="278216"/>
                  </a:cubicBezTo>
                  <a:cubicBezTo>
                    <a:pt x="267820" y="289170"/>
                    <a:pt x="262962" y="262500"/>
                    <a:pt x="262962" y="262500"/>
                  </a:cubicBezTo>
                  <a:lnTo>
                    <a:pt x="252675" y="414900"/>
                  </a:lnTo>
                  <a:lnTo>
                    <a:pt x="252675" y="414900"/>
                  </a:lnTo>
                  <a:cubicBezTo>
                    <a:pt x="198478" y="478051"/>
                    <a:pt x="56746" y="465764"/>
                    <a:pt x="119325" y="400041"/>
                  </a:cubicBezTo>
                  <a:lnTo>
                    <a:pt x="121516" y="354893"/>
                  </a:lnTo>
                  <a:cubicBezTo>
                    <a:pt x="103056" y="356864"/>
                    <a:pt x="84445" y="356864"/>
                    <a:pt x="65985" y="354893"/>
                  </a:cubicBezTo>
                  <a:cubicBezTo>
                    <a:pt x="35886" y="348797"/>
                    <a:pt x="18360" y="323936"/>
                    <a:pt x="10359" y="290789"/>
                  </a:cubicBezTo>
                  <a:cubicBezTo>
                    <a:pt x="-1928" y="237544"/>
                    <a:pt x="-5452" y="194777"/>
                    <a:pt x="11883" y="91907"/>
                  </a:cubicBezTo>
                  <a:cubicBezTo>
                    <a:pt x="30933" y="-20869"/>
                    <a:pt x="162950" y="-15821"/>
                    <a:pt x="232006" y="32376"/>
                  </a:cubicBezTo>
                  <a:cubicBezTo>
                    <a:pt x="301062" y="80572"/>
                    <a:pt x="267820" y="204017"/>
                    <a:pt x="267820" y="204017"/>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70" name="Google Shape;870;g3b3a45db5ed_1_3868"/>
            <p:cNvSpPr/>
            <p:nvPr/>
          </p:nvSpPr>
          <p:spPr>
            <a:xfrm>
              <a:off x="5932678" y="2093404"/>
              <a:ext cx="309536" cy="256222"/>
            </a:xfrm>
            <a:custGeom>
              <a:rect b="b" l="l" r="r" t="t"/>
              <a:pathLst>
                <a:path extrusionOk="0" h="256222" w="309536">
                  <a:moveTo>
                    <a:pt x="272477" y="256222"/>
                  </a:moveTo>
                  <a:cubicBezTo>
                    <a:pt x="276287" y="256222"/>
                    <a:pt x="291527" y="233267"/>
                    <a:pt x="301529" y="225171"/>
                  </a:cubicBezTo>
                  <a:cubicBezTo>
                    <a:pt x="315150" y="213932"/>
                    <a:pt x="303434" y="106108"/>
                    <a:pt x="303434" y="106108"/>
                  </a:cubicBezTo>
                  <a:cubicBezTo>
                    <a:pt x="313464" y="87259"/>
                    <a:pt x="310968" y="64189"/>
                    <a:pt x="297147" y="47911"/>
                  </a:cubicBezTo>
                  <a:cubicBezTo>
                    <a:pt x="280288" y="27527"/>
                    <a:pt x="256571" y="2381"/>
                    <a:pt x="175418" y="8096"/>
                  </a:cubicBezTo>
                  <a:cubicBezTo>
                    <a:pt x="117506" y="12192"/>
                    <a:pt x="53974" y="27146"/>
                    <a:pt x="4539" y="0"/>
                  </a:cubicBezTo>
                  <a:cubicBezTo>
                    <a:pt x="-6748" y="33299"/>
                    <a:pt x="3453" y="70114"/>
                    <a:pt x="30257" y="92869"/>
                  </a:cubicBezTo>
                  <a:cubicBezTo>
                    <a:pt x="30257" y="92869"/>
                    <a:pt x="47973" y="105632"/>
                    <a:pt x="95884" y="113729"/>
                  </a:cubicBezTo>
                  <a:cubicBezTo>
                    <a:pt x="140118" y="119091"/>
                    <a:pt x="184762" y="120367"/>
                    <a:pt x="229234" y="117539"/>
                  </a:cubicBezTo>
                  <a:cubicBezTo>
                    <a:pt x="243236" y="116205"/>
                    <a:pt x="245617" y="129921"/>
                    <a:pt x="251427" y="167259"/>
                  </a:cubicBezTo>
                  <a:cubicBezTo>
                    <a:pt x="256857" y="200120"/>
                    <a:pt x="259714" y="255365"/>
                    <a:pt x="272477" y="2562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71" name="Google Shape;871;g3b3a45db5ed_1_3868"/>
            <p:cNvSpPr/>
            <p:nvPr/>
          </p:nvSpPr>
          <p:spPr>
            <a:xfrm>
              <a:off x="6233267" y="2170105"/>
              <a:ext cx="49041" cy="37789"/>
            </a:xfrm>
            <a:custGeom>
              <a:rect b="b" l="l" r="r" t="t"/>
              <a:pathLst>
                <a:path extrusionOk="0" h="37789" w="49041">
                  <a:moveTo>
                    <a:pt x="2369" y="37789"/>
                  </a:moveTo>
                  <a:lnTo>
                    <a:pt x="49041" y="15405"/>
                  </a:lnTo>
                  <a:cubicBezTo>
                    <a:pt x="43707" y="2642"/>
                    <a:pt x="29038" y="-3388"/>
                    <a:pt x="16275" y="1937"/>
                  </a:cubicBezTo>
                  <a:cubicBezTo>
                    <a:pt x="15885" y="2099"/>
                    <a:pt x="15504" y="2270"/>
                    <a:pt x="15132" y="2451"/>
                  </a:cubicBezTo>
                  <a:cubicBezTo>
                    <a:pt x="2054" y="8871"/>
                    <a:pt x="-3585" y="24492"/>
                    <a:pt x="2369" y="3778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72" name="Google Shape;872;g3b3a45db5ed_1_3868"/>
            <p:cNvSpPr/>
            <p:nvPr/>
          </p:nvSpPr>
          <p:spPr>
            <a:xfrm>
              <a:off x="6058376" y="2435733"/>
              <a:ext cx="127349" cy="70580"/>
            </a:xfrm>
            <a:custGeom>
              <a:rect b="b" l="l" r="r" t="t"/>
              <a:pathLst>
                <a:path extrusionOk="0" h="70580" w="127349">
                  <a:moveTo>
                    <a:pt x="762" y="52578"/>
                  </a:moveTo>
                  <a:cubicBezTo>
                    <a:pt x="762" y="52578"/>
                    <a:pt x="68961" y="42196"/>
                    <a:pt x="93154" y="30766"/>
                  </a:cubicBezTo>
                  <a:cubicBezTo>
                    <a:pt x="107366" y="24155"/>
                    <a:pt x="119272" y="13440"/>
                    <a:pt x="127349" y="0"/>
                  </a:cubicBezTo>
                  <a:cubicBezTo>
                    <a:pt x="123139" y="13659"/>
                    <a:pt x="116205" y="26327"/>
                    <a:pt x="106966" y="37243"/>
                  </a:cubicBezTo>
                  <a:cubicBezTo>
                    <a:pt x="88678" y="58483"/>
                    <a:pt x="0" y="70580"/>
                    <a:pt x="0" y="7058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73" name="Google Shape;873;g3b3a45db5ed_1_3868"/>
            <p:cNvSpPr/>
            <p:nvPr/>
          </p:nvSpPr>
          <p:spPr>
            <a:xfrm>
              <a:off x="6083616" y="2301139"/>
              <a:ext cx="27243" cy="27238"/>
            </a:xfrm>
            <a:custGeom>
              <a:rect b="b" l="l" r="r" t="t"/>
              <a:pathLst>
                <a:path extrusionOk="0" h="27238" w="27243">
                  <a:moveTo>
                    <a:pt x="1" y="13436"/>
                  </a:moveTo>
                  <a:cubicBezTo>
                    <a:pt x="-94" y="20960"/>
                    <a:pt x="5916" y="27133"/>
                    <a:pt x="13441" y="27237"/>
                  </a:cubicBezTo>
                  <a:cubicBezTo>
                    <a:pt x="20966" y="27333"/>
                    <a:pt x="27138" y="21313"/>
                    <a:pt x="27243" y="13788"/>
                  </a:cubicBezTo>
                  <a:cubicBezTo>
                    <a:pt x="27338" y="6425"/>
                    <a:pt x="21556" y="320"/>
                    <a:pt x="14193" y="5"/>
                  </a:cubicBezTo>
                  <a:cubicBezTo>
                    <a:pt x="6564" y="-204"/>
                    <a:pt x="211" y="5797"/>
                    <a:pt x="1" y="13426"/>
                  </a:cubicBezTo>
                  <a:cubicBezTo>
                    <a:pt x="1" y="13426"/>
                    <a:pt x="1" y="13436"/>
                    <a:pt x="1" y="1343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74" name="Google Shape;874;g3b3a45db5ed_1_3868"/>
            <p:cNvSpPr/>
            <p:nvPr/>
          </p:nvSpPr>
          <p:spPr>
            <a:xfrm>
              <a:off x="6100381" y="2255297"/>
              <a:ext cx="30948" cy="25940"/>
            </a:xfrm>
            <a:custGeom>
              <a:rect b="b" l="l" r="r" t="t"/>
              <a:pathLst>
                <a:path extrusionOk="0" h="25940" w="30948">
                  <a:moveTo>
                    <a:pt x="0" y="8605"/>
                  </a:moveTo>
                  <a:lnTo>
                    <a:pt x="28575" y="25940"/>
                  </a:lnTo>
                  <a:cubicBezTo>
                    <a:pt x="33271" y="17882"/>
                    <a:pt x="30794" y="7557"/>
                    <a:pt x="22955" y="2509"/>
                  </a:cubicBezTo>
                  <a:cubicBezTo>
                    <a:pt x="15392" y="-2273"/>
                    <a:pt x="5391" y="-15"/>
                    <a:pt x="619" y="7547"/>
                  </a:cubicBezTo>
                  <a:cubicBezTo>
                    <a:pt x="400" y="7890"/>
                    <a:pt x="190" y="8243"/>
                    <a:pt x="0" y="860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75" name="Google Shape;875;g3b3a45db5ed_1_3868"/>
            <p:cNvSpPr/>
            <p:nvPr/>
          </p:nvSpPr>
          <p:spPr>
            <a:xfrm>
              <a:off x="6037707" y="2407348"/>
              <a:ext cx="32208" cy="22177"/>
            </a:xfrm>
            <a:custGeom>
              <a:rect b="b" l="l" r="r" t="t"/>
              <a:pathLst>
                <a:path extrusionOk="0" h="22177" w="32208">
                  <a:moveTo>
                    <a:pt x="31432" y="0"/>
                  </a:moveTo>
                  <a:lnTo>
                    <a:pt x="0" y="10096"/>
                  </a:lnTo>
                  <a:cubicBezTo>
                    <a:pt x="2276" y="18745"/>
                    <a:pt x="11125" y="23917"/>
                    <a:pt x="19774" y="21641"/>
                  </a:cubicBezTo>
                  <a:cubicBezTo>
                    <a:pt x="19917" y="21603"/>
                    <a:pt x="20050" y="21565"/>
                    <a:pt x="20193" y="21526"/>
                  </a:cubicBezTo>
                  <a:cubicBezTo>
                    <a:pt x="29213" y="18650"/>
                    <a:pt x="34233" y="9049"/>
                    <a:pt x="31432" y="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76" name="Google Shape;876;g3b3a45db5ed_1_3868"/>
            <p:cNvSpPr/>
            <p:nvPr/>
          </p:nvSpPr>
          <p:spPr>
            <a:xfrm>
              <a:off x="5962106" y="2242152"/>
              <a:ext cx="30071" cy="26607"/>
            </a:xfrm>
            <a:custGeom>
              <a:rect b="b" l="l" r="r" t="t"/>
              <a:pathLst>
                <a:path extrusionOk="0" h="26607" w="30071">
                  <a:moveTo>
                    <a:pt x="2734" y="26608"/>
                  </a:moveTo>
                  <a:lnTo>
                    <a:pt x="30071" y="7558"/>
                  </a:lnTo>
                  <a:cubicBezTo>
                    <a:pt x="25404" y="52"/>
                    <a:pt x="15546" y="-2253"/>
                    <a:pt x="8030" y="2414"/>
                  </a:cubicBezTo>
                  <a:cubicBezTo>
                    <a:pt x="7783" y="2567"/>
                    <a:pt x="7545" y="2729"/>
                    <a:pt x="7307" y="2890"/>
                  </a:cubicBezTo>
                  <a:cubicBezTo>
                    <a:pt x="-247" y="8348"/>
                    <a:pt x="-2247" y="18740"/>
                    <a:pt x="2734" y="2660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77" name="Google Shape;877;g3b3a45db5ed_1_3868"/>
            <p:cNvSpPr/>
            <p:nvPr/>
          </p:nvSpPr>
          <p:spPr>
            <a:xfrm>
              <a:off x="5971132" y="2291015"/>
              <a:ext cx="27326" cy="29212"/>
            </a:xfrm>
            <a:custGeom>
              <a:rect b="b" l="l" r="r" t="t"/>
              <a:pathLst>
                <a:path extrusionOk="0" h="29212" w="27326">
                  <a:moveTo>
                    <a:pt x="90" y="14035"/>
                  </a:moveTo>
                  <a:cubicBezTo>
                    <a:pt x="-767" y="21512"/>
                    <a:pt x="4595" y="28265"/>
                    <a:pt x="12063" y="29122"/>
                  </a:cubicBezTo>
                  <a:cubicBezTo>
                    <a:pt x="19540" y="29979"/>
                    <a:pt x="26293" y="24617"/>
                    <a:pt x="27151" y="17140"/>
                  </a:cubicBezTo>
                  <a:cubicBezTo>
                    <a:pt x="27227" y="16492"/>
                    <a:pt x="27255" y="15835"/>
                    <a:pt x="27236" y="15178"/>
                  </a:cubicBezTo>
                  <a:cubicBezTo>
                    <a:pt x="28094" y="7701"/>
                    <a:pt x="22731" y="947"/>
                    <a:pt x="15263" y="90"/>
                  </a:cubicBezTo>
                  <a:cubicBezTo>
                    <a:pt x="7786" y="-767"/>
                    <a:pt x="1033" y="4595"/>
                    <a:pt x="176" y="12073"/>
                  </a:cubicBezTo>
                  <a:cubicBezTo>
                    <a:pt x="100" y="12720"/>
                    <a:pt x="71" y="13377"/>
                    <a:pt x="90" y="140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78" name="Google Shape;878;g3b3a45db5ed_1_3868"/>
            <p:cNvSpPr/>
            <p:nvPr/>
          </p:nvSpPr>
          <p:spPr>
            <a:xfrm>
              <a:off x="5990748" y="2295525"/>
              <a:ext cx="50101" cy="81248"/>
            </a:xfrm>
            <a:custGeom>
              <a:rect b="b" l="l" r="r" t="t"/>
              <a:pathLst>
                <a:path extrusionOk="0" h="81248" w="50101">
                  <a:moveTo>
                    <a:pt x="50102" y="0"/>
                  </a:moveTo>
                  <a:lnTo>
                    <a:pt x="41815" y="81248"/>
                  </a:lnTo>
                  <a:lnTo>
                    <a:pt x="0" y="64675"/>
                  </a:lnTo>
                  <a:lnTo>
                    <a:pt x="50102" y="0"/>
                  </a:ln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879" name="Google Shape;879;g3b3a45db5ed_1_3868"/>
          <p:cNvGrpSpPr/>
          <p:nvPr/>
        </p:nvGrpSpPr>
        <p:grpSpPr>
          <a:xfrm>
            <a:off x="335406" y="217184"/>
            <a:ext cx="11376424" cy="5726587"/>
            <a:chOff x="3962400" y="1361312"/>
            <a:chExt cx="4234979" cy="2131775"/>
          </a:xfrm>
        </p:grpSpPr>
        <p:sp>
          <p:nvSpPr>
            <p:cNvPr id="880" name="Google Shape;880;g3b3a45db5ed_1_3868"/>
            <p:cNvSpPr/>
            <p:nvPr/>
          </p:nvSpPr>
          <p:spPr>
            <a:xfrm>
              <a:off x="6537135" y="1462759"/>
              <a:ext cx="98614" cy="187923"/>
            </a:xfrm>
            <a:custGeom>
              <a:rect b="b" l="l" r="r" t="t"/>
              <a:pathLst>
                <a:path extrusionOk="0" h="187923" w="98614">
                  <a:moveTo>
                    <a:pt x="76262" y="186"/>
                  </a:moveTo>
                  <a:cubicBezTo>
                    <a:pt x="31781" y="-4196"/>
                    <a:pt x="-28513" y="70099"/>
                    <a:pt x="15112" y="105818"/>
                  </a:cubicBezTo>
                  <a:cubicBezTo>
                    <a:pt x="39305" y="125630"/>
                    <a:pt x="91979" y="117057"/>
                    <a:pt x="91312" y="80005"/>
                  </a:cubicBezTo>
                  <a:cubicBezTo>
                    <a:pt x="91093" y="77893"/>
                    <a:pt x="89493" y="76185"/>
                    <a:pt x="87407" y="75814"/>
                  </a:cubicBezTo>
                  <a:cubicBezTo>
                    <a:pt x="52450" y="67813"/>
                    <a:pt x="17779" y="82863"/>
                    <a:pt x="23684" y="123439"/>
                  </a:cubicBezTo>
                  <a:cubicBezTo>
                    <a:pt x="30209" y="159460"/>
                    <a:pt x="60746" y="186202"/>
                    <a:pt x="97313" y="187923"/>
                  </a:cubicBezTo>
                  <a:cubicBezTo>
                    <a:pt x="99408" y="187923"/>
                    <a:pt x="98646" y="184304"/>
                    <a:pt x="97313" y="183923"/>
                  </a:cubicBezTo>
                  <a:cubicBezTo>
                    <a:pt x="66833" y="177541"/>
                    <a:pt x="38067" y="158586"/>
                    <a:pt x="32066" y="126011"/>
                  </a:cubicBezTo>
                  <a:cubicBezTo>
                    <a:pt x="29323" y="114348"/>
                    <a:pt x="31724" y="102072"/>
                    <a:pt x="38639" y="92292"/>
                  </a:cubicBezTo>
                  <a:cubicBezTo>
                    <a:pt x="42715" y="87396"/>
                    <a:pt x="48097" y="83762"/>
                    <a:pt x="54164" y="81815"/>
                  </a:cubicBezTo>
                  <a:cubicBezTo>
                    <a:pt x="59403" y="80196"/>
                    <a:pt x="78167" y="77243"/>
                    <a:pt x="82739" y="81815"/>
                  </a:cubicBezTo>
                  <a:cubicBezTo>
                    <a:pt x="90931" y="90292"/>
                    <a:pt x="68642" y="104675"/>
                    <a:pt x="61975" y="106961"/>
                  </a:cubicBezTo>
                  <a:cubicBezTo>
                    <a:pt x="48649" y="111744"/>
                    <a:pt x="33876" y="110348"/>
                    <a:pt x="21684" y="103151"/>
                  </a:cubicBezTo>
                  <a:cubicBezTo>
                    <a:pt x="3206" y="90197"/>
                    <a:pt x="7778" y="65813"/>
                    <a:pt x="16731" y="48573"/>
                  </a:cubicBezTo>
                  <a:cubicBezTo>
                    <a:pt x="28828" y="25236"/>
                    <a:pt x="49973" y="6282"/>
                    <a:pt x="77215" y="5329"/>
                  </a:cubicBezTo>
                  <a:cubicBezTo>
                    <a:pt x="79691" y="5329"/>
                    <a:pt x="78358" y="662"/>
                    <a:pt x="76453" y="47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81" name="Google Shape;881;g3b3a45db5ed_1_3868"/>
            <p:cNvSpPr/>
            <p:nvPr/>
          </p:nvSpPr>
          <p:spPr>
            <a:xfrm>
              <a:off x="6626447" y="2802468"/>
              <a:ext cx="236183" cy="124501"/>
            </a:xfrm>
            <a:custGeom>
              <a:rect b="b" l="l" r="r" t="t"/>
              <a:pathLst>
                <a:path extrusionOk="0" h="124501" w="236183">
                  <a:moveTo>
                    <a:pt x="1714" y="123897"/>
                  </a:moveTo>
                  <a:cubicBezTo>
                    <a:pt x="15716" y="92370"/>
                    <a:pt x="14192" y="59699"/>
                    <a:pt x="54959" y="49316"/>
                  </a:cubicBezTo>
                  <a:cubicBezTo>
                    <a:pt x="72866" y="44745"/>
                    <a:pt x="115253" y="40553"/>
                    <a:pt x="128683" y="56460"/>
                  </a:cubicBezTo>
                  <a:cubicBezTo>
                    <a:pt x="133740" y="64395"/>
                    <a:pt x="132245" y="74834"/>
                    <a:pt x="125158" y="81035"/>
                  </a:cubicBezTo>
                  <a:cubicBezTo>
                    <a:pt x="114586" y="90560"/>
                    <a:pt x="106680" y="79130"/>
                    <a:pt x="103918" y="69033"/>
                  </a:cubicBezTo>
                  <a:cubicBezTo>
                    <a:pt x="99555" y="49926"/>
                    <a:pt x="107728" y="30152"/>
                    <a:pt x="124301" y="19694"/>
                  </a:cubicBezTo>
                  <a:cubicBezTo>
                    <a:pt x="159753" y="-3662"/>
                    <a:pt x="207178" y="3949"/>
                    <a:pt x="233553" y="37220"/>
                  </a:cubicBezTo>
                  <a:cubicBezTo>
                    <a:pt x="235077" y="39125"/>
                    <a:pt x="236696" y="37220"/>
                    <a:pt x="236029" y="35124"/>
                  </a:cubicBezTo>
                  <a:cubicBezTo>
                    <a:pt x="204788" y="-36789"/>
                    <a:pt x="55054" y="13217"/>
                    <a:pt x="102679" y="82178"/>
                  </a:cubicBezTo>
                  <a:cubicBezTo>
                    <a:pt x="117253" y="103037"/>
                    <a:pt x="142970" y="84654"/>
                    <a:pt x="138113" y="62556"/>
                  </a:cubicBezTo>
                  <a:cubicBezTo>
                    <a:pt x="132779" y="38077"/>
                    <a:pt x="91059" y="39315"/>
                    <a:pt x="72580" y="40553"/>
                  </a:cubicBezTo>
                  <a:cubicBezTo>
                    <a:pt x="53854" y="40563"/>
                    <a:pt x="35795" y="47526"/>
                    <a:pt x="21907" y="60080"/>
                  </a:cubicBezTo>
                  <a:cubicBezTo>
                    <a:pt x="5620" y="76082"/>
                    <a:pt x="3429" y="101418"/>
                    <a:pt x="0" y="122945"/>
                  </a:cubicBezTo>
                  <a:cubicBezTo>
                    <a:pt x="0" y="123897"/>
                    <a:pt x="857" y="125326"/>
                    <a:pt x="1524"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82" name="Google Shape;882;g3b3a45db5ed_1_3868"/>
            <p:cNvSpPr/>
            <p:nvPr/>
          </p:nvSpPr>
          <p:spPr>
            <a:xfrm>
              <a:off x="7694603" y="1371080"/>
              <a:ext cx="119561" cy="155761"/>
            </a:xfrm>
            <a:custGeom>
              <a:rect b="b" l="l" r="r" t="t"/>
              <a:pathLst>
                <a:path extrusionOk="0" h="155761" w="119561">
                  <a:moveTo>
                    <a:pt x="1596" y="8901"/>
                  </a:moveTo>
                  <a:cubicBezTo>
                    <a:pt x="30838" y="329"/>
                    <a:pt x="71034" y="2710"/>
                    <a:pt x="95513" y="22427"/>
                  </a:cubicBezTo>
                  <a:cubicBezTo>
                    <a:pt x="114563" y="37667"/>
                    <a:pt x="125231" y="70719"/>
                    <a:pt x="97322" y="82053"/>
                  </a:cubicBezTo>
                  <a:cubicBezTo>
                    <a:pt x="86369" y="86435"/>
                    <a:pt x="50269" y="86435"/>
                    <a:pt x="45983" y="71576"/>
                  </a:cubicBezTo>
                  <a:cubicBezTo>
                    <a:pt x="42935" y="61194"/>
                    <a:pt x="54079" y="55002"/>
                    <a:pt x="63033" y="53669"/>
                  </a:cubicBezTo>
                  <a:cubicBezTo>
                    <a:pt x="89226" y="49573"/>
                    <a:pt x="113801" y="77196"/>
                    <a:pt x="113134" y="101865"/>
                  </a:cubicBezTo>
                  <a:cubicBezTo>
                    <a:pt x="112277" y="138918"/>
                    <a:pt x="69128" y="151205"/>
                    <a:pt x="38649" y="151491"/>
                  </a:cubicBezTo>
                  <a:cubicBezTo>
                    <a:pt x="36648" y="151491"/>
                    <a:pt x="37125" y="155301"/>
                    <a:pt x="38649" y="155396"/>
                  </a:cubicBezTo>
                  <a:cubicBezTo>
                    <a:pt x="90560" y="160444"/>
                    <a:pt x="148472" y="112343"/>
                    <a:pt x="102276" y="64146"/>
                  </a:cubicBezTo>
                  <a:cubicBezTo>
                    <a:pt x="89893" y="51192"/>
                    <a:pt x="70462" y="41953"/>
                    <a:pt x="52555" y="49097"/>
                  </a:cubicBezTo>
                  <a:cubicBezTo>
                    <a:pt x="42459" y="53193"/>
                    <a:pt x="34458" y="62337"/>
                    <a:pt x="39506" y="73290"/>
                  </a:cubicBezTo>
                  <a:cubicBezTo>
                    <a:pt x="47602" y="90912"/>
                    <a:pt x="80177" y="93960"/>
                    <a:pt x="95989" y="89483"/>
                  </a:cubicBezTo>
                  <a:cubicBezTo>
                    <a:pt x="112915" y="84979"/>
                    <a:pt x="122992" y="67605"/>
                    <a:pt x="118487" y="50676"/>
                  </a:cubicBezTo>
                  <a:cubicBezTo>
                    <a:pt x="118316" y="50017"/>
                    <a:pt x="118116" y="49363"/>
                    <a:pt x="117896" y="48716"/>
                  </a:cubicBezTo>
                  <a:cubicBezTo>
                    <a:pt x="105133" y="1853"/>
                    <a:pt x="39506" y="-8434"/>
                    <a:pt x="644" y="6139"/>
                  </a:cubicBezTo>
                  <a:cubicBezTo>
                    <a:pt x="-499" y="6139"/>
                    <a:pt x="-23" y="9282"/>
                    <a:pt x="131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83" name="Google Shape;883;g3b3a45db5ed_1_3868"/>
            <p:cNvSpPr/>
            <p:nvPr/>
          </p:nvSpPr>
          <p:spPr>
            <a:xfrm>
              <a:off x="8077767" y="3337310"/>
              <a:ext cx="119612" cy="155777"/>
            </a:xfrm>
            <a:custGeom>
              <a:rect b="b" l="l" r="r" t="t"/>
              <a:pathLst>
                <a:path extrusionOk="0" h="155777" w="119612">
                  <a:moveTo>
                    <a:pt x="1623" y="8917"/>
                  </a:moveTo>
                  <a:cubicBezTo>
                    <a:pt x="30865" y="345"/>
                    <a:pt x="71060" y="2726"/>
                    <a:pt x="95540" y="22443"/>
                  </a:cubicBezTo>
                  <a:cubicBezTo>
                    <a:pt x="114590" y="37683"/>
                    <a:pt x="125257" y="70734"/>
                    <a:pt x="97349" y="82069"/>
                  </a:cubicBezTo>
                  <a:cubicBezTo>
                    <a:pt x="86396" y="86451"/>
                    <a:pt x="50296" y="86451"/>
                    <a:pt x="46010" y="71496"/>
                  </a:cubicBezTo>
                  <a:cubicBezTo>
                    <a:pt x="42962" y="61209"/>
                    <a:pt x="54106" y="55018"/>
                    <a:pt x="62964" y="53589"/>
                  </a:cubicBezTo>
                  <a:cubicBezTo>
                    <a:pt x="89253" y="49589"/>
                    <a:pt x="113732" y="77211"/>
                    <a:pt x="113161" y="101881"/>
                  </a:cubicBezTo>
                  <a:cubicBezTo>
                    <a:pt x="112304" y="138933"/>
                    <a:pt x="69155" y="151221"/>
                    <a:pt x="38675" y="151506"/>
                  </a:cubicBezTo>
                  <a:cubicBezTo>
                    <a:pt x="36675" y="151506"/>
                    <a:pt x="37151" y="155316"/>
                    <a:pt x="38675" y="155412"/>
                  </a:cubicBezTo>
                  <a:cubicBezTo>
                    <a:pt x="90587" y="160460"/>
                    <a:pt x="148498" y="112359"/>
                    <a:pt x="102302" y="64162"/>
                  </a:cubicBezTo>
                  <a:cubicBezTo>
                    <a:pt x="89920" y="51208"/>
                    <a:pt x="70489" y="41969"/>
                    <a:pt x="52582" y="49113"/>
                  </a:cubicBezTo>
                  <a:cubicBezTo>
                    <a:pt x="42485" y="53113"/>
                    <a:pt x="34484" y="62352"/>
                    <a:pt x="39532" y="73306"/>
                  </a:cubicBezTo>
                  <a:cubicBezTo>
                    <a:pt x="47629" y="90927"/>
                    <a:pt x="80204" y="93975"/>
                    <a:pt x="96016" y="89403"/>
                  </a:cubicBezTo>
                  <a:cubicBezTo>
                    <a:pt x="112865" y="85022"/>
                    <a:pt x="122972" y="67801"/>
                    <a:pt x="118590" y="50951"/>
                  </a:cubicBezTo>
                  <a:cubicBezTo>
                    <a:pt x="118399" y="50208"/>
                    <a:pt x="118171" y="49465"/>
                    <a:pt x="117923" y="48732"/>
                  </a:cubicBezTo>
                  <a:cubicBezTo>
                    <a:pt x="105160" y="1773"/>
                    <a:pt x="39532" y="-8418"/>
                    <a:pt x="671" y="6155"/>
                  </a:cubicBezTo>
                  <a:cubicBezTo>
                    <a:pt x="-472" y="6155"/>
                    <a:pt x="-92" y="9298"/>
                    <a:pt x="1337" y="89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84" name="Google Shape;884;g3b3a45db5ed_1_3868"/>
            <p:cNvSpPr/>
            <p:nvPr/>
          </p:nvSpPr>
          <p:spPr>
            <a:xfrm>
              <a:off x="7816864" y="1922010"/>
              <a:ext cx="132976" cy="168383"/>
            </a:xfrm>
            <a:custGeom>
              <a:rect b="b" l="l" r="r" t="t"/>
              <a:pathLst>
                <a:path extrusionOk="0" h="168383" w="132976">
                  <a:moveTo>
                    <a:pt x="48214" y="40"/>
                  </a:moveTo>
                  <a:cubicBezTo>
                    <a:pt x="13353" y="10422"/>
                    <a:pt x="-19032" y="71763"/>
                    <a:pt x="13353" y="99671"/>
                  </a:cubicBezTo>
                  <a:cubicBezTo>
                    <a:pt x="40880" y="123388"/>
                    <a:pt x="96506" y="118054"/>
                    <a:pt x="87267" y="72811"/>
                  </a:cubicBezTo>
                  <a:cubicBezTo>
                    <a:pt x="87086" y="71761"/>
                    <a:pt x="86362" y="70888"/>
                    <a:pt x="85362" y="70525"/>
                  </a:cubicBezTo>
                  <a:cubicBezTo>
                    <a:pt x="48786" y="61762"/>
                    <a:pt x="36689" y="104434"/>
                    <a:pt x="44404" y="132628"/>
                  </a:cubicBezTo>
                  <a:cubicBezTo>
                    <a:pt x="56310" y="176443"/>
                    <a:pt x="100506" y="175871"/>
                    <a:pt x="132415" y="153011"/>
                  </a:cubicBezTo>
                  <a:cubicBezTo>
                    <a:pt x="133463" y="152249"/>
                    <a:pt x="132987" y="149201"/>
                    <a:pt x="131463" y="149963"/>
                  </a:cubicBezTo>
                  <a:cubicBezTo>
                    <a:pt x="105364" y="163012"/>
                    <a:pt x="68788" y="174633"/>
                    <a:pt x="52881" y="141295"/>
                  </a:cubicBezTo>
                  <a:cubicBezTo>
                    <a:pt x="44404" y="123484"/>
                    <a:pt x="44118" y="93670"/>
                    <a:pt x="60501" y="80240"/>
                  </a:cubicBezTo>
                  <a:cubicBezTo>
                    <a:pt x="64759" y="76263"/>
                    <a:pt x="70389" y="74080"/>
                    <a:pt x="76218" y="74144"/>
                  </a:cubicBezTo>
                  <a:cubicBezTo>
                    <a:pt x="88410" y="75573"/>
                    <a:pt x="86314" y="88717"/>
                    <a:pt x="79456" y="97099"/>
                  </a:cubicBezTo>
                  <a:cubicBezTo>
                    <a:pt x="68502" y="110434"/>
                    <a:pt x="46500" y="109006"/>
                    <a:pt x="31831" y="103862"/>
                  </a:cubicBezTo>
                  <a:cubicBezTo>
                    <a:pt x="-18366" y="86050"/>
                    <a:pt x="16115" y="20995"/>
                    <a:pt x="48881" y="2707"/>
                  </a:cubicBezTo>
                  <a:cubicBezTo>
                    <a:pt x="49833" y="2135"/>
                    <a:pt x="49643" y="-341"/>
                    <a:pt x="48214"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85" name="Google Shape;885;g3b3a45db5ed_1_3868"/>
            <p:cNvSpPr/>
            <p:nvPr/>
          </p:nvSpPr>
          <p:spPr>
            <a:xfrm>
              <a:off x="6943397" y="1768271"/>
              <a:ext cx="148815" cy="239258"/>
            </a:xfrm>
            <a:custGeom>
              <a:rect b="b" l="l" r="r" t="t"/>
              <a:pathLst>
                <a:path extrusionOk="0" h="239258" w="148815">
                  <a:moveTo>
                    <a:pt x="146441" y="521"/>
                  </a:moveTo>
                  <a:cubicBezTo>
                    <a:pt x="105293" y="-4718"/>
                    <a:pt x="16806" y="29953"/>
                    <a:pt x="39856" y="86246"/>
                  </a:cubicBezTo>
                  <a:cubicBezTo>
                    <a:pt x="52144" y="116250"/>
                    <a:pt x="107008" y="135490"/>
                    <a:pt x="125010" y="101105"/>
                  </a:cubicBezTo>
                  <a:cubicBezTo>
                    <a:pt x="125810" y="99158"/>
                    <a:pt x="124924" y="96925"/>
                    <a:pt x="123010" y="96057"/>
                  </a:cubicBezTo>
                  <a:cubicBezTo>
                    <a:pt x="37285" y="47479"/>
                    <a:pt x="-53013" y="187783"/>
                    <a:pt x="37951" y="238932"/>
                  </a:cubicBezTo>
                  <a:cubicBezTo>
                    <a:pt x="40809" y="240551"/>
                    <a:pt x="40713" y="235693"/>
                    <a:pt x="39094" y="234455"/>
                  </a:cubicBezTo>
                  <a:cubicBezTo>
                    <a:pt x="6500" y="212137"/>
                    <a:pt x="-1835" y="167618"/>
                    <a:pt x="20482" y="135020"/>
                  </a:cubicBezTo>
                  <a:cubicBezTo>
                    <a:pt x="20740" y="134634"/>
                    <a:pt x="21016" y="134251"/>
                    <a:pt x="21283" y="133871"/>
                  </a:cubicBezTo>
                  <a:cubicBezTo>
                    <a:pt x="30550" y="119075"/>
                    <a:pt x="43743" y="107139"/>
                    <a:pt x="59383" y="99391"/>
                  </a:cubicBezTo>
                  <a:cubicBezTo>
                    <a:pt x="71098" y="93866"/>
                    <a:pt x="100530" y="86056"/>
                    <a:pt x="111484" y="97486"/>
                  </a:cubicBezTo>
                  <a:cubicBezTo>
                    <a:pt x="116437" y="102820"/>
                    <a:pt x="116342" y="96152"/>
                    <a:pt x="113770" y="102343"/>
                  </a:cubicBezTo>
                  <a:cubicBezTo>
                    <a:pt x="111322" y="106021"/>
                    <a:pt x="107588" y="108640"/>
                    <a:pt x="103293" y="109678"/>
                  </a:cubicBezTo>
                  <a:cubicBezTo>
                    <a:pt x="93939" y="112647"/>
                    <a:pt x="83852" y="112311"/>
                    <a:pt x="74718" y="108725"/>
                  </a:cubicBezTo>
                  <a:cubicBezTo>
                    <a:pt x="55668" y="102058"/>
                    <a:pt x="40713" y="84532"/>
                    <a:pt x="46143" y="63481"/>
                  </a:cubicBezTo>
                  <a:cubicBezTo>
                    <a:pt x="56144" y="21286"/>
                    <a:pt x="109865" y="6331"/>
                    <a:pt x="147489" y="5665"/>
                  </a:cubicBezTo>
                  <a:cubicBezTo>
                    <a:pt x="150060" y="5665"/>
                    <a:pt x="148441" y="807"/>
                    <a:pt x="146441" y="52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86" name="Google Shape;886;g3b3a45db5ed_1_3868"/>
            <p:cNvSpPr/>
            <p:nvPr/>
          </p:nvSpPr>
          <p:spPr>
            <a:xfrm>
              <a:off x="7277060" y="1389030"/>
              <a:ext cx="67571" cy="71723"/>
            </a:xfrm>
            <a:custGeom>
              <a:rect b="b" l="l" r="r" t="t"/>
              <a:pathLst>
                <a:path extrusionOk="0" h="71723" w="67571">
                  <a:moveTo>
                    <a:pt x="40" y="0"/>
                  </a:moveTo>
                  <a:cubicBezTo>
                    <a:pt x="40" y="0"/>
                    <a:pt x="-2437" y="46101"/>
                    <a:pt x="31758" y="71723"/>
                  </a:cubicBezTo>
                  <a:lnTo>
                    <a:pt x="67572" y="60769"/>
                  </a:lnTo>
                  <a:cubicBezTo>
                    <a:pt x="67572" y="60769"/>
                    <a:pt x="43664" y="49339"/>
                    <a:pt x="3175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87" name="Google Shape;887;g3b3a45db5ed_1_3868"/>
            <p:cNvSpPr/>
            <p:nvPr/>
          </p:nvSpPr>
          <p:spPr>
            <a:xfrm>
              <a:off x="6673742" y="2505075"/>
              <a:ext cx="67576" cy="71723"/>
            </a:xfrm>
            <a:custGeom>
              <a:rect b="b" l="l" r="r" t="t"/>
              <a:pathLst>
                <a:path extrusionOk="0" h="71723" w="67576">
                  <a:moveTo>
                    <a:pt x="44" y="0"/>
                  </a:moveTo>
                  <a:cubicBezTo>
                    <a:pt x="44" y="0"/>
                    <a:pt x="-2528" y="46101"/>
                    <a:pt x="31667" y="71723"/>
                  </a:cubicBezTo>
                  <a:lnTo>
                    <a:pt x="67576" y="60770"/>
                  </a:lnTo>
                  <a:cubicBezTo>
                    <a:pt x="67576" y="60770"/>
                    <a:pt x="43573" y="49339"/>
                    <a:pt x="31667"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88" name="Google Shape;888;g3b3a45db5ed_1_3868"/>
            <p:cNvSpPr/>
            <p:nvPr/>
          </p:nvSpPr>
          <p:spPr>
            <a:xfrm>
              <a:off x="6966541" y="3024568"/>
              <a:ext cx="67575" cy="71628"/>
            </a:xfrm>
            <a:custGeom>
              <a:rect b="b" l="l" r="r" t="t"/>
              <a:pathLst>
                <a:path extrusionOk="0" h="71628" w="67575">
                  <a:moveTo>
                    <a:pt x="44" y="0"/>
                  </a:moveTo>
                  <a:cubicBezTo>
                    <a:pt x="44" y="0"/>
                    <a:pt x="-2528" y="46006"/>
                    <a:pt x="31762" y="71628"/>
                  </a:cubicBezTo>
                  <a:lnTo>
                    <a:pt x="67576" y="60770"/>
                  </a:lnTo>
                  <a:cubicBezTo>
                    <a:pt x="67576" y="60770"/>
                    <a:pt x="43668" y="49244"/>
                    <a:pt x="3176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89" name="Google Shape;889;g3b3a45db5ed_1_3868"/>
            <p:cNvSpPr/>
            <p:nvPr/>
          </p:nvSpPr>
          <p:spPr>
            <a:xfrm>
              <a:off x="8000238" y="1604200"/>
              <a:ext cx="88963" cy="62007"/>
            </a:xfrm>
            <a:custGeom>
              <a:rect b="b" l="l" r="r" t="t"/>
              <a:pathLst>
                <a:path extrusionOk="0" h="62007" w="88963">
                  <a:moveTo>
                    <a:pt x="88963" y="15812"/>
                  </a:moveTo>
                  <a:cubicBezTo>
                    <a:pt x="88963" y="15812"/>
                    <a:pt x="68008" y="56960"/>
                    <a:pt x="25622" y="62008"/>
                  </a:cubicBezTo>
                  <a:lnTo>
                    <a:pt x="0" y="34576"/>
                  </a:lnTo>
                  <a:cubicBezTo>
                    <a:pt x="0" y="34576"/>
                    <a:pt x="26479"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90" name="Google Shape;890;g3b3a45db5ed_1_3868"/>
            <p:cNvSpPr/>
            <p:nvPr/>
          </p:nvSpPr>
          <p:spPr>
            <a:xfrm>
              <a:off x="7754588" y="3075336"/>
              <a:ext cx="88963" cy="62007"/>
            </a:xfrm>
            <a:custGeom>
              <a:rect b="b" l="l" r="r" t="t"/>
              <a:pathLst>
                <a:path extrusionOk="0" h="62007" w="88963">
                  <a:moveTo>
                    <a:pt x="88963" y="15907"/>
                  </a:moveTo>
                  <a:cubicBezTo>
                    <a:pt x="88963" y="15907"/>
                    <a:pt x="68104" y="57055"/>
                    <a:pt x="25622" y="62008"/>
                  </a:cubicBezTo>
                  <a:lnTo>
                    <a:pt x="0" y="34671"/>
                  </a:lnTo>
                  <a:cubicBezTo>
                    <a:pt x="0" y="34671"/>
                    <a:pt x="26575"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91" name="Google Shape;891;g3b3a45db5ed_1_3868"/>
            <p:cNvSpPr/>
            <p:nvPr/>
          </p:nvSpPr>
          <p:spPr>
            <a:xfrm>
              <a:off x="7168324" y="2211133"/>
              <a:ext cx="88963" cy="62007"/>
            </a:xfrm>
            <a:custGeom>
              <a:rect b="b" l="l" r="r" t="t"/>
              <a:pathLst>
                <a:path extrusionOk="0" h="62007" w="88963">
                  <a:moveTo>
                    <a:pt x="88964" y="15907"/>
                  </a:moveTo>
                  <a:cubicBezTo>
                    <a:pt x="88964" y="15907"/>
                    <a:pt x="68104" y="57055"/>
                    <a:pt x="25622" y="62008"/>
                  </a:cubicBezTo>
                  <a:lnTo>
                    <a:pt x="0" y="34671"/>
                  </a:lnTo>
                  <a:cubicBezTo>
                    <a:pt x="0" y="34671"/>
                    <a:pt x="26575" y="36671"/>
                    <a:pt x="615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92" name="Google Shape;892;g3b3a45db5ed_1_3868"/>
            <p:cNvSpPr/>
            <p:nvPr/>
          </p:nvSpPr>
          <p:spPr>
            <a:xfrm>
              <a:off x="6787324" y="1703450"/>
              <a:ext cx="88868" cy="62007"/>
            </a:xfrm>
            <a:custGeom>
              <a:rect b="b" l="l" r="r" t="t"/>
              <a:pathLst>
                <a:path extrusionOk="0" h="62007" w="88868">
                  <a:moveTo>
                    <a:pt x="88868" y="15812"/>
                  </a:moveTo>
                  <a:cubicBezTo>
                    <a:pt x="88868" y="15812"/>
                    <a:pt x="68009" y="56960"/>
                    <a:pt x="25622" y="62008"/>
                  </a:cubicBezTo>
                  <a:lnTo>
                    <a:pt x="0" y="34576"/>
                  </a:lnTo>
                  <a:cubicBezTo>
                    <a:pt x="0" y="34576"/>
                    <a:pt x="26479" y="36671"/>
                    <a:pt x="615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93" name="Google Shape;893;g3b3a45db5ed_1_3868"/>
            <p:cNvSpPr/>
            <p:nvPr/>
          </p:nvSpPr>
          <p:spPr>
            <a:xfrm>
              <a:off x="7593901" y="1717929"/>
              <a:ext cx="73723" cy="63633"/>
            </a:xfrm>
            <a:custGeom>
              <a:rect b="b" l="l" r="r" t="t"/>
              <a:pathLst>
                <a:path extrusionOk="0" h="63633" w="73723">
                  <a:moveTo>
                    <a:pt x="73723" y="63246"/>
                  </a:moveTo>
                  <a:cubicBezTo>
                    <a:pt x="73723" y="63246"/>
                    <a:pt x="27908" y="68961"/>
                    <a:pt x="0" y="36481"/>
                  </a:cubicBezTo>
                  <a:lnTo>
                    <a:pt x="8477" y="0"/>
                  </a:lnTo>
                  <a:cubicBezTo>
                    <a:pt x="8477"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94" name="Google Shape;894;g3b3a45db5ed_1_3868"/>
            <p:cNvSpPr/>
            <p:nvPr/>
          </p:nvSpPr>
          <p:spPr>
            <a:xfrm>
              <a:off x="6929723" y="1493138"/>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95" name="Google Shape;895;g3b3a45db5ed_1_3868"/>
            <p:cNvSpPr/>
            <p:nvPr/>
          </p:nvSpPr>
          <p:spPr>
            <a:xfrm>
              <a:off x="6159436" y="1393126"/>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96" name="Google Shape;896;g3b3a45db5ed_1_3868"/>
            <p:cNvSpPr/>
            <p:nvPr/>
          </p:nvSpPr>
          <p:spPr>
            <a:xfrm>
              <a:off x="6707505" y="2007584"/>
              <a:ext cx="73628" cy="63619"/>
            </a:xfrm>
            <a:custGeom>
              <a:rect b="b" l="l" r="r" t="t"/>
              <a:pathLst>
                <a:path extrusionOk="0" h="63619" w="73628">
                  <a:moveTo>
                    <a:pt x="73628" y="63246"/>
                  </a:moveTo>
                  <a:cubicBezTo>
                    <a:pt x="73628" y="63246"/>
                    <a:pt x="27908" y="68866"/>
                    <a:pt x="0" y="36481"/>
                  </a:cubicBezTo>
                  <a:lnTo>
                    <a:pt x="8382" y="0"/>
                  </a:lnTo>
                  <a:cubicBezTo>
                    <a:pt x="8382"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97" name="Google Shape;897;g3b3a45db5ed_1_3868"/>
            <p:cNvSpPr/>
            <p:nvPr/>
          </p:nvSpPr>
          <p:spPr>
            <a:xfrm>
              <a:off x="8078057" y="2348674"/>
              <a:ext cx="73628" cy="63619"/>
            </a:xfrm>
            <a:custGeom>
              <a:rect b="b" l="l" r="r" t="t"/>
              <a:pathLst>
                <a:path extrusionOk="0" h="63619" w="73628">
                  <a:moveTo>
                    <a:pt x="73628" y="63246"/>
                  </a:moveTo>
                  <a:cubicBezTo>
                    <a:pt x="73628" y="63246"/>
                    <a:pt x="27813" y="68866"/>
                    <a:pt x="0" y="36481"/>
                  </a:cubicBezTo>
                  <a:lnTo>
                    <a:pt x="8382" y="0"/>
                  </a:lnTo>
                  <a:cubicBezTo>
                    <a:pt x="8382" y="0"/>
                    <a:pt x="21527" y="23146"/>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98" name="Google Shape;898;g3b3a45db5ed_1_3868"/>
            <p:cNvSpPr/>
            <p:nvPr/>
          </p:nvSpPr>
          <p:spPr>
            <a:xfrm>
              <a:off x="7265003" y="1937194"/>
              <a:ext cx="88963" cy="59245"/>
            </a:xfrm>
            <a:custGeom>
              <a:rect b="b" l="l" r="r" t="t"/>
              <a:pathLst>
                <a:path extrusionOk="0" h="59245" w="88963">
                  <a:moveTo>
                    <a:pt x="88963" y="13049"/>
                  </a:moveTo>
                  <a:cubicBezTo>
                    <a:pt x="88963" y="13049"/>
                    <a:pt x="68104" y="54197"/>
                    <a:pt x="25622" y="59246"/>
                  </a:cubicBezTo>
                  <a:lnTo>
                    <a:pt x="0" y="31814"/>
                  </a:lnTo>
                  <a:cubicBezTo>
                    <a:pt x="0" y="31814"/>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899" name="Google Shape;899;g3b3a45db5ed_1_3868"/>
            <p:cNvSpPr/>
            <p:nvPr/>
          </p:nvSpPr>
          <p:spPr>
            <a:xfrm>
              <a:off x="7320057" y="2004822"/>
              <a:ext cx="80009" cy="68579"/>
            </a:xfrm>
            <a:custGeom>
              <a:rect b="b" l="l" r="r" t="t"/>
              <a:pathLst>
                <a:path extrusionOk="0" h="68579" w="80009">
                  <a:moveTo>
                    <a:pt x="80010" y="6191"/>
                  </a:moveTo>
                  <a:cubicBezTo>
                    <a:pt x="80010" y="6191"/>
                    <a:pt x="71818" y="51625"/>
                    <a:pt x="32385" y="68580"/>
                  </a:cubicBezTo>
                  <a:lnTo>
                    <a:pt x="0" y="49530"/>
                  </a:lnTo>
                  <a:cubicBezTo>
                    <a:pt x="22917" y="39195"/>
                    <a:pt x="41958" y="21850"/>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00" name="Google Shape;900;g3b3a45db5ed_1_3868"/>
            <p:cNvSpPr/>
            <p:nvPr/>
          </p:nvSpPr>
          <p:spPr>
            <a:xfrm>
              <a:off x="5767825" y="1427135"/>
              <a:ext cx="98602" cy="187828"/>
            </a:xfrm>
            <a:custGeom>
              <a:rect b="b" l="l" r="r" t="t"/>
              <a:pathLst>
                <a:path extrusionOk="0" h="187828" w="98602">
                  <a:moveTo>
                    <a:pt x="22327" y="186"/>
                  </a:moveTo>
                  <a:cubicBezTo>
                    <a:pt x="66904" y="-4196"/>
                    <a:pt x="127102" y="70004"/>
                    <a:pt x="83478" y="105723"/>
                  </a:cubicBezTo>
                  <a:cubicBezTo>
                    <a:pt x="59379" y="125630"/>
                    <a:pt x="6611" y="116962"/>
                    <a:pt x="7278" y="79910"/>
                  </a:cubicBezTo>
                  <a:cubicBezTo>
                    <a:pt x="7535" y="77836"/>
                    <a:pt x="9125" y="76174"/>
                    <a:pt x="11183" y="75814"/>
                  </a:cubicBezTo>
                  <a:cubicBezTo>
                    <a:pt x="46235" y="67813"/>
                    <a:pt x="80811" y="82768"/>
                    <a:pt x="74905" y="123439"/>
                  </a:cubicBezTo>
                  <a:cubicBezTo>
                    <a:pt x="68409" y="159426"/>
                    <a:pt x="37900" y="186143"/>
                    <a:pt x="1372" y="187828"/>
                  </a:cubicBezTo>
                  <a:cubicBezTo>
                    <a:pt x="-819" y="187828"/>
                    <a:pt x="-57" y="184209"/>
                    <a:pt x="1372" y="183923"/>
                  </a:cubicBezTo>
                  <a:cubicBezTo>
                    <a:pt x="31852" y="177446"/>
                    <a:pt x="60618" y="158491"/>
                    <a:pt x="66523" y="125916"/>
                  </a:cubicBezTo>
                  <a:cubicBezTo>
                    <a:pt x="69314" y="114285"/>
                    <a:pt x="66914" y="102018"/>
                    <a:pt x="59951" y="92293"/>
                  </a:cubicBezTo>
                  <a:cubicBezTo>
                    <a:pt x="55836" y="87227"/>
                    <a:pt x="50292" y="83512"/>
                    <a:pt x="44044" y="81625"/>
                  </a:cubicBezTo>
                  <a:cubicBezTo>
                    <a:pt x="38901" y="80005"/>
                    <a:pt x="20041" y="77053"/>
                    <a:pt x="15945" y="81625"/>
                  </a:cubicBezTo>
                  <a:cubicBezTo>
                    <a:pt x="7659" y="90197"/>
                    <a:pt x="30042" y="104485"/>
                    <a:pt x="36710" y="106771"/>
                  </a:cubicBezTo>
                  <a:cubicBezTo>
                    <a:pt x="49997" y="111620"/>
                    <a:pt x="64761" y="110220"/>
                    <a:pt x="76905" y="102961"/>
                  </a:cubicBezTo>
                  <a:cubicBezTo>
                    <a:pt x="95384" y="90102"/>
                    <a:pt x="90812" y="65718"/>
                    <a:pt x="81858" y="48382"/>
                  </a:cubicBezTo>
                  <a:cubicBezTo>
                    <a:pt x="69857" y="25141"/>
                    <a:pt x="48616" y="6091"/>
                    <a:pt x="21374" y="5234"/>
                  </a:cubicBezTo>
                  <a:cubicBezTo>
                    <a:pt x="18993" y="5234"/>
                    <a:pt x="20232" y="567"/>
                    <a:pt x="22136" y="37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01" name="Google Shape;901;g3b3a45db5ed_1_3868"/>
            <p:cNvSpPr/>
            <p:nvPr/>
          </p:nvSpPr>
          <p:spPr>
            <a:xfrm>
              <a:off x="5483864" y="2864761"/>
              <a:ext cx="236184" cy="124457"/>
            </a:xfrm>
            <a:custGeom>
              <a:rect b="b" l="l" r="r" t="t"/>
              <a:pathLst>
                <a:path extrusionOk="0" h="124457" w="236184">
                  <a:moveTo>
                    <a:pt x="234851" y="123897"/>
                  </a:moveTo>
                  <a:cubicBezTo>
                    <a:pt x="220849" y="92370"/>
                    <a:pt x="222278" y="59699"/>
                    <a:pt x="181606" y="49221"/>
                  </a:cubicBezTo>
                  <a:cubicBezTo>
                    <a:pt x="163699" y="44649"/>
                    <a:pt x="121313" y="40458"/>
                    <a:pt x="107787" y="56460"/>
                  </a:cubicBezTo>
                  <a:cubicBezTo>
                    <a:pt x="102786" y="64376"/>
                    <a:pt x="104282" y="74758"/>
                    <a:pt x="111311" y="80940"/>
                  </a:cubicBezTo>
                  <a:cubicBezTo>
                    <a:pt x="121979" y="90465"/>
                    <a:pt x="130361" y="79035"/>
                    <a:pt x="132647" y="69033"/>
                  </a:cubicBezTo>
                  <a:cubicBezTo>
                    <a:pt x="137019" y="49898"/>
                    <a:pt x="128847" y="30086"/>
                    <a:pt x="112264" y="19599"/>
                  </a:cubicBezTo>
                  <a:cubicBezTo>
                    <a:pt x="76688" y="-4033"/>
                    <a:pt x="28930" y="3635"/>
                    <a:pt x="2536" y="37220"/>
                  </a:cubicBezTo>
                  <a:cubicBezTo>
                    <a:pt x="1107" y="39030"/>
                    <a:pt x="-512" y="37220"/>
                    <a:pt x="155" y="35124"/>
                  </a:cubicBezTo>
                  <a:cubicBezTo>
                    <a:pt x="31397" y="-36789"/>
                    <a:pt x="181130" y="13217"/>
                    <a:pt x="133505" y="82178"/>
                  </a:cubicBezTo>
                  <a:cubicBezTo>
                    <a:pt x="118931" y="103038"/>
                    <a:pt x="93119" y="84559"/>
                    <a:pt x="97976" y="62556"/>
                  </a:cubicBezTo>
                  <a:cubicBezTo>
                    <a:pt x="103406" y="38077"/>
                    <a:pt x="145601" y="39315"/>
                    <a:pt x="163508" y="40458"/>
                  </a:cubicBezTo>
                  <a:cubicBezTo>
                    <a:pt x="182254" y="40497"/>
                    <a:pt x="200332" y="47450"/>
                    <a:pt x="214277" y="59985"/>
                  </a:cubicBezTo>
                  <a:cubicBezTo>
                    <a:pt x="230564" y="76082"/>
                    <a:pt x="232755" y="101418"/>
                    <a:pt x="236184" y="122850"/>
                  </a:cubicBezTo>
                  <a:cubicBezTo>
                    <a:pt x="236184" y="123897"/>
                    <a:pt x="235327" y="125231"/>
                    <a:pt x="234660"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02" name="Google Shape;902;g3b3a45db5ed_1_3868"/>
            <p:cNvSpPr/>
            <p:nvPr/>
          </p:nvSpPr>
          <p:spPr>
            <a:xfrm>
              <a:off x="4430223" y="1371080"/>
              <a:ext cx="119560" cy="155761"/>
            </a:xfrm>
            <a:custGeom>
              <a:rect b="b" l="l" r="r" t="t"/>
              <a:pathLst>
                <a:path extrusionOk="0" h="155761" w="119560">
                  <a:moveTo>
                    <a:pt x="117964" y="8901"/>
                  </a:moveTo>
                  <a:cubicBezTo>
                    <a:pt x="88722" y="329"/>
                    <a:pt x="48527" y="2710"/>
                    <a:pt x="23952" y="22427"/>
                  </a:cubicBezTo>
                  <a:cubicBezTo>
                    <a:pt x="4902" y="37667"/>
                    <a:pt x="-5670" y="70719"/>
                    <a:pt x="22238" y="82053"/>
                  </a:cubicBezTo>
                  <a:cubicBezTo>
                    <a:pt x="33192" y="86435"/>
                    <a:pt x="69291" y="86435"/>
                    <a:pt x="73578" y="71576"/>
                  </a:cubicBezTo>
                  <a:cubicBezTo>
                    <a:pt x="76626" y="61194"/>
                    <a:pt x="65481" y="55002"/>
                    <a:pt x="56528" y="53669"/>
                  </a:cubicBezTo>
                  <a:cubicBezTo>
                    <a:pt x="30334" y="49573"/>
                    <a:pt x="5760" y="77196"/>
                    <a:pt x="6331" y="101865"/>
                  </a:cubicBezTo>
                  <a:cubicBezTo>
                    <a:pt x="7284" y="138918"/>
                    <a:pt x="50432" y="151205"/>
                    <a:pt x="80912" y="151491"/>
                  </a:cubicBezTo>
                  <a:cubicBezTo>
                    <a:pt x="82912" y="151491"/>
                    <a:pt x="82436" y="155301"/>
                    <a:pt x="80912" y="155396"/>
                  </a:cubicBezTo>
                  <a:cubicBezTo>
                    <a:pt x="29001" y="160444"/>
                    <a:pt x="-28911" y="112343"/>
                    <a:pt x="17190" y="64146"/>
                  </a:cubicBezTo>
                  <a:cubicBezTo>
                    <a:pt x="29667" y="51192"/>
                    <a:pt x="49098" y="41953"/>
                    <a:pt x="67005" y="49097"/>
                  </a:cubicBezTo>
                  <a:cubicBezTo>
                    <a:pt x="77102" y="53193"/>
                    <a:pt x="85103" y="62337"/>
                    <a:pt x="80055" y="73290"/>
                  </a:cubicBezTo>
                  <a:cubicBezTo>
                    <a:pt x="71958" y="90912"/>
                    <a:pt x="39383" y="93960"/>
                    <a:pt x="23571" y="89483"/>
                  </a:cubicBezTo>
                  <a:cubicBezTo>
                    <a:pt x="6643" y="84979"/>
                    <a:pt x="-3430" y="67605"/>
                    <a:pt x="1074" y="50676"/>
                  </a:cubicBezTo>
                  <a:cubicBezTo>
                    <a:pt x="1249" y="50017"/>
                    <a:pt x="1446" y="49363"/>
                    <a:pt x="1664" y="48716"/>
                  </a:cubicBezTo>
                  <a:cubicBezTo>
                    <a:pt x="14427" y="1853"/>
                    <a:pt x="79959" y="-8434"/>
                    <a:pt x="118917" y="6139"/>
                  </a:cubicBezTo>
                  <a:cubicBezTo>
                    <a:pt x="120060" y="6139"/>
                    <a:pt x="119583" y="9282"/>
                    <a:pt x="11825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03" name="Google Shape;903;g3b3a45db5ed_1_3868"/>
            <p:cNvSpPr/>
            <p:nvPr/>
          </p:nvSpPr>
          <p:spPr>
            <a:xfrm>
              <a:off x="4089954" y="3302290"/>
              <a:ext cx="119595" cy="155637"/>
            </a:xfrm>
            <a:custGeom>
              <a:rect b="b" l="l" r="r" t="t"/>
              <a:pathLst>
                <a:path extrusionOk="0" h="155637" w="119595">
                  <a:moveTo>
                    <a:pt x="118095" y="8695"/>
                  </a:moveTo>
                  <a:cubicBezTo>
                    <a:pt x="88853" y="122"/>
                    <a:pt x="48658" y="2504"/>
                    <a:pt x="24083" y="22220"/>
                  </a:cubicBezTo>
                  <a:cubicBezTo>
                    <a:pt x="5033" y="37460"/>
                    <a:pt x="-5635" y="70512"/>
                    <a:pt x="22369" y="81847"/>
                  </a:cubicBezTo>
                  <a:cubicBezTo>
                    <a:pt x="33322" y="86228"/>
                    <a:pt x="69327" y="86228"/>
                    <a:pt x="73708" y="71369"/>
                  </a:cubicBezTo>
                  <a:cubicBezTo>
                    <a:pt x="76661" y="60987"/>
                    <a:pt x="65517" y="54796"/>
                    <a:pt x="56659" y="53462"/>
                  </a:cubicBezTo>
                  <a:cubicBezTo>
                    <a:pt x="30370" y="49367"/>
                    <a:pt x="5890" y="76989"/>
                    <a:pt x="6462" y="101659"/>
                  </a:cubicBezTo>
                  <a:cubicBezTo>
                    <a:pt x="7319" y="138711"/>
                    <a:pt x="50467" y="150998"/>
                    <a:pt x="80947" y="151284"/>
                  </a:cubicBezTo>
                  <a:cubicBezTo>
                    <a:pt x="83043" y="151284"/>
                    <a:pt x="82471" y="155094"/>
                    <a:pt x="80947" y="155285"/>
                  </a:cubicBezTo>
                  <a:cubicBezTo>
                    <a:pt x="29036" y="160238"/>
                    <a:pt x="-28876" y="112136"/>
                    <a:pt x="17225" y="63940"/>
                  </a:cubicBezTo>
                  <a:cubicBezTo>
                    <a:pt x="29703" y="50986"/>
                    <a:pt x="49039" y="41747"/>
                    <a:pt x="66946" y="48890"/>
                  </a:cubicBezTo>
                  <a:cubicBezTo>
                    <a:pt x="77137" y="52986"/>
                    <a:pt x="85138" y="62130"/>
                    <a:pt x="80090" y="73084"/>
                  </a:cubicBezTo>
                  <a:cubicBezTo>
                    <a:pt x="71994" y="90705"/>
                    <a:pt x="39323" y="93753"/>
                    <a:pt x="23512" y="89276"/>
                  </a:cubicBezTo>
                  <a:cubicBezTo>
                    <a:pt x="6632" y="84790"/>
                    <a:pt x="-3416" y="67474"/>
                    <a:pt x="1068" y="50595"/>
                  </a:cubicBezTo>
                  <a:cubicBezTo>
                    <a:pt x="1255" y="49890"/>
                    <a:pt x="1465" y="49195"/>
                    <a:pt x="1699" y="48509"/>
                  </a:cubicBezTo>
                  <a:cubicBezTo>
                    <a:pt x="14368" y="1646"/>
                    <a:pt x="79995" y="-8164"/>
                    <a:pt x="118952" y="5933"/>
                  </a:cubicBezTo>
                  <a:cubicBezTo>
                    <a:pt x="120095" y="5933"/>
                    <a:pt x="119619" y="9076"/>
                    <a:pt x="118285" y="869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04" name="Google Shape;904;g3b3a45db5ed_1_3868"/>
            <p:cNvSpPr/>
            <p:nvPr/>
          </p:nvSpPr>
          <p:spPr>
            <a:xfrm>
              <a:off x="4198249" y="1939631"/>
              <a:ext cx="132976" cy="168431"/>
            </a:xfrm>
            <a:custGeom>
              <a:rect b="b" l="l" r="r" t="t"/>
              <a:pathLst>
                <a:path extrusionOk="0" h="168431" w="132976">
                  <a:moveTo>
                    <a:pt x="84762" y="40"/>
                  </a:moveTo>
                  <a:cubicBezTo>
                    <a:pt x="119624" y="10422"/>
                    <a:pt x="152009" y="71763"/>
                    <a:pt x="119624" y="99671"/>
                  </a:cubicBezTo>
                  <a:cubicBezTo>
                    <a:pt x="92097" y="123484"/>
                    <a:pt x="36471" y="118054"/>
                    <a:pt x="45710" y="72811"/>
                  </a:cubicBezTo>
                  <a:cubicBezTo>
                    <a:pt x="45921" y="71782"/>
                    <a:pt x="46637" y="70915"/>
                    <a:pt x="47615" y="70525"/>
                  </a:cubicBezTo>
                  <a:cubicBezTo>
                    <a:pt x="84191" y="61857"/>
                    <a:pt x="96288" y="104529"/>
                    <a:pt x="88572" y="132723"/>
                  </a:cubicBezTo>
                  <a:cubicBezTo>
                    <a:pt x="76666" y="176443"/>
                    <a:pt x="32470" y="175966"/>
                    <a:pt x="561" y="153011"/>
                  </a:cubicBezTo>
                  <a:cubicBezTo>
                    <a:pt x="-486" y="152249"/>
                    <a:pt x="-10" y="149296"/>
                    <a:pt x="1514" y="150058"/>
                  </a:cubicBezTo>
                  <a:cubicBezTo>
                    <a:pt x="27612" y="163108"/>
                    <a:pt x="64188" y="174633"/>
                    <a:pt x="80095" y="141295"/>
                  </a:cubicBezTo>
                  <a:cubicBezTo>
                    <a:pt x="88572" y="123484"/>
                    <a:pt x="88858" y="93670"/>
                    <a:pt x="72475" y="80335"/>
                  </a:cubicBezTo>
                  <a:cubicBezTo>
                    <a:pt x="68224" y="76335"/>
                    <a:pt x="62598" y="74116"/>
                    <a:pt x="56759" y="74144"/>
                  </a:cubicBezTo>
                  <a:cubicBezTo>
                    <a:pt x="44567" y="75573"/>
                    <a:pt x="46662" y="88813"/>
                    <a:pt x="53520" y="97099"/>
                  </a:cubicBezTo>
                  <a:cubicBezTo>
                    <a:pt x="64474" y="110434"/>
                    <a:pt x="86477" y="109006"/>
                    <a:pt x="101145" y="103862"/>
                  </a:cubicBezTo>
                  <a:cubicBezTo>
                    <a:pt x="151342" y="86146"/>
                    <a:pt x="116862" y="20995"/>
                    <a:pt x="84096" y="2707"/>
                  </a:cubicBezTo>
                  <a:cubicBezTo>
                    <a:pt x="83143" y="2135"/>
                    <a:pt x="83334" y="-341"/>
                    <a:pt x="84762"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05" name="Google Shape;905;g3b3a45db5ed_1_3868"/>
            <p:cNvSpPr/>
            <p:nvPr/>
          </p:nvSpPr>
          <p:spPr>
            <a:xfrm>
              <a:off x="4348962" y="2716998"/>
              <a:ext cx="138697" cy="217633"/>
            </a:xfrm>
            <a:custGeom>
              <a:rect b="b" l="l" r="r" t="t"/>
              <a:pathLst>
                <a:path extrusionOk="0" h="217633" w="138697">
                  <a:moveTo>
                    <a:pt x="44824" y="2770"/>
                  </a:moveTo>
                  <a:cubicBezTo>
                    <a:pt x="-14516" y="7533"/>
                    <a:pt x="-3848" y="120213"/>
                    <a:pt x="44062" y="135453"/>
                  </a:cubicBezTo>
                  <a:cubicBezTo>
                    <a:pt x="50010" y="137577"/>
                    <a:pt x="56562" y="137235"/>
                    <a:pt x="62255" y="134501"/>
                  </a:cubicBezTo>
                  <a:cubicBezTo>
                    <a:pt x="69394" y="129253"/>
                    <a:pt x="73434" y="120775"/>
                    <a:pt x="73018" y="111927"/>
                  </a:cubicBezTo>
                  <a:cubicBezTo>
                    <a:pt x="67303" y="92877"/>
                    <a:pt x="34918" y="117070"/>
                    <a:pt x="31204" y="124595"/>
                  </a:cubicBezTo>
                  <a:cubicBezTo>
                    <a:pt x="18554" y="144931"/>
                    <a:pt x="20399" y="171096"/>
                    <a:pt x="35776" y="189460"/>
                  </a:cubicBezTo>
                  <a:cubicBezTo>
                    <a:pt x="60160" y="215844"/>
                    <a:pt x="106832" y="216702"/>
                    <a:pt x="137312" y="201462"/>
                  </a:cubicBezTo>
                  <a:cubicBezTo>
                    <a:pt x="138836" y="200604"/>
                    <a:pt x="139122" y="203557"/>
                    <a:pt x="138074" y="204319"/>
                  </a:cubicBezTo>
                  <a:cubicBezTo>
                    <a:pt x="105213" y="225369"/>
                    <a:pt x="50158" y="222321"/>
                    <a:pt x="25774" y="188984"/>
                  </a:cubicBezTo>
                  <a:cubicBezTo>
                    <a:pt x="6724" y="162314"/>
                    <a:pt x="19774" y="91543"/>
                    <a:pt x="62255" y="97830"/>
                  </a:cubicBezTo>
                  <a:cubicBezTo>
                    <a:pt x="101879" y="103640"/>
                    <a:pt x="74447" y="148788"/>
                    <a:pt x="44443" y="142788"/>
                  </a:cubicBezTo>
                  <a:cubicBezTo>
                    <a:pt x="14440" y="136787"/>
                    <a:pt x="3581" y="96972"/>
                    <a:pt x="724" y="72303"/>
                  </a:cubicBezTo>
                  <a:cubicBezTo>
                    <a:pt x="-2896" y="41251"/>
                    <a:pt x="6343" y="-659"/>
                    <a:pt x="44824" y="8"/>
                  </a:cubicBezTo>
                  <a:cubicBezTo>
                    <a:pt x="46063" y="8"/>
                    <a:pt x="45967" y="2675"/>
                    <a:pt x="44824" y="27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06" name="Google Shape;906;g3b3a45db5ed_1_3868"/>
            <p:cNvSpPr/>
            <p:nvPr/>
          </p:nvSpPr>
          <p:spPr>
            <a:xfrm>
              <a:off x="5136649" y="1768271"/>
              <a:ext cx="148815" cy="239258"/>
            </a:xfrm>
            <a:custGeom>
              <a:rect b="b" l="l" r="r" t="t"/>
              <a:pathLst>
                <a:path extrusionOk="0" h="239258" w="148815">
                  <a:moveTo>
                    <a:pt x="2374" y="521"/>
                  </a:moveTo>
                  <a:cubicBezTo>
                    <a:pt x="43522" y="-4718"/>
                    <a:pt x="132009" y="29953"/>
                    <a:pt x="108959" y="86246"/>
                  </a:cubicBezTo>
                  <a:cubicBezTo>
                    <a:pt x="96672" y="116250"/>
                    <a:pt x="41808" y="135490"/>
                    <a:pt x="23805" y="101105"/>
                  </a:cubicBezTo>
                  <a:cubicBezTo>
                    <a:pt x="23005" y="99158"/>
                    <a:pt x="23891" y="96925"/>
                    <a:pt x="25806" y="96057"/>
                  </a:cubicBezTo>
                  <a:cubicBezTo>
                    <a:pt x="111531" y="47479"/>
                    <a:pt x="201828" y="187783"/>
                    <a:pt x="110864" y="238932"/>
                  </a:cubicBezTo>
                  <a:cubicBezTo>
                    <a:pt x="108006" y="240551"/>
                    <a:pt x="108102" y="235693"/>
                    <a:pt x="109721" y="234455"/>
                  </a:cubicBezTo>
                  <a:cubicBezTo>
                    <a:pt x="142335" y="212163"/>
                    <a:pt x="150707" y="167651"/>
                    <a:pt x="128409" y="135034"/>
                  </a:cubicBezTo>
                  <a:cubicBezTo>
                    <a:pt x="128123" y="134612"/>
                    <a:pt x="127828" y="134192"/>
                    <a:pt x="127533" y="133776"/>
                  </a:cubicBezTo>
                  <a:cubicBezTo>
                    <a:pt x="118265" y="118981"/>
                    <a:pt x="105073" y="107044"/>
                    <a:pt x="89433" y="99295"/>
                  </a:cubicBezTo>
                  <a:cubicBezTo>
                    <a:pt x="77717" y="93771"/>
                    <a:pt x="48285" y="85960"/>
                    <a:pt x="37331" y="97390"/>
                  </a:cubicBezTo>
                  <a:cubicBezTo>
                    <a:pt x="32378" y="102724"/>
                    <a:pt x="32473" y="96057"/>
                    <a:pt x="35045" y="102248"/>
                  </a:cubicBezTo>
                  <a:cubicBezTo>
                    <a:pt x="37493" y="105926"/>
                    <a:pt x="41227" y="108545"/>
                    <a:pt x="45522" y="109582"/>
                  </a:cubicBezTo>
                  <a:cubicBezTo>
                    <a:pt x="54876" y="112552"/>
                    <a:pt x="64963" y="112216"/>
                    <a:pt x="74097" y="108630"/>
                  </a:cubicBezTo>
                  <a:cubicBezTo>
                    <a:pt x="93147" y="101962"/>
                    <a:pt x="108102" y="84436"/>
                    <a:pt x="102672" y="63386"/>
                  </a:cubicBezTo>
                  <a:cubicBezTo>
                    <a:pt x="92671" y="21190"/>
                    <a:pt x="38950" y="6236"/>
                    <a:pt x="1326" y="5569"/>
                  </a:cubicBezTo>
                  <a:cubicBezTo>
                    <a:pt x="-1245" y="5569"/>
                    <a:pt x="374" y="712"/>
                    <a:pt x="2374" y="42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07" name="Google Shape;907;g3b3a45db5ed_1_3868"/>
            <p:cNvSpPr/>
            <p:nvPr/>
          </p:nvSpPr>
          <p:spPr>
            <a:xfrm>
              <a:off x="4904517" y="1472755"/>
              <a:ext cx="67575" cy="71818"/>
            </a:xfrm>
            <a:custGeom>
              <a:rect b="b" l="l" r="r" t="t"/>
              <a:pathLst>
                <a:path extrusionOk="0" h="71818" w="67575">
                  <a:moveTo>
                    <a:pt x="67532" y="95"/>
                  </a:moveTo>
                  <a:cubicBezTo>
                    <a:pt x="67532" y="95"/>
                    <a:pt x="70104" y="46196"/>
                    <a:pt x="35814" y="71819"/>
                  </a:cubicBezTo>
                  <a:lnTo>
                    <a:pt x="0" y="60770"/>
                  </a:lnTo>
                  <a:cubicBezTo>
                    <a:pt x="0" y="60770"/>
                    <a:pt x="23908" y="49340"/>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08" name="Google Shape;908;g3b3a45db5ed_1_3868"/>
            <p:cNvSpPr/>
            <p:nvPr/>
          </p:nvSpPr>
          <p:spPr>
            <a:xfrm>
              <a:off x="5644705" y="2613755"/>
              <a:ext cx="67576" cy="71723"/>
            </a:xfrm>
            <a:custGeom>
              <a:rect b="b" l="l" r="r" t="t"/>
              <a:pathLst>
                <a:path extrusionOk="0" h="71723" w="67576">
                  <a:moveTo>
                    <a:pt x="67532" y="0"/>
                  </a:moveTo>
                  <a:cubicBezTo>
                    <a:pt x="67532" y="0"/>
                    <a:pt x="70104" y="46101"/>
                    <a:pt x="35814" y="71723"/>
                  </a:cubicBezTo>
                  <a:lnTo>
                    <a:pt x="0" y="60865"/>
                  </a:lnTo>
                  <a:cubicBezTo>
                    <a:pt x="0" y="60865"/>
                    <a:pt x="23908" y="49339"/>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09" name="Google Shape;909;g3b3a45db5ed_1_3868"/>
            <p:cNvSpPr/>
            <p:nvPr/>
          </p:nvSpPr>
          <p:spPr>
            <a:xfrm>
              <a:off x="5503163" y="3164776"/>
              <a:ext cx="67572" cy="71723"/>
            </a:xfrm>
            <a:custGeom>
              <a:rect b="b" l="l" r="r" t="t"/>
              <a:pathLst>
                <a:path extrusionOk="0" h="71723" w="67572">
                  <a:moveTo>
                    <a:pt x="67532" y="0"/>
                  </a:moveTo>
                  <a:cubicBezTo>
                    <a:pt x="67532" y="0"/>
                    <a:pt x="70009" y="46101"/>
                    <a:pt x="35814" y="71723"/>
                  </a:cubicBezTo>
                  <a:lnTo>
                    <a:pt x="0" y="60770"/>
                  </a:lnTo>
                  <a:cubicBezTo>
                    <a:pt x="0" y="60770"/>
                    <a:pt x="23908" y="49340"/>
                    <a:pt x="35814"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10" name="Google Shape;910;g3b3a45db5ed_1_3868"/>
            <p:cNvSpPr/>
            <p:nvPr/>
          </p:nvSpPr>
          <p:spPr>
            <a:xfrm>
              <a:off x="4139660" y="1604200"/>
              <a:ext cx="89439" cy="62007"/>
            </a:xfrm>
            <a:custGeom>
              <a:rect b="b" l="l" r="r" t="t"/>
              <a:pathLst>
                <a:path extrusionOk="0" h="62007" w="89439">
                  <a:moveTo>
                    <a:pt x="0" y="15812"/>
                  </a:moveTo>
                  <a:cubicBezTo>
                    <a:pt x="0" y="15812"/>
                    <a:pt x="20955" y="56960"/>
                    <a:pt x="63341" y="62008"/>
                  </a:cubicBezTo>
                  <a:lnTo>
                    <a:pt x="89440" y="34576"/>
                  </a:lnTo>
                  <a:cubicBezTo>
                    <a:pt x="89440" y="34576"/>
                    <a:pt x="62960" y="36671"/>
                    <a:pt x="2790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11" name="Google Shape;911;g3b3a45db5ed_1_3868"/>
            <p:cNvSpPr/>
            <p:nvPr/>
          </p:nvSpPr>
          <p:spPr>
            <a:xfrm>
              <a:off x="4582763" y="3025235"/>
              <a:ext cx="88963" cy="62007"/>
            </a:xfrm>
            <a:custGeom>
              <a:rect b="b" l="l" r="r" t="t"/>
              <a:pathLst>
                <a:path extrusionOk="0" h="62007" w="88963">
                  <a:moveTo>
                    <a:pt x="0" y="15812"/>
                  </a:moveTo>
                  <a:cubicBezTo>
                    <a:pt x="0" y="15812"/>
                    <a:pt x="20860" y="56959"/>
                    <a:pt x="63341" y="62008"/>
                  </a:cubicBezTo>
                  <a:lnTo>
                    <a:pt x="88964" y="34576"/>
                  </a:lnTo>
                  <a:cubicBezTo>
                    <a:pt x="88964"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12" name="Google Shape;912;g3b3a45db5ed_1_3868"/>
            <p:cNvSpPr/>
            <p:nvPr/>
          </p:nvSpPr>
          <p:spPr>
            <a:xfrm>
              <a:off x="5033867" y="2264568"/>
              <a:ext cx="88868" cy="62007"/>
            </a:xfrm>
            <a:custGeom>
              <a:rect b="b" l="l" r="r" t="t"/>
              <a:pathLst>
                <a:path extrusionOk="0" h="62007" w="88868">
                  <a:moveTo>
                    <a:pt x="0" y="15812"/>
                  </a:moveTo>
                  <a:cubicBezTo>
                    <a:pt x="0" y="15812"/>
                    <a:pt x="20860" y="56959"/>
                    <a:pt x="63341" y="62008"/>
                  </a:cubicBezTo>
                  <a:lnTo>
                    <a:pt x="88868" y="34576"/>
                  </a:lnTo>
                  <a:cubicBezTo>
                    <a:pt x="88868" y="34576"/>
                    <a:pt x="62389" y="36671"/>
                    <a:pt x="274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13" name="Google Shape;913;g3b3a45db5ed_1_3868"/>
            <p:cNvSpPr/>
            <p:nvPr/>
          </p:nvSpPr>
          <p:spPr>
            <a:xfrm>
              <a:off x="5448300" y="1726025"/>
              <a:ext cx="88868" cy="62007"/>
            </a:xfrm>
            <a:custGeom>
              <a:rect b="b" l="l" r="r" t="t"/>
              <a:pathLst>
                <a:path extrusionOk="0" h="62007" w="88868">
                  <a:moveTo>
                    <a:pt x="0" y="15812"/>
                  </a:moveTo>
                  <a:cubicBezTo>
                    <a:pt x="0" y="15812"/>
                    <a:pt x="20860" y="56960"/>
                    <a:pt x="63341" y="62008"/>
                  </a:cubicBezTo>
                  <a:lnTo>
                    <a:pt x="88868" y="34576"/>
                  </a:lnTo>
                  <a:cubicBezTo>
                    <a:pt x="88868"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14" name="Google Shape;914;g3b3a45db5ed_1_3868"/>
            <p:cNvSpPr/>
            <p:nvPr/>
          </p:nvSpPr>
          <p:spPr>
            <a:xfrm>
              <a:off x="4561141" y="1717929"/>
              <a:ext cx="73723" cy="63633"/>
            </a:xfrm>
            <a:custGeom>
              <a:rect b="b" l="l" r="r" t="t"/>
              <a:pathLst>
                <a:path extrusionOk="0" h="63633" w="73723">
                  <a:moveTo>
                    <a:pt x="0" y="63246"/>
                  </a:moveTo>
                  <a:cubicBezTo>
                    <a:pt x="0" y="63246"/>
                    <a:pt x="45815" y="68961"/>
                    <a:pt x="73723" y="36481"/>
                  </a:cubicBezTo>
                  <a:lnTo>
                    <a:pt x="65246" y="0"/>
                  </a:lnTo>
                  <a:cubicBezTo>
                    <a:pt x="65246"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15" name="Google Shape;915;g3b3a45db5ed_1_3868"/>
            <p:cNvSpPr/>
            <p:nvPr/>
          </p:nvSpPr>
          <p:spPr>
            <a:xfrm>
              <a:off x="5343525" y="1361312"/>
              <a:ext cx="73723" cy="63539"/>
            </a:xfrm>
            <a:custGeom>
              <a:rect b="b" l="l" r="r" t="t"/>
              <a:pathLst>
                <a:path extrusionOk="0" h="63539" w="73723">
                  <a:moveTo>
                    <a:pt x="0" y="63151"/>
                  </a:moveTo>
                  <a:cubicBezTo>
                    <a:pt x="0" y="63151"/>
                    <a:pt x="45815" y="68866"/>
                    <a:pt x="73724" y="36481"/>
                  </a:cubicBezTo>
                  <a:lnTo>
                    <a:pt x="65342" y="0"/>
                  </a:lnTo>
                  <a:cubicBezTo>
                    <a:pt x="65342" y="0"/>
                    <a:pt x="52197" y="23051"/>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16" name="Google Shape;916;g3b3a45db5ed_1_3868"/>
            <p:cNvSpPr/>
            <p:nvPr/>
          </p:nvSpPr>
          <p:spPr>
            <a:xfrm>
              <a:off x="5447442" y="1969103"/>
              <a:ext cx="73628" cy="63619"/>
            </a:xfrm>
            <a:custGeom>
              <a:rect b="b" l="l" r="r" t="t"/>
              <a:pathLst>
                <a:path extrusionOk="0" h="63619" w="73628">
                  <a:moveTo>
                    <a:pt x="0" y="63246"/>
                  </a:moveTo>
                  <a:cubicBezTo>
                    <a:pt x="0" y="63246"/>
                    <a:pt x="45720" y="68866"/>
                    <a:pt x="73628" y="36481"/>
                  </a:cubicBezTo>
                  <a:lnTo>
                    <a:pt x="65246" y="0"/>
                  </a:lnTo>
                  <a:cubicBezTo>
                    <a:pt x="65246" y="0"/>
                    <a:pt x="52102" y="23146"/>
                    <a:pt x="2096"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17" name="Google Shape;917;g3b3a45db5ed_1_3868"/>
            <p:cNvSpPr/>
            <p:nvPr/>
          </p:nvSpPr>
          <p:spPr>
            <a:xfrm>
              <a:off x="3962400" y="2874835"/>
              <a:ext cx="73723" cy="63634"/>
            </a:xfrm>
            <a:custGeom>
              <a:rect b="b" l="l" r="r" t="t"/>
              <a:pathLst>
                <a:path extrusionOk="0" h="63634" w="73723">
                  <a:moveTo>
                    <a:pt x="0" y="63246"/>
                  </a:moveTo>
                  <a:cubicBezTo>
                    <a:pt x="0" y="63246"/>
                    <a:pt x="45815" y="68961"/>
                    <a:pt x="73724" y="36576"/>
                  </a:cubicBezTo>
                  <a:lnTo>
                    <a:pt x="65342" y="0"/>
                  </a:lnTo>
                  <a:cubicBezTo>
                    <a:pt x="65342"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18" name="Google Shape;918;g3b3a45db5ed_1_3868"/>
            <p:cNvSpPr/>
            <p:nvPr/>
          </p:nvSpPr>
          <p:spPr>
            <a:xfrm>
              <a:off x="4874895" y="1937194"/>
              <a:ext cx="88963" cy="59245"/>
            </a:xfrm>
            <a:custGeom>
              <a:rect b="b" l="l" r="r" t="t"/>
              <a:pathLst>
                <a:path extrusionOk="0" h="59245" w="88963">
                  <a:moveTo>
                    <a:pt x="0" y="13049"/>
                  </a:moveTo>
                  <a:cubicBezTo>
                    <a:pt x="0" y="13049"/>
                    <a:pt x="20860" y="54197"/>
                    <a:pt x="63341" y="59246"/>
                  </a:cubicBezTo>
                  <a:lnTo>
                    <a:pt x="88963" y="31814"/>
                  </a:lnTo>
                  <a:cubicBezTo>
                    <a:pt x="88963" y="31814"/>
                    <a:pt x="57626" y="36671"/>
                    <a:pt x="2228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19" name="Google Shape;919;g3b3a45db5ed_1_3868"/>
            <p:cNvSpPr/>
            <p:nvPr/>
          </p:nvSpPr>
          <p:spPr>
            <a:xfrm>
              <a:off x="4829175" y="2004822"/>
              <a:ext cx="80010" cy="68579"/>
            </a:xfrm>
            <a:custGeom>
              <a:rect b="b" l="l" r="r" t="t"/>
              <a:pathLst>
                <a:path extrusionOk="0" h="68579" w="80010">
                  <a:moveTo>
                    <a:pt x="0" y="6191"/>
                  </a:moveTo>
                  <a:cubicBezTo>
                    <a:pt x="0" y="6191"/>
                    <a:pt x="8192" y="51625"/>
                    <a:pt x="47625" y="68580"/>
                  </a:cubicBezTo>
                  <a:lnTo>
                    <a:pt x="80010" y="49530"/>
                  </a:lnTo>
                  <a:cubicBezTo>
                    <a:pt x="57093" y="39195"/>
                    <a:pt x="38052" y="21850"/>
                    <a:pt x="2562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20" name="Google Shape;920;g3b3a45db5ed_1_3868"/>
            <p:cNvSpPr/>
            <p:nvPr/>
          </p:nvSpPr>
          <p:spPr>
            <a:xfrm>
              <a:off x="6047612" y="1718405"/>
              <a:ext cx="80010" cy="68675"/>
            </a:xfrm>
            <a:custGeom>
              <a:rect b="b" l="l" r="r" t="t"/>
              <a:pathLst>
                <a:path extrusionOk="0" h="68675" w="80010">
                  <a:moveTo>
                    <a:pt x="80010" y="6191"/>
                  </a:moveTo>
                  <a:cubicBezTo>
                    <a:pt x="80010" y="6191"/>
                    <a:pt x="71819" y="51625"/>
                    <a:pt x="32385" y="68675"/>
                  </a:cubicBezTo>
                  <a:lnTo>
                    <a:pt x="0" y="49625"/>
                  </a:lnTo>
                  <a:cubicBezTo>
                    <a:pt x="22936" y="39272"/>
                    <a:pt x="41986" y="21893"/>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921" name="Google Shape;921;g3b3a45db5ed_1_3868"/>
            <p:cNvSpPr/>
            <p:nvPr/>
          </p:nvSpPr>
          <p:spPr>
            <a:xfrm>
              <a:off x="6244018" y="1760886"/>
              <a:ext cx="88963" cy="59245"/>
            </a:xfrm>
            <a:custGeom>
              <a:rect b="b" l="l" r="r" t="t"/>
              <a:pathLst>
                <a:path extrusionOk="0" h="59245" w="88963">
                  <a:moveTo>
                    <a:pt x="88963" y="13049"/>
                  </a:moveTo>
                  <a:cubicBezTo>
                    <a:pt x="88963" y="13049"/>
                    <a:pt x="68104" y="54197"/>
                    <a:pt x="25622" y="59245"/>
                  </a:cubicBezTo>
                  <a:lnTo>
                    <a:pt x="0" y="31909"/>
                  </a:lnTo>
                  <a:cubicBezTo>
                    <a:pt x="0" y="31909"/>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922" name="Shape 922"/>
        <p:cNvGrpSpPr/>
        <p:nvPr/>
      </p:nvGrpSpPr>
      <p:grpSpPr>
        <a:xfrm>
          <a:off x="0" y="0"/>
          <a:ext cx="0" cy="0"/>
          <a:chOff x="0" y="0"/>
          <a:chExt cx="0" cy="0"/>
        </a:xfrm>
      </p:grpSpPr>
      <p:sp>
        <p:nvSpPr>
          <p:cNvPr id="923" name="Google Shape;923;g3b3a45db5ed_1_3960"/>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rgbClr val="172A4B"/>
              </a:buClr>
              <a:buSzPts val="3200"/>
              <a:buFont typeface="Fredoka"/>
              <a:buNone/>
              <a:defRPr b="1" i="0" sz="3200" u="none" cap="none" strike="noStrike">
                <a:solidFill>
                  <a:srgbClr val="172A4B"/>
                </a:solidFill>
                <a:latin typeface="Fredoka"/>
                <a:ea typeface="Fredoka"/>
                <a:cs typeface="Fredoka"/>
                <a:sym typeface="Fredok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24" name="Google Shape;924;g3b3a45db5ed_1_3960"/>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rgbClr val="172A4B"/>
              </a:buClr>
              <a:buSzPts val="3200"/>
              <a:buFont typeface="Arial"/>
              <a:buNone/>
              <a:defRPr b="0" i="0" sz="32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2pPr>
            <a:lvl3pPr indent="-228600" lvl="2" marL="1371600" marR="0" rtl="0" algn="l">
              <a:lnSpc>
                <a:spcPct val="90000"/>
              </a:lnSpc>
              <a:spcBef>
                <a:spcPts val="5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3pPr>
            <a:lvl4pPr indent="-228600" lvl="3" marL="1828800" marR="0" rtl="0" algn="l">
              <a:lnSpc>
                <a:spcPct val="90000"/>
              </a:lnSpc>
              <a:spcBef>
                <a:spcPts val="500"/>
              </a:spcBef>
              <a:spcAft>
                <a:spcPts val="0"/>
              </a:spcAft>
              <a:buClr>
                <a:srgbClr val="172A4B"/>
              </a:buClr>
              <a:buSzPts val="2000"/>
              <a:buFont typeface="Arial"/>
              <a:buNone/>
              <a:defRPr b="0" i="0" sz="2000" u="none" cap="none" strike="noStrike">
                <a:solidFill>
                  <a:srgbClr val="172A4B"/>
                </a:solidFill>
                <a:latin typeface="Quicksand"/>
                <a:ea typeface="Quicksand"/>
                <a:cs typeface="Quicksand"/>
                <a:sym typeface="Quicksand"/>
              </a:defRPr>
            </a:lvl4pPr>
            <a:lvl5pPr indent="-228600" lvl="4" marL="2286000" marR="0" rtl="0" algn="l">
              <a:lnSpc>
                <a:spcPct val="90000"/>
              </a:lnSpc>
              <a:spcBef>
                <a:spcPts val="500"/>
              </a:spcBef>
              <a:spcAft>
                <a:spcPts val="0"/>
              </a:spcAft>
              <a:buClr>
                <a:srgbClr val="172A4B"/>
              </a:buClr>
              <a:buSzPts val="2000"/>
              <a:buFont typeface="Arial"/>
              <a:buNone/>
              <a:defRPr b="0" i="0" sz="2000" u="none" cap="none" strike="noStrike">
                <a:solidFill>
                  <a:srgbClr val="172A4B"/>
                </a:solidFill>
                <a:latin typeface="Quicksand"/>
                <a:ea typeface="Quicksand"/>
                <a:cs typeface="Quicksand"/>
                <a:sym typeface="Quicksand"/>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9pPr>
          </a:lstStyle>
          <a:p/>
        </p:txBody>
      </p:sp>
      <p:sp>
        <p:nvSpPr>
          <p:cNvPr id="925" name="Google Shape;925;g3b3a45db5ed_1_3960"/>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1600"/>
              <a:buFont typeface="Arial"/>
              <a:buNone/>
              <a:defRPr b="0" i="0" sz="1600" u="none" cap="none" strike="noStrike">
                <a:solidFill>
                  <a:srgbClr val="172A4B"/>
                </a:solidFill>
                <a:latin typeface="Quicksand"/>
                <a:ea typeface="Quicksand"/>
                <a:cs typeface="Quicksand"/>
                <a:sym typeface="Quicksand"/>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Quicksand"/>
                <a:ea typeface="Quicksand"/>
                <a:cs typeface="Quicksand"/>
                <a:sym typeface="Quicksand"/>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Quicksand"/>
                <a:ea typeface="Quicksand"/>
                <a:cs typeface="Quicksand"/>
                <a:sym typeface="Quicksand"/>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9pPr>
          </a:lstStyle>
          <a:p/>
        </p:txBody>
      </p:sp>
      <p:sp>
        <p:nvSpPr>
          <p:cNvPr id="926" name="Google Shape;926;g3b3a45db5ed_1_3960"/>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927" name="Shape 927"/>
        <p:cNvGrpSpPr/>
        <p:nvPr/>
      </p:nvGrpSpPr>
      <p:grpSpPr>
        <a:xfrm>
          <a:off x="0" y="0"/>
          <a:ext cx="0" cy="0"/>
          <a:chOff x="0" y="0"/>
          <a:chExt cx="0" cy="0"/>
        </a:xfrm>
      </p:grpSpPr>
      <p:sp>
        <p:nvSpPr>
          <p:cNvPr id="928" name="Google Shape;928;g3b3a45db5ed_1_3965"/>
          <p:cNvSpPr txBox="1"/>
          <p:nvPr>
            <p:ph type="ctrTitle"/>
          </p:nvPr>
        </p:nvSpPr>
        <p:spPr>
          <a:xfrm>
            <a:off x="959999" y="1748091"/>
            <a:ext cx="5136000" cy="2753100"/>
          </a:xfrm>
          <a:prstGeom prst="rect">
            <a:avLst/>
          </a:prstGeom>
          <a:noFill/>
          <a:ln>
            <a:noFill/>
          </a:ln>
        </p:spPr>
        <p:txBody>
          <a:bodyPr anchorCtr="0" anchor="ctr" bIns="91425" lIns="91425" spcFirstLastPara="1" rIns="91425" wrap="square" tIns="91425">
            <a:noAutofit/>
          </a:bodyPr>
          <a:lstStyle>
            <a:lvl1pPr lvl="0" marR="0" rtl="0" algn="l">
              <a:lnSpc>
                <a:spcPct val="80000"/>
              </a:lnSpc>
              <a:spcBef>
                <a:spcPts val="0"/>
              </a:spcBef>
              <a:spcAft>
                <a:spcPts val="0"/>
              </a:spcAft>
              <a:buClr>
                <a:srgbClr val="172A4B"/>
              </a:buClr>
              <a:buSzPts val="5200"/>
              <a:buFont typeface="Quicksand"/>
              <a:buNone/>
              <a:defRPr b="1" i="0" sz="6933" u="none" cap="none" strike="noStrike">
                <a:solidFill>
                  <a:srgbClr val="172A4B"/>
                </a:solidFill>
                <a:latin typeface="Quicksand"/>
                <a:ea typeface="Quicksand"/>
                <a:cs typeface="Quicksand"/>
                <a:sym typeface="Quicksand"/>
              </a:defRPr>
            </a:lvl1pPr>
            <a:lvl2pPr lvl="1"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929" name="Google Shape;929;g3b3a45db5ed_1_3965"/>
          <p:cNvSpPr txBox="1"/>
          <p:nvPr>
            <p:ph idx="1" type="subTitle"/>
          </p:nvPr>
        </p:nvSpPr>
        <p:spPr>
          <a:xfrm>
            <a:off x="959999" y="4366658"/>
            <a:ext cx="5136000" cy="943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2"/>
              </a:buClr>
              <a:buSzPts val="2800"/>
              <a:buFont typeface="Arial"/>
              <a:buNone/>
              <a:defRPr b="1" i="0" sz="1867" u="none" cap="none" strike="noStrike">
                <a:solidFill>
                  <a:schemeClr val="accent2"/>
                </a:solidFill>
                <a:latin typeface="Quicksand"/>
                <a:ea typeface="Quicksand"/>
                <a:cs typeface="Quicksand"/>
                <a:sym typeface="Quicksand"/>
              </a:defRPr>
            </a:lvl1pPr>
            <a:lvl2pPr lvl="1"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2pPr>
            <a:lvl3pPr lvl="2"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3pPr>
            <a:lvl4pPr lvl="3"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4pPr>
            <a:lvl5pPr lvl="4"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5pPr>
            <a:lvl6pPr lvl="5"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6pPr>
            <a:lvl7pPr lvl="6"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7pPr>
            <a:lvl8pPr lvl="7"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8pPr>
            <a:lvl9pPr lvl="8"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9pPr>
          </a:lstStyle>
          <a:p/>
        </p:txBody>
      </p:sp>
      <p:sp>
        <p:nvSpPr>
          <p:cNvPr id="930" name="Google Shape;930;g3b3a45db5ed_1_3965"/>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931" name="Google Shape;931;g3b3a45db5ed_1_3965"/>
          <p:cNvSpPr txBox="1"/>
          <p:nvPr>
            <p:ph idx="2" type="body"/>
          </p:nvPr>
        </p:nvSpPr>
        <p:spPr>
          <a:xfrm>
            <a:off x="6618288" y="1296988"/>
            <a:ext cx="4799100" cy="46515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932" name="Google Shape;932;g3b3a45db5ed_1_3965"/>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933" name="Shape 933"/>
        <p:cNvGrpSpPr/>
        <p:nvPr/>
      </p:nvGrpSpPr>
      <p:grpSpPr>
        <a:xfrm>
          <a:off x="0" y="0"/>
          <a:ext cx="0" cy="0"/>
          <a:chOff x="0" y="0"/>
          <a:chExt cx="0" cy="0"/>
        </a:xfrm>
      </p:grpSpPr>
      <p:sp>
        <p:nvSpPr>
          <p:cNvPr id="934" name="Google Shape;934;g3b3a45db5ed_1_3971"/>
          <p:cNvSpPr txBox="1"/>
          <p:nvPr>
            <p:ph type="ctrTitle"/>
          </p:nvPr>
        </p:nvSpPr>
        <p:spPr>
          <a:xfrm>
            <a:off x="959999" y="1147200"/>
            <a:ext cx="10048200" cy="2753100"/>
          </a:xfrm>
          <a:prstGeom prst="rect">
            <a:avLst/>
          </a:prstGeom>
          <a:noFill/>
          <a:ln>
            <a:noFill/>
          </a:ln>
        </p:spPr>
        <p:txBody>
          <a:bodyPr anchorCtr="0" anchor="b" bIns="91425" lIns="91425" spcFirstLastPara="1" rIns="91425" wrap="square" tIns="91425">
            <a:noAutofit/>
          </a:bodyPr>
          <a:lstStyle>
            <a:lvl1pPr lvl="0" marR="0" rtl="0" algn="l">
              <a:lnSpc>
                <a:spcPct val="80000"/>
              </a:lnSpc>
              <a:spcBef>
                <a:spcPts val="0"/>
              </a:spcBef>
              <a:spcAft>
                <a:spcPts val="0"/>
              </a:spcAft>
              <a:buClr>
                <a:srgbClr val="172A4B"/>
              </a:buClr>
              <a:buSzPts val="5200"/>
              <a:buFont typeface="Fredoka"/>
              <a:buNone/>
              <a:defRPr b="1" i="0" sz="6933" u="none" cap="none" strike="noStrike">
                <a:solidFill>
                  <a:srgbClr val="172A4B"/>
                </a:solidFill>
                <a:latin typeface="Fredoka"/>
                <a:ea typeface="Fredoka"/>
                <a:cs typeface="Fredoka"/>
                <a:sym typeface="Fredoka"/>
              </a:defRPr>
            </a:lvl1pPr>
            <a:lvl2pPr lvl="1"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935" name="Google Shape;935;g3b3a45db5ed_1_3971"/>
          <p:cNvSpPr txBox="1"/>
          <p:nvPr>
            <p:ph idx="1" type="subTitle"/>
          </p:nvPr>
        </p:nvSpPr>
        <p:spPr>
          <a:xfrm>
            <a:off x="959999" y="3765767"/>
            <a:ext cx="10048200" cy="943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2"/>
              </a:buClr>
              <a:buSzPts val="2800"/>
              <a:buFont typeface="Arial"/>
              <a:buNone/>
              <a:defRPr b="0" i="0" sz="1867" u="none" cap="none" strike="noStrike">
                <a:solidFill>
                  <a:schemeClr val="accent2"/>
                </a:solidFill>
                <a:latin typeface="Quicksand"/>
                <a:ea typeface="Quicksand"/>
                <a:cs typeface="Quicksand"/>
                <a:sym typeface="Quicksand"/>
              </a:defRPr>
            </a:lvl1pPr>
            <a:lvl2pPr lvl="1"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2pPr>
            <a:lvl3pPr lvl="2"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3pPr>
            <a:lvl4pPr lvl="3"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4pPr>
            <a:lvl5pPr lvl="4"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5pPr>
            <a:lvl6pPr lvl="5"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6pPr>
            <a:lvl7pPr lvl="6"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7pPr>
            <a:lvl8pPr lvl="7"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8pPr>
            <a:lvl9pPr lvl="8" marR="0" rtl="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9pPr>
          </a:lstStyle>
          <a:p/>
        </p:txBody>
      </p:sp>
      <p:sp>
        <p:nvSpPr>
          <p:cNvPr id="936" name="Google Shape;936;g3b3a45db5ed_1_3971"/>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937" name="Google Shape;937;g3b3a45db5ed_1_3971"/>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2">
    <p:spTree>
      <p:nvGrpSpPr>
        <p:cNvPr id="938" name="Shape 938"/>
        <p:cNvGrpSpPr/>
        <p:nvPr/>
      </p:nvGrpSpPr>
      <p:grpSpPr>
        <a:xfrm>
          <a:off x="0" y="0"/>
          <a:ext cx="0" cy="0"/>
          <a:chOff x="0" y="0"/>
          <a:chExt cx="0" cy="0"/>
        </a:xfrm>
      </p:grpSpPr>
      <p:sp>
        <p:nvSpPr>
          <p:cNvPr id="939" name="Google Shape;939;g3b3a45db5ed_1_3976"/>
          <p:cNvSpPr txBox="1"/>
          <p:nvPr>
            <p:ph type="ctrTitle"/>
          </p:nvPr>
        </p:nvSpPr>
        <p:spPr>
          <a:xfrm>
            <a:off x="579432" y="1300532"/>
            <a:ext cx="2430000" cy="3719400"/>
          </a:xfrm>
          <a:prstGeom prst="rect">
            <a:avLst/>
          </a:prstGeom>
          <a:noFill/>
          <a:ln>
            <a:noFill/>
          </a:ln>
        </p:spPr>
        <p:txBody>
          <a:bodyPr anchorCtr="0" anchor="b" bIns="91425" lIns="91425" spcFirstLastPara="1" rIns="91425" wrap="square" tIns="91425">
            <a:noAutofit/>
          </a:bodyPr>
          <a:lstStyle>
            <a:lvl1pPr lvl="0" marR="0" rtl="0" algn="l">
              <a:lnSpc>
                <a:spcPct val="80000"/>
              </a:lnSpc>
              <a:spcBef>
                <a:spcPts val="0"/>
              </a:spcBef>
              <a:spcAft>
                <a:spcPts val="0"/>
              </a:spcAft>
              <a:buClr>
                <a:srgbClr val="172A4B"/>
              </a:buClr>
              <a:buSzPts val="5200"/>
              <a:buFont typeface="Fredoka"/>
              <a:buNone/>
              <a:defRPr b="1" i="0" sz="4800" u="none" cap="none" strike="noStrike">
                <a:solidFill>
                  <a:srgbClr val="172A4B"/>
                </a:solidFill>
                <a:latin typeface="Fredoka"/>
                <a:ea typeface="Fredoka"/>
                <a:cs typeface="Fredoka"/>
                <a:sym typeface="Fredoka"/>
              </a:defRPr>
            </a:lvl1pPr>
            <a:lvl2pPr lvl="1"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940" name="Google Shape;940;g3b3a45db5ed_1_3976"/>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941" name="Google Shape;941;g3b3a45db5ed_1_3976"/>
          <p:cNvSpPr txBox="1"/>
          <p:nvPr>
            <p:ph idx="1" type="body"/>
          </p:nvPr>
        </p:nvSpPr>
        <p:spPr>
          <a:xfrm>
            <a:off x="579432" y="548057"/>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942" name="Google Shape;942;g3b3a45db5ed_1_3976"/>
          <p:cNvSpPr txBox="1"/>
          <p:nvPr>
            <p:ph idx="2" type="body"/>
          </p:nvPr>
        </p:nvSpPr>
        <p:spPr>
          <a:xfrm>
            <a:off x="579431" y="5019996"/>
            <a:ext cx="2430000" cy="1095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943" name="Google Shape;943;g3b3a45db5ed_1_3976"/>
          <p:cNvSpPr txBox="1"/>
          <p:nvPr>
            <p:ph idx="3" type="body"/>
          </p:nvPr>
        </p:nvSpPr>
        <p:spPr>
          <a:xfrm>
            <a:off x="3124200" y="1300163"/>
            <a:ext cx="8488500" cy="4815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944" name="Google Shape;944;g3b3a45db5ed_1_3976"/>
          <p:cNvSpPr txBox="1"/>
          <p:nvPr>
            <p:ph idx="4"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3">
    <p:spTree>
      <p:nvGrpSpPr>
        <p:cNvPr id="945" name="Shape 945"/>
        <p:cNvGrpSpPr/>
        <p:nvPr/>
      </p:nvGrpSpPr>
      <p:grpSpPr>
        <a:xfrm>
          <a:off x="0" y="0"/>
          <a:ext cx="0" cy="0"/>
          <a:chOff x="0" y="0"/>
          <a:chExt cx="0" cy="0"/>
        </a:xfrm>
      </p:grpSpPr>
      <p:sp>
        <p:nvSpPr>
          <p:cNvPr id="946" name="Google Shape;946;g3b3a45db5ed_1_3983"/>
          <p:cNvSpPr txBox="1"/>
          <p:nvPr>
            <p:ph type="ctrTitle"/>
          </p:nvPr>
        </p:nvSpPr>
        <p:spPr>
          <a:xfrm>
            <a:off x="959999" y="2052400"/>
            <a:ext cx="4488300" cy="2753100"/>
          </a:xfrm>
          <a:prstGeom prst="rect">
            <a:avLst/>
          </a:prstGeom>
          <a:noFill/>
          <a:ln>
            <a:noFill/>
          </a:ln>
        </p:spPr>
        <p:txBody>
          <a:bodyPr anchorCtr="0" anchor="ctr" bIns="91425" lIns="91425" spcFirstLastPara="1" rIns="91425" wrap="square" tIns="91425">
            <a:noAutofit/>
          </a:bodyPr>
          <a:lstStyle>
            <a:lvl1pPr lvl="0" marR="0" rtl="0" algn="l">
              <a:lnSpc>
                <a:spcPct val="80000"/>
              </a:lnSpc>
              <a:spcBef>
                <a:spcPts val="0"/>
              </a:spcBef>
              <a:spcAft>
                <a:spcPts val="0"/>
              </a:spcAft>
              <a:buClr>
                <a:srgbClr val="172A4B"/>
              </a:buClr>
              <a:buSzPts val="5200"/>
              <a:buFont typeface="Fredoka"/>
              <a:buNone/>
              <a:defRPr b="1" i="0" sz="5400" u="none" cap="none" strike="noStrike">
                <a:solidFill>
                  <a:srgbClr val="172A4B"/>
                </a:solidFill>
                <a:latin typeface="Fredoka"/>
                <a:ea typeface="Fredoka"/>
                <a:cs typeface="Fredoka"/>
                <a:sym typeface="Fredoka"/>
              </a:defRPr>
            </a:lvl1pPr>
            <a:lvl2pPr lvl="1"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947" name="Google Shape;947;g3b3a45db5ed_1_3983"/>
          <p:cNvSpPr txBox="1"/>
          <p:nvPr>
            <p:ph idx="1" type="body"/>
          </p:nvPr>
        </p:nvSpPr>
        <p:spPr>
          <a:xfrm>
            <a:off x="959999" y="561975"/>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948" name="Google Shape;948;g3b3a45db5ed_1_3983"/>
          <p:cNvSpPr txBox="1"/>
          <p:nvPr>
            <p:ph idx="2" type="body"/>
          </p:nvPr>
        </p:nvSpPr>
        <p:spPr>
          <a:xfrm>
            <a:off x="959999" y="5124450"/>
            <a:ext cx="4488300" cy="990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949" name="Google Shape;949;g3b3a45db5ed_1_3983"/>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rtl="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950" name="Shape 950"/>
        <p:cNvGrpSpPr/>
        <p:nvPr/>
      </p:nvGrpSpPr>
      <p:grpSpPr>
        <a:xfrm>
          <a:off x="0" y="0"/>
          <a:ext cx="0" cy="0"/>
          <a:chOff x="0" y="0"/>
          <a:chExt cx="0" cy="0"/>
        </a:xfrm>
      </p:grpSpPr>
      <p:sp>
        <p:nvSpPr>
          <p:cNvPr id="951" name="Google Shape;951;g3b3a45db5ed_1_3988"/>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Fredoka"/>
              <a:buNone/>
              <a:defRPr b="0" i="0" sz="6000" u="none" cap="none" strike="noStrike">
                <a:solidFill>
                  <a:schemeClr val="dk1"/>
                </a:solidFill>
                <a:latin typeface="Fredoka"/>
                <a:ea typeface="Fredoka"/>
                <a:cs typeface="Fredoka"/>
                <a:sym typeface="Fredok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52" name="Google Shape;952;g3b3a45db5ed_1_3988"/>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Quicksand"/>
                <a:ea typeface="Quicksand"/>
                <a:cs typeface="Quicksand"/>
                <a:sym typeface="Quicksand"/>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953" name="Google Shape;953;g3b3a45db5ed_1_3988"/>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954" name="Google Shape;954;g3b3a45db5ed_1_3988"/>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955" name="Google Shape;955;g3b3a45db5ed_1_3988"/>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mage (no text under)">
  <p:cSld name="Large image (no text under)">
    <p:spTree>
      <p:nvGrpSpPr>
        <p:cNvPr id="956" name="Shape 956"/>
        <p:cNvGrpSpPr/>
        <p:nvPr/>
      </p:nvGrpSpPr>
      <p:grpSpPr>
        <a:xfrm>
          <a:off x="0" y="0"/>
          <a:ext cx="0" cy="0"/>
          <a:chOff x="0" y="0"/>
          <a:chExt cx="0" cy="0"/>
        </a:xfrm>
      </p:grpSpPr>
      <p:sp>
        <p:nvSpPr>
          <p:cNvPr id="957" name="Google Shape;957;g3b3a45db5ed_1_3994"/>
          <p:cNvSpPr txBox="1"/>
          <p:nvPr>
            <p:ph idx="1" type="body"/>
          </p:nvPr>
        </p:nvSpPr>
        <p:spPr>
          <a:xfrm>
            <a:off x="414533" y="1356967"/>
            <a:ext cx="11361600" cy="50820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rgbClr val="1955CC"/>
              </a:buClr>
              <a:buSzPts val="1800"/>
              <a:buFont typeface="Arial"/>
              <a:buChar char="●"/>
              <a:defRPr b="0" i="0" sz="2800" u="none" cap="none" strike="noStrike">
                <a:solidFill>
                  <a:srgbClr val="1955CC"/>
                </a:solidFill>
                <a:latin typeface="Quicksand"/>
                <a:ea typeface="Quicksand"/>
                <a:cs typeface="Quicksand"/>
                <a:sym typeface="Quicksand"/>
              </a:defRPr>
            </a:lvl1pPr>
            <a:lvl2pPr indent="-317500" lvl="1" marL="914400" marR="0" rtl="0" algn="l">
              <a:lnSpc>
                <a:spcPct val="115000"/>
              </a:lnSpc>
              <a:spcBef>
                <a:spcPts val="2133"/>
              </a:spcBef>
              <a:spcAft>
                <a:spcPts val="0"/>
              </a:spcAft>
              <a:buClr>
                <a:schemeClr val="dk1"/>
              </a:buClr>
              <a:buSzPts val="1400"/>
              <a:buFont typeface="Arial"/>
              <a:buChar char="○"/>
              <a:defRPr b="0" i="0" sz="2400" u="none" cap="none" strike="noStrike">
                <a:solidFill>
                  <a:schemeClr val="dk1"/>
                </a:solidFill>
                <a:latin typeface="Quicksand"/>
                <a:ea typeface="Quicksand"/>
                <a:cs typeface="Quicksand"/>
                <a:sym typeface="Quicksand"/>
              </a:defRPr>
            </a:lvl2pPr>
            <a:lvl3pPr indent="-317500" lvl="2" marL="1371600" marR="0" rtl="0" algn="l">
              <a:lnSpc>
                <a:spcPct val="115000"/>
              </a:lnSpc>
              <a:spcBef>
                <a:spcPts val="2133"/>
              </a:spcBef>
              <a:spcAft>
                <a:spcPts val="0"/>
              </a:spcAft>
              <a:buClr>
                <a:schemeClr val="dk1"/>
              </a:buClr>
              <a:buSzPts val="1400"/>
              <a:buFont typeface="Arial"/>
              <a:buChar char="■"/>
              <a:defRPr b="0" i="0" sz="2000" u="none" cap="none" strike="noStrike">
                <a:solidFill>
                  <a:schemeClr val="dk1"/>
                </a:solidFill>
                <a:latin typeface="Quicksand"/>
                <a:ea typeface="Quicksand"/>
                <a:cs typeface="Quicksand"/>
                <a:sym typeface="Quicksand"/>
              </a:defRPr>
            </a:lvl3pPr>
            <a:lvl4pPr indent="-317500" lvl="3" marL="1828800" marR="0" rtl="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4pPr>
            <a:lvl5pPr indent="-317500" lvl="4" marL="2286000" marR="0" rtl="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5pPr>
            <a:lvl6pPr indent="-317500" lvl="5" marL="2743200" marR="0" rtl="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6pPr>
            <a:lvl7pPr indent="-317500" lvl="6" marL="3200400" marR="0" rtl="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7pPr>
            <a:lvl8pPr indent="-317500" lvl="7" marL="3657600" marR="0" rtl="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8pPr>
            <a:lvl9pPr indent="-317500" lvl="8" marL="4114800" marR="0" rtl="0" algn="l">
              <a:lnSpc>
                <a:spcPct val="115000"/>
              </a:lnSpc>
              <a:spcBef>
                <a:spcPts val="2133"/>
              </a:spcBef>
              <a:spcAft>
                <a:spcPts val="2133"/>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958" name="Google Shape;958;g3b3a45db5ed_1_3994"/>
          <p:cNvSpPr txBox="1"/>
          <p:nvPr>
            <p:ph type="title"/>
          </p:nvPr>
        </p:nvSpPr>
        <p:spPr>
          <a:xfrm>
            <a:off x="414533" y="644434"/>
            <a:ext cx="11361600" cy="6270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1955CC"/>
              </a:buClr>
              <a:buSzPts val="2800"/>
              <a:buFont typeface="Fredoka"/>
              <a:buNone/>
              <a:defRPr b="0" i="0" sz="3200" u="none" cap="none" strike="noStrike">
                <a:solidFill>
                  <a:srgbClr val="1955CC"/>
                </a:solidFill>
                <a:latin typeface="Fredoka"/>
                <a:ea typeface="Fredoka"/>
                <a:cs typeface="Fredoka"/>
                <a:sym typeface="Fredoka"/>
              </a:defRPr>
            </a:lvl1pPr>
            <a:lvl2pPr lvl="1"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9pPr>
          </a:lstStyle>
          <a:p/>
        </p:txBody>
      </p:sp>
      <p:sp>
        <p:nvSpPr>
          <p:cNvPr id="959" name="Google Shape;959;g3b3a45db5ed_1_3994"/>
          <p:cNvSpPr txBox="1"/>
          <p:nvPr>
            <p:ph idx="12" type="sldNum"/>
          </p:nvPr>
        </p:nvSpPr>
        <p:spPr>
          <a:xfrm>
            <a:off x="11776267" y="6439067"/>
            <a:ext cx="415500" cy="418800"/>
          </a:xfrm>
          <a:prstGeom prst="rect">
            <a:avLst/>
          </a:prstGeom>
          <a:noFill/>
          <a:ln>
            <a:noFill/>
          </a:ln>
        </p:spPr>
        <p:txBody>
          <a:bodyPr anchorCtr="0" anchor="t"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1pPr>
            <a:lvl2pPr indent="0" lvl="1"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2pPr>
            <a:lvl3pPr indent="0" lvl="2"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3pPr>
            <a:lvl4pPr indent="0" lvl="3"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4pPr>
            <a:lvl5pPr indent="0" lvl="4"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5pPr>
            <a:lvl6pPr indent="0" lvl="5"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6pPr>
            <a:lvl7pPr indent="0" lvl="6"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7pPr>
            <a:lvl8pPr indent="0" lvl="7"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8pPr>
            <a:lvl9pPr indent="0" lvl="8" marL="0" marR="0" rtl="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9pPr>
          </a:lstStyle>
          <a:p>
            <a:pPr indent="0" lvl="0" marL="0" rtl="0" algn="ctr">
              <a:spcBef>
                <a:spcPts val="0"/>
              </a:spcBef>
              <a:spcAft>
                <a:spcPts val="0"/>
              </a:spcAft>
              <a:buNone/>
            </a:pPr>
            <a:fld id="{00000000-1234-1234-1234-123412341234}" type="slidenum">
              <a:rPr lang="en-US"/>
              <a:t>‹#›</a:t>
            </a:fld>
            <a:endParaRPr/>
          </a:p>
        </p:txBody>
      </p:sp>
      <p:sp>
        <p:nvSpPr>
          <p:cNvPr id="960" name="Google Shape;960;g3b3a45db5ed_1_3994"/>
          <p:cNvSpPr txBox="1"/>
          <p:nvPr>
            <p:ph idx="2" type="subTitle"/>
          </p:nvPr>
        </p:nvSpPr>
        <p:spPr>
          <a:xfrm>
            <a:off x="7010400" y="0"/>
            <a:ext cx="4753200" cy="418800"/>
          </a:xfrm>
          <a:prstGeom prst="rect">
            <a:avLst/>
          </a:prstGeom>
          <a:noFill/>
          <a:ln>
            <a:noFill/>
          </a:ln>
        </p:spPr>
        <p:txBody>
          <a:bodyPr anchorCtr="0" anchor="ctr" bIns="91425" lIns="91425" spcFirstLastPara="1" rIns="0" wrap="square" tIns="91425">
            <a:noAutofit/>
          </a:bodyPr>
          <a:lstStyle>
            <a:lvl1pPr lvl="0" marR="0" rtl="0" algn="r">
              <a:lnSpc>
                <a:spcPct val="100000"/>
              </a:lnSpc>
              <a:spcBef>
                <a:spcPts val="0"/>
              </a:spcBef>
              <a:spcAft>
                <a:spcPts val="0"/>
              </a:spcAft>
              <a:buClr>
                <a:srgbClr val="1955CC"/>
              </a:buClr>
              <a:buSzPts val="1800"/>
              <a:buFont typeface="Arial"/>
              <a:buNone/>
              <a:defRPr b="1" i="0" sz="1600" u="none" cap="none" strike="noStrike">
                <a:solidFill>
                  <a:srgbClr val="1955CC"/>
                </a:solidFill>
                <a:latin typeface="Quicksand"/>
                <a:ea typeface="Quicksand"/>
                <a:cs typeface="Quicksand"/>
                <a:sym typeface="Quicksand"/>
              </a:defRPr>
            </a:lvl1pPr>
            <a:lvl2pPr lvl="1" marR="0" rtl="0" algn="l">
              <a:lnSpc>
                <a:spcPct val="115000"/>
              </a:lnSpc>
              <a:spcBef>
                <a:spcPts val="0"/>
              </a:spcBef>
              <a:spcAft>
                <a:spcPts val="0"/>
              </a:spcAft>
              <a:buClr>
                <a:schemeClr val="dk1"/>
              </a:buClr>
              <a:buSzPts val="1400"/>
              <a:buFont typeface="Arial"/>
              <a:buNone/>
              <a:defRPr b="0" i="0" sz="2400" u="none" cap="none" strike="noStrike">
                <a:solidFill>
                  <a:schemeClr val="dk1"/>
                </a:solidFill>
                <a:latin typeface="Quicksand"/>
                <a:ea typeface="Quicksand"/>
                <a:cs typeface="Quicksand"/>
                <a:sym typeface="Quicksand"/>
              </a:defRPr>
            </a:lvl2pPr>
            <a:lvl3pPr lvl="2" marR="0" rtl="0" algn="l">
              <a:lnSpc>
                <a:spcPct val="115000"/>
              </a:lnSpc>
              <a:spcBef>
                <a:spcPts val="2133"/>
              </a:spcBef>
              <a:spcAft>
                <a:spcPts val="0"/>
              </a:spcAft>
              <a:buClr>
                <a:schemeClr val="dk1"/>
              </a:buClr>
              <a:buSzPts val="1400"/>
              <a:buFont typeface="Arial"/>
              <a:buNone/>
              <a:defRPr b="0" i="0" sz="2000" u="none" cap="none" strike="noStrike">
                <a:solidFill>
                  <a:schemeClr val="dk1"/>
                </a:solidFill>
                <a:latin typeface="Quicksand"/>
                <a:ea typeface="Quicksand"/>
                <a:cs typeface="Quicksand"/>
                <a:sym typeface="Quicksand"/>
              </a:defRPr>
            </a:lvl3pPr>
            <a:lvl4pPr lvl="3" marR="0" rtl="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4pPr>
            <a:lvl5pPr lvl="4" marR="0" rtl="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5pPr>
            <a:lvl6pPr lvl="5" marR="0" rtl="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6pPr>
            <a:lvl7pPr lvl="6" marR="0" rtl="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7pPr>
            <a:lvl8pPr lvl="7" marR="0" rtl="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8pPr>
            <a:lvl9pPr lvl="8" marR="0" rtl="0" algn="l">
              <a:lnSpc>
                <a:spcPct val="115000"/>
              </a:lnSpc>
              <a:spcBef>
                <a:spcPts val="2133"/>
              </a:spcBef>
              <a:spcAft>
                <a:spcPts val="2133"/>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pic>
        <p:nvPicPr>
          <p:cNvPr descr="Logo&#10;&#10;Description automatically generated" id="961" name="Google Shape;961;g3b3a45db5ed_1_3994"/>
          <p:cNvPicPr preferRelativeResize="0"/>
          <p:nvPr/>
        </p:nvPicPr>
        <p:blipFill rotWithShape="1">
          <a:blip r:embed="rId2">
            <a:alphaModFix/>
          </a:blip>
          <a:srcRect b="0" l="0" r="0" t="0"/>
          <a:stretch/>
        </p:blipFill>
        <p:spPr>
          <a:xfrm>
            <a:off x="10473034" y="5955144"/>
            <a:ext cx="1303100" cy="483856"/>
          </a:xfrm>
          <a:prstGeom prst="rect">
            <a:avLst/>
          </a:prstGeom>
          <a:noFill/>
          <a:ln>
            <a:noFill/>
          </a:ln>
          <a:effectLst>
            <a:outerShdw blurRad="50800" rotWithShape="0" algn="tl" dir="2700000" dist="38100">
              <a:srgbClr val="000000">
                <a:alpha val="40000"/>
              </a:srgbClr>
            </a:outerShdw>
          </a:effectLst>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me page">
  <p:cSld name="Home page">
    <p:bg>
      <p:bgPr>
        <a:solidFill>
          <a:srgbClr val="DDDCDC"/>
        </a:solidFill>
      </p:bgPr>
    </p:bg>
    <p:spTree>
      <p:nvGrpSpPr>
        <p:cNvPr id="962" name="Shape 962"/>
        <p:cNvGrpSpPr/>
        <p:nvPr/>
      </p:nvGrpSpPr>
      <p:grpSpPr>
        <a:xfrm>
          <a:off x="0" y="0"/>
          <a:ext cx="0" cy="0"/>
          <a:chOff x="0" y="0"/>
          <a:chExt cx="0" cy="0"/>
        </a:xfrm>
      </p:grpSpPr>
      <p:sp>
        <p:nvSpPr>
          <p:cNvPr id="963" name="Google Shape;963;g3b3a45db5ed_1_4000"/>
          <p:cNvSpPr/>
          <p:nvPr/>
        </p:nvSpPr>
        <p:spPr>
          <a:xfrm>
            <a:off x="579288" y="338734"/>
            <a:ext cx="3404700" cy="646200"/>
          </a:xfrm>
          <a:prstGeom prst="rect">
            <a:avLst/>
          </a:prstGeom>
          <a:gradFill>
            <a:gsLst>
              <a:gs pos="0">
                <a:srgbClr val="EEF5FF">
                  <a:alpha val="0"/>
                </a:srgbClr>
              </a:gs>
              <a:gs pos="100000">
                <a:srgbClr val="FFFFFF">
                  <a:alpha val="87059"/>
                </a:srgbClr>
              </a:gs>
            </a:gsLst>
            <a:lin ang="10800025"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964" name="Google Shape;964;g3b3a45db5ed_1_4000"/>
          <p:cNvPicPr preferRelativeResize="0"/>
          <p:nvPr/>
        </p:nvPicPr>
        <p:blipFill rotWithShape="1">
          <a:blip r:embed="rId2">
            <a:alphaModFix/>
          </a:blip>
          <a:srcRect b="0" l="0" r="0" t="0"/>
          <a:stretch/>
        </p:blipFill>
        <p:spPr>
          <a:xfrm>
            <a:off x="57150" y="255241"/>
            <a:ext cx="1059698" cy="825327"/>
          </a:xfrm>
          <a:prstGeom prst="rect">
            <a:avLst/>
          </a:prstGeom>
          <a:noFill/>
          <a:ln>
            <a:noFill/>
          </a:ln>
        </p:spPr>
      </p:pic>
      <p:sp>
        <p:nvSpPr>
          <p:cNvPr id="965" name="Google Shape;965;g3b3a45db5ed_1_4000"/>
          <p:cNvSpPr txBox="1"/>
          <p:nvPr/>
        </p:nvSpPr>
        <p:spPr>
          <a:xfrm>
            <a:off x="1007622" y="341150"/>
            <a:ext cx="7517100" cy="59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3600"/>
              <a:buFont typeface="Arial"/>
              <a:buNone/>
            </a:pPr>
            <a:r>
              <a:rPr b="0" i="0" lang="en-US" sz="3600" u="none" cap="none" strike="noStrike">
                <a:solidFill>
                  <a:schemeClr val="lt1"/>
                </a:solidFill>
                <a:latin typeface="Arial"/>
                <a:ea typeface="Arial"/>
                <a:cs typeface="Arial"/>
                <a:sym typeface="Arial"/>
              </a:rPr>
              <a:t>Game &amp; chatbot Development</a:t>
            </a:r>
            <a:endParaRPr b="0" i="0" sz="3600" u="none" cap="none" strike="noStrike">
              <a:solidFill>
                <a:schemeClr val="lt1"/>
              </a:solidFill>
              <a:latin typeface="Arial"/>
              <a:ea typeface="Arial"/>
              <a:cs typeface="Arial"/>
              <a:sym typeface="Arial"/>
            </a:endParaRPr>
          </a:p>
        </p:txBody>
      </p:sp>
      <p:sp>
        <p:nvSpPr>
          <p:cNvPr id="966" name="Google Shape;966;g3b3a45db5ed_1_4000"/>
          <p:cNvSpPr txBox="1"/>
          <p:nvPr/>
        </p:nvSpPr>
        <p:spPr>
          <a:xfrm>
            <a:off x="922275" y="1256450"/>
            <a:ext cx="1745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3F3F3F"/>
                </a:solidFill>
                <a:latin typeface="Arial"/>
                <a:ea typeface="Arial"/>
                <a:cs typeface="Arial"/>
                <a:sym typeface="Arial"/>
              </a:rPr>
              <a:t>Semester</a:t>
            </a:r>
            <a:endParaRPr b="0" i="0" sz="1400" u="none" cap="none" strike="noStrike">
              <a:solidFill>
                <a:srgbClr val="000000"/>
              </a:solidFill>
              <a:latin typeface="Arial"/>
              <a:ea typeface="Arial"/>
              <a:cs typeface="Arial"/>
              <a:sym typeface="Arial"/>
            </a:endParaRPr>
          </a:p>
        </p:txBody>
      </p:sp>
      <p:sp>
        <p:nvSpPr>
          <p:cNvPr id="967" name="Google Shape;967;g3b3a45db5ed_1_4000"/>
          <p:cNvSpPr txBox="1"/>
          <p:nvPr/>
        </p:nvSpPr>
        <p:spPr>
          <a:xfrm>
            <a:off x="922274" y="2016078"/>
            <a:ext cx="112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F3F3F"/>
                </a:solidFill>
                <a:latin typeface="Arial"/>
                <a:ea typeface="Arial"/>
                <a:cs typeface="Arial"/>
                <a:sym typeface="Arial"/>
              </a:rPr>
              <a:t>Lesson</a:t>
            </a:r>
            <a:endParaRPr b="0" i="0" sz="1400" u="none" cap="none" strike="noStrike">
              <a:solidFill>
                <a:srgbClr val="000000"/>
              </a:solidFill>
              <a:latin typeface="Arial"/>
              <a:ea typeface="Arial"/>
              <a:cs typeface="Arial"/>
              <a:sym typeface="Arial"/>
            </a:endParaRPr>
          </a:p>
        </p:txBody>
      </p:sp>
      <p:sp>
        <p:nvSpPr>
          <p:cNvPr id="968" name="Google Shape;968;g3b3a45db5ed_1_4000"/>
          <p:cNvSpPr/>
          <p:nvPr/>
        </p:nvSpPr>
        <p:spPr>
          <a:xfrm>
            <a:off x="550801" y="1024711"/>
            <a:ext cx="305282" cy="556451"/>
          </a:xfrm>
          <a:custGeom>
            <a:rect b="b" l="l" r="r" t="t"/>
            <a:pathLst>
              <a:path extrusionOk="0" h="876300" w="2304013">
                <a:moveTo>
                  <a:pt x="2304013" y="876300"/>
                </a:moveTo>
                <a:lnTo>
                  <a:pt x="0" y="876300"/>
                </a:lnTo>
                <a:lnTo>
                  <a:pt x="0" y="0"/>
                </a:lnTo>
              </a:path>
            </a:pathLst>
          </a:custGeom>
          <a:noFill/>
          <a:ln cap="flat" cmpd="sng" w="9525">
            <a:solidFill>
              <a:schemeClr val="dk1">
                <a:alpha val="90588"/>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969" name="Google Shape;969;g3b3a45db5ed_1_4000"/>
          <p:cNvSpPr/>
          <p:nvPr/>
        </p:nvSpPr>
        <p:spPr>
          <a:xfrm>
            <a:off x="550802" y="1581151"/>
            <a:ext cx="305282" cy="685705"/>
          </a:xfrm>
          <a:custGeom>
            <a:rect b="b" l="l" r="r" t="t"/>
            <a:pathLst>
              <a:path extrusionOk="0" h="876300" w="2304013">
                <a:moveTo>
                  <a:pt x="2304013" y="876300"/>
                </a:moveTo>
                <a:lnTo>
                  <a:pt x="0" y="876300"/>
                </a:lnTo>
                <a:lnTo>
                  <a:pt x="0" y="0"/>
                </a:lnTo>
              </a:path>
            </a:pathLst>
          </a:custGeom>
          <a:noFill/>
          <a:ln cap="flat" cmpd="sng" w="9525">
            <a:solidFill>
              <a:schemeClr val="dk1">
                <a:alpha val="90588"/>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970" name="Google Shape;970;g3b3a45db5ed_1_4000"/>
          <p:cNvSpPr/>
          <p:nvPr/>
        </p:nvSpPr>
        <p:spPr>
          <a:xfrm>
            <a:off x="550802" y="2266951"/>
            <a:ext cx="305282" cy="641890"/>
          </a:xfrm>
          <a:custGeom>
            <a:rect b="b" l="l" r="r" t="t"/>
            <a:pathLst>
              <a:path extrusionOk="0" h="876300" w="2304013">
                <a:moveTo>
                  <a:pt x="2304013" y="876300"/>
                </a:moveTo>
                <a:lnTo>
                  <a:pt x="0" y="876300"/>
                </a:lnTo>
                <a:lnTo>
                  <a:pt x="0" y="0"/>
                </a:lnTo>
              </a:path>
            </a:pathLst>
          </a:custGeom>
          <a:noFill/>
          <a:ln cap="flat" cmpd="sng" w="9525">
            <a:solidFill>
              <a:schemeClr val="dk1">
                <a:alpha val="90588"/>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971" name="Google Shape;971;g3b3a45db5ed_1_4000"/>
          <p:cNvPicPr preferRelativeResize="0"/>
          <p:nvPr/>
        </p:nvPicPr>
        <p:blipFill rotWithShape="1">
          <a:blip r:embed="rId3">
            <a:alphaModFix/>
          </a:blip>
          <a:srcRect b="0" l="0" r="0" t="0"/>
          <a:stretch/>
        </p:blipFill>
        <p:spPr>
          <a:xfrm>
            <a:off x="398035" y="-1013776"/>
            <a:ext cx="609600" cy="609600"/>
          </a:xfrm>
          <a:prstGeom prst="rect">
            <a:avLst/>
          </a:prstGeom>
          <a:noFill/>
          <a:ln>
            <a:noFill/>
          </a:ln>
        </p:spPr>
      </p:pic>
      <p:pic>
        <p:nvPicPr>
          <p:cNvPr id="972" name="Google Shape;972;g3b3a45db5ed_1_4000"/>
          <p:cNvPicPr preferRelativeResize="0"/>
          <p:nvPr/>
        </p:nvPicPr>
        <p:blipFill rotWithShape="1">
          <a:blip r:embed="rId3">
            <a:alphaModFix/>
          </a:blip>
          <a:srcRect b="0" l="0" r="0" t="0"/>
          <a:stretch/>
        </p:blipFill>
        <p:spPr>
          <a:xfrm>
            <a:off x="1769481" y="-1013776"/>
            <a:ext cx="609600" cy="609600"/>
          </a:xfrm>
          <a:prstGeom prst="rect">
            <a:avLst/>
          </a:prstGeom>
          <a:noFill/>
          <a:ln>
            <a:noFill/>
          </a:ln>
        </p:spPr>
      </p:pic>
      <p:pic>
        <p:nvPicPr>
          <p:cNvPr id="973" name="Google Shape;973;g3b3a45db5ed_1_4000"/>
          <p:cNvPicPr preferRelativeResize="0"/>
          <p:nvPr/>
        </p:nvPicPr>
        <p:blipFill rotWithShape="1">
          <a:blip r:embed="rId3">
            <a:alphaModFix/>
          </a:blip>
          <a:srcRect b="0" l="0" r="0" t="0"/>
          <a:stretch/>
        </p:blipFill>
        <p:spPr>
          <a:xfrm>
            <a:off x="2921488" y="-1013776"/>
            <a:ext cx="609600" cy="609600"/>
          </a:xfrm>
          <a:prstGeom prst="rect">
            <a:avLst/>
          </a:prstGeom>
          <a:noFill/>
          <a:ln>
            <a:noFill/>
          </a:ln>
        </p:spPr>
      </p:pic>
      <p:grpSp>
        <p:nvGrpSpPr>
          <p:cNvPr id="974" name="Google Shape;974;g3b3a45db5ed_1_4000"/>
          <p:cNvGrpSpPr/>
          <p:nvPr/>
        </p:nvGrpSpPr>
        <p:grpSpPr>
          <a:xfrm>
            <a:off x="9288255" y="1685151"/>
            <a:ext cx="2641800" cy="2954703"/>
            <a:chOff x="9288255" y="1685151"/>
            <a:chExt cx="2641800" cy="2954703"/>
          </a:xfrm>
        </p:grpSpPr>
        <p:pic>
          <p:nvPicPr>
            <p:cNvPr id="975" name="Google Shape;975;g3b3a45db5ed_1_4000"/>
            <p:cNvPicPr preferRelativeResize="0"/>
            <p:nvPr/>
          </p:nvPicPr>
          <p:blipFill rotWithShape="1">
            <a:blip r:embed="rId4">
              <a:alphaModFix/>
            </a:blip>
            <a:srcRect b="0" l="0" r="0" t="0"/>
            <a:stretch/>
          </p:blipFill>
          <p:spPr>
            <a:xfrm>
              <a:off x="9518129" y="1685151"/>
              <a:ext cx="2304016" cy="834212"/>
            </a:xfrm>
            <a:prstGeom prst="rect">
              <a:avLst/>
            </a:prstGeom>
            <a:noFill/>
            <a:ln>
              <a:noFill/>
            </a:ln>
          </p:spPr>
        </p:pic>
        <p:sp>
          <p:nvSpPr>
            <p:cNvPr id="976" name="Google Shape;976;g3b3a45db5ed_1_4000"/>
            <p:cNvSpPr txBox="1"/>
            <p:nvPr/>
          </p:nvSpPr>
          <p:spPr>
            <a:xfrm>
              <a:off x="9288255" y="1795795"/>
              <a:ext cx="2641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Task review</a:t>
              </a:r>
              <a:endParaRPr b="0" i="0" sz="1400" u="none" cap="none" strike="noStrike">
                <a:solidFill>
                  <a:srgbClr val="000000"/>
                </a:solidFill>
                <a:latin typeface="Arial"/>
                <a:ea typeface="Arial"/>
                <a:cs typeface="Arial"/>
                <a:sym typeface="Arial"/>
              </a:endParaRPr>
            </a:p>
          </p:txBody>
        </p:sp>
        <p:pic>
          <p:nvPicPr>
            <p:cNvPr id="977" name="Google Shape;977;g3b3a45db5ed_1_4000"/>
            <p:cNvPicPr preferRelativeResize="0"/>
            <p:nvPr/>
          </p:nvPicPr>
          <p:blipFill rotWithShape="1">
            <a:blip r:embed="rId4">
              <a:alphaModFix/>
            </a:blip>
            <a:srcRect b="0" l="0" r="0" t="0"/>
            <a:stretch/>
          </p:blipFill>
          <p:spPr>
            <a:xfrm>
              <a:off x="9518129" y="2790042"/>
              <a:ext cx="2304016" cy="834212"/>
            </a:xfrm>
            <a:prstGeom prst="rect">
              <a:avLst/>
            </a:prstGeom>
            <a:noFill/>
            <a:ln>
              <a:noFill/>
            </a:ln>
          </p:spPr>
        </p:pic>
        <p:pic>
          <p:nvPicPr>
            <p:cNvPr id="978" name="Google Shape;978;g3b3a45db5ed_1_4000"/>
            <p:cNvPicPr preferRelativeResize="0"/>
            <p:nvPr/>
          </p:nvPicPr>
          <p:blipFill rotWithShape="1">
            <a:blip r:embed="rId4">
              <a:alphaModFix/>
            </a:blip>
            <a:srcRect b="0" l="0" r="0" t="0"/>
            <a:stretch/>
          </p:blipFill>
          <p:spPr>
            <a:xfrm>
              <a:off x="9518129" y="3805642"/>
              <a:ext cx="2304016" cy="834212"/>
            </a:xfrm>
            <a:prstGeom prst="rect">
              <a:avLst/>
            </a:prstGeom>
            <a:noFill/>
            <a:ln>
              <a:noFill/>
            </a:ln>
          </p:spPr>
        </p:pic>
      </p:grpSp>
      <p:sp>
        <p:nvSpPr>
          <p:cNvPr id="979" name="Google Shape;979;g3b3a45db5ed_1_4000"/>
          <p:cNvSpPr txBox="1"/>
          <p:nvPr>
            <p:ph idx="1" type="body"/>
          </p:nvPr>
        </p:nvSpPr>
        <p:spPr>
          <a:xfrm>
            <a:off x="1788815" y="1230572"/>
            <a:ext cx="735300" cy="5565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980" name="Google Shape;980;g3b3a45db5ed_1_4000"/>
          <p:cNvSpPr txBox="1"/>
          <p:nvPr>
            <p:ph idx="2" type="body"/>
          </p:nvPr>
        </p:nvSpPr>
        <p:spPr>
          <a:xfrm>
            <a:off x="1932061" y="2001129"/>
            <a:ext cx="735300" cy="5565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981" name="Google Shape;981;g3b3a45db5ed_1_4000"/>
          <p:cNvSpPr txBox="1"/>
          <p:nvPr>
            <p:ph idx="3" type="body"/>
          </p:nvPr>
        </p:nvSpPr>
        <p:spPr>
          <a:xfrm>
            <a:off x="940826" y="2709192"/>
            <a:ext cx="2876400" cy="8262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800"/>
              <a:buFont typeface="Arial"/>
              <a:buNone/>
              <a:defRPr b="0" i="0" sz="1800" u="none" cap="none" strike="noStrike">
                <a:solidFill>
                  <a:schemeClr val="dk1"/>
                </a:solidFill>
                <a:latin typeface="Arial"/>
                <a:ea typeface="Arial"/>
                <a:cs typeface="Arial"/>
                <a:sym typeface="Arial"/>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982" name="Google Shape;982;g3b3a45db5ed_1_4000"/>
          <p:cNvSpPr txBox="1"/>
          <p:nvPr/>
        </p:nvSpPr>
        <p:spPr>
          <a:xfrm>
            <a:off x="9349215" y="2903356"/>
            <a:ext cx="2641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checkup</a:t>
            </a:r>
            <a:endParaRPr b="0" i="0" sz="1400" u="none" cap="none" strike="noStrike">
              <a:solidFill>
                <a:srgbClr val="000000"/>
              </a:solidFill>
              <a:latin typeface="Arial"/>
              <a:ea typeface="Arial"/>
              <a:cs typeface="Arial"/>
              <a:sym typeface="Arial"/>
            </a:endParaRPr>
          </a:p>
        </p:txBody>
      </p:sp>
      <p:sp>
        <p:nvSpPr>
          <p:cNvPr id="983" name="Google Shape;983;g3b3a45db5ed_1_4000"/>
          <p:cNvSpPr txBox="1"/>
          <p:nvPr/>
        </p:nvSpPr>
        <p:spPr>
          <a:xfrm>
            <a:off x="9349215" y="3919146"/>
            <a:ext cx="2641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Content</a:t>
            </a:r>
            <a:endParaRPr b="0" i="0" sz="1400" u="none" cap="none" strike="noStrike">
              <a:solidFill>
                <a:srgbClr val="000000"/>
              </a:solidFill>
              <a:latin typeface="Arial"/>
              <a:ea typeface="Arial"/>
              <a:cs typeface="Arial"/>
              <a:sym typeface="Arial"/>
            </a:endParaRPr>
          </a:p>
        </p:txBody>
      </p:sp>
      <p:pic>
        <p:nvPicPr>
          <p:cNvPr id="984" name="Google Shape;984;g3b3a45db5ed_1_4000"/>
          <p:cNvPicPr preferRelativeResize="0"/>
          <p:nvPr/>
        </p:nvPicPr>
        <p:blipFill rotWithShape="1">
          <a:blip r:embed="rId5">
            <a:alphaModFix/>
          </a:blip>
          <a:srcRect b="0" l="0" r="0" t="0"/>
          <a:stretch/>
        </p:blipFill>
        <p:spPr>
          <a:xfrm>
            <a:off x="1466850" y="5034322"/>
            <a:ext cx="9105900" cy="1826835"/>
          </a:xfrm>
          <a:prstGeom prst="rect">
            <a:avLst/>
          </a:prstGeom>
          <a:noFill/>
          <a:ln>
            <a:noFill/>
          </a:ln>
        </p:spPr>
      </p:pic>
      <p:pic>
        <p:nvPicPr>
          <p:cNvPr id="985" name="Google Shape;985;g3b3a45db5ed_1_4000"/>
          <p:cNvPicPr preferRelativeResize="0"/>
          <p:nvPr/>
        </p:nvPicPr>
        <p:blipFill rotWithShape="1">
          <a:blip r:embed="rId6">
            <a:alphaModFix/>
          </a:blip>
          <a:srcRect b="0" l="0" r="0" t="0"/>
          <a:stretch/>
        </p:blipFill>
        <p:spPr>
          <a:xfrm>
            <a:off x="10941019" y="229761"/>
            <a:ext cx="996981" cy="73307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64"/>
                                        </p:tgtEl>
                                        <p:attrNameLst>
                                          <p:attrName>style.visibility</p:attrName>
                                        </p:attrNameLst>
                                      </p:cBhvr>
                                      <p:to>
                                        <p:strVal val="visible"/>
                                      </p:to>
                                    </p:set>
                                    <p:anim calcmode="lin" valueType="num">
                                      <p:cBhvr additive="base">
                                        <p:cTn dur="500"/>
                                        <p:tgtEl>
                                          <p:spTgt spid="964"/>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63"/>
                                        </p:tgtEl>
                                        <p:attrNameLst>
                                          <p:attrName>style.visibility</p:attrName>
                                        </p:attrNameLst>
                                      </p:cBhvr>
                                      <p:to>
                                        <p:strVal val="visible"/>
                                      </p:to>
                                    </p:set>
                                    <p:animEffect filter="fade" transition="in">
                                      <p:cBhvr>
                                        <p:cTn dur="500"/>
                                        <p:tgtEl>
                                          <p:spTgt spid="96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65">
                                            <p:txEl>
                                              <p:pRg end="0" st="0"/>
                                            </p:txEl>
                                          </p:spTgt>
                                        </p:tgtEl>
                                        <p:attrNameLst>
                                          <p:attrName>style.visibility</p:attrName>
                                        </p:attrNameLst>
                                      </p:cBhvr>
                                      <p:to>
                                        <p:strVal val="visible"/>
                                      </p:to>
                                    </p:set>
                                    <p:animEffect filter="fade" transition="in">
                                      <p:cBhvr>
                                        <p:cTn dur="500"/>
                                        <p:tgtEl>
                                          <p:spTgt spid="9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gtEl>
                                        <p:attrNameLst>
                                          <p:attrName>style.visibility</p:attrName>
                                        </p:attrNameLst>
                                      </p:cBhvr>
                                      <p:to>
                                        <p:strVal val="visible"/>
                                      </p:to>
                                    </p:set>
                                    <p:animEffect filter="fade" transition="in">
                                      <p:cBhvr>
                                        <p:cTn dur="500"/>
                                        <p:tgtEl>
                                          <p:spTgt spid="968"/>
                                        </p:tgtEl>
                                      </p:cBhvr>
                                    </p:animEffect>
                                  </p:childTnLst>
                                </p:cTn>
                              </p:par>
                              <p:par>
                                <p:cTn fill="hold" nodeType="withEffect" presetClass="entr" presetID="10" presetSubtype="0">
                                  <p:stCondLst>
                                    <p:cond delay="0"/>
                                  </p:stCondLst>
                                  <p:childTnLst>
                                    <p:set>
                                      <p:cBhvr>
                                        <p:cTn dur="1" fill="hold">
                                          <p:stCondLst>
                                            <p:cond delay="0"/>
                                          </p:stCondLst>
                                        </p:cTn>
                                        <p:tgtEl>
                                          <p:spTgt spid="971"/>
                                        </p:tgtEl>
                                        <p:attrNameLst>
                                          <p:attrName>style.visibility</p:attrName>
                                        </p:attrNameLst>
                                      </p:cBhvr>
                                      <p:to>
                                        <p:strVal val="visible"/>
                                      </p:to>
                                    </p:set>
                                    <p:animEffect filter="fade" transition="in">
                                      <p:cBhvr>
                                        <p:cTn dur="1750"/>
                                        <p:tgtEl>
                                          <p:spTgt spid="971"/>
                                        </p:tgtEl>
                                      </p:cBhvr>
                                    </p:animEffect>
                                  </p:childTnLst>
                                </p:cTn>
                              </p:par>
                              <p:par>
                                <p:cTn fill="hold" nodeType="withEffect" presetClass="entr" presetID="10" presetSubtype="0">
                                  <p:stCondLst>
                                    <p:cond delay="400"/>
                                  </p:stCondLst>
                                  <p:childTnLst>
                                    <p:set>
                                      <p:cBhvr>
                                        <p:cTn dur="1" fill="hold">
                                          <p:stCondLst>
                                            <p:cond delay="0"/>
                                          </p:stCondLst>
                                        </p:cTn>
                                        <p:tgtEl>
                                          <p:spTgt spid="966"/>
                                        </p:tgtEl>
                                        <p:attrNameLst>
                                          <p:attrName>style.visibility</p:attrName>
                                        </p:attrNameLst>
                                      </p:cBhvr>
                                      <p:to>
                                        <p:strVal val="visible"/>
                                      </p:to>
                                    </p:set>
                                    <p:animEffect filter="fade" transition="in">
                                      <p:cBhvr>
                                        <p:cTn dur="200"/>
                                        <p:tgtEl>
                                          <p:spTgt spid="966"/>
                                        </p:tgtEl>
                                      </p:cBhvr>
                                    </p:animEffect>
                                  </p:childTnLst>
                                </p:cTn>
                              </p:par>
                              <p:par>
                                <p:cTn fill="hold" nodeType="withEffect" presetClass="entr" presetID="10" presetSubtype="0">
                                  <p:stCondLst>
                                    <p:cond delay="400"/>
                                  </p:stCondLst>
                                  <p:childTnLst>
                                    <p:set>
                                      <p:cBhvr>
                                        <p:cTn dur="1" fill="hold">
                                          <p:stCondLst>
                                            <p:cond delay="0"/>
                                          </p:stCondLst>
                                        </p:cTn>
                                        <p:tgtEl>
                                          <p:spTgt spid="979"/>
                                        </p:tgtEl>
                                        <p:attrNameLst>
                                          <p:attrName>style.visibility</p:attrName>
                                        </p:attrNameLst>
                                      </p:cBhvr>
                                      <p:to>
                                        <p:strVal val="visible"/>
                                      </p:to>
                                    </p:set>
                                    <p:animEffect filter="fade" transition="in">
                                      <p:cBhvr>
                                        <p:cTn dur="200"/>
                                        <p:tgtEl>
                                          <p:spTgt spid="9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9"/>
                                        </p:tgtEl>
                                        <p:attrNameLst>
                                          <p:attrName>style.visibility</p:attrName>
                                        </p:attrNameLst>
                                      </p:cBhvr>
                                      <p:to>
                                        <p:strVal val="visible"/>
                                      </p:to>
                                    </p:set>
                                    <p:animEffect filter="fade" transition="in">
                                      <p:cBhvr>
                                        <p:cTn dur="500"/>
                                        <p:tgtEl>
                                          <p:spTgt spid="969"/>
                                        </p:tgtEl>
                                      </p:cBhvr>
                                    </p:animEffect>
                                  </p:childTnLst>
                                </p:cTn>
                              </p:par>
                              <p:par>
                                <p:cTn fill="hold" nodeType="withEffect" presetClass="entr" presetID="10" presetSubtype="0">
                                  <p:stCondLst>
                                    <p:cond delay="0"/>
                                  </p:stCondLst>
                                  <p:childTnLst>
                                    <p:set>
                                      <p:cBhvr>
                                        <p:cTn dur="1" fill="hold">
                                          <p:stCondLst>
                                            <p:cond delay="0"/>
                                          </p:stCondLst>
                                        </p:cTn>
                                        <p:tgtEl>
                                          <p:spTgt spid="972"/>
                                        </p:tgtEl>
                                        <p:attrNameLst>
                                          <p:attrName>style.visibility</p:attrName>
                                        </p:attrNameLst>
                                      </p:cBhvr>
                                      <p:to>
                                        <p:strVal val="visible"/>
                                      </p:to>
                                    </p:set>
                                    <p:animEffect filter="fade" transition="in">
                                      <p:cBhvr>
                                        <p:cTn dur="1750"/>
                                        <p:tgtEl>
                                          <p:spTgt spid="972"/>
                                        </p:tgtEl>
                                      </p:cBhvr>
                                    </p:animEffect>
                                  </p:childTnLst>
                                </p:cTn>
                              </p:par>
                              <p:par>
                                <p:cTn fill="hold" nodeType="withEffect" presetClass="entr" presetID="10" presetSubtype="0">
                                  <p:stCondLst>
                                    <p:cond delay="500"/>
                                  </p:stCondLst>
                                  <p:childTnLst>
                                    <p:set>
                                      <p:cBhvr>
                                        <p:cTn dur="1" fill="hold">
                                          <p:stCondLst>
                                            <p:cond delay="0"/>
                                          </p:stCondLst>
                                        </p:cTn>
                                        <p:tgtEl>
                                          <p:spTgt spid="967"/>
                                        </p:tgtEl>
                                        <p:attrNameLst>
                                          <p:attrName>style.visibility</p:attrName>
                                        </p:attrNameLst>
                                      </p:cBhvr>
                                      <p:to>
                                        <p:strVal val="visible"/>
                                      </p:to>
                                    </p:set>
                                    <p:animEffect filter="fade" transition="in">
                                      <p:cBhvr>
                                        <p:cTn dur="500"/>
                                        <p:tgtEl>
                                          <p:spTgt spid="967"/>
                                        </p:tgtEl>
                                      </p:cBhvr>
                                    </p:animEffect>
                                  </p:childTnLst>
                                </p:cTn>
                              </p:par>
                              <p:par>
                                <p:cTn fill="hold" nodeType="withEffect" presetClass="entr" presetID="10" presetSubtype="0">
                                  <p:stCondLst>
                                    <p:cond delay="500"/>
                                  </p:stCondLst>
                                  <p:childTnLst>
                                    <p:set>
                                      <p:cBhvr>
                                        <p:cTn dur="1" fill="hold">
                                          <p:stCondLst>
                                            <p:cond delay="0"/>
                                          </p:stCondLst>
                                        </p:cTn>
                                        <p:tgtEl>
                                          <p:spTgt spid="980"/>
                                        </p:tgtEl>
                                        <p:attrNameLst>
                                          <p:attrName>style.visibility</p:attrName>
                                        </p:attrNameLst>
                                      </p:cBhvr>
                                      <p:to>
                                        <p:strVal val="visible"/>
                                      </p:to>
                                    </p:set>
                                    <p:animEffect filter="fade" transition="in">
                                      <p:cBhvr>
                                        <p:cTn dur="500"/>
                                        <p:tgtEl>
                                          <p:spTgt spid="9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0"/>
                                        </p:tgtEl>
                                        <p:attrNameLst>
                                          <p:attrName>style.visibility</p:attrName>
                                        </p:attrNameLst>
                                      </p:cBhvr>
                                      <p:to>
                                        <p:strVal val="visible"/>
                                      </p:to>
                                    </p:set>
                                    <p:animEffect filter="fade" transition="in">
                                      <p:cBhvr>
                                        <p:cTn dur="500"/>
                                        <p:tgtEl>
                                          <p:spTgt spid="970"/>
                                        </p:tgtEl>
                                      </p:cBhvr>
                                    </p:animEffect>
                                  </p:childTnLst>
                                </p:cTn>
                              </p:par>
                              <p:par>
                                <p:cTn fill="hold" nodeType="withEffect" presetClass="entr" presetID="10" presetSubtype="0">
                                  <p:stCondLst>
                                    <p:cond delay="0"/>
                                  </p:stCondLst>
                                  <p:childTnLst>
                                    <p:set>
                                      <p:cBhvr>
                                        <p:cTn dur="1" fill="hold">
                                          <p:stCondLst>
                                            <p:cond delay="0"/>
                                          </p:stCondLst>
                                        </p:cTn>
                                        <p:tgtEl>
                                          <p:spTgt spid="973"/>
                                        </p:tgtEl>
                                        <p:attrNameLst>
                                          <p:attrName>style.visibility</p:attrName>
                                        </p:attrNameLst>
                                      </p:cBhvr>
                                      <p:to>
                                        <p:strVal val="visible"/>
                                      </p:to>
                                    </p:set>
                                    <p:animEffect filter="fade" transition="in">
                                      <p:cBhvr>
                                        <p:cTn dur="1750"/>
                                        <p:tgtEl>
                                          <p:spTgt spid="973"/>
                                        </p:tgtEl>
                                      </p:cBhvr>
                                    </p:animEffect>
                                  </p:childTnLst>
                                </p:cTn>
                              </p:par>
                              <p:par>
                                <p:cTn fill="hold" nodeType="withEffect" presetClass="entr" presetID="10" presetSubtype="0">
                                  <p:stCondLst>
                                    <p:cond delay="0"/>
                                  </p:stCondLst>
                                  <p:childTnLst>
                                    <p:set>
                                      <p:cBhvr>
                                        <p:cTn dur="1" fill="hold">
                                          <p:stCondLst>
                                            <p:cond delay="0"/>
                                          </p:stCondLst>
                                        </p:cTn>
                                        <p:tgtEl>
                                          <p:spTgt spid="981"/>
                                        </p:tgtEl>
                                        <p:attrNameLst>
                                          <p:attrName>style.visibility</p:attrName>
                                        </p:attrNameLst>
                                      </p:cBhvr>
                                      <p:to>
                                        <p:strVal val="visible"/>
                                      </p:to>
                                    </p:set>
                                    <p:animEffect filter="fade" transition="in">
                                      <p:cBhvr>
                                        <p:cTn dur="100"/>
                                        <p:tgtEl>
                                          <p:spTgt spid="981"/>
                                        </p:tgtEl>
                                      </p:cBhvr>
                                    </p:animEffect>
                                  </p:childTnLst>
                                </p:cTn>
                              </p:par>
                              <p:par>
                                <p:cTn fill="hold" nodeType="withEffect" presetClass="entr" presetID="2" presetSubtype="2">
                                  <p:stCondLst>
                                    <p:cond delay="0"/>
                                  </p:stCondLst>
                                  <p:childTnLst>
                                    <p:set>
                                      <p:cBhvr>
                                        <p:cTn dur="1" fill="hold">
                                          <p:stCondLst>
                                            <p:cond delay="0"/>
                                          </p:stCondLst>
                                        </p:cTn>
                                        <p:tgtEl>
                                          <p:spTgt spid="974"/>
                                        </p:tgtEl>
                                        <p:attrNameLst>
                                          <p:attrName>style.visibility</p:attrName>
                                        </p:attrNameLst>
                                      </p:cBhvr>
                                      <p:to>
                                        <p:strVal val="visible"/>
                                      </p:to>
                                    </p:set>
                                    <p:anim calcmode="lin" valueType="num">
                                      <p:cBhvr additive="base">
                                        <p:cTn dur="500"/>
                                        <p:tgtEl>
                                          <p:spTgt spid="97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982"/>
                                        </p:tgtEl>
                                        <p:attrNameLst>
                                          <p:attrName>style.visibility</p:attrName>
                                        </p:attrNameLst>
                                      </p:cBhvr>
                                      <p:to>
                                        <p:strVal val="visible"/>
                                      </p:to>
                                    </p:set>
                                    <p:anim calcmode="lin" valueType="num">
                                      <p:cBhvr additive="base">
                                        <p:cTn dur="500"/>
                                        <p:tgtEl>
                                          <p:spTgt spid="98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983"/>
                                        </p:tgtEl>
                                        <p:attrNameLst>
                                          <p:attrName>style.visibility</p:attrName>
                                        </p:attrNameLst>
                                      </p:cBhvr>
                                      <p:to>
                                        <p:strVal val="visible"/>
                                      </p:to>
                                    </p:set>
                                    <p:anim calcmode="lin" valueType="num">
                                      <p:cBhvr additive="base">
                                        <p:cTn dur="500"/>
                                        <p:tgtEl>
                                          <p:spTgt spid="98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me2">
  <p:cSld name="Home2">
    <p:spTree>
      <p:nvGrpSpPr>
        <p:cNvPr id="986" name="Shape 986"/>
        <p:cNvGrpSpPr/>
        <p:nvPr/>
      </p:nvGrpSpPr>
      <p:grpSpPr>
        <a:xfrm>
          <a:off x="0" y="0"/>
          <a:ext cx="0" cy="0"/>
          <a:chOff x="0" y="0"/>
          <a:chExt cx="0" cy="0"/>
        </a:xfrm>
      </p:grpSpPr>
      <p:sp>
        <p:nvSpPr>
          <p:cNvPr id="987" name="Google Shape;987;g3b3a45db5ed_1_4024"/>
          <p:cNvSpPr/>
          <p:nvPr/>
        </p:nvSpPr>
        <p:spPr>
          <a:xfrm>
            <a:off x="4560889" y="6313235"/>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988" name="Google Shape;988;g3b3a45db5ed_1_4024"/>
          <p:cNvSpPr/>
          <p:nvPr/>
        </p:nvSpPr>
        <p:spPr>
          <a:xfrm>
            <a:off x="3409950" y="1171203"/>
            <a:ext cx="5370912" cy="5282593"/>
          </a:xfrm>
          <a:custGeom>
            <a:rect b="b" l="l" r="r" t="t"/>
            <a:pathLst>
              <a:path extrusionOk="0" h="2898542" w="3320502">
                <a:moveTo>
                  <a:pt x="0" y="0"/>
                </a:moveTo>
                <a:lnTo>
                  <a:pt x="3320502" y="9292"/>
                </a:lnTo>
                <a:lnTo>
                  <a:pt x="2545056" y="2898542"/>
                </a:lnTo>
                <a:lnTo>
                  <a:pt x="801981" y="2898542"/>
                </a:lnTo>
                <a:lnTo>
                  <a:pt x="0" y="0"/>
                </a:lnTo>
                <a:close/>
              </a:path>
            </a:pathLst>
          </a:custGeom>
          <a:gradFill>
            <a:gsLst>
              <a:gs pos="0">
                <a:srgbClr val="F1FEFE">
                  <a:alpha val="0"/>
                </a:srgbClr>
              </a:gs>
              <a:gs pos="100000">
                <a:srgbClr val="05FDFF">
                  <a:alpha val="46667"/>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989" name="Google Shape;989;g3b3a45db5ed_1_4024"/>
          <p:cNvSpPr/>
          <p:nvPr/>
        </p:nvSpPr>
        <p:spPr>
          <a:xfrm>
            <a:off x="3270250" y="2046935"/>
            <a:ext cx="5653155" cy="4442016"/>
          </a:xfrm>
          <a:custGeom>
            <a:rect b="b" l="l" r="r" t="t"/>
            <a:pathLst>
              <a:path extrusionOk="0" h="2898542" w="3320502">
                <a:moveTo>
                  <a:pt x="0" y="0"/>
                </a:moveTo>
                <a:lnTo>
                  <a:pt x="3320502" y="9292"/>
                </a:lnTo>
                <a:lnTo>
                  <a:pt x="2545056" y="2898542"/>
                </a:lnTo>
                <a:lnTo>
                  <a:pt x="801981" y="2898542"/>
                </a:lnTo>
                <a:lnTo>
                  <a:pt x="0" y="0"/>
                </a:lnTo>
                <a:close/>
              </a:path>
            </a:pathLst>
          </a:custGeom>
          <a:gradFill>
            <a:gsLst>
              <a:gs pos="0">
                <a:srgbClr val="F1FEFE">
                  <a:alpha val="0"/>
                </a:srgbClr>
              </a:gs>
              <a:gs pos="100000">
                <a:srgbClr val="05FDFF">
                  <a:alpha val="46667"/>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990" name="Google Shape;990;g3b3a45db5ed_1_4024"/>
          <p:cNvSpPr txBox="1"/>
          <p:nvPr>
            <p:ph idx="1" type="body"/>
          </p:nvPr>
        </p:nvSpPr>
        <p:spPr>
          <a:xfrm>
            <a:off x="261144" y="4876800"/>
            <a:ext cx="4230000" cy="1717500"/>
          </a:xfrm>
          <a:prstGeom prst="rect">
            <a:avLst/>
          </a:prstGeom>
          <a:noFill/>
          <a:ln>
            <a:noFill/>
          </a:ln>
        </p:spPr>
        <p:txBody>
          <a:bodyPr anchorCtr="0" anchor="b" bIns="45700" lIns="91425" spcFirstLastPara="1" rIns="91425" wrap="square" tIns="45700">
            <a:noAutofit/>
          </a:bodyPr>
          <a:lstStyle>
            <a:lvl1pPr indent="-304800" lvl="0" marL="457200" marR="0" rtl="0" algn="l">
              <a:lnSpc>
                <a:spcPct val="100000"/>
              </a:lnSpc>
              <a:spcBef>
                <a:spcPts val="0"/>
              </a:spcBef>
              <a:spcAft>
                <a:spcPts val="0"/>
              </a:spcAft>
              <a:buClr>
                <a:srgbClr val="05FDFF"/>
              </a:buClr>
              <a:buSzPts val="1200"/>
              <a:buFont typeface="Arial"/>
              <a:buChar char="•"/>
              <a:defRPr b="0" i="0" sz="12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991" name="Google Shape;991;g3b3a45db5ed_1_4024"/>
          <p:cNvSpPr/>
          <p:nvPr>
            <p:ph idx="2" type="pic"/>
          </p:nvPr>
        </p:nvSpPr>
        <p:spPr>
          <a:xfrm>
            <a:off x="5034756" y="2505468"/>
            <a:ext cx="2122500" cy="2090700"/>
          </a:xfrm>
          <a:prstGeom prst="ellipse">
            <a:avLst/>
          </a:prstGeom>
          <a:noFill/>
          <a:ln>
            <a:noFill/>
          </a:ln>
        </p:spPr>
      </p:sp>
      <p:sp>
        <p:nvSpPr>
          <p:cNvPr id="992" name="Google Shape;992;g3b3a45db5ed_1_4024"/>
          <p:cNvSpPr txBox="1"/>
          <p:nvPr/>
        </p:nvSpPr>
        <p:spPr>
          <a:xfrm>
            <a:off x="9548930" y="263563"/>
            <a:ext cx="2937900" cy="40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1600"/>
              <a:buFont typeface="Arial"/>
              <a:buNone/>
            </a:pPr>
            <a:r>
              <a:rPr b="0" i="0" lang="en-US" sz="1600" u="none" cap="none" strike="noStrike">
                <a:solidFill>
                  <a:srgbClr val="F2F2F2"/>
                </a:solidFill>
                <a:latin typeface="Kdam Thmor Pro"/>
                <a:ea typeface="Kdam Thmor Pro"/>
                <a:cs typeface="Kdam Thmor Pro"/>
                <a:sym typeface="Kdam Thmor Pro"/>
              </a:rPr>
              <a:t>Module</a:t>
            </a:r>
            <a:r>
              <a:rPr b="0" i="0" lang="en-US" sz="1600" u="none" cap="none" strike="noStrike">
                <a:solidFill>
                  <a:srgbClr val="05FDFF"/>
                </a:solidFill>
                <a:latin typeface="Kdam Thmor Pro"/>
                <a:ea typeface="Kdam Thmor Pro"/>
                <a:cs typeface="Kdam Thmor Pro"/>
                <a:sym typeface="Kdam Thmor Pro"/>
              </a:rPr>
              <a:t>    </a:t>
            </a:r>
            <a:r>
              <a:rPr b="0" i="0" lang="en-US" sz="1600" u="none" cap="none" strike="noStrike">
                <a:solidFill>
                  <a:srgbClr val="F2F2F2"/>
                </a:solidFill>
                <a:latin typeface="Kdam Thmor Pro"/>
                <a:ea typeface="Kdam Thmor Pro"/>
                <a:cs typeface="Kdam Thmor Pro"/>
                <a:sym typeface="Kdam Thmor Pro"/>
              </a:rPr>
              <a:t>Unit</a:t>
            </a:r>
            <a:r>
              <a:rPr b="0" i="0" lang="en-US" sz="1600" u="none" cap="none" strike="noStrike">
                <a:solidFill>
                  <a:srgbClr val="05FDFF"/>
                </a:solidFill>
                <a:latin typeface="Kdam Thmor Pro"/>
                <a:ea typeface="Kdam Thmor Pro"/>
                <a:cs typeface="Kdam Thmor Pro"/>
                <a:sym typeface="Kdam Thmor Pro"/>
              </a:rPr>
              <a:t>    </a:t>
            </a:r>
            <a:r>
              <a:rPr b="0" i="0" lang="en-US" sz="1600" u="none" cap="none" strike="noStrike">
                <a:solidFill>
                  <a:srgbClr val="F2F2F2"/>
                </a:solidFill>
                <a:latin typeface="Kdam Thmor Pro"/>
                <a:ea typeface="Kdam Thmor Pro"/>
                <a:cs typeface="Kdam Thmor Pro"/>
                <a:sym typeface="Kdam Thmor Pro"/>
              </a:rPr>
              <a:t>lesson  </a:t>
            </a:r>
            <a:endParaRPr b="0" i="0" sz="2400" u="none" cap="none" strike="noStrike">
              <a:solidFill>
                <a:srgbClr val="FFFFFF"/>
              </a:solidFill>
              <a:latin typeface="Kdam Thmor Pro"/>
              <a:ea typeface="Kdam Thmor Pro"/>
              <a:cs typeface="Kdam Thmor Pro"/>
              <a:sym typeface="Kdam Thmor Pro"/>
            </a:endParaRPr>
          </a:p>
        </p:txBody>
      </p:sp>
      <p:sp>
        <p:nvSpPr>
          <p:cNvPr id="993" name="Google Shape;993;g3b3a45db5ed_1_4024"/>
          <p:cNvSpPr txBox="1"/>
          <p:nvPr>
            <p:ph idx="3" type="body"/>
          </p:nvPr>
        </p:nvSpPr>
        <p:spPr>
          <a:xfrm>
            <a:off x="6972371" y="703615"/>
            <a:ext cx="4914900" cy="9729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994" name="Google Shape;994;g3b3a45db5ed_1_4024"/>
          <p:cNvSpPr txBox="1"/>
          <p:nvPr>
            <p:ph idx="4" type="body"/>
          </p:nvPr>
        </p:nvSpPr>
        <p:spPr>
          <a:xfrm>
            <a:off x="10263304" y="244152"/>
            <a:ext cx="294600" cy="302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800"/>
              <a:buFont typeface="Arial"/>
              <a:buNone/>
              <a:defRPr b="0" i="0" sz="1800" u="none" cap="none" strike="noStrike">
                <a:solidFill>
                  <a:srgbClr val="05FDFF"/>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995" name="Google Shape;995;g3b3a45db5ed_1_4024"/>
          <p:cNvSpPr txBox="1"/>
          <p:nvPr>
            <p:ph idx="5" type="body"/>
          </p:nvPr>
        </p:nvSpPr>
        <p:spPr>
          <a:xfrm>
            <a:off x="10850679" y="244152"/>
            <a:ext cx="294600" cy="302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800"/>
              <a:buFont typeface="Arial"/>
              <a:buNone/>
              <a:defRPr b="0" i="0" sz="1800" u="none" cap="none" strike="noStrike">
                <a:solidFill>
                  <a:srgbClr val="05FDFF"/>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996" name="Google Shape;996;g3b3a45db5ed_1_4024"/>
          <p:cNvSpPr txBox="1"/>
          <p:nvPr>
            <p:ph idx="6" type="body"/>
          </p:nvPr>
        </p:nvSpPr>
        <p:spPr>
          <a:xfrm>
            <a:off x="11642808" y="244152"/>
            <a:ext cx="483600" cy="302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800"/>
              <a:buFont typeface="Arial"/>
              <a:buNone/>
              <a:defRPr b="0" i="0" sz="1800" u="none" cap="none" strike="noStrike">
                <a:solidFill>
                  <a:srgbClr val="05FDFF"/>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87"/>
                                        </p:tgtEl>
                                        <p:attrNameLst>
                                          <p:attrName>style.visibility</p:attrName>
                                        </p:attrNameLst>
                                      </p:cBhvr>
                                      <p:to>
                                        <p:strVal val="visible"/>
                                      </p:to>
                                    </p:set>
                                    <p:animEffect filter="fade" transition="in">
                                      <p:cBhvr>
                                        <p:cTn dur="2000"/>
                                        <p:tgtEl>
                                          <p:spTgt spid="98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88"/>
                                        </p:tgtEl>
                                        <p:attrNameLst>
                                          <p:attrName>style.visibility</p:attrName>
                                        </p:attrNameLst>
                                      </p:cBhvr>
                                      <p:to>
                                        <p:strVal val="visible"/>
                                      </p:to>
                                    </p:set>
                                    <p:animEffect filter="fade" transition="in">
                                      <p:cBhvr>
                                        <p:cTn dur="500"/>
                                        <p:tgtEl>
                                          <p:spTgt spid="988"/>
                                        </p:tgtEl>
                                      </p:cBhvr>
                                    </p:animEffect>
                                  </p:childTnLst>
                                </p:cTn>
                              </p:par>
                              <p:par>
                                <p:cTn fill="hold" nodeType="withEffect" presetClass="entr" presetID="10" presetSubtype="0">
                                  <p:stCondLst>
                                    <p:cond delay="0"/>
                                  </p:stCondLst>
                                  <p:childTnLst>
                                    <p:set>
                                      <p:cBhvr>
                                        <p:cTn dur="1" fill="hold">
                                          <p:stCondLst>
                                            <p:cond delay="0"/>
                                          </p:stCondLst>
                                        </p:cTn>
                                        <p:tgtEl>
                                          <p:spTgt spid="989"/>
                                        </p:tgtEl>
                                        <p:attrNameLst>
                                          <p:attrName>style.visibility</p:attrName>
                                        </p:attrNameLst>
                                      </p:cBhvr>
                                      <p:to>
                                        <p:strVal val="visible"/>
                                      </p:to>
                                    </p:set>
                                    <p:animEffect filter="fade" transition="in">
                                      <p:cBhvr>
                                        <p:cTn dur="500"/>
                                        <p:tgtEl>
                                          <p:spTgt spid="9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1"/>
                                        </p:tgtEl>
                                        <p:attrNameLst>
                                          <p:attrName>style.visibility</p:attrName>
                                        </p:attrNameLst>
                                      </p:cBhvr>
                                      <p:to>
                                        <p:strVal val="visible"/>
                                      </p:to>
                                    </p:set>
                                    <p:animEffect filter="fade" transition="in">
                                      <p:cBhvr>
                                        <p:cTn dur="500"/>
                                        <p:tgtEl>
                                          <p:spTgt spid="9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0">
                                            <p:txEl>
                                              <p:pRg end="0" st="0"/>
                                            </p:txEl>
                                          </p:spTgt>
                                        </p:tgtEl>
                                        <p:attrNameLst>
                                          <p:attrName>style.visibility</p:attrName>
                                        </p:attrNameLst>
                                      </p:cBhvr>
                                      <p:to>
                                        <p:strVal val="visible"/>
                                      </p:to>
                                    </p:set>
                                    <p:animEffect filter="fade" transition="in">
                                      <p:cBhvr>
                                        <p:cTn dur="500"/>
                                        <p:tgtEl>
                                          <p:spTgt spid="9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0">
                                            <p:txEl>
                                              <p:pRg end="1" st="1"/>
                                            </p:txEl>
                                          </p:spTgt>
                                        </p:tgtEl>
                                        <p:attrNameLst>
                                          <p:attrName>style.visibility</p:attrName>
                                        </p:attrNameLst>
                                      </p:cBhvr>
                                      <p:to>
                                        <p:strVal val="visible"/>
                                      </p:to>
                                    </p:set>
                                    <p:animEffect filter="fade" transition="in">
                                      <p:cBhvr>
                                        <p:cTn dur="500"/>
                                        <p:tgtEl>
                                          <p:spTgt spid="9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0">
                                            <p:txEl>
                                              <p:pRg end="2" st="2"/>
                                            </p:txEl>
                                          </p:spTgt>
                                        </p:tgtEl>
                                        <p:attrNameLst>
                                          <p:attrName>style.visibility</p:attrName>
                                        </p:attrNameLst>
                                      </p:cBhvr>
                                      <p:to>
                                        <p:strVal val="visible"/>
                                      </p:to>
                                    </p:set>
                                    <p:animEffect filter="fade" transition="in">
                                      <p:cBhvr>
                                        <p:cTn dur="500"/>
                                        <p:tgtEl>
                                          <p:spTgt spid="9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0">
                                            <p:txEl>
                                              <p:pRg end="3" st="3"/>
                                            </p:txEl>
                                          </p:spTgt>
                                        </p:tgtEl>
                                        <p:attrNameLst>
                                          <p:attrName>style.visibility</p:attrName>
                                        </p:attrNameLst>
                                      </p:cBhvr>
                                      <p:to>
                                        <p:strVal val="visible"/>
                                      </p:to>
                                    </p:set>
                                    <p:animEffect filter="fade" transition="in">
                                      <p:cBhvr>
                                        <p:cTn dur="500"/>
                                        <p:tgtEl>
                                          <p:spTgt spid="9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0">
                                            <p:txEl>
                                              <p:pRg end="4" st="4"/>
                                            </p:txEl>
                                          </p:spTgt>
                                        </p:tgtEl>
                                        <p:attrNameLst>
                                          <p:attrName>style.visibility</p:attrName>
                                        </p:attrNameLst>
                                      </p:cBhvr>
                                      <p:to>
                                        <p:strVal val="visible"/>
                                      </p:to>
                                    </p:set>
                                    <p:animEffect filter="fade" transition="in">
                                      <p:cBhvr>
                                        <p:cTn dur="500"/>
                                        <p:tgtEl>
                                          <p:spTgt spid="99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0">
                                            <p:txEl>
                                              <p:pRg end="5" st="5"/>
                                            </p:txEl>
                                          </p:spTgt>
                                        </p:tgtEl>
                                        <p:attrNameLst>
                                          <p:attrName>style.visibility</p:attrName>
                                        </p:attrNameLst>
                                      </p:cBhvr>
                                      <p:to>
                                        <p:strVal val="visible"/>
                                      </p:to>
                                    </p:set>
                                    <p:animEffect filter="fade" transition="in">
                                      <p:cBhvr>
                                        <p:cTn dur="500"/>
                                        <p:tgtEl>
                                          <p:spTgt spid="99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0">
                                            <p:txEl>
                                              <p:pRg end="6" st="6"/>
                                            </p:txEl>
                                          </p:spTgt>
                                        </p:tgtEl>
                                        <p:attrNameLst>
                                          <p:attrName>style.visibility</p:attrName>
                                        </p:attrNameLst>
                                      </p:cBhvr>
                                      <p:to>
                                        <p:strVal val="visible"/>
                                      </p:to>
                                    </p:set>
                                    <p:animEffect filter="fade" transition="in">
                                      <p:cBhvr>
                                        <p:cTn dur="500"/>
                                        <p:tgtEl>
                                          <p:spTgt spid="99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0">
                                            <p:txEl>
                                              <p:pRg end="7" st="7"/>
                                            </p:txEl>
                                          </p:spTgt>
                                        </p:tgtEl>
                                        <p:attrNameLst>
                                          <p:attrName>style.visibility</p:attrName>
                                        </p:attrNameLst>
                                      </p:cBhvr>
                                      <p:to>
                                        <p:strVal val="visible"/>
                                      </p:to>
                                    </p:set>
                                    <p:animEffect filter="fade" transition="in">
                                      <p:cBhvr>
                                        <p:cTn dur="500"/>
                                        <p:tgtEl>
                                          <p:spTgt spid="99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0">
                                            <p:txEl>
                                              <p:pRg end="8" st="8"/>
                                            </p:txEl>
                                          </p:spTgt>
                                        </p:tgtEl>
                                        <p:attrNameLst>
                                          <p:attrName>style.visibility</p:attrName>
                                        </p:attrNameLst>
                                      </p:cBhvr>
                                      <p:to>
                                        <p:strVal val="visible"/>
                                      </p:to>
                                    </p:set>
                                    <p:animEffect filter="fade" transition="in">
                                      <p:cBhvr>
                                        <p:cTn dur="500"/>
                                        <p:tgtEl>
                                          <p:spTgt spid="990">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section">
  <p:cSld name="Make section">
    <p:spTree>
      <p:nvGrpSpPr>
        <p:cNvPr id="997" name="Shape 997"/>
        <p:cNvGrpSpPr/>
        <p:nvPr/>
      </p:nvGrpSpPr>
      <p:grpSpPr>
        <a:xfrm>
          <a:off x="0" y="0"/>
          <a:ext cx="0" cy="0"/>
          <a:chOff x="0" y="0"/>
          <a:chExt cx="0" cy="0"/>
        </a:xfrm>
      </p:grpSpPr>
      <p:sp>
        <p:nvSpPr>
          <p:cNvPr id="998" name="Google Shape;998;g3b3a45db5ed_1_4035"/>
          <p:cNvSpPr txBox="1"/>
          <p:nvPr/>
        </p:nvSpPr>
        <p:spPr>
          <a:xfrm>
            <a:off x="866153" y="1083922"/>
            <a:ext cx="2013300" cy="60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4400"/>
              <a:buFont typeface="Arial"/>
              <a:buNone/>
            </a:pPr>
            <a:r>
              <a:rPr b="0" i="0" lang="en-US" sz="4400" u="none" cap="none" strike="noStrike">
                <a:solidFill>
                  <a:srgbClr val="FFFFFF"/>
                </a:solidFill>
                <a:latin typeface="Kdam Thmor Pro"/>
                <a:ea typeface="Kdam Thmor Pro"/>
                <a:cs typeface="Kdam Thmor Pro"/>
                <a:sym typeface="Kdam Thmor Pro"/>
              </a:rPr>
              <a:t>Make</a:t>
            </a:r>
            <a:endParaRPr b="0" i="0" sz="1400" u="none" cap="none" strike="noStrike">
              <a:solidFill>
                <a:srgbClr val="000000"/>
              </a:solidFill>
              <a:latin typeface="Arial"/>
              <a:ea typeface="Arial"/>
              <a:cs typeface="Arial"/>
              <a:sym typeface="Arial"/>
            </a:endParaRPr>
          </a:p>
        </p:txBody>
      </p:sp>
      <p:grpSp>
        <p:nvGrpSpPr>
          <p:cNvPr id="999" name="Google Shape;999;g3b3a45db5ed_1_4035"/>
          <p:cNvGrpSpPr/>
          <p:nvPr/>
        </p:nvGrpSpPr>
        <p:grpSpPr>
          <a:xfrm>
            <a:off x="-86305" y="232839"/>
            <a:ext cx="2794159" cy="390024"/>
            <a:chOff x="948349" y="814223"/>
            <a:chExt cx="2794159" cy="390024"/>
          </a:xfrm>
        </p:grpSpPr>
        <p:sp>
          <p:nvSpPr>
            <p:cNvPr id="1000" name="Google Shape;1000;g3b3a45db5ed_1_4035"/>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01" name="Google Shape;1001;g3b3a45db5ed_1_4035"/>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002" name="Google Shape;1002;g3b3a45db5ed_1_4035"/>
          <p:cNvGrpSpPr/>
          <p:nvPr/>
        </p:nvGrpSpPr>
        <p:grpSpPr>
          <a:xfrm flipH="1" rot="10800000">
            <a:off x="-86305" y="1933581"/>
            <a:ext cx="2794159" cy="390024"/>
            <a:chOff x="948349" y="814223"/>
            <a:chExt cx="2794159" cy="390024"/>
          </a:xfrm>
        </p:grpSpPr>
        <p:sp>
          <p:nvSpPr>
            <p:cNvPr id="1003" name="Google Shape;1003;g3b3a45db5ed_1_4035"/>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04" name="Google Shape;1004;g3b3a45db5ed_1_4035"/>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005" name="Google Shape;1005;g3b3a45db5ed_1_4035"/>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06" name="Google Shape;1006;g3b3a45db5ed_1_4035"/>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07" name="Google Shape;1007;g3b3a45db5ed_1_4035"/>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08" name="Google Shape;1008;g3b3a45db5ed_1_4035"/>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09" name="Google Shape;1009;g3b3a45db5ed_1_4035"/>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10" name="Google Shape;1010;g3b3a45db5ed_1_4035"/>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99"/>
                                        </p:tgtEl>
                                        <p:attrNameLst>
                                          <p:attrName>style.visibility</p:attrName>
                                        </p:attrNameLst>
                                      </p:cBhvr>
                                      <p:to>
                                        <p:strVal val="visible"/>
                                      </p:to>
                                    </p:set>
                                    <p:animEffect filter="fade" transition="in">
                                      <p:cBhvr>
                                        <p:cTn dur="500"/>
                                        <p:tgtEl>
                                          <p:spTgt spid="999"/>
                                        </p:tgtEl>
                                      </p:cBhvr>
                                    </p:animEffect>
                                  </p:childTnLst>
                                </p:cTn>
                              </p:par>
                              <p:par>
                                <p:cTn fill="hold" nodeType="withEffect" presetClass="entr" presetID="10" presetSubtype="0">
                                  <p:stCondLst>
                                    <p:cond delay="0"/>
                                  </p:stCondLst>
                                  <p:childTnLst>
                                    <p:set>
                                      <p:cBhvr>
                                        <p:cTn dur="1" fill="hold">
                                          <p:stCondLst>
                                            <p:cond delay="0"/>
                                          </p:stCondLst>
                                        </p:cTn>
                                        <p:tgtEl>
                                          <p:spTgt spid="1002"/>
                                        </p:tgtEl>
                                        <p:attrNameLst>
                                          <p:attrName>style.visibility</p:attrName>
                                        </p:attrNameLst>
                                      </p:cBhvr>
                                      <p:to>
                                        <p:strVal val="visible"/>
                                      </p:to>
                                    </p:set>
                                    <p:animEffect filter="fade" transition="in">
                                      <p:cBhvr>
                                        <p:cTn dur="500"/>
                                        <p:tgtEl>
                                          <p:spTgt spid="1002"/>
                                        </p:tgtEl>
                                      </p:cBhvr>
                                    </p:animEffect>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998"/>
                                        </p:tgtEl>
                                        <p:attrNameLst>
                                          <p:attrName>style.visibility</p:attrName>
                                        </p:attrNameLst>
                                      </p:cBhvr>
                                      <p:to>
                                        <p:strVal val="visible"/>
                                      </p:to>
                                    </p:set>
                                    <p:anim calcmode="lin" valueType="num">
                                      <p:cBhvr additive="base">
                                        <p:cTn dur="500"/>
                                        <p:tgtEl>
                                          <p:spTgt spid="99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ION">
  <p:cSld name="PRESENTAION">
    <p:spTree>
      <p:nvGrpSpPr>
        <p:cNvPr id="1011" name="Shape 1011"/>
        <p:cNvGrpSpPr/>
        <p:nvPr/>
      </p:nvGrpSpPr>
      <p:grpSpPr>
        <a:xfrm>
          <a:off x="0" y="0"/>
          <a:ext cx="0" cy="0"/>
          <a:chOff x="0" y="0"/>
          <a:chExt cx="0" cy="0"/>
        </a:xfrm>
      </p:grpSpPr>
      <p:sp>
        <p:nvSpPr>
          <p:cNvPr id="1012" name="Google Shape;1012;g3b3a45db5ed_1_4049"/>
          <p:cNvSpPr/>
          <p:nvPr/>
        </p:nvSpPr>
        <p:spPr>
          <a:xfrm rot="-5400000">
            <a:off x="3523599" y="3250372"/>
            <a:ext cx="51447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13" name="Google Shape;1013;g3b3a45db5ed_1_4049"/>
          <p:cNvSpPr/>
          <p:nvPr/>
        </p:nvSpPr>
        <p:spPr>
          <a:xfrm flipH="1" rot="5400000">
            <a:off x="3523701" y="3250372"/>
            <a:ext cx="51447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14" name="Google Shape;1014;g3b3a45db5ed_1_4049"/>
          <p:cNvSpPr/>
          <p:nvPr/>
        </p:nvSpPr>
        <p:spPr>
          <a:xfrm rot="-5400000">
            <a:off x="3517337" y="-1556956"/>
            <a:ext cx="5144700" cy="9973200"/>
          </a:xfrm>
          <a:prstGeom prst="rect">
            <a:avLst/>
          </a:prstGeom>
          <a:gradFill>
            <a:gsLst>
              <a:gs pos="0">
                <a:srgbClr val="05FDFF">
                  <a:alpha val="28627"/>
                </a:srgbClr>
              </a:gs>
              <a:gs pos="50000">
                <a:srgbClr val="F1FEFE">
                  <a:alpha val="0"/>
                </a:srgbClr>
              </a:gs>
              <a:gs pos="100000">
                <a:srgbClr val="05FDFF">
                  <a:alpha val="28627"/>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2"/>
                                        </p:tgtEl>
                                        <p:attrNameLst>
                                          <p:attrName>style.visibility</p:attrName>
                                        </p:attrNameLst>
                                      </p:cBhvr>
                                      <p:to>
                                        <p:strVal val="visible"/>
                                      </p:to>
                                    </p:set>
                                    <p:animEffect filter="fade" transition="in">
                                      <p:cBhvr>
                                        <p:cTn dur="1000"/>
                                        <p:tgtEl>
                                          <p:spTgt spid="1012"/>
                                        </p:tgtEl>
                                      </p:cBhvr>
                                    </p:animEffect>
                                  </p:childTnLst>
                                </p:cTn>
                              </p:par>
                              <p:par>
                                <p:cTn fill="hold" nodeType="withEffect" presetClass="entr" presetID="10" presetSubtype="0">
                                  <p:stCondLst>
                                    <p:cond delay="0"/>
                                  </p:stCondLst>
                                  <p:childTnLst>
                                    <p:set>
                                      <p:cBhvr>
                                        <p:cTn dur="1" fill="hold">
                                          <p:stCondLst>
                                            <p:cond delay="0"/>
                                          </p:stCondLst>
                                        </p:cTn>
                                        <p:tgtEl>
                                          <p:spTgt spid="1013"/>
                                        </p:tgtEl>
                                        <p:attrNameLst>
                                          <p:attrName>style.visibility</p:attrName>
                                        </p:attrNameLst>
                                      </p:cBhvr>
                                      <p:to>
                                        <p:strVal val="visible"/>
                                      </p:to>
                                    </p:set>
                                    <p:animEffect filter="fade" transition="in">
                                      <p:cBhvr>
                                        <p:cTn dur="1000"/>
                                        <p:tgtEl>
                                          <p:spTgt spid="1013"/>
                                        </p:tgtEl>
                                      </p:cBhvr>
                                    </p:animEffect>
                                  </p:childTnLst>
                                </p:cTn>
                              </p:par>
                            </p:childTnLst>
                          </p:cTn>
                        </p:par>
                        <p:par>
                          <p:cTn fill="hold">
                            <p:stCondLst>
                              <p:cond delay="1000"/>
                            </p:stCondLst>
                            <p:childTnLst>
                              <p:par>
                                <p:cTn fill="hold" nodeType="afterEffect" presetClass="entr" presetID="10" presetSubtype="0">
                                  <p:stCondLst>
                                    <p:cond delay="100"/>
                                  </p:stCondLst>
                                  <p:childTnLst>
                                    <p:set>
                                      <p:cBhvr>
                                        <p:cTn dur="1" fill="hold">
                                          <p:stCondLst>
                                            <p:cond delay="0"/>
                                          </p:stCondLst>
                                        </p:cTn>
                                        <p:tgtEl>
                                          <p:spTgt spid="1014"/>
                                        </p:tgtEl>
                                        <p:attrNameLst>
                                          <p:attrName>style.visibility</p:attrName>
                                        </p:attrNameLst>
                                      </p:cBhvr>
                                      <p:to>
                                        <p:strVal val="visible"/>
                                      </p:to>
                                    </p:set>
                                    <p:animEffect filter="fade" transition="in">
                                      <p:cBhvr>
                                        <p:cTn dur="2000"/>
                                        <p:tgtEl>
                                          <p:spTgt spid="10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nus Task Review">
  <p:cSld name="+Bonus Task Review">
    <p:spTree>
      <p:nvGrpSpPr>
        <p:cNvPr id="1015" name="Shape 1015"/>
        <p:cNvGrpSpPr/>
        <p:nvPr/>
      </p:nvGrpSpPr>
      <p:grpSpPr>
        <a:xfrm>
          <a:off x="0" y="0"/>
          <a:ext cx="0" cy="0"/>
          <a:chOff x="0" y="0"/>
          <a:chExt cx="0" cy="0"/>
        </a:xfrm>
      </p:grpSpPr>
      <p:sp>
        <p:nvSpPr>
          <p:cNvPr id="1016" name="Google Shape;1016;g3b3a45db5ed_1_4053"/>
          <p:cNvSpPr/>
          <p:nvPr/>
        </p:nvSpPr>
        <p:spPr>
          <a:xfrm rot="5400000">
            <a:off x="-313698" y="-1313719"/>
            <a:ext cx="1110000" cy="5257800"/>
          </a:xfrm>
          <a:prstGeom prst="rect">
            <a:avLst/>
          </a:prstGeom>
          <a:gradFill>
            <a:gsLst>
              <a:gs pos="0">
                <a:srgbClr val="F1FEFE">
                  <a:alpha val="0"/>
                </a:srgbClr>
              </a:gs>
              <a:gs pos="100000">
                <a:srgbClr val="05FDFF">
                  <a:alpha val="392"/>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1017" name="Google Shape;1017;g3b3a45db5ed_1_4053"/>
          <p:cNvGrpSpPr/>
          <p:nvPr/>
        </p:nvGrpSpPr>
        <p:grpSpPr>
          <a:xfrm>
            <a:off x="7362778" y="2144139"/>
            <a:ext cx="4433002" cy="4433003"/>
            <a:chOff x="-413326" y="937285"/>
            <a:chExt cx="4433003" cy="4433003"/>
          </a:xfrm>
        </p:grpSpPr>
        <p:sp>
          <p:nvSpPr>
            <p:cNvPr id="1018" name="Google Shape;1018;g3b3a45db5ed_1_4053"/>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19" name="Google Shape;1019;g3b3a45db5ed_1_4053"/>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20" name="Google Shape;1020;g3b3a45db5ed_1_4053"/>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21" name="Google Shape;1021;g3b3a45db5ed_1_4053"/>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022" name="Google Shape;1022;g3b3a45db5ed_1_4053"/>
          <p:cNvSpPr/>
          <p:nvPr/>
        </p:nvSpPr>
        <p:spPr>
          <a:xfrm rot="5400000">
            <a:off x="-313698" y="-1313719"/>
            <a:ext cx="1110000" cy="5257800"/>
          </a:xfrm>
          <a:prstGeom prst="rect">
            <a:avLst/>
          </a:prstGeom>
          <a:gradFill>
            <a:gsLst>
              <a:gs pos="0">
                <a:srgbClr val="F1FEFE">
                  <a:alpha val="0"/>
                </a:srgbClr>
              </a:gs>
              <a:gs pos="100000">
                <a:srgbClr val="05FDFF">
                  <a:alpha val="392"/>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23" name="Google Shape;1023;g3b3a45db5ed_1_4053"/>
          <p:cNvSpPr txBox="1"/>
          <p:nvPr/>
        </p:nvSpPr>
        <p:spPr>
          <a:xfrm>
            <a:off x="1108604" y="760181"/>
            <a:ext cx="2499900" cy="60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2400"/>
              <a:buFont typeface="Arial"/>
              <a:buNone/>
            </a:pPr>
            <a:r>
              <a:rPr b="0" i="0" lang="en-US" sz="2400" u="none" cap="none" strike="noStrike">
                <a:solidFill>
                  <a:srgbClr val="05FDFF"/>
                </a:solidFill>
                <a:latin typeface="Kdam Thmor Pro"/>
                <a:ea typeface="Kdam Thmor Pro"/>
                <a:cs typeface="Kdam Thmor Pro"/>
                <a:sym typeface="Kdam Thmor Pro"/>
              </a:rPr>
              <a:t>Bonus</a:t>
            </a:r>
            <a:r>
              <a:rPr b="0" i="0" lang="en-US" sz="2400" u="none" cap="none" strike="noStrike">
                <a:solidFill>
                  <a:srgbClr val="FFFFFF"/>
                </a:solidFill>
                <a:latin typeface="Kdam Thmor Pro"/>
                <a:ea typeface="Kdam Thmor Pro"/>
                <a:cs typeface="Kdam Thmor Pro"/>
                <a:sym typeface="Kdam Thmor Pro"/>
              </a:rPr>
              <a:t> Task</a:t>
            </a:r>
            <a:r>
              <a:rPr b="0" i="0" lang="en-US" sz="3600" u="none" cap="none" strike="noStrike">
                <a:solidFill>
                  <a:srgbClr val="FFFFFF"/>
                </a:solidFill>
                <a:latin typeface="Kdam Thmor Pro"/>
                <a:ea typeface="Kdam Thmor Pro"/>
                <a:cs typeface="Kdam Thmor Pro"/>
                <a:sym typeface="Kdam Thmor Pro"/>
              </a:rPr>
              <a:t> Review</a:t>
            </a:r>
            <a:endParaRPr b="0" i="0" sz="1400" u="none" cap="none" strike="noStrike">
              <a:solidFill>
                <a:srgbClr val="000000"/>
              </a:solidFill>
              <a:latin typeface="Arial"/>
              <a:ea typeface="Arial"/>
              <a:cs typeface="Arial"/>
              <a:sym typeface="Arial"/>
            </a:endParaRPr>
          </a:p>
        </p:txBody>
      </p:sp>
      <p:sp>
        <p:nvSpPr>
          <p:cNvPr id="1024" name="Google Shape;1024;g3b3a45db5ed_1_4053"/>
          <p:cNvSpPr txBox="1"/>
          <p:nvPr>
            <p:ph idx="1" type="body"/>
          </p:nvPr>
        </p:nvSpPr>
        <p:spPr>
          <a:xfrm>
            <a:off x="7899288" y="2357480"/>
            <a:ext cx="3396600" cy="4094100"/>
          </a:xfrm>
          <a:prstGeom prst="rect">
            <a:avLst/>
          </a:prstGeom>
          <a:noFill/>
          <a:ln>
            <a:noFill/>
          </a:ln>
        </p:spPr>
        <p:txBody>
          <a:bodyPr anchorCtr="0" anchor="ctr" bIns="45700" lIns="91425" spcFirstLastPara="1" rIns="91425" wrap="square" tIns="45700">
            <a:noAutofit/>
          </a:bodyPr>
          <a:lstStyle>
            <a:lvl1pPr indent="-400050" lvl="0" marL="457200" marR="0" rtl="0" algn="l">
              <a:lnSpc>
                <a:spcPct val="100000"/>
              </a:lnSpc>
              <a:spcBef>
                <a:spcPts val="0"/>
              </a:spcBef>
              <a:spcAft>
                <a:spcPts val="0"/>
              </a:spcAft>
              <a:buClr>
                <a:srgbClr val="05FDFF"/>
              </a:buClr>
              <a:buSzPts val="2700"/>
              <a:buFont typeface="Kdam Thmor Pro"/>
              <a:buChar char="+"/>
              <a:defRPr b="0" i="0" sz="18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025" name="Google Shape;1025;g3b3a45db5ed_1_4053"/>
          <p:cNvSpPr txBox="1"/>
          <p:nvPr/>
        </p:nvSpPr>
        <p:spPr>
          <a:xfrm>
            <a:off x="2631654" y="432524"/>
            <a:ext cx="967500" cy="782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5400"/>
              <a:buFont typeface="Arial"/>
              <a:buNone/>
            </a:pPr>
            <a:r>
              <a:rPr b="0" i="0" lang="en-US" sz="5400" u="none" cap="none" strike="noStrike">
                <a:solidFill>
                  <a:srgbClr val="05FDFF"/>
                </a:solidFill>
                <a:latin typeface="Kdam Thmor Pro"/>
                <a:ea typeface="Kdam Thmor Pro"/>
                <a:cs typeface="Kdam Thmor Pro"/>
                <a:sym typeface="Kdam Thmor Pro"/>
              </a:rPr>
              <a:t>+</a:t>
            </a:r>
            <a:endParaRPr b="0" i="0" sz="7200" u="none" cap="none" strike="noStrike">
              <a:solidFill>
                <a:srgbClr val="05FDFF"/>
              </a:solidFill>
              <a:latin typeface="Kdam Thmor Pro"/>
              <a:ea typeface="Kdam Thmor Pro"/>
              <a:cs typeface="Kdam Thmor Pro"/>
              <a:sym typeface="Kdam Thmor Pro"/>
            </a:endParaRPr>
          </a:p>
        </p:txBody>
      </p:sp>
      <p:grpSp>
        <p:nvGrpSpPr>
          <p:cNvPr id="1026" name="Google Shape;1026;g3b3a45db5ed_1_4053"/>
          <p:cNvGrpSpPr/>
          <p:nvPr/>
        </p:nvGrpSpPr>
        <p:grpSpPr>
          <a:xfrm>
            <a:off x="-86305" y="232839"/>
            <a:ext cx="2794159" cy="390024"/>
            <a:chOff x="948349" y="814223"/>
            <a:chExt cx="2794159" cy="390024"/>
          </a:xfrm>
        </p:grpSpPr>
        <p:sp>
          <p:nvSpPr>
            <p:cNvPr id="1027" name="Google Shape;1027;g3b3a45db5ed_1_405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28" name="Google Shape;1028;g3b3a45db5ed_1_405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029" name="Google Shape;1029;g3b3a45db5ed_1_4053"/>
          <p:cNvGrpSpPr/>
          <p:nvPr/>
        </p:nvGrpSpPr>
        <p:grpSpPr>
          <a:xfrm flipH="1" rot="10800000">
            <a:off x="-86305" y="1933581"/>
            <a:ext cx="2794159" cy="390024"/>
            <a:chOff x="948349" y="814223"/>
            <a:chExt cx="2794159" cy="390024"/>
          </a:xfrm>
        </p:grpSpPr>
        <p:sp>
          <p:nvSpPr>
            <p:cNvPr id="1030" name="Google Shape;1030;g3b3a45db5ed_1_405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31" name="Google Shape;1031;g3b3a45db5ed_1_405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032" name="Google Shape;1032;g3b3a45db5ed_1_4053"/>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33" name="Google Shape;1033;g3b3a45db5ed_1_4053"/>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34" name="Google Shape;1034;g3b3a45db5ed_1_4053"/>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35" name="Google Shape;1035;g3b3a45db5ed_1_4053"/>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36" name="Google Shape;1036;g3b3a45db5ed_1_4053"/>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37" name="Google Shape;1037;g3b3a45db5ed_1_4053"/>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25"/>
                                        </p:tgtEl>
                                        <p:attrNameLst>
                                          <p:attrName>style.visibility</p:attrName>
                                        </p:attrNameLst>
                                      </p:cBhvr>
                                      <p:to>
                                        <p:strVal val="visible"/>
                                      </p:to>
                                    </p:set>
                                    <p:animEffect filter="fade" transition="in">
                                      <p:cBhvr>
                                        <p:cTn dur="1000"/>
                                        <p:tgtEl>
                                          <p:spTgt spid="10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COMPLETED">
  <p:cSld name="SESSION COMPLETED">
    <p:spTree>
      <p:nvGrpSpPr>
        <p:cNvPr id="1038" name="Shape 1038"/>
        <p:cNvGrpSpPr/>
        <p:nvPr/>
      </p:nvGrpSpPr>
      <p:grpSpPr>
        <a:xfrm>
          <a:off x="0" y="0"/>
          <a:ext cx="0" cy="0"/>
          <a:chOff x="0" y="0"/>
          <a:chExt cx="0" cy="0"/>
        </a:xfrm>
      </p:grpSpPr>
      <p:sp>
        <p:nvSpPr>
          <p:cNvPr id="1039" name="Google Shape;1039;g3b3a45db5ed_1_4076"/>
          <p:cNvSpPr/>
          <p:nvPr/>
        </p:nvSpPr>
        <p:spPr>
          <a:xfrm rot="-1671989">
            <a:off x="6649791" y="5111212"/>
            <a:ext cx="1016018" cy="9334190"/>
          </a:xfrm>
          <a:prstGeom prst="ellipse">
            <a:avLst/>
          </a:prstGeom>
          <a:solidFill>
            <a:srgbClr val="05FDFF">
              <a:alpha val="2549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40" name="Google Shape;1040;g3b3a45db5ed_1_4076"/>
          <p:cNvSpPr/>
          <p:nvPr/>
        </p:nvSpPr>
        <p:spPr>
          <a:xfrm rot="-1671989">
            <a:off x="6354823" y="5937122"/>
            <a:ext cx="1016018" cy="9334190"/>
          </a:xfrm>
          <a:prstGeom prst="ellipse">
            <a:avLst/>
          </a:prstGeom>
          <a:solidFill>
            <a:srgbClr val="05FDFF">
              <a:alpha val="2549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41" name="Google Shape;1041;g3b3a45db5ed_1_4076"/>
          <p:cNvSpPr/>
          <p:nvPr/>
        </p:nvSpPr>
        <p:spPr>
          <a:xfrm rot="-1671989">
            <a:off x="7835718" y="5278485"/>
            <a:ext cx="1016018" cy="9334190"/>
          </a:xfrm>
          <a:prstGeom prst="ellipse">
            <a:avLst/>
          </a:prstGeom>
          <a:solidFill>
            <a:srgbClr val="05FDFF">
              <a:alpha val="2549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42" name="Google Shape;1042;g3b3a45db5ed_1_4076"/>
          <p:cNvSpPr/>
          <p:nvPr/>
        </p:nvSpPr>
        <p:spPr>
          <a:xfrm flipH="1" rot="1671989">
            <a:off x="4220691" y="5362121"/>
            <a:ext cx="1016018" cy="9334190"/>
          </a:xfrm>
          <a:prstGeom prst="ellipse">
            <a:avLst/>
          </a:prstGeom>
          <a:solidFill>
            <a:srgbClr val="05FDFF">
              <a:alpha val="2549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43" name="Google Shape;1043;g3b3a45db5ed_1_4076"/>
          <p:cNvSpPr/>
          <p:nvPr/>
        </p:nvSpPr>
        <p:spPr>
          <a:xfrm flipH="1" rot="1671989">
            <a:off x="3121903" y="5775076"/>
            <a:ext cx="1016018" cy="9334190"/>
          </a:xfrm>
          <a:prstGeom prst="ellipse">
            <a:avLst/>
          </a:prstGeom>
          <a:solidFill>
            <a:srgbClr val="05FDFF">
              <a:alpha val="2549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44" name="Google Shape;1044;g3b3a45db5ed_1_4076"/>
          <p:cNvSpPr/>
          <p:nvPr/>
        </p:nvSpPr>
        <p:spPr>
          <a:xfrm flipH="1" rot="1671989">
            <a:off x="4738399" y="5937122"/>
            <a:ext cx="1016018" cy="9334190"/>
          </a:xfrm>
          <a:prstGeom prst="ellipse">
            <a:avLst/>
          </a:prstGeom>
          <a:solidFill>
            <a:srgbClr val="05FDFF">
              <a:alpha val="2549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45" name="Google Shape;1045;g3b3a45db5ed_1_4076"/>
          <p:cNvSpPr txBox="1"/>
          <p:nvPr/>
        </p:nvSpPr>
        <p:spPr>
          <a:xfrm>
            <a:off x="3955439" y="2145041"/>
            <a:ext cx="4281000" cy="66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11229"/>
              </a:buClr>
              <a:buSzPts val="4800"/>
              <a:buFont typeface="Arial"/>
              <a:buNone/>
            </a:pPr>
            <a:r>
              <a:rPr b="0" i="0" lang="en-US" sz="4800" u="none" cap="none" strike="noStrike">
                <a:solidFill>
                  <a:srgbClr val="FFFFFF"/>
                </a:solidFill>
                <a:latin typeface="Kdam Thmor Pro"/>
                <a:ea typeface="Kdam Thmor Pro"/>
                <a:cs typeface="Kdam Thmor Pro"/>
                <a:sym typeface="Kdam Thmor Pro"/>
              </a:rPr>
              <a:t>Session</a:t>
            </a:r>
            <a:endParaRPr b="0" i="0" sz="1400" u="none" cap="none" strike="noStrike">
              <a:solidFill>
                <a:srgbClr val="000000"/>
              </a:solidFill>
              <a:latin typeface="Arial"/>
              <a:ea typeface="Arial"/>
              <a:cs typeface="Arial"/>
              <a:sym typeface="Arial"/>
            </a:endParaRPr>
          </a:p>
        </p:txBody>
      </p:sp>
      <p:sp>
        <p:nvSpPr>
          <p:cNvPr id="1046" name="Google Shape;1046;g3b3a45db5ed_1_4076"/>
          <p:cNvSpPr txBox="1"/>
          <p:nvPr/>
        </p:nvSpPr>
        <p:spPr>
          <a:xfrm>
            <a:off x="3955439" y="2839068"/>
            <a:ext cx="4281000" cy="120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11229"/>
              </a:buClr>
              <a:buSzPts val="6000"/>
              <a:buFont typeface="Arial"/>
              <a:buNone/>
            </a:pPr>
            <a:r>
              <a:rPr b="0" i="0" lang="en-US" sz="6000" u="none" cap="none" strike="noStrike">
                <a:solidFill>
                  <a:srgbClr val="FFFFFF"/>
                </a:solidFill>
                <a:latin typeface="Kdam Thmor Pro"/>
                <a:ea typeface="Kdam Thmor Pro"/>
                <a:cs typeface="Kdam Thmor Pro"/>
                <a:sym typeface="Kdam Thmor Pro"/>
              </a:rPr>
              <a:t>Completed </a:t>
            </a:r>
            <a:endParaRPr b="0" i="0" sz="1400" u="none" cap="none" strike="noStrike">
              <a:solidFill>
                <a:srgbClr val="000000"/>
              </a:solidFill>
              <a:latin typeface="Arial"/>
              <a:ea typeface="Arial"/>
              <a:cs typeface="Arial"/>
              <a:sym typeface="Arial"/>
            </a:endParaRPr>
          </a:p>
        </p:txBody>
      </p:sp>
      <p:sp>
        <p:nvSpPr>
          <p:cNvPr id="1047" name="Google Shape;1047;g3b3a45db5ed_1_4076"/>
          <p:cNvSpPr/>
          <p:nvPr/>
        </p:nvSpPr>
        <p:spPr>
          <a:xfrm>
            <a:off x="-629232" y="1812082"/>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41"/>
                                        </p:tgtEl>
                                        <p:attrNameLst>
                                          <p:attrName>style.visibility</p:attrName>
                                        </p:attrNameLst>
                                      </p:cBhvr>
                                      <p:to>
                                        <p:strVal val="visible"/>
                                      </p:to>
                                    </p:set>
                                    <p:anim calcmode="lin" valueType="num">
                                      <p:cBhvr additive="base">
                                        <p:cTn dur="500"/>
                                        <p:tgtEl>
                                          <p:spTgt spid="104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039"/>
                                        </p:tgtEl>
                                        <p:attrNameLst>
                                          <p:attrName>style.visibility</p:attrName>
                                        </p:attrNameLst>
                                      </p:cBhvr>
                                      <p:to>
                                        <p:strVal val="visible"/>
                                      </p:to>
                                    </p:set>
                                    <p:anim calcmode="lin" valueType="num">
                                      <p:cBhvr additive="base">
                                        <p:cTn dur="500"/>
                                        <p:tgtEl>
                                          <p:spTgt spid="103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040"/>
                                        </p:tgtEl>
                                        <p:attrNameLst>
                                          <p:attrName>style.visibility</p:attrName>
                                        </p:attrNameLst>
                                      </p:cBhvr>
                                      <p:to>
                                        <p:strVal val="visible"/>
                                      </p:to>
                                    </p:set>
                                    <p:anim calcmode="lin" valueType="num">
                                      <p:cBhvr additive="base">
                                        <p:cTn dur="500"/>
                                        <p:tgtEl>
                                          <p:spTgt spid="104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044"/>
                                        </p:tgtEl>
                                        <p:attrNameLst>
                                          <p:attrName>style.visibility</p:attrName>
                                        </p:attrNameLst>
                                      </p:cBhvr>
                                      <p:to>
                                        <p:strVal val="visible"/>
                                      </p:to>
                                    </p:set>
                                    <p:anim calcmode="lin" valueType="num">
                                      <p:cBhvr additive="base">
                                        <p:cTn dur="500"/>
                                        <p:tgtEl>
                                          <p:spTgt spid="104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042"/>
                                        </p:tgtEl>
                                        <p:attrNameLst>
                                          <p:attrName>style.visibility</p:attrName>
                                        </p:attrNameLst>
                                      </p:cBhvr>
                                      <p:to>
                                        <p:strVal val="visible"/>
                                      </p:to>
                                    </p:set>
                                    <p:anim calcmode="lin" valueType="num">
                                      <p:cBhvr additive="base">
                                        <p:cTn dur="500"/>
                                        <p:tgtEl>
                                          <p:spTgt spid="104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043"/>
                                        </p:tgtEl>
                                        <p:attrNameLst>
                                          <p:attrName>style.visibility</p:attrName>
                                        </p:attrNameLst>
                                      </p:cBhvr>
                                      <p:to>
                                        <p:strVal val="visible"/>
                                      </p:to>
                                    </p:set>
                                    <p:anim calcmode="lin" valueType="num">
                                      <p:cBhvr additive="base">
                                        <p:cTn dur="500"/>
                                        <p:tgtEl>
                                          <p:spTgt spid="1043"/>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1047"/>
                                        </p:tgtEl>
                                        <p:attrNameLst>
                                          <p:attrName>style.visibility</p:attrName>
                                        </p:attrNameLst>
                                      </p:cBhvr>
                                      <p:to>
                                        <p:strVal val="visible"/>
                                      </p:to>
                                    </p:set>
                                    <p:animEffect filter="fade" transition="in">
                                      <p:cBhvr>
                                        <p:cTn dur="500"/>
                                        <p:tgtEl>
                                          <p:spTgt spid="1047"/>
                                        </p:tgtEl>
                                      </p:cBhvr>
                                    </p:animEffect>
                                  </p:childTnLst>
                                </p:cTn>
                              </p:par>
                              <p:par>
                                <p:cTn fill="hold" nodeType="withEffect" presetClass="entr" presetID="10" presetSubtype="0">
                                  <p:stCondLst>
                                    <p:cond delay="0"/>
                                  </p:stCondLst>
                                  <p:childTnLst>
                                    <p:set>
                                      <p:cBhvr>
                                        <p:cTn dur="1" fill="hold">
                                          <p:stCondLst>
                                            <p:cond delay="0"/>
                                          </p:stCondLst>
                                        </p:cTn>
                                        <p:tgtEl>
                                          <p:spTgt spid="1047"/>
                                        </p:tgtEl>
                                        <p:attrNameLst>
                                          <p:attrName>style.visibility</p:attrName>
                                        </p:attrNameLst>
                                      </p:cBhvr>
                                      <p:to>
                                        <p:strVal val="visible"/>
                                      </p:to>
                                    </p:set>
                                    <p:animEffect filter="fade" transition="in">
                                      <p:cBhvr>
                                        <p:cTn dur="500"/>
                                        <p:tgtEl>
                                          <p:spTgt spid="1047"/>
                                        </p:tgtEl>
                                      </p:cBhvr>
                                    </p:animEffect>
                                  </p:childTnLst>
                                </p:cTn>
                              </p:par>
                            </p:childTnLst>
                          </p:cTn>
                        </p:par>
                        <p:par>
                          <p:cTn fill="hold">
                            <p:stCondLst>
                              <p:cond delay="500"/>
                            </p:stCondLst>
                            <p:childTnLst>
                              <p:par>
                                <p:cTn fill="hold" nodeType="afterEffect" presetClass="entr" presetID="10" presetSubtype="0">
                                  <p:stCondLst>
                                    <p:cond delay="600"/>
                                  </p:stCondLst>
                                  <p:childTnLst>
                                    <p:set>
                                      <p:cBhvr>
                                        <p:cTn dur="1" fill="hold">
                                          <p:stCondLst>
                                            <p:cond delay="0"/>
                                          </p:stCondLst>
                                        </p:cTn>
                                        <p:tgtEl>
                                          <p:spTgt spid="1045"/>
                                        </p:tgtEl>
                                        <p:attrNameLst>
                                          <p:attrName>style.visibility</p:attrName>
                                        </p:attrNameLst>
                                      </p:cBhvr>
                                      <p:to>
                                        <p:strVal val="visible"/>
                                      </p:to>
                                    </p:set>
                                    <p:animEffect filter="fade" transition="in">
                                      <p:cBhvr>
                                        <p:cTn dur="500"/>
                                        <p:tgtEl>
                                          <p:spTgt spid="1045"/>
                                        </p:tgtEl>
                                      </p:cBhvr>
                                    </p:animEffect>
                                  </p:childTnLst>
                                </p:cTn>
                              </p:par>
                              <p:par>
                                <p:cTn fill="hold" nodeType="withEffect" presetClass="entr" presetID="10" presetSubtype="0">
                                  <p:stCondLst>
                                    <p:cond delay="400"/>
                                  </p:stCondLst>
                                  <p:childTnLst>
                                    <p:set>
                                      <p:cBhvr>
                                        <p:cTn dur="1" fill="hold">
                                          <p:stCondLst>
                                            <p:cond delay="0"/>
                                          </p:stCondLst>
                                        </p:cTn>
                                        <p:tgtEl>
                                          <p:spTgt spid="1046"/>
                                        </p:tgtEl>
                                        <p:attrNameLst>
                                          <p:attrName>style.visibility</p:attrName>
                                        </p:attrNameLst>
                                      </p:cBhvr>
                                      <p:to>
                                        <p:strVal val="visible"/>
                                      </p:to>
                                    </p:set>
                                    <p:animEffect filter="fade" transition="in">
                                      <p:cBhvr>
                                        <p:cTn dur="500"/>
                                        <p:tgtEl>
                                          <p:spTgt spid="1046"/>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1047"/>
                                        </p:tgtEl>
                                      </p:cBhvr>
                                    </p:animEffect>
                                    <p:set>
                                      <p:cBhvr>
                                        <p:cTn dur="1" fill="hold">
                                          <p:stCondLst>
                                            <p:cond delay="500"/>
                                          </p:stCondLst>
                                        </p:cTn>
                                        <p:tgtEl>
                                          <p:spTgt spid="104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tep (H+PIC+NO.+HINT) 1">
  <p:cSld name="3Step (H+PIC+NO.+HINT)_1">
    <p:spTree>
      <p:nvGrpSpPr>
        <p:cNvPr id="1048" name="Shape 1048"/>
        <p:cNvGrpSpPr/>
        <p:nvPr/>
      </p:nvGrpSpPr>
      <p:grpSpPr>
        <a:xfrm>
          <a:off x="0" y="0"/>
          <a:ext cx="0" cy="0"/>
          <a:chOff x="0" y="0"/>
          <a:chExt cx="0" cy="0"/>
        </a:xfrm>
      </p:grpSpPr>
      <p:grpSp>
        <p:nvGrpSpPr>
          <p:cNvPr id="1049" name="Google Shape;1049;g3b3a45db5ed_1_4086"/>
          <p:cNvGrpSpPr/>
          <p:nvPr/>
        </p:nvGrpSpPr>
        <p:grpSpPr>
          <a:xfrm>
            <a:off x="2148127" y="1620732"/>
            <a:ext cx="8449743" cy="4433003"/>
            <a:chOff x="-413326" y="937285"/>
            <a:chExt cx="4433003" cy="4433003"/>
          </a:xfrm>
        </p:grpSpPr>
        <p:sp>
          <p:nvSpPr>
            <p:cNvPr id="1050" name="Google Shape;1050;g3b3a45db5ed_1_408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51" name="Google Shape;1051;g3b3a45db5ed_1_408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52" name="Google Shape;1052;g3b3a45db5ed_1_408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53" name="Google Shape;1053;g3b3a45db5ed_1_408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054" name="Google Shape;1054;g3b3a45db5ed_1_4086"/>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1055" name="Google Shape;1055;g3b3a45db5ed_1_4086"/>
          <p:cNvSpPr/>
          <p:nvPr>
            <p:ph idx="2" type="pic"/>
          </p:nvPr>
        </p:nvSpPr>
        <p:spPr>
          <a:xfrm>
            <a:off x="2699657" y="1900415"/>
            <a:ext cx="7323300" cy="3913500"/>
          </a:xfrm>
          <a:prstGeom prst="rect">
            <a:avLst/>
          </a:prstGeom>
          <a:noFill/>
          <a:ln>
            <a:noFill/>
          </a:ln>
        </p:spPr>
      </p:sp>
      <p:sp>
        <p:nvSpPr>
          <p:cNvPr id="1056" name="Google Shape;1056;g3b3a45db5ed_1_4086"/>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057" name="Google Shape;1057;g3b3a45db5ed_1_4086"/>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1058" name="Google Shape;1058;g3b3a45db5ed_1_4086"/>
          <p:cNvGrpSpPr/>
          <p:nvPr/>
        </p:nvGrpSpPr>
        <p:grpSpPr>
          <a:xfrm>
            <a:off x="8589558" y="6331536"/>
            <a:ext cx="256344" cy="68100"/>
            <a:chOff x="781167" y="5836673"/>
            <a:chExt cx="256344" cy="68100"/>
          </a:xfrm>
        </p:grpSpPr>
        <p:sp>
          <p:nvSpPr>
            <p:cNvPr id="1059" name="Google Shape;1059;g3b3a45db5ed_1_4086"/>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1060" name="Google Shape;1060;g3b3a45db5ed_1_4086"/>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1061" name="Google Shape;1061;g3b3a45db5ed_1_4086"/>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1062" name="Google Shape;1062;g3b3a45db5ed_1_4086"/>
          <p:cNvGrpSpPr/>
          <p:nvPr/>
        </p:nvGrpSpPr>
        <p:grpSpPr>
          <a:xfrm>
            <a:off x="11722369" y="5812872"/>
            <a:ext cx="315939" cy="409183"/>
            <a:chOff x="11575262" y="5512453"/>
            <a:chExt cx="315939" cy="409183"/>
          </a:xfrm>
        </p:grpSpPr>
        <p:sp>
          <p:nvSpPr>
            <p:cNvPr id="1063" name="Google Shape;1063;g3b3a45db5ed_1_4086"/>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64" name="Google Shape;1064;g3b3a45db5ed_1_4086"/>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65" name="Google Shape;1065;g3b3a45db5ed_1_4086"/>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049"/>
                                        </p:tgtEl>
                                        <p:attrNameLst>
                                          <p:attrName>style.visibility</p:attrName>
                                        </p:attrNameLst>
                                      </p:cBhvr>
                                      <p:to>
                                        <p:strVal val="visible"/>
                                      </p:to>
                                    </p:set>
                                    <p:anim calcmode="lin" valueType="num">
                                      <p:cBhvr additive="base">
                                        <p:cTn dur="2250"/>
                                        <p:tgtEl>
                                          <p:spTgt spid="1049"/>
                                        </p:tgtEl>
                                        <p:attrNameLst>
                                          <p:attrName>ppt_w</p:attrName>
                                        </p:attrNameLst>
                                      </p:cBhvr>
                                      <p:tavLst>
                                        <p:tav fmla="" tm="0">
                                          <p:val>
                                            <p:strVal val="0"/>
                                          </p:val>
                                        </p:tav>
                                        <p:tav fmla="" tm="100000">
                                          <p:val>
                                            <p:strVal val="#ppt_w"/>
                                          </p:val>
                                        </p:tav>
                                      </p:tavLst>
                                    </p:anim>
                                    <p:anim calcmode="lin" valueType="num">
                                      <p:cBhvr additive="base">
                                        <p:cTn dur="2250"/>
                                        <p:tgtEl>
                                          <p:spTgt spid="1049"/>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1055"/>
                                        </p:tgtEl>
                                        <p:attrNameLst>
                                          <p:attrName>style.visibility</p:attrName>
                                        </p:attrNameLst>
                                      </p:cBhvr>
                                      <p:to>
                                        <p:strVal val="visible"/>
                                      </p:to>
                                    </p:set>
                                    <p:animEffect filter="fade" transition="in">
                                      <p:cBhvr>
                                        <p:cTn dur="500"/>
                                        <p:tgtEl>
                                          <p:spTgt spid="10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gtEl>
                                        <p:attrNameLst>
                                          <p:attrName>style.visibility</p:attrName>
                                        </p:attrNameLst>
                                      </p:cBhvr>
                                      <p:to>
                                        <p:strVal val="visible"/>
                                      </p:to>
                                    </p:set>
                                    <p:animEffect filter="fade" transition="in">
                                      <p:cBhvr>
                                        <p:cTn dur="500"/>
                                        <p:tgtEl>
                                          <p:spTgt spid="105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61"/>
                                        </p:tgtEl>
                                        <p:attrNameLst>
                                          <p:attrName>style.visibility</p:attrName>
                                        </p:attrNameLst>
                                      </p:cBhvr>
                                      <p:to>
                                        <p:strVal val="visible"/>
                                      </p:to>
                                    </p:set>
                                    <p:animEffect filter="fade" transition="in">
                                      <p:cBhvr>
                                        <p:cTn dur="500"/>
                                        <p:tgtEl>
                                          <p:spTgt spid="10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1">
  <p:cSld name="WA_3Step (H+PIC+NO.+HINT)_1">
    <p:spTree>
      <p:nvGrpSpPr>
        <p:cNvPr id="1066" name="Shape 1066"/>
        <p:cNvGrpSpPr/>
        <p:nvPr/>
      </p:nvGrpSpPr>
      <p:grpSpPr>
        <a:xfrm>
          <a:off x="0" y="0"/>
          <a:ext cx="0" cy="0"/>
          <a:chOff x="0" y="0"/>
          <a:chExt cx="0" cy="0"/>
        </a:xfrm>
      </p:grpSpPr>
      <p:grpSp>
        <p:nvGrpSpPr>
          <p:cNvPr id="1067" name="Google Shape;1067;g3b3a45db5ed_1_4104"/>
          <p:cNvGrpSpPr/>
          <p:nvPr/>
        </p:nvGrpSpPr>
        <p:grpSpPr>
          <a:xfrm>
            <a:off x="2148127" y="1620732"/>
            <a:ext cx="8449743" cy="4433003"/>
            <a:chOff x="-413326" y="937285"/>
            <a:chExt cx="4433003" cy="4433003"/>
          </a:xfrm>
        </p:grpSpPr>
        <p:sp>
          <p:nvSpPr>
            <p:cNvPr id="1068" name="Google Shape;1068;g3b3a45db5ed_1_4104"/>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69" name="Google Shape;1069;g3b3a45db5ed_1_4104"/>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70" name="Google Shape;1070;g3b3a45db5ed_1_4104"/>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71" name="Google Shape;1071;g3b3a45db5ed_1_4104"/>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072" name="Google Shape;1072;g3b3a45db5ed_1_4104"/>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1073" name="Google Shape;1073;g3b3a45db5ed_1_4104"/>
          <p:cNvSpPr/>
          <p:nvPr>
            <p:ph idx="2" type="pic"/>
          </p:nvPr>
        </p:nvSpPr>
        <p:spPr>
          <a:xfrm>
            <a:off x="2699657" y="1900415"/>
            <a:ext cx="7323300" cy="3913500"/>
          </a:xfrm>
          <a:prstGeom prst="rect">
            <a:avLst/>
          </a:prstGeom>
          <a:noFill/>
          <a:ln>
            <a:noFill/>
          </a:ln>
        </p:spPr>
      </p:sp>
      <p:sp>
        <p:nvSpPr>
          <p:cNvPr id="1074" name="Google Shape;1074;g3b3a45db5ed_1_4104"/>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075" name="Google Shape;1075;g3b3a45db5ed_1_4104"/>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1076" name="Google Shape;1076;g3b3a45db5ed_1_4104"/>
          <p:cNvGrpSpPr/>
          <p:nvPr/>
        </p:nvGrpSpPr>
        <p:grpSpPr>
          <a:xfrm>
            <a:off x="8589558" y="6331536"/>
            <a:ext cx="256344" cy="68100"/>
            <a:chOff x="781167" y="5836673"/>
            <a:chExt cx="256344" cy="68100"/>
          </a:xfrm>
        </p:grpSpPr>
        <p:sp>
          <p:nvSpPr>
            <p:cNvPr id="1077" name="Google Shape;1077;g3b3a45db5ed_1_4104"/>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1078" name="Google Shape;1078;g3b3a45db5ed_1_4104"/>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1079" name="Google Shape;1079;g3b3a45db5ed_1_4104"/>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1080" name="Google Shape;1080;g3b3a45db5ed_1_4104"/>
          <p:cNvGrpSpPr/>
          <p:nvPr/>
        </p:nvGrpSpPr>
        <p:grpSpPr>
          <a:xfrm>
            <a:off x="11722369" y="5812872"/>
            <a:ext cx="315939" cy="409183"/>
            <a:chOff x="11575262" y="5512453"/>
            <a:chExt cx="315939" cy="409183"/>
          </a:xfrm>
        </p:grpSpPr>
        <p:sp>
          <p:nvSpPr>
            <p:cNvPr id="1081" name="Google Shape;1081;g3b3a45db5ed_1_4104"/>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82" name="Google Shape;1082;g3b3a45db5ed_1_4104"/>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83" name="Google Shape;1083;g3b3a45db5ed_1_4104"/>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6"/>
                                        </p:tgtEl>
                                        <p:attrNameLst>
                                          <p:attrName>style.visibility</p:attrName>
                                        </p:attrNameLst>
                                      </p:cBhvr>
                                      <p:to>
                                        <p:strVal val="visible"/>
                                      </p:to>
                                    </p:set>
                                    <p:animEffect filter="fade" transition="in">
                                      <p:cBhvr>
                                        <p:cTn dur="500"/>
                                        <p:tgtEl>
                                          <p:spTgt spid="107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79"/>
                                        </p:tgtEl>
                                        <p:attrNameLst>
                                          <p:attrName>style.visibility</p:attrName>
                                        </p:attrNameLst>
                                      </p:cBhvr>
                                      <p:to>
                                        <p:strVal val="visible"/>
                                      </p:to>
                                    </p:set>
                                    <p:animEffect filter="fade" transition="in">
                                      <p:cBhvr>
                                        <p:cTn dur="500"/>
                                        <p:tgtEl>
                                          <p:spTgt spid="10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Topic/P/V/S">
  <p:cSld name="Brainstorming+Topic/P/V/S">
    <p:spTree>
      <p:nvGrpSpPr>
        <p:cNvPr id="1084" name="Shape 1084"/>
        <p:cNvGrpSpPr/>
        <p:nvPr/>
      </p:nvGrpSpPr>
      <p:grpSpPr>
        <a:xfrm>
          <a:off x="0" y="0"/>
          <a:ext cx="0" cy="0"/>
          <a:chOff x="0" y="0"/>
          <a:chExt cx="0" cy="0"/>
        </a:xfrm>
      </p:grpSpPr>
      <p:grpSp>
        <p:nvGrpSpPr>
          <p:cNvPr id="1085" name="Google Shape;1085;g3b3a45db5ed_1_4122"/>
          <p:cNvGrpSpPr/>
          <p:nvPr/>
        </p:nvGrpSpPr>
        <p:grpSpPr>
          <a:xfrm>
            <a:off x="9966437" y="3263943"/>
            <a:ext cx="350865" cy="2153064"/>
            <a:chOff x="8734426" y="1856356"/>
            <a:chExt cx="337500" cy="2071050"/>
          </a:xfrm>
        </p:grpSpPr>
        <p:sp>
          <p:nvSpPr>
            <p:cNvPr id="1086" name="Google Shape;1086;g3b3a45db5ed_1_4122"/>
            <p:cNvSpPr/>
            <p:nvPr/>
          </p:nvSpPr>
          <p:spPr>
            <a:xfrm>
              <a:off x="8734426" y="1856356"/>
              <a:ext cx="337500" cy="3375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87" name="Google Shape;1087;g3b3a45db5ed_1_4122"/>
            <p:cNvSpPr/>
            <p:nvPr/>
          </p:nvSpPr>
          <p:spPr>
            <a:xfrm>
              <a:off x="8734426" y="3589906"/>
              <a:ext cx="337500" cy="3375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088" name="Google Shape;1088;g3b3a45db5ed_1_4122"/>
          <p:cNvGrpSpPr/>
          <p:nvPr/>
        </p:nvGrpSpPr>
        <p:grpSpPr>
          <a:xfrm>
            <a:off x="9966437" y="3263943"/>
            <a:ext cx="350865" cy="2153064"/>
            <a:chOff x="8734426" y="1856356"/>
            <a:chExt cx="337500" cy="2071050"/>
          </a:xfrm>
        </p:grpSpPr>
        <p:sp>
          <p:nvSpPr>
            <p:cNvPr id="1089" name="Google Shape;1089;g3b3a45db5ed_1_4122"/>
            <p:cNvSpPr/>
            <p:nvPr/>
          </p:nvSpPr>
          <p:spPr>
            <a:xfrm>
              <a:off x="8734426" y="1856356"/>
              <a:ext cx="337500" cy="337500"/>
            </a:xfrm>
            <a:prstGeom prst="ellipse">
              <a:avLst/>
            </a:prstGeom>
            <a:solidFill>
              <a:srgbClr val="25FA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90" name="Google Shape;1090;g3b3a45db5ed_1_4122"/>
            <p:cNvSpPr/>
            <p:nvPr/>
          </p:nvSpPr>
          <p:spPr>
            <a:xfrm>
              <a:off x="8734426" y="3589906"/>
              <a:ext cx="337500" cy="337500"/>
            </a:xfrm>
            <a:prstGeom prst="ellipse">
              <a:avLst/>
            </a:prstGeom>
            <a:solidFill>
              <a:srgbClr val="25FA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091" name="Google Shape;1091;g3b3a45db5ed_1_4122"/>
          <p:cNvGrpSpPr/>
          <p:nvPr/>
        </p:nvGrpSpPr>
        <p:grpSpPr>
          <a:xfrm>
            <a:off x="9966493" y="3263943"/>
            <a:ext cx="350865" cy="2153064"/>
            <a:chOff x="11049001" y="1856356"/>
            <a:chExt cx="337500" cy="2071050"/>
          </a:xfrm>
        </p:grpSpPr>
        <p:sp>
          <p:nvSpPr>
            <p:cNvPr id="1092" name="Google Shape;1092;g3b3a45db5ed_1_4122"/>
            <p:cNvSpPr/>
            <p:nvPr/>
          </p:nvSpPr>
          <p:spPr>
            <a:xfrm>
              <a:off x="11049001" y="1856356"/>
              <a:ext cx="337500" cy="337500"/>
            </a:xfrm>
            <a:prstGeom prst="ellipse">
              <a:avLst/>
            </a:prstGeom>
            <a:solidFill>
              <a:srgbClr val="E7E6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93" name="Google Shape;1093;g3b3a45db5ed_1_4122"/>
            <p:cNvSpPr/>
            <p:nvPr/>
          </p:nvSpPr>
          <p:spPr>
            <a:xfrm>
              <a:off x="11049001" y="3589906"/>
              <a:ext cx="337500" cy="337500"/>
            </a:xfrm>
            <a:prstGeom prst="ellipse">
              <a:avLst/>
            </a:prstGeom>
            <a:solidFill>
              <a:srgbClr val="E7E6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094" name="Google Shape;1094;g3b3a45db5ed_1_4122"/>
          <p:cNvGrpSpPr/>
          <p:nvPr/>
        </p:nvGrpSpPr>
        <p:grpSpPr>
          <a:xfrm>
            <a:off x="9966493" y="3263943"/>
            <a:ext cx="350865" cy="2153064"/>
            <a:chOff x="11049001" y="1856356"/>
            <a:chExt cx="337500" cy="2071050"/>
          </a:xfrm>
        </p:grpSpPr>
        <p:sp>
          <p:nvSpPr>
            <p:cNvPr id="1095" name="Google Shape;1095;g3b3a45db5ed_1_4122"/>
            <p:cNvSpPr/>
            <p:nvPr/>
          </p:nvSpPr>
          <p:spPr>
            <a:xfrm>
              <a:off x="11049001" y="1856356"/>
              <a:ext cx="337500" cy="337500"/>
            </a:xfrm>
            <a:prstGeom prst="ellipse">
              <a:avLst/>
            </a:prstGeom>
            <a:solidFill>
              <a:srgbClr val="C7E9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96" name="Google Shape;1096;g3b3a45db5ed_1_4122"/>
            <p:cNvSpPr/>
            <p:nvPr/>
          </p:nvSpPr>
          <p:spPr>
            <a:xfrm>
              <a:off x="11049001" y="3589906"/>
              <a:ext cx="337500" cy="337500"/>
            </a:xfrm>
            <a:prstGeom prst="ellipse">
              <a:avLst/>
            </a:prstGeom>
            <a:solidFill>
              <a:srgbClr val="C7E9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097" name="Google Shape;1097;g3b3a45db5ed_1_4122"/>
          <p:cNvGrpSpPr/>
          <p:nvPr/>
        </p:nvGrpSpPr>
        <p:grpSpPr>
          <a:xfrm>
            <a:off x="9966493" y="3263943"/>
            <a:ext cx="350865" cy="2153064"/>
            <a:chOff x="11049001" y="1856356"/>
            <a:chExt cx="337500" cy="2071050"/>
          </a:xfrm>
        </p:grpSpPr>
        <p:sp>
          <p:nvSpPr>
            <p:cNvPr id="1098" name="Google Shape;1098;g3b3a45db5ed_1_4122"/>
            <p:cNvSpPr/>
            <p:nvPr/>
          </p:nvSpPr>
          <p:spPr>
            <a:xfrm>
              <a:off x="11049001" y="1856356"/>
              <a:ext cx="337500" cy="337500"/>
            </a:xfrm>
            <a:prstGeom prst="ellipse">
              <a:avLst/>
            </a:prstGeom>
            <a:solidFill>
              <a:srgbClr val="A6ED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099" name="Google Shape;1099;g3b3a45db5ed_1_4122"/>
            <p:cNvSpPr/>
            <p:nvPr/>
          </p:nvSpPr>
          <p:spPr>
            <a:xfrm>
              <a:off x="11049001" y="3589906"/>
              <a:ext cx="337500" cy="337500"/>
            </a:xfrm>
            <a:prstGeom prst="ellipse">
              <a:avLst/>
            </a:prstGeom>
            <a:solidFill>
              <a:srgbClr val="A6ED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100" name="Google Shape;1100;g3b3a45db5ed_1_4122"/>
          <p:cNvGrpSpPr/>
          <p:nvPr/>
        </p:nvGrpSpPr>
        <p:grpSpPr>
          <a:xfrm>
            <a:off x="9966493" y="3263943"/>
            <a:ext cx="350865" cy="2153064"/>
            <a:chOff x="11049001" y="1856356"/>
            <a:chExt cx="337500" cy="2071050"/>
          </a:xfrm>
        </p:grpSpPr>
        <p:sp>
          <p:nvSpPr>
            <p:cNvPr id="1101" name="Google Shape;1101;g3b3a45db5ed_1_4122"/>
            <p:cNvSpPr/>
            <p:nvPr/>
          </p:nvSpPr>
          <p:spPr>
            <a:xfrm>
              <a:off x="11049001" y="1856356"/>
              <a:ext cx="337500" cy="337500"/>
            </a:xfrm>
            <a:prstGeom prst="ellipse">
              <a:avLst/>
            </a:prstGeom>
            <a:solidFill>
              <a:srgbClr val="86F0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02" name="Google Shape;1102;g3b3a45db5ed_1_4122"/>
            <p:cNvSpPr/>
            <p:nvPr/>
          </p:nvSpPr>
          <p:spPr>
            <a:xfrm>
              <a:off x="11049001" y="3589906"/>
              <a:ext cx="337500" cy="337500"/>
            </a:xfrm>
            <a:prstGeom prst="ellipse">
              <a:avLst/>
            </a:prstGeom>
            <a:solidFill>
              <a:srgbClr val="86F0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103" name="Google Shape;1103;g3b3a45db5ed_1_4122"/>
          <p:cNvGrpSpPr/>
          <p:nvPr/>
        </p:nvGrpSpPr>
        <p:grpSpPr>
          <a:xfrm>
            <a:off x="9966493" y="3263943"/>
            <a:ext cx="350865" cy="2153064"/>
            <a:chOff x="11049001" y="1856356"/>
            <a:chExt cx="337500" cy="2071050"/>
          </a:xfrm>
        </p:grpSpPr>
        <p:sp>
          <p:nvSpPr>
            <p:cNvPr id="1104" name="Google Shape;1104;g3b3a45db5ed_1_4122"/>
            <p:cNvSpPr/>
            <p:nvPr/>
          </p:nvSpPr>
          <p:spPr>
            <a:xfrm>
              <a:off x="11049001" y="1856356"/>
              <a:ext cx="337500" cy="337500"/>
            </a:xfrm>
            <a:prstGeom prst="ellipse">
              <a:avLst/>
            </a:prstGeom>
            <a:solidFill>
              <a:srgbClr val="66F3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05" name="Google Shape;1105;g3b3a45db5ed_1_4122"/>
            <p:cNvSpPr/>
            <p:nvPr/>
          </p:nvSpPr>
          <p:spPr>
            <a:xfrm>
              <a:off x="11049001" y="3589906"/>
              <a:ext cx="337500" cy="337500"/>
            </a:xfrm>
            <a:prstGeom prst="ellipse">
              <a:avLst/>
            </a:prstGeom>
            <a:solidFill>
              <a:srgbClr val="66F3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106" name="Google Shape;1106;g3b3a45db5ed_1_4122"/>
          <p:cNvGrpSpPr/>
          <p:nvPr/>
        </p:nvGrpSpPr>
        <p:grpSpPr>
          <a:xfrm>
            <a:off x="9966493" y="3263943"/>
            <a:ext cx="350865" cy="2153064"/>
            <a:chOff x="11049001" y="1856356"/>
            <a:chExt cx="337500" cy="2071050"/>
          </a:xfrm>
        </p:grpSpPr>
        <p:sp>
          <p:nvSpPr>
            <p:cNvPr id="1107" name="Google Shape;1107;g3b3a45db5ed_1_4122"/>
            <p:cNvSpPr/>
            <p:nvPr/>
          </p:nvSpPr>
          <p:spPr>
            <a:xfrm>
              <a:off x="11049001" y="1856356"/>
              <a:ext cx="337500" cy="337500"/>
            </a:xfrm>
            <a:prstGeom prst="ellipse">
              <a:avLst/>
            </a:prstGeom>
            <a:solidFill>
              <a:srgbClr val="46F6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08" name="Google Shape;1108;g3b3a45db5ed_1_4122"/>
            <p:cNvSpPr/>
            <p:nvPr/>
          </p:nvSpPr>
          <p:spPr>
            <a:xfrm>
              <a:off x="11049001" y="3589906"/>
              <a:ext cx="337500" cy="337500"/>
            </a:xfrm>
            <a:prstGeom prst="ellipse">
              <a:avLst/>
            </a:prstGeom>
            <a:solidFill>
              <a:srgbClr val="46F6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109" name="Google Shape;1109;g3b3a45db5ed_1_4122"/>
          <p:cNvSpPr txBox="1"/>
          <p:nvPr/>
        </p:nvSpPr>
        <p:spPr>
          <a:xfrm>
            <a:off x="482600" y="729930"/>
            <a:ext cx="47244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3600"/>
              <a:buFont typeface="Arial"/>
              <a:buNone/>
            </a:pPr>
            <a:r>
              <a:rPr b="0" i="0" lang="en-US" sz="3600" u="none" cap="none" strike="noStrike">
                <a:solidFill>
                  <a:srgbClr val="FFFFFF"/>
                </a:solidFill>
                <a:latin typeface="Kdam Thmor Pro"/>
                <a:ea typeface="Kdam Thmor Pro"/>
                <a:cs typeface="Kdam Thmor Pro"/>
                <a:sym typeface="Kdam Thmor Pro"/>
              </a:rPr>
              <a:t>Brainstorming</a:t>
            </a:r>
            <a:endParaRPr b="0" i="0" sz="1400" u="none" cap="none" strike="noStrike">
              <a:solidFill>
                <a:srgbClr val="000000"/>
              </a:solidFill>
              <a:latin typeface="Arial"/>
              <a:ea typeface="Arial"/>
              <a:cs typeface="Arial"/>
              <a:sym typeface="Arial"/>
            </a:endParaRPr>
          </a:p>
        </p:txBody>
      </p:sp>
      <p:sp>
        <p:nvSpPr>
          <p:cNvPr id="1110" name="Google Shape;1110;g3b3a45db5ed_1_4122"/>
          <p:cNvSpPr txBox="1"/>
          <p:nvPr>
            <p:ph idx="1" type="body"/>
          </p:nvPr>
        </p:nvSpPr>
        <p:spPr>
          <a:xfrm>
            <a:off x="998463" y="2192299"/>
            <a:ext cx="7091400" cy="39165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4400"/>
              <a:buFont typeface="Arial"/>
              <a:buNone/>
              <a:defRPr b="0" i="0" sz="4400" u="none" cap="none" strike="noStrike">
                <a:solidFill>
                  <a:srgbClr val="05FDFF"/>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09"/>
                                        </p:tgtEl>
                                        <p:attrNameLst>
                                          <p:attrName>style.visibility</p:attrName>
                                        </p:attrNameLst>
                                      </p:cBhvr>
                                      <p:to>
                                        <p:strVal val="visible"/>
                                      </p:to>
                                    </p:set>
                                    <p:animEffect filter="fade" transition="in">
                                      <p:cBhvr>
                                        <p:cTn dur="500"/>
                                        <p:tgtEl>
                                          <p:spTgt spid="110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10"/>
                                        </p:tgtEl>
                                        <p:attrNameLst>
                                          <p:attrName>style.visibility</p:attrName>
                                        </p:attrNameLst>
                                      </p:cBhvr>
                                      <p:to>
                                        <p:strVal val="visible"/>
                                      </p:to>
                                    </p:set>
                                    <p:animEffect filter="fade" transition="in">
                                      <p:cBhvr>
                                        <p:cTn dur="500"/>
                                        <p:tgtEl>
                                          <p:spTgt spid="1110"/>
                                        </p:tgtEl>
                                      </p:cBhvr>
                                    </p:animEffect>
                                  </p:childTnLst>
                                </p:cTn>
                              </p:par>
                            </p:childTnLst>
                          </p:cTn>
                        </p:par>
                        <p:par>
                          <p:cTn fill="hold">
                            <p:stCondLst>
                              <p:cond delay="1000"/>
                            </p:stCondLst>
                            <p:childTnLst>
                              <p:par>
                                <p:cTn fill="hold" nodeType="afterEffect" presetClass="emph" presetID="8" presetSubtype="0">
                                  <p:stCondLst>
                                    <p:cond delay="0"/>
                                  </p:stCondLst>
                                  <p:childTnLst>
                                    <p:animRot by="-21600000">
                                      <p:cBhvr>
                                        <p:cTn dur="2500" fill="hold"/>
                                        <p:tgtEl>
                                          <p:spTgt spid="1085"/>
                                        </p:tgtEl>
                                        <p:attrNameLst>
                                          <p:attrName>r</p:attrName>
                                        </p:attrNameLst>
                                      </p:cBhvr>
                                    </p:animRot>
                                  </p:childTnLst>
                                </p:cTn>
                              </p:par>
                              <p:par>
                                <p:cTn fill="hold" nodeType="withEffect" presetClass="emph" presetID="8" presetSubtype="0">
                                  <p:stCondLst>
                                    <p:cond delay="50"/>
                                  </p:stCondLst>
                                  <p:childTnLst>
                                    <p:animRot by="-21600000">
                                      <p:cBhvr>
                                        <p:cTn dur="2500" fill="hold"/>
                                        <p:tgtEl>
                                          <p:spTgt spid="1088"/>
                                        </p:tgtEl>
                                        <p:attrNameLst>
                                          <p:attrName>r</p:attrName>
                                        </p:attrNameLst>
                                      </p:cBhvr>
                                    </p:animRot>
                                  </p:childTnLst>
                                </p:cTn>
                              </p:par>
                              <p:par>
                                <p:cTn fill="hold" nodeType="withEffect" presetClass="emph" presetID="8" presetSubtype="0">
                                  <p:stCondLst>
                                    <p:cond delay="100"/>
                                  </p:stCondLst>
                                  <p:childTnLst>
                                    <p:animRot by="-21600000">
                                      <p:cBhvr>
                                        <p:cTn dur="2500" fill="hold"/>
                                        <p:tgtEl>
                                          <p:spTgt spid="1106"/>
                                        </p:tgtEl>
                                        <p:attrNameLst>
                                          <p:attrName>r</p:attrName>
                                        </p:attrNameLst>
                                      </p:cBhvr>
                                    </p:animRot>
                                  </p:childTnLst>
                                </p:cTn>
                              </p:par>
                              <p:par>
                                <p:cTn fill="hold" nodeType="withEffect" presetClass="emph" presetID="8" presetSubtype="0">
                                  <p:stCondLst>
                                    <p:cond delay="150"/>
                                  </p:stCondLst>
                                  <p:childTnLst>
                                    <p:animRot by="-21600000">
                                      <p:cBhvr>
                                        <p:cTn dur="2500" fill="hold"/>
                                        <p:tgtEl>
                                          <p:spTgt spid="1103"/>
                                        </p:tgtEl>
                                        <p:attrNameLst>
                                          <p:attrName>r</p:attrName>
                                        </p:attrNameLst>
                                      </p:cBhvr>
                                    </p:animRot>
                                  </p:childTnLst>
                                </p:cTn>
                              </p:par>
                              <p:par>
                                <p:cTn fill="hold" nodeType="withEffect" presetClass="emph" presetID="8" presetSubtype="0">
                                  <p:stCondLst>
                                    <p:cond delay="200"/>
                                  </p:stCondLst>
                                  <p:childTnLst>
                                    <p:animRot by="-21600000">
                                      <p:cBhvr>
                                        <p:cTn dur="2500" fill="hold"/>
                                        <p:tgtEl>
                                          <p:spTgt spid="1100"/>
                                        </p:tgtEl>
                                        <p:attrNameLst>
                                          <p:attrName>r</p:attrName>
                                        </p:attrNameLst>
                                      </p:cBhvr>
                                    </p:animRot>
                                  </p:childTnLst>
                                </p:cTn>
                              </p:par>
                              <p:par>
                                <p:cTn fill="hold" nodeType="withEffect" presetClass="emph" presetID="8" presetSubtype="0">
                                  <p:stCondLst>
                                    <p:cond delay="250"/>
                                  </p:stCondLst>
                                  <p:childTnLst>
                                    <p:animRot by="-21600000">
                                      <p:cBhvr>
                                        <p:cTn dur="2500" fill="hold"/>
                                        <p:tgtEl>
                                          <p:spTgt spid="1097"/>
                                        </p:tgtEl>
                                        <p:attrNameLst>
                                          <p:attrName>r</p:attrName>
                                        </p:attrNameLst>
                                      </p:cBhvr>
                                    </p:animRot>
                                  </p:childTnLst>
                                </p:cTn>
                              </p:par>
                              <p:par>
                                <p:cTn fill="hold" nodeType="withEffect" presetClass="emph" presetID="8" presetSubtype="0">
                                  <p:stCondLst>
                                    <p:cond delay="300"/>
                                  </p:stCondLst>
                                  <p:childTnLst>
                                    <p:animRot by="-21600000">
                                      <p:cBhvr>
                                        <p:cTn dur="2500" fill="hold"/>
                                        <p:tgtEl>
                                          <p:spTgt spid="1094"/>
                                        </p:tgtEl>
                                        <p:attrNameLst>
                                          <p:attrName>r</p:attrName>
                                        </p:attrNameLst>
                                      </p:cBhvr>
                                    </p:animRot>
                                  </p:childTnLst>
                                </p:cTn>
                              </p:par>
                              <p:par>
                                <p:cTn fill="hold" nodeType="withEffect" presetClass="emph" presetID="8" presetSubtype="0">
                                  <p:stCondLst>
                                    <p:cond delay="350"/>
                                  </p:stCondLst>
                                  <p:childTnLst>
                                    <p:animRot by="-21600000">
                                      <p:cBhvr>
                                        <p:cTn dur="2500" fill="hold"/>
                                        <p:tgtEl>
                                          <p:spTgt spid="109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4Step (H+PIC+NO.+HINT)">
  <p:cSld name="WA_4Step (H+PIC+NO.+HINT)">
    <p:spTree>
      <p:nvGrpSpPr>
        <p:cNvPr id="1111" name="Shape 1111"/>
        <p:cNvGrpSpPr/>
        <p:nvPr/>
      </p:nvGrpSpPr>
      <p:grpSpPr>
        <a:xfrm>
          <a:off x="0" y="0"/>
          <a:ext cx="0" cy="0"/>
          <a:chOff x="0" y="0"/>
          <a:chExt cx="0" cy="0"/>
        </a:xfrm>
      </p:grpSpPr>
      <p:grpSp>
        <p:nvGrpSpPr>
          <p:cNvPr id="1112" name="Google Shape;1112;g3b3a45db5ed_1_4149"/>
          <p:cNvGrpSpPr/>
          <p:nvPr/>
        </p:nvGrpSpPr>
        <p:grpSpPr>
          <a:xfrm>
            <a:off x="4156556" y="1620732"/>
            <a:ext cx="4433002" cy="4433003"/>
            <a:chOff x="-413326" y="937285"/>
            <a:chExt cx="4433003" cy="4433003"/>
          </a:xfrm>
        </p:grpSpPr>
        <p:sp>
          <p:nvSpPr>
            <p:cNvPr id="1113" name="Google Shape;1113;g3b3a45db5ed_1_4149"/>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14" name="Google Shape;1114;g3b3a45db5ed_1_4149"/>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15" name="Google Shape;1115;g3b3a45db5ed_1_4149"/>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16" name="Google Shape;1116;g3b3a45db5ed_1_4149"/>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117" name="Google Shape;1117;g3b3a45db5ed_1_4149"/>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1118" name="Google Shape;1118;g3b3a45db5ed_1_4149"/>
          <p:cNvSpPr/>
          <p:nvPr>
            <p:ph idx="2" type="pic"/>
          </p:nvPr>
        </p:nvSpPr>
        <p:spPr>
          <a:xfrm>
            <a:off x="4411367" y="1904584"/>
            <a:ext cx="3900000" cy="3905100"/>
          </a:xfrm>
          <a:prstGeom prst="rect">
            <a:avLst/>
          </a:prstGeom>
          <a:noFill/>
          <a:ln>
            <a:noFill/>
          </a:ln>
        </p:spPr>
      </p:sp>
      <p:sp>
        <p:nvSpPr>
          <p:cNvPr id="1119" name="Google Shape;1119;g3b3a45db5ed_1_4149"/>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1120" name="Google Shape;1120;g3b3a45db5ed_1_4149"/>
          <p:cNvGrpSpPr/>
          <p:nvPr/>
        </p:nvGrpSpPr>
        <p:grpSpPr>
          <a:xfrm>
            <a:off x="8589558" y="6331536"/>
            <a:ext cx="256344" cy="68100"/>
            <a:chOff x="781167" y="5836673"/>
            <a:chExt cx="256344" cy="68100"/>
          </a:xfrm>
        </p:grpSpPr>
        <p:sp>
          <p:nvSpPr>
            <p:cNvPr id="1121" name="Google Shape;1121;g3b3a45db5ed_1_4149"/>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1122" name="Google Shape;1122;g3b3a45db5ed_1_4149"/>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1123" name="Google Shape;1123;g3b3a45db5ed_1_4149"/>
          <p:cNvSpPr txBox="1"/>
          <p:nvPr>
            <p:ph idx="3"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124" name="Google Shape;1124;g3b3a45db5ed_1_4149"/>
          <p:cNvSpPr txBox="1"/>
          <p:nvPr>
            <p:ph idx="4"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1125" name="Google Shape;1125;g3b3a45db5ed_1_4149"/>
          <p:cNvGrpSpPr/>
          <p:nvPr/>
        </p:nvGrpSpPr>
        <p:grpSpPr>
          <a:xfrm>
            <a:off x="11722369" y="5812872"/>
            <a:ext cx="315939" cy="409183"/>
            <a:chOff x="11575262" y="5512453"/>
            <a:chExt cx="315939" cy="409183"/>
          </a:xfrm>
        </p:grpSpPr>
        <p:sp>
          <p:nvSpPr>
            <p:cNvPr id="1126" name="Google Shape;1126;g3b3a45db5ed_1_4149"/>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27" name="Google Shape;1127;g3b3a45db5ed_1_4149"/>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28" name="Google Shape;1128;g3b3a45db5ed_1_4149"/>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0"/>
                                        </p:tgtEl>
                                        <p:attrNameLst>
                                          <p:attrName>style.visibility</p:attrName>
                                        </p:attrNameLst>
                                      </p:cBhvr>
                                      <p:to>
                                        <p:strVal val="visible"/>
                                      </p:to>
                                    </p:set>
                                    <p:animEffect filter="fade" transition="in">
                                      <p:cBhvr>
                                        <p:cTn dur="500"/>
                                        <p:tgtEl>
                                          <p:spTgt spid="112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23"/>
                                        </p:tgtEl>
                                        <p:attrNameLst>
                                          <p:attrName>style.visibility</p:attrName>
                                        </p:attrNameLst>
                                      </p:cBhvr>
                                      <p:to>
                                        <p:strVal val="visible"/>
                                      </p:to>
                                    </p:set>
                                    <p:animEffect filter="fade" transition="in">
                                      <p:cBhvr>
                                        <p:cTn dur="500"/>
                                        <p:tgtEl>
                                          <p:spTgt spid="11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1129" name="Shape 1129"/>
        <p:cNvGrpSpPr/>
        <p:nvPr/>
      </p:nvGrpSpPr>
      <p:grpSpPr>
        <a:xfrm>
          <a:off x="0" y="0"/>
          <a:ext cx="0" cy="0"/>
          <a:chOff x="0" y="0"/>
          <a:chExt cx="0" cy="0"/>
        </a:xfrm>
      </p:grpSpPr>
      <p:sp>
        <p:nvSpPr>
          <p:cNvPr id="1130" name="Google Shape;1130;g3b3a45db5ed_1_4167"/>
          <p:cNvSpPr txBox="1"/>
          <p:nvPr>
            <p:ph idx="1" type="body"/>
          </p:nvPr>
        </p:nvSpPr>
        <p:spPr>
          <a:xfrm>
            <a:off x="1295400" y="4006798"/>
            <a:ext cx="1505100" cy="6033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0"/>
              </a:spcBef>
              <a:spcAft>
                <a:spcPts val="0"/>
              </a:spcAft>
              <a:buClr>
                <a:srgbClr val="FD7D00"/>
              </a:buClr>
              <a:buSzPts val="2400"/>
              <a:buFont typeface="Noto Sans Symbols"/>
              <a:buChar char="❑"/>
              <a:defRPr b="0" i="0" sz="2400" u="none" cap="none" strike="noStrike">
                <a:solidFill>
                  <a:srgbClr val="FD7D00"/>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131" name="Google Shape;1131;g3b3a45db5ed_1_4167"/>
          <p:cNvSpPr txBox="1"/>
          <p:nvPr>
            <p:ph idx="2" type="body"/>
          </p:nvPr>
        </p:nvSpPr>
        <p:spPr>
          <a:xfrm>
            <a:off x="2838450" y="4006798"/>
            <a:ext cx="7829400" cy="603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FD7D00"/>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132" name="Google Shape;1132;g3b3a45db5ed_1_4167"/>
          <p:cNvSpPr txBox="1"/>
          <p:nvPr>
            <p:ph idx="3" type="body"/>
          </p:nvPr>
        </p:nvSpPr>
        <p:spPr>
          <a:xfrm rot="-199429">
            <a:off x="411547" y="596032"/>
            <a:ext cx="4827621" cy="2518841"/>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8000"/>
              <a:buFont typeface="Arial"/>
              <a:buNone/>
              <a:defRPr b="0" i="0" sz="8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133" name="Google Shape;1133;g3b3a45db5ed_1_4167"/>
          <p:cNvSpPr txBox="1"/>
          <p:nvPr>
            <p:ph idx="4" type="body"/>
          </p:nvPr>
        </p:nvSpPr>
        <p:spPr>
          <a:xfrm>
            <a:off x="1295400" y="4610100"/>
            <a:ext cx="1505100" cy="6033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0"/>
              </a:spcBef>
              <a:spcAft>
                <a:spcPts val="0"/>
              </a:spcAft>
              <a:buClr>
                <a:srgbClr val="FD7D00"/>
              </a:buClr>
              <a:buSzPts val="2400"/>
              <a:buFont typeface="Noto Sans Symbols"/>
              <a:buChar char="❑"/>
              <a:defRPr b="0" i="0" sz="2400" u="none" cap="none" strike="noStrike">
                <a:solidFill>
                  <a:srgbClr val="FD7D00"/>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134" name="Google Shape;1134;g3b3a45db5ed_1_4167"/>
          <p:cNvSpPr txBox="1"/>
          <p:nvPr>
            <p:ph idx="5" type="body"/>
          </p:nvPr>
        </p:nvSpPr>
        <p:spPr>
          <a:xfrm>
            <a:off x="2838450" y="4610100"/>
            <a:ext cx="7829400" cy="603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FD7D00"/>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135" name="Google Shape;1135;g3b3a45db5ed_1_4167"/>
          <p:cNvSpPr txBox="1"/>
          <p:nvPr>
            <p:ph idx="6" type="body"/>
          </p:nvPr>
        </p:nvSpPr>
        <p:spPr>
          <a:xfrm>
            <a:off x="1295400" y="5226154"/>
            <a:ext cx="1505100" cy="6033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0"/>
              </a:spcBef>
              <a:spcAft>
                <a:spcPts val="0"/>
              </a:spcAft>
              <a:buClr>
                <a:srgbClr val="FD7D00"/>
              </a:buClr>
              <a:buSzPts val="2400"/>
              <a:buFont typeface="Noto Sans Symbols"/>
              <a:buChar char="❑"/>
              <a:defRPr b="0" i="0" sz="2400" u="none" cap="none" strike="noStrike">
                <a:solidFill>
                  <a:srgbClr val="FD7D00"/>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136" name="Google Shape;1136;g3b3a45db5ed_1_4167"/>
          <p:cNvSpPr txBox="1"/>
          <p:nvPr>
            <p:ph idx="7" type="body"/>
          </p:nvPr>
        </p:nvSpPr>
        <p:spPr>
          <a:xfrm>
            <a:off x="2838450" y="5226154"/>
            <a:ext cx="7829400" cy="603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FD7D00"/>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137" name="Google Shape;1137;g3b3a45db5ed_1_4167"/>
          <p:cNvSpPr txBox="1"/>
          <p:nvPr>
            <p:ph idx="8" type="body"/>
          </p:nvPr>
        </p:nvSpPr>
        <p:spPr>
          <a:xfrm>
            <a:off x="1295400" y="5796628"/>
            <a:ext cx="1505100" cy="6033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0"/>
              </a:spcBef>
              <a:spcAft>
                <a:spcPts val="0"/>
              </a:spcAft>
              <a:buClr>
                <a:srgbClr val="FD7D00"/>
              </a:buClr>
              <a:buSzPts val="2400"/>
              <a:buFont typeface="Noto Sans Symbols"/>
              <a:buChar char="❑"/>
              <a:defRPr b="0" i="0" sz="2400" u="none" cap="none" strike="noStrike">
                <a:solidFill>
                  <a:srgbClr val="FD7D00"/>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138" name="Google Shape;1138;g3b3a45db5ed_1_4167"/>
          <p:cNvSpPr txBox="1"/>
          <p:nvPr>
            <p:ph idx="9" type="body"/>
          </p:nvPr>
        </p:nvSpPr>
        <p:spPr>
          <a:xfrm>
            <a:off x="2838450" y="5796628"/>
            <a:ext cx="7829400" cy="603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FD7D00"/>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0">
                                            <p:txEl>
                                              <p:pRg end="0" st="0"/>
                                            </p:txEl>
                                          </p:spTgt>
                                        </p:tgtEl>
                                        <p:attrNameLst>
                                          <p:attrName>style.visibility</p:attrName>
                                        </p:attrNameLst>
                                      </p:cBhvr>
                                      <p:to>
                                        <p:strVal val="visible"/>
                                      </p:to>
                                    </p:set>
                                    <p:animEffect filter="fade" transition="in">
                                      <p:cBhvr>
                                        <p:cTn dur="500"/>
                                        <p:tgtEl>
                                          <p:spTgt spid="11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0">
                                            <p:txEl>
                                              <p:pRg end="1" st="1"/>
                                            </p:txEl>
                                          </p:spTgt>
                                        </p:tgtEl>
                                        <p:attrNameLst>
                                          <p:attrName>style.visibility</p:attrName>
                                        </p:attrNameLst>
                                      </p:cBhvr>
                                      <p:to>
                                        <p:strVal val="visible"/>
                                      </p:to>
                                    </p:set>
                                    <p:animEffect filter="fade" transition="in">
                                      <p:cBhvr>
                                        <p:cTn dur="500"/>
                                        <p:tgtEl>
                                          <p:spTgt spid="11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0">
                                            <p:txEl>
                                              <p:pRg end="2" st="2"/>
                                            </p:txEl>
                                          </p:spTgt>
                                        </p:tgtEl>
                                        <p:attrNameLst>
                                          <p:attrName>style.visibility</p:attrName>
                                        </p:attrNameLst>
                                      </p:cBhvr>
                                      <p:to>
                                        <p:strVal val="visible"/>
                                      </p:to>
                                    </p:set>
                                    <p:animEffect filter="fade" transition="in">
                                      <p:cBhvr>
                                        <p:cTn dur="500"/>
                                        <p:tgtEl>
                                          <p:spTgt spid="11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0">
                                            <p:txEl>
                                              <p:pRg end="3" st="3"/>
                                            </p:txEl>
                                          </p:spTgt>
                                        </p:tgtEl>
                                        <p:attrNameLst>
                                          <p:attrName>style.visibility</p:attrName>
                                        </p:attrNameLst>
                                      </p:cBhvr>
                                      <p:to>
                                        <p:strVal val="visible"/>
                                      </p:to>
                                    </p:set>
                                    <p:animEffect filter="fade" transition="in">
                                      <p:cBhvr>
                                        <p:cTn dur="500"/>
                                        <p:tgtEl>
                                          <p:spTgt spid="11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0">
                                            <p:txEl>
                                              <p:pRg end="4" st="4"/>
                                            </p:txEl>
                                          </p:spTgt>
                                        </p:tgtEl>
                                        <p:attrNameLst>
                                          <p:attrName>style.visibility</p:attrName>
                                        </p:attrNameLst>
                                      </p:cBhvr>
                                      <p:to>
                                        <p:strVal val="visible"/>
                                      </p:to>
                                    </p:set>
                                    <p:animEffect filter="fade" transition="in">
                                      <p:cBhvr>
                                        <p:cTn dur="500"/>
                                        <p:tgtEl>
                                          <p:spTgt spid="11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0">
                                            <p:txEl>
                                              <p:pRg end="5" st="5"/>
                                            </p:txEl>
                                          </p:spTgt>
                                        </p:tgtEl>
                                        <p:attrNameLst>
                                          <p:attrName>style.visibility</p:attrName>
                                        </p:attrNameLst>
                                      </p:cBhvr>
                                      <p:to>
                                        <p:strVal val="visible"/>
                                      </p:to>
                                    </p:set>
                                    <p:animEffect filter="fade" transition="in">
                                      <p:cBhvr>
                                        <p:cTn dur="500"/>
                                        <p:tgtEl>
                                          <p:spTgt spid="113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0">
                                            <p:txEl>
                                              <p:pRg end="6" st="6"/>
                                            </p:txEl>
                                          </p:spTgt>
                                        </p:tgtEl>
                                        <p:attrNameLst>
                                          <p:attrName>style.visibility</p:attrName>
                                        </p:attrNameLst>
                                      </p:cBhvr>
                                      <p:to>
                                        <p:strVal val="visible"/>
                                      </p:to>
                                    </p:set>
                                    <p:animEffect filter="fade" transition="in">
                                      <p:cBhvr>
                                        <p:cTn dur="500"/>
                                        <p:tgtEl>
                                          <p:spTgt spid="113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0">
                                            <p:txEl>
                                              <p:pRg end="7" st="7"/>
                                            </p:txEl>
                                          </p:spTgt>
                                        </p:tgtEl>
                                        <p:attrNameLst>
                                          <p:attrName>style.visibility</p:attrName>
                                        </p:attrNameLst>
                                      </p:cBhvr>
                                      <p:to>
                                        <p:strVal val="visible"/>
                                      </p:to>
                                    </p:set>
                                    <p:animEffect filter="fade" transition="in">
                                      <p:cBhvr>
                                        <p:cTn dur="500"/>
                                        <p:tgtEl>
                                          <p:spTgt spid="113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0">
                                            <p:txEl>
                                              <p:pRg end="8" st="8"/>
                                            </p:txEl>
                                          </p:spTgt>
                                        </p:tgtEl>
                                        <p:attrNameLst>
                                          <p:attrName>style.visibility</p:attrName>
                                        </p:attrNameLst>
                                      </p:cBhvr>
                                      <p:to>
                                        <p:strVal val="visible"/>
                                      </p:to>
                                    </p:set>
                                    <p:animEffect filter="fade" transition="in">
                                      <p:cBhvr>
                                        <p:cTn dur="500"/>
                                        <p:tgtEl>
                                          <p:spTgt spid="1130">
                                            <p:txEl>
                                              <p:pRg end="8" st="8"/>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31">
                                            <p:txEl>
                                              <p:pRg end="0" st="0"/>
                                            </p:txEl>
                                          </p:spTgt>
                                        </p:tgtEl>
                                        <p:attrNameLst>
                                          <p:attrName>style.visibility</p:attrName>
                                        </p:attrNameLst>
                                      </p:cBhvr>
                                      <p:to>
                                        <p:strVal val="visible"/>
                                      </p:to>
                                    </p:set>
                                    <p:animEffect filter="fade" transition="in">
                                      <p:cBhvr>
                                        <p:cTn dur="500"/>
                                        <p:tgtEl>
                                          <p:spTgt spid="1131">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31">
                                            <p:txEl>
                                              <p:pRg end="1" st="1"/>
                                            </p:txEl>
                                          </p:spTgt>
                                        </p:tgtEl>
                                        <p:attrNameLst>
                                          <p:attrName>style.visibility</p:attrName>
                                        </p:attrNameLst>
                                      </p:cBhvr>
                                      <p:to>
                                        <p:strVal val="visible"/>
                                      </p:to>
                                    </p:set>
                                    <p:animEffect filter="fade" transition="in">
                                      <p:cBhvr>
                                        <p:cTn dur="500"/>
                                        <p:tgtEl>
                                          <p:spTgt spid="1131">
                                            <p:txEl>
                                              <p:pRg end="1" st="1"/>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131">
                                            <p:txEl>
                                              <p:pRg end="2" st="2"/>
                                            </p:txEl>
                                          </p:spTgt>
                                        </p:tgtEl>
                                        <p:attrNameLst>
                                          <p:attrName>style.visibility</p:attrName>
                                        </p:attrNameLst>
                                      </p:cBhvr>
                                      <p:to>
                                        <p:strVal val="visible"/>
                                      </p:to>
                                    </p:set>
                                    <p:animEffect filter="fade" transition="in">
                                      <p:cBhvr>
                                        <p:cTn dur="500"/>
                                        <p:tgtEl>
                                          <p:spTgt spid="1131">
                                            <p:txEl>
                                              <p:pRg end="2" st="2"/>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131">
                                            <p:txEl>
                                              <p:pRg end="3" st="3"/>
                                            </p:txEl>
                                          </p:spTgt>
                                        </p:tgtEl>
                                        <p:attrNameLst>
                                          <p:attrName>style.visibility</p:attrName>
                                        </p:attrNameLst>
                                      </p:cBhvr>
                                      <p:to>
                                        <p:strVal val="visible"/>
                                      </p:to>
                                    </p:set>
                                    <p:animEffect filter="fade" transition="in">
                                      <p:cBhvr>
                                        <p:cTn dur="500"/>
                                        <p:tgtEl>
                                          <p:spTgt spid="1131">
                                            <p:txEl>
                                              <p:pRg end="3" st="3"/>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131">
                                            <p:txEl>
                                              <p:pRg end="4" st="4"/>
                                            </p:txEl>
                                          </p:spTgt>
                                        </p:tgtEl>
                                        <p:attrNameLst>
                                          <p:attrName>style.visibility</p:attrName>
                                        </p:attrNameLst>
                                      </p:cBhvr>
                                      <p:to>
                                        <p:strVal val="visible"/>
                                      </p:to>
                                    </p:set>
                                    <p:animEffect filter="fade" transition="in">
                                      <p:cBhvr>
                                        <p:cTn dur="500"/>
                                        <p:tgtEl>
                                          <p:spTgt spid="1131">
                                            <p:txEl>
                                              <p:pRg end="4" st="4"/>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131">
                                            <p:txEl>
                                              <p:pRg end="5" st="5"/>
                                            </p:txEl>
                                          </p:spTgt>
                                        </p:tgtEl>
                                        <p:attrNameLst>
                                          <p:attrName>style.visibility</p:attrName>
                                        </p:attrNameLst>
                                      </p:cBhvr>
                                      <p:to>
                                        <p:strVal val="visible"/>
                                      </p:to>
                                    </p:set>
                                    <p:animEffect filter="fade" transition="in">
                                      <p:cBhvr>
                                        <p:cTn dur="500"/>
                                        <p:tgtEl>
                                          <p:spTgt spid="1131">
                                            <p:txEl>
                                              <p:pRg end="5" st="5"/>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131">
                                            <p:txEl>
                                              <p:pRg end="6" st="6"/>
                                            </p:txEl>
                                          </p:spTgt>
                                        </p:tgtEl>
                                        <p:attrNameLst>
                                          <p:attrName>style.visibility</p:attrName>
                                        </p:attrNameLst>
                                      </p:cBhvr>
                                      <p:to>
                                        <p:strVal val="visible"/>
                                      </p:to>
                                    </p:set>
                                    <p:animEffect filter="fade" transition="in">
                                      <p:cBhvr>
                                        <p:cTn dur="500"/>
                                        <p:tgtEl>
                                          <p:spTgt spid="1131">
                                            <p:txEl>
                                              <p:pRg end="6" st="6"/>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131">
                                            <p:txEl>
                                              <p:pRg end="7" st="7"/>
                                            </p:txEl>
                                          </p:spTgt>
                                        </p:tgtEl>
                                        <p:attrNameLst>
                                          <p:attrName>style.visibility</p:attrName>
                                        </p:attrNameLst>
                                      </p:cBhvr>
                                      <p:to>
                                        <p:strVal val="visible"/>
                                      </p:to>
                                    </p:set>
                                    <p:animEffect filter="fade" transition="in">
                                      <p:cBhvr>
                                        <p:cTn dur="500"/>
                                        <p:tgtEl>
                                          <p:spTgt spid="1131">
                                            <p:txEl>
                                              <p:pRg end="7" st="7"/>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131">
                                            <p:txEl>
                                              <p:pRg end="8" st="8"/>
                                            </p:txEl>
                                          </p:spTgt>
                                        </p:tgtEl>
                                        <p:attrNameLst>
                                          <p:attrName>style.visibility</p:attrName>
                                        </p:attrNameLst>
                                      </p:cBhvr>
                                      <p:to>
                                        <p:strVal val="visible"/>
                                      </p:to>
                                    </p:set>
                                    <p:animEffect filter="fade" transition="in">
                                      <p:cBhvr>
                                        <p:cTn dur="500"/>
                                        <p:tgtEl>
                                          <p:spTgt spid="113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3">
                                            <p:txEl>
                                              <p:pRg end="0" st="0"/>
                                            </p:txEl>
                                          </p:spTgt>
                                        </p:tgtEl>
                                        <p:attrNameLst>
                                          <p:attrName>style.visibility</p:attrName>
                                        </p:attrNameLst>
                                      </p:cBhvr>
                                      <p:to>
                                        <p:strVal val="visible"/>
                                      </p:to>
                                    </p:set>
                                    <p:animEffect filter="fade" transition="in">
                                      <p:cBhvr>
                                        <p:cTn dur="500"/>
                                        <p:tgtEl>
                                          <p:spTgt spid="11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3">
                                            <p:txEl>
                                              <p:pRg end="1" st="1"/>
                                            </p:txEl>
                                          </p:spTgt>
                                        </p:tgtEl>
                                        <p:attrNameLst>
                                          <p:attrName>style.visibility</p:attrName>
                                        </p:attrNameLst>
                                      </p:cBhvr>
                                      <p:to>
                                        <p:strVal val="visible"/>
                                      </p:to>
                                    </p:set>
                                    <p:animEffect filter="fade" transition="in">
                                      <p:cBhvr>
                                        <p:cTn dur="500"/>
                                        <p:tgtEl>
                                          <p:spTgt spid="11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3">
                                            <p:txEl>
                                              <p:pRg end="2" st="2"/>
                                            </p:txEl>
                                          </p:spTgt>
                                        </p:tgtEl>
                                        <p:attrNameLst>
                                          <p:attrName>style.visibility</p:attrName>
                                        </p:attrNameLst>
                                      </p:cBhvr>
                                      <p:to>
                                        <p:strVal val="visible"/>
                                      </p:to>
                                    </p:set>
                                    <p:animEffect filter="fade" transition="in">
                                      <p:cBhvr>
                                        <p:cTn dur="500"/>
                                        <p:tgtEl>
                                          <p:spTgt spid="11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3">
                                            <p:txEl>
                                              <p:pRg end="3" st="3"/>
                                            </p:txEl>
                                          </p:spTgt>
                                        </p:tgtEl>
                                        <p:attrNameLst>
                                          <p:attrName>style.visibility</p:attrName>
                                        </p:attrNameLst>
                                      </p:cBhvr>
                                      <p:to>
                                        <p:strVal val="visible"/>
                                      </p:to>
                                    </p:set>
                                    <p:animEffect filter="fade" transition="in">
                                      <p:cBhvr>
                                        <p:cTn dur="500"/>
                                        <p:tgtEl>
                                          <p:spTgt spid="11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3">
                                            <p:txEl>
                                              <p:pRg end="4" st="4"/>
                                            </p:txEl>
                                          </p:spTgt>
                                        </p:tgtEl>
                                        <p:attrNameLst>
                                          <p:attrName>style.visibility</p:attrName>
                                        </p:attrNameLst>
                                      </p:cBhvr>
                                      <p:to>
                                        <p:strVal val="visible"/>
                                      </p:to>
                                    </p:set>
                                    <p:animEffect filter="fade" transition="in">
                                      <p:cBhvr>
                                        <p:cTn dur="500"/>
                                        <p:tgtEl>
                                          <p:spTgt spid="113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3">
                                            <p:txEl>
                                              <p:pRg end="5" st="5"/>
                                            </p:txEl>
                                          </p:spTgt>
                                        </p:tgtEl>
                                        <p:attrNameLst>
                                          <p:attrName>style.visibility</p:attrName>
                                        </p:attrNameLst>
                                      </p:cBhvr>
                                      <p:to>
                                        <p:strVal val="visible"/>
                                      </p:to>
                                    </p:set>
                                    <p:animEffect filter="fade" transition="in">
                                      <p:cBhvr>
                                        <p:cTn dur="500"/>
                                        <p:tgtEl>
                                          <p:spTgt spid="113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3">
                                            <p:txEl>
                                              <p:pRg end="6" st="6"/>
                                            </p:txEl>
                                          </p:spTgt>
                                        </p:tgtEl>
                                        <p:attrNameLst>
                                          <p:attrName>style.visibility</p:attrName>
                                        </p:attrNameLst>
                                      </p:cBhvr>
                                      <p:to>
                                        <p:strVal val="visible"/>
                                      </p:to>
                                    </p:set>
                                    <p:animEffect filter="fade" transition="in">
                                      <p:cBhvr>
                                        <p:cTn dur="500"/>
                                        <p:tgtEl>
                                          <p:spTgt spid="113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3">
                                            <p:txEl>
                                              <p:pRg end="7" st="7"/>
                                            </p:txEl>
                                          </p:spTgt>
                                        </p:tgtEl>
                                        <p:attrNameLst>
                                          <p:attrName>style.visibility</p:attrName>
                                        </p:attrNameLst>
                                      </p:cBhvr>
                                      <p:to>
                                        <p:strVal val="visible"/>
                                      </p:to>
                                    </p:set>
                                    <p:animEffect filter="fade" transition="in">
                                      <p:cBhvr>
                                        <p:cTn dur="500"/>
                                        <p:tgtEl>
                                          <p:spTgt spid="113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3">
                                            <p:txEl>
                                              <p:pRg end="8" st="8"/>
                                            </p:txEl>
                                          </p:spTgt>
                                        </p:tgtEl>
                                        <p:attrNameLst>
                                          <p:attrName>style.visibility</p:attrName>
                                        </p:attrNameLst>
                                      </p:cBhvr>
                                      <p:to>
                                        <p:strVal val="visible"/>
                                      </p:to>
                                    </p:set>
                                    <p:animEffect filter="fade" transition="in">
                                      <p:cBhvr>
                                        <p:cTn dur="500"/>
                                        <p:tgtEl>
                                          <p:spTgt spid="1133">
                                            <p:txEl>
                                              <p:pRg end="8" st="8"/>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34">
                                            <p:txEl>
                                              <p:pRg end="0" st="0"/>
                                            </p:txEl>
                                          </p:spTgt>
                                        </p:tgtEl>
                                        <p:attrNameLst>
                                          <p:attrName>style.visibility</p:attrName>
                                        </p:attrNameLst>
                                      </p:cBhvr>
                                      <p:to>
                                        <p:strVal val="visible"/>
                                      </p:to>
                                    </p:set>
                                    <p:animEffect filter="fade" transition="in">
                                      <p:cBhvr>
                                        <p:cTn dur="500"/>
                                        <p:tgtEl>
                                          <p:spTgt spid="1134">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34">
                                            <p:txEl>
                                              <p:pRg end="1" st="1"/>
                                            </p:txEl>
                                          </p:spTgt>
                                        </p:tgtEl>
                                        <p:attrNameLst>
                                          <p:attrName>style.visibility</p:attrName>
                                        </p:attrNameLst>
                                      </p:cBhvr>
                                      <p:to>
                                        <p:strVal val="visible"/>
                                      </p:to>
                                    </p:set>
                                    <p:animEffect filter="fade" transition="in">
                                      <p:cBhvr>
                                        <p:cTn dur="500"/>
                                        <p:tgtEl>
                                          <p:spTgt spid="1134">
                                            <p:txEl>
                                              <p:pRg end="1" st="1"/>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134">
                                            <p:txEl>
                                              <p:pRg end="2" st="2"/>
                                            </p:txEl>
                                          </p:spTgt>
                                        </p:tgtEl>
                                        <p:attrNameLst>
                                          <p:attrName>style.visibility</p:attrName>
                                        </p:attrNameLst>
                                      </p:cBhvr>
                                      <p:to>
                                        <p:strVal val="visible"/>
                                      </p:to>
                                    </p:set>
                                    <p:animEffect filter="fade" transition="in">
                                      <p:cBhvr>
                                        <p:cTn dur="500"/>
                                        <p:tgtEl>
                                          <p:spTgt spid="1134">
                                            <p:txEl>
                                              <p:pRg end="2" st="2"/>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134">
                                            <p:txEl>
                                              <p:pRg end="3" st="3"/>
                                            </p:txEl>
                                          </p:spTgt>
                                        </p:tgtEl>
                                        <p:attrNameLst>
                                          <p:attrName>style.visibility</p:attrName>
                                        </p:attrNameLst>
                                      </p:cBhvr>
                                      <p:to>
                                        <p:strVal val="visible"/>
                                      </p:to>
                                    </p:set>
                                    <p:animEffect filter="fade" transition="in">
                                      <p:cBhvr>
                                        <p:cTn dur="500"/>
                                        <p:tgtEl>
                                          <p:spTgt spid="1134">
                                            <p:txEl>
                                              <p:pRg end="3" st="3"/>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134">
                                            <p:txEl>
                                              <p:pRg end="4" st="4"/>
                                            </p:txEl>
                                          </p:spTgt>
                                        </p:tgtEl>
                                        <p:attrNameLst>
                                          <p:attrName>style.visibility</p:attrName>
                                        </p:attrNameLst>
                                      </p:cBhvr>
                                      <p:to>
                                        <p:strVal val="visible"/>
                                      </p:to>
                                    </p:set>
                                    <p:animEffect filter="fade" transition="in">
                                      <p:cBhvr>
                                        <p:cTn dur="500"/>
                                        <p:tgtEl>
                                          <p:spTgt spid="1134">
                                            <p:txEl>
                                              <p:pRg end="4" st="4"/>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134">
                                            <p:txEl>
                                              <p:pRg end="5" st="5"/>
                                            </p:txEl>
                                          </p:spTgt>
                                        </p:tgtEl>
                                        <p:attrNameLst>
                                          <p:attrName>style.visibility</p:attrName>
                                        </p:attrNameLst>
                                      </p:cBhvr>
                                      <p:to>
                                        <p:strVal val="visible"/>
                                      </p:to>
                                    </p:set>
                                    <p:animEffect filter="fade" transition="in">
                                      <p:cBhvr>
                                        <p:cTn dur="500"/>
                                        <p:tgtEl>
                                          <p:spTgt spid="1134">
                                            <p:txEl>
                                              <p:pRg end="5" st="5"/>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134">
                                            <p:txEl>
                                              <p:pRg end="6" st="6"/>
                                            </p:txEl>
                                          </p:spTgt>
                                        </p:tgtEl>
                                        <p:attrNameLst>
                                          <p:attrName>style.visibility</p:attrName>
                                        </p:attrNameLst>
                                      </p:cBhvr>
                                      <p:to>
                                        <p:strVal val="visible"/>
                                      </p:to>
                                    </p:set>
                                    <p:animEffect filter="fade" transition="in">
                                      <p:cBhvr>
                                        <p:cTn dur="500"/>
                                        <p:tgtEl>
                                          <p:spTgt spid="1134">
                                            <p:txEl>
                                              <p:pRg end="6" st="6"/>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134">
                                            <p:txEl>
                                              <p:pRg end="7" st="7"/>
                                            </p:txEl>
                                          </p:spTgt>
                                        </p:tgtEl>
                                        <p:attrNameLst>
                                          <p:attrName>style.visibility</p:attrName>
                                        </p:attrNameLst>
                                      </p:cBhvr>
                                      <p:to>
                                        <p:strVal val="visible"/>
                                      </p:to>
                                    </p:set>
                                    <p:animEffect filter="fade" transition="in">
                                      <p:cBhvr>
                                        <p:cTn dur="500"/>
                                        <p:tgtEl>
                                          <p:spTgt spid="1134">
                                            <p:txEl>
                                              <p:pRg end="7" st="7"/>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134">
                                            <p:txEl>
                                              <p:pRg end="8" st="8"/>
                                            </p:txEl>
                                          </p:spTgt>
                                        </p:tgtEl>
                                        <p:attrNameLst>
                                          <p:attrName>style.visibility</p:attrName>
                                        </p:attrNameLst>
                                      </p:cBhvr>
                                      <p:to>
                                        <p:strVal val="visible"/>
                                      </p:to>
                                    </p:set>
                                    <p:animEffect filter="fade" transition="in">
                                      <p:cBhvr>
                                        <p:cTn dur="500"/>
                                        <p:tgtEl>
                                          <p:spTgt spid="113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5">
                                            <p:txEl>
                                              <p:pRg end="0" st="0"/>
                                            </p:txEl>
                                          </p:spTgt>
                                        </p:tgtEl>
                                        <p:attrNameLst>
                                          <p:attrName>style.visibility</p:attrName>
                                        </p:attrNameLst>
                                      </p:cBhvr>
                                      <p:to>
                                        <p:strVal val="visible"/>
                                      </p:to>
                                    </p:set>
                                    <p:animEffect filter="fade" transition="in">
                                      <p:cBhvr>
                                        <p:cTn dur="500"/>
                                        <p:tgtEl>
                                          <p:spTgt spid="11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5">
                                            <p:txEl>
                                              <p:pRg end="1" st="1"/>
                                            </p:txEl>
                                          </p:spTgt>
                                        </p:tgtEl>
                                        <p:attrNameLst>
                                          <p:attrName>style.visibility</p:attrName>
                                        </p:attrNameLst>
                                      </p:cBhvr>
                                      <p:to>
                                        <p:strVal val="visible"/>
                                      </p:to>
                                    </p:set>
                                    <p:animEffect filter="fade" transition="in">
                                      <p:cBhvr>
                                        <p:cTn dur="500"/>
                                        <p:tgtEl>
                                          <p:spTgt spid="11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5">
                                            <p:txEl>
                                              <p:pRg end="2" st="2"/>
                                            </p:txEl>
                                          </p:spTgt>
                                        </p:tgtEl>
                                        <p:attrNameLst>
                                          <p:attrName>style.visibility</p:attrName>
                                        </p:attrNameLst>
                                      </p:cBhvr>
                                      <p:to>
                                        <p:strVal val="visible"/>
                                      </p:to>
                                    </p:set>
                                    <p:animEffect filter="fade" transition="in">
                                      <p:cBhvr>
                                        <p:cTn dur="500"/>
                                        <p:tgtEl>
                                          <p:spTgt spid="11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5">
                                            <p:txEl>
                                              <p:pRg end="3" st="3"/>
                                            </p:txEl>
                                          </p:spTgt>
                                        </p:tgtEl>
                                        <p:attrNameLst>
                                          <p:attrName>style.visibility</p:attrName>
                                        </p:attrNameLst>
                                      </p:cBhvr>
                                      <p:to>
                                        <p:strVal val="visible"/>
                                      </p:to>
                                    </p:set>
                                    <p:animEffect filter="fade" transition="in">
                                      <p:cBhvr>
                                        <p:cTn dur="500"/>
                                        <p:tgtEl>
                                          <p:spTgt spid="11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5">
                                            <p:txEl>
                                              <p:pRg end="4" st="4"/>
                                            </p:txEl>
                                          </p:spTgt>
                                        </p:tgtEl>
                                        <p:attrNameLst>
                                          <p:attrName>style.visibility</p:attrName>
                                        </p:attrNameLst>
                                      </p:cBhvr>
                                      <p:to>
                                        <p:strVal val="visible"/>
                                      </p:to>
                                    </p:set>
                                    <p:animEffect filter="fade" transition="in">
                                      <p:cBhvr>
                                        <p:cTn dur="500"/>
                                        <p:tgtEl>
                                          <p:spTgt spid="113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5">
                                            <p:txEl>
                                              <p:pRg end="5" st="5"/>
                                            </p:txEl>
                                          </p:spTgt>
                                        </p:tgtEl>
                                        <p:attrNameLst>
                                          <p:attrName>style.visibility</p:attrName>
                                        </p:attrNameLst>
                                      </p:cBhvr>
                                      <p:to>
                                        <p:strVal val="visible"/>
                                      </p:to>
                                    </p:set>
                                    <p:animEffect filter="fade" transition="in">
                                      <p:cBhvr>
                                        <p:cTn dur="500"/>
                                        <p:tgtEl>
                                          <p:spTgt spid="113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5">
                                            <p:txEl>
                                              <p:pRg end="6" st="6"/>
                                            </p:txEl>
                                          </p:spTgt>
                                        </p:tgtEl>
                                        <p:attrNameLst>
                                          <p:attrName>style.visibility</p:attrName>
                                        </p:attrNameLst>
                                      </p:cBhvr>
                                      <p:to>
                                        <p:strVal val="visible"/>
                                      </p:to>
                                    </p:set>
                                    <p:animEffect filter="fade" transition="in">
                                      <p:cBhvr>
                                        <p:cTn dur="500"/>
                                        <p:tgtEl>
                                          <p:spTgt spid="113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5">
                                            <p:txEl>
                                              <p:pRg end="7" st="7"/>
                                            </p:txEl>
                                          </p:spTgt>
                                        </p:tgtEl>
                                        <p:attrNameLst>
                                          <p:attrName>style.visibility</p:attrName>
                                        </p:attrNameLst>
                                      </p:cBhvr>
                                      <p:to>
                                        <p:strVal val="visible"/>
                                      </p:to>
                                    </p:set>
                                    <p:animEffect filter="fade" transition="in">
                                      <p:cBhvr>
                                        <p:cTn dur="500"/>
                                        <p:tgtEl>
                                          <p:spTgt spid="113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5">
                                            <p:txEl>
                                              <p:pRg end="8" st="8"/>
                                            </p:txEl>
                                          </p:spTgt>
                                        </p:tgtEl>
                                        <p:attrNameLst>
                                          <p:attrName>style.visibility</p:attrName>
                                        </p:attrNameLst>
                                      </p:cBhvr>
                                      <p:to>
                                        <p:strVal val="visible"/>
                                      </p:to>
                                    </p:set>
                                    <p:animEffect filter="fade" transition="in">
                                      <p:cBhvr>
                                        <p:cTn dur="500"/>
                                        <p:tgtEl>
                                          <p:spTgt spid="1135">
                                            <p:txEl>
                                              <p:pRg end="8" st="8"/>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36">
                                            <p:txEl>
                                              <p:pRg end="0" st="0"/>
                                            </p:txEl>
                                          </p:spTgt>
                                        </p:tgtEl>
                                        <p:attrNameLst>
                                          <p:attrName>style.visibility</p:attrName>
                                        </p:attrNameLst>
                                      </p:cBhvr>
                                      <p:to>
                                        <p:strVal val="visible"/>
                                      </p:to>
                                    </p:set>
                                    <p:animEffect filter="fade" transition="in">
                                      <p:cBhvr>
                                        <p:cTn dur="500"/>
                                        <p:tgtEl>
                                          <p:spTgt spid="1136">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36">
                                            <p:txEl>
                                              <p:pRg end="1" st="1"/>
                                            </p:txEl>
                                          </p:spTgt>
                                        </p:tgtEl>
                                        <p:attrNameLst>
                                          <p:attrName>style.visibility</p:attrName>
                                        </p:attrNameLst>
                                      </p:cBhvr>
                                      <p:to>
                                        <p:strVal val="visible"/>
                                      </p:to>
                                    </p:set>
                                    <p:animEffect filter="fade" transition="in">
                                      <p:cBhvr>
                                        <p:cTn dur="500"/>
                                        <p:tgtEl>
                                          <p:spTgt spid="1136">
                                            <p:txEl>
                                              <p:pRg end="1" st="1"/>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136">
                                            <p:txEl>
                                              <p:pRg end="2" st="2"/>
                                            </p:txEl>
                                          </p:spTgt>
                                        </p:tgtEl>
                                        <p:attrNameLst>
                                          <p:attrName>style.visibility</p:attrName>
                                        </p:attrNameLst>
                                      </p:cBhvr>
                                      <p:to>
                                        <p:strVal val="visible"/>
                                      </p:to>
                                    </p:set>
                                    <p:animEffect filter="fade" transition="in">
                                      <p:cBhvr>
                                        <p:cTn dur="500"/>
                                        <p:tgtEl>
                                          <p:spTgt spid="1136">
                                            <p:txEl>
                                              <p:pRg end="2" st="2"/>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136">
                                            <p:txEl>
                                              <p:pRg end="3" st="3"/>
                                            </p:txEl>
                                          </p:spTgt>
                                        </p:tgtEl>
                                        <p:attrNameLst>
                                          <p:attrName>style.visibility</p:attrName>
                                        </p:attrNameLst>
                                      </p:cBhvr>
                                      <p:to>
                                        <p:strVal val="visible"/>
                                      </p:to>
                                    </p:set>
                                    <p:animEffect filter="fade" transition="in">
                                      <p:cBhvr>
                                        <p:cTn dur="500"/>
                                        <p:tgtEl>
                                          <p:spTgt spid="1136">
                                            <p:txEl>
                                              <p:pRg end="3" st="3"/>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136">
                                            <p:txEl>
                                              <p:pRg end="4" st="4"/>
                                            </p:txEl>
                                          </p:spTgt>
                                        </p:tgtEl>
                                        <p:attrNameLst>
                                          <p:attrName>style.visibility</p:attrName>
                                        </p:attrNameLst>
                                      </p:cBhvr>
                                      <p:to>
                                        <p:strVal val="visible"/>
                                      </p:to>
                                    </p:set>
                                    <p:animEffect filter="fade" transition="in">
                                      <p:cBhvr>
                                        <p:cTn dur="500"/>
                                        <p:tgtEl>
                                          <p:spTgt spid="1136">
                                            <p:txEl>
                                              <p:pRg end="4" st="4"/>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136">
                                            <p:txEl>
                                              <p:pRg end="5" st="5"/>
                                            </p:txEl>
                                          </p:spTgt>
                                        </p:tgtEl>
                                        <p:attrNameLst>
                                          <p:attrName>style.visibility</p:attrName>
                                        </p:attrNameLst>
                                      </p:cBhvr>
                                      <p:to>
                                        <p:strVal val="visible"/>
                                      </p:to>
                                    </p:set>
                                    <p:animEffect filter="fade" transition="in">
                                      <p:cBhvr>
                                        <p:cTn dur="500"/>
                                        <p:tgtEl>
                                          <p:spTgt spid="1136">
                                            <p:txEl>
                                              <p:pRg end="5" st="5"/>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136">
                                            <p:txEl>
                                              <p:pRg end="6" st="6"/>
                                            </p:txEl>
                                          </p:spTgt>
                                        </p:tgtEl>
                                        <p:attrNameLst>
                                          <p:attrName>style.visibility</p:attrName>
                                        </p:attrNameLst>
                                      </p:cBhvr>
                                      <p:to>
                                        <p:strVal val="visible"/>
                                      </p:to>
                                    </p:set>
                                    <p:animEffect filter="fade" transition="in">
                                      <p:cBhvr>
                                        <p:cTn dur="500"/>
                                        <p:tgtEl>
                                          <p:spTgt spid="1136">
                                            <p:txEl>
                                              <p:pRg end="6" st="6"/>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136">
                                            <p:txEl>
                                              <p:pRg end="7" st="7"/>
                                            </p:txEl>
                                          </p:spTgt>
                                        </p:tgtEl>
                                        <p:attrNameLst>
                                          <p:attrName>style.visibility</p:attrName>
                                        </p:attrNameLst>
                                      </p:cBhvr>
                                      <p:to>
                                        <p:strVal val="visible"/>
                                      </p:to>
                                    </p:set>
                                    <p:animEffect filter="fade" transition="in">
                                      <p:cBhvr>
                                        <p:cTn dur="500"/>
                                        <p:tgtEl>
                                          <p:spTgt spid="1136">
                                            <p:txEl>
                                              <p:pRg end="7" st="7"/>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136">
                                            <p:txEl>
                                              <p:pRg end="8" st="8"/>
                                            </p:txEl>
                                          </p:spTgt>
                                        </p:tgtEl>
                                        <p:attrNameLst>
                                          <p:attrName>style.visibility</p:attrName>
                                        </p:attrNameLst>
                                      </p:cBhvr>
                                      <p:to>
                                        <p:strVal val="visible"/>
                                      </p:to>
                                    </p:set>
                                    <p:animEffect filter="fade" transition="in">
                                      <p:cBhvr>
                                        <p:cTn dur="500"/>
                                        <p:tgtEl>
                                          <p:spTgt spid="113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7">
                                            <p:txEl>
                                              <p:pRg end="0" st="0"/>
                                            </p:txEl>
                                          </p:spTgt>
                                        </p:tgtEl>
                                        <p:attrNameLst>
                                          <p:attrName>style.visibility</p:attrName>
                                        </p:attrNameLst>
                                      </p:cBhvr>
                                      <p:to>
                                        <p:strVal val="visible"/>
                                      </p:to>
                                    </p:set>
                                    <p:animEffect filter="fade" transition="in">
                                      <p:cBhvr>
                                        <p:cTn dur="500"/>
                                        <p:tgtEl>
                                          <p:spTgt spid="11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7">
                                            <p:txEl>
                                              <p:pRg end="1" st="1"/>
                                            </p:txEl>
                                          </p:spTgt>
                                        </p:tgtEl>
                                        <p:attrNameLst>
                                          <p:attrName>style.visibility</p:attrName>
                                        </p:attrNameLst>
                                      </p:cBhvr>
                                      <p:to>
                                        <p:strVal val="visible"/>
                                      </p:to>
                                    </p:set>
                                    <p:animEffect filter="fade" transition="in">
                                      <p:cBhvr>
                                        <p:cTn dur="500"/>
                                        <p:tgtEl>
                                          <p:spTgt spid="11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7">
                                            <p:txEl>
                                              <p:pRg end="2" st="2"/>
                                            </p:txEl>
                                          </p:spTgt>
                                        </p:tgtEl>
                                        <p:attrNameLst>
                                          <p:attrName>style.visibility</p:attrName>
                                        </p:attrNameLst>
                                      </p:cBhvr>
                                      <p:to>
                                        <p:strVal val="visible"/>
                                      </p:to>
                                    </p:set>
                                    <p:animEffect filter="fade" transition="in">
                                      <p:cBhvr>
                                        <p:cTn dur="500"/>
                                        <p:tgtEl>
                                          <p:spTgt spid="11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7">
                                            <p:txEl>
                                              <p:pRg end="3" st="3"/>
                                            </p:txEl>
                                          </p:spTgt>
                                        </p:tgtEl>
                                        <p:attrNameLst>
                                          <p:attrName>style.visibility</p:attrName>
                                        </p:attrNameLst>
                                      </p:cBhvr>
                                      <p:to>
                                        <p:strVal val="visible"/>
                                      </p:to>
                                    </p:set>
                                    <p:animEffect filter="fade" transition="in">
                                      <p:cBhvr>
                                        <p:cTn dur="500"/>
                                        <p:tgtEl>
                                          <p:spTgt spid="113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7">
                                            <p:txEl>
                                              <p:pRg end="4" st="4"/>
                                            </p:txEl>
                                          </p:spTgt>
                                        </p:tgtEl>
                                        <p:attrNameLst>
                                          <p:attrName>style.visibility</p:attrName>
                                        </p:attrNameLst>
                                      </p:cBhvr>
                                      <p:to>
                                        <p:strVal val="visible"/>
                                      </p:to>
                                    </p:set>
                                    <p:animEffect filter="fade" transition="in">
                                      <p:cBhvr>
                                        <p:cTn dur="500"/>
                                        <p:tgtEl>
                                          <p:spTgt spid="113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7">
                                            <p:txEl>
                                              <p:pRg end="5" st="5"/>
                                            </p:txEl>
                                          </p:spTgt>
                                        </p:tgtEl>
                                        <p:attrNameLst>
                                          <p:attrName>style.visibility</p:attrName>
                                        </p:attrNameLst>
                                      </p:cBhvr>
                                      <p:to>
                                        <p:strVal val="visible"/>
                                      </p:to>
                                    </p:set>
                                    <p:animEffect filter="fade" transition="in">
                                      <p:cBhvr>
                                        <p:cTn dur="500"/>
                                        <p:tgtEl>
                                          <p:spTgt spid="113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7">
                                            <p:txEl>
                                              <p:pRg end="6" st="6"/>
                                            </p:txEl>
                                          </p:spTgt>
                                        </p:tgtEl>
                                        <p:attrNameLst>
                                          <p:attrName>style.visibility</p:attrName>
                                        </p:attrNameLst>
                                      </p:cBhvr>
                                      <p:to>
                                        <p:strVal val="visible"/>
                                      </p:to>
                                    </p:set>
                                    <p:animEffect filter="fade" transition="in">
                                      <p:cBhvr>
                                        <p:cTn dur="500"/>
                                        <p:tgtEl>
                                          <p:spTgt spid="113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7">
                                            <p:txEl>
                                              <p:pRg end="7" st="7"/>
                                            </p:txEl>
                                          </p:spTgt>
                                        </p:tgtEl>
                                        <p:attrNameLst>
                                          <p:attrName>style.visibility</p:attrName>
                                        </p:attrNameLst>
                                      </p:cBhvr>
                                      <p:to>
                                        <p:strVal val="visible"/>
                                      </p:to>
                                    </p:set>
                                    <p:animEffect filter="fade" transition="in">
                                      <p:cBhvr>
                                        <p:cTn dur="500"/>
                                        <p:tgtEl>
                                          <p:spTgt spid="113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7">
                                            <p:txEl>
                                              <p:pRg end="8" st="8"/>
                                            </p:txEl>
                                          </p:spTgt>
                                        </p:tgtEl>
                                        <p:attrNameLst>
                                          <p:attrName>style.visibility</p:attrName>
                                        </p:attrNameLst>
                                      </p:cBhvr>
                                      <p:to>
                                        <p:strVal val="visible"/>
                                      </p:to>
                                    </p:set>
                                    <p:animEffect filter="fade" transition="in">
                                      <p:cBhvr>
                                        <p:cTn dur="500"/>
                                        <p:tgtEl>
                                          <p:spTgt spid="1137">
                                            <p:txEl>
                                              <p:pRg end="8" st="8"/>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38">
                                            <p:txEl>
                                              <p:pRg end="0" st="0"/>
                                            </p:txEl>
                                          </p:spTgt>
                                        </p:tgtEl>
                                        <p:attrNameLst>
                                          <p:attrName>style.visibility</p:attrName>
                                        </p:attrNameLst>
                                      </p:cBhvr>
                                      <p:to>
                                        <p:strVal val="visible"/>
                                      </p:to>
                                    </p:set>
                                    <p:animEffect filter="fade" transition="in">
                                      <p:cBhvr>
                                        <p:cTn dur="500"/>
                                        <p:tgtEl>
                                          <p:spTgt spid="1138">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38">
                                            <p:txEl>
                                              <p:pRg end="1" st="1"/>
                                            </p:txEl>
                                          </p:spTgt>
                                        </p:tgtEl>
                                        <p:attrNameLst>
                                          <p:attrName>style.visibility</p:attrName>
                                        </p:attrNameLst>
                                      </p:cBhvr>
                                      <p:to>
                                        <p:strVal val="visible"/>
                                      </p:to>
                                    </p:set>
                                    <p:animEffect filter="fade" transition="in">
                                      <p:cBhvr>
                                        <p:cTn dur="500"/>
                                        <p:tgtEl>
                                          <p:spTgt spid="1138">
                                            <p:txEl>
                                              <p:pRg end="1" st="1"/>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138">
                                            <p:txEl>
                                              <p:pRg end="2" st="2"/>
                                            </p:txEl>
                                          </p:spTgt>
                                        </p:tgtEl>
                                        <p:attrNameLst>
                                          <p:attrName>style.visibility</p:attrName>
                                        </p:attrNameLst>
                                      </p:cBhvr>
                                      <p:to>
                                        <p:strVal val="visible"/>
                                      </p:to>
                                    </p:set>
                                    <p:animEffect filter="fade" transition="in">
                                      <p:cBhvr>
                                        <p:cTn dur="500"/>
                                        <p:tgtEl>
                                          <p:spTgt spid="1138">
                                            <p:txEl>
                                              <p:pRg end="2" st="2"/>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138">
                                            <p:txEl>
                                              <p:pRg end="3" st="3"/>
                                            </p:txEl>
                                          </p:spTgt>
                                        </p:tgtEl>
                                        <p:attrNameLst>
                                          <p:attrName>style.visibility</p:attrName>
                                        </p:attrNameLst>
                                      </p:cBhvr>
                                      <p:to>
                                        <p:strVal val="visible"/>
                                      </p:to>
                                    </p:set>
                                    <p:animEffect filter="fade" transition="in">
                                      <p:cBhvr>
                                        <p:cTn dur="500"/>
                                        <p:tgtEl>
                                          <p:spTgt spid="1138">
                                            <p:txEl>
                                              <p:pRg end="3" st="3"/>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138">
                                            <p:txEl>
                                              <p:pRg end="4" st="4"/>
                                            </p:txEl>
                                          </p:spTgt>
                                        </p:tgtEl>
                                        <p:attrNameLst>
                                          <p:attrName>style.visibility</p:attrName>
                                        </p:attrNameLst>
                                      </p:cBhvr>
                                      <p:to>
                                        <p:strVal val="visible"/>
                                      </p:to>
                                    </p:set>
                                    <p:animEffect filter="fade" transition="in">
                                      <p:cBhvr>
                                        <p:cTn dur="500"/>
                                        <p:tgtEl>
                                          <p:spTgt spid="1138">
                                            <p:txEl>
                                              <p:pRg end="4" st="4"/>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138">
                                            <p:txEl>
                                              <p:pRg end="5" st="5"/>
                                            </p:txEl>
                                          </p:spTgt>
                                        </p:tgtEl>
                                        <p:attrNameLst>
                                          <p:attrName>style.visibility</p:attrName>
                                        </p:attrNameLst>
                                      </p:cBhvr>
                                      <p:to>
                                        <p:strVal val="visible"/>
                                      </p:to>
                                    </p:set>
                                    <p:animEffect filter="fade" transition="in">
                                      <p:cBhvr>
                                        <p:cTn dur="500"/>
                                        <p:tgtEl>
                                          <p:spTgt spid="1138">
                                            <p:txEl>
                                              <p:pRg end="5" st="5"/>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138">
                                            <p:txEl>
                                              <p:pRg end="6" st="6"/>
                                            </p:txEl>
                                          </p:spTgt>
                                        </p:tgtEl>
                                        <p:attrNameLst>
                                          <p:attrName>style.visibility</p:attrName>
                                        </p:attrNameLst>
                                      </p:cBhvr>
                                      <p:to>
                                        <p:strVal val="visible"/>
                                      </p:to>
                                    </p:set>
                                    <p:animEffect filter="fade" transition="in">
                                      <p:cBhvr>
                                        <p:cTn dur="500"/>
                                        <p:tgtEl>
                                          <p:spTgt spid="1138">
                                            <p:txEl>
                                              <p:pRg end="6" st="6"/>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138">
                                            <p:txEl>
                                              <p:pRg end="7" st="7"/>
                                            </p:txEl>
                                          </p:spTgt>
                                        </p:tgtEl>
                                        <p:attrNameLst>
                                          <p:attrName>style.visibility</p:attrName>
                                        </p:attrNameLst>
                                      </p:cBhvr>
                                      <p:to>
                                        <p:strVal val="visible"/>
                                      </p:to>
                                    </p:set>
                                    <p:animEffect filter="fade" transition="in">
                                      <p:cBhvr>
                                        <p:cTn dur="500"/>
                                        <p:tgtEl>
                                          <p:spTgt spid="1138">
                                            <p:txEl>
                                              <p:pRg end="7" st="7"/>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138">
                                            <p:txEl>
                                              <p:pRg end="8" st="8"/>
                                            </p:txEl>
                                          </p:spTgt>
                                        </p:tgtEl>
                                        <p:attrNameLst>
                                          <p:attrName>style.visibility</p:attrName>
                                        </p:attrNameLst>
                                      </p:cBhvr>
                                      <p:to>
                                        <p:strVal val="visible"/>
                                      </p:to>
                                    </p:set>
                                    <p:animEffect filter="fade" transition="in">
                                      <p:cBhvr>
                                        <p:cTn dur="500"/>
                                        <p:tgtEl>
                                          <p:spTgt spid="1138">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Step (H+PIC+NO.+HINT)">
  <p:cSld name="4Step (H+PIC+NO.+HINT)">
    <p:spTree>
      <p:nvGrpSpPr>
        <p:cNvPr id="1139" name="Shape 1139"/>
        <p:cNvGrpSpPr/>
        <p:nvPr/>
      </p:nvGrpSpPr>
      <p:grpSpPr>
        <a:xfrm>
          <a:off x="0" y="0"/>
          <a:ext cx="0" cy="0"/>
          <a:chOff x="0" y="0"/>
          <a:chExt cx="0" cy="0"/>
        </a:xfrm>
      </p:grpSpPr>
      <p:grpSp>
        <p:nvGrpSpPr>
          <p:cNvPr id="1140" name="Google Shape;1140;g3b3a45db5ed_1_4177"/>
          <p:cNvGrpSpPr/>
          <p:nvPr/>
        </p:nvGrpSpPr>
        <p:grpSpPr>
          <a:xfrm>
            <a:off x="4156556" y="1620732"/>
            <a:ext cx="4433002" cy="4433003"/>
            <a:chOff x="-413326" y="937285"/>
            <a:chExt cx="4433003" cy="4433003"/>
          </a:xfrm>
        </p:grpSpPr>
        <p:sp>
          <p:nvSpPr>
            <p:cNvPr id="1141" name="Google Shape;1141;g3b3a45db5ed_1_4177"/>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42" name="Google Shape;1142;g3b3a45db5ed_1_4177"/>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43" name="Google Shape;1143;g3b3a45db5ed_1_4177"/>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44" name="Google Shape;1144;g3b3a45db5ed_1_4177"/>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145" name="Google Shape;1145;g3b3a45db5ed_1_4177"/>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1146" name="Google Shape;1146;g3b3a45db5ed_1_4177"/>
          <p:cNvSpPr/>
          <p:nvPr>
            <p:ph idx="2" type="pic"/>
          </p:nvPr>
        </p:nvSpPr>
        <p:spPr>
          <a:xfrm>
            <a:off x="4411367" y="1904584"/>
            <a:ext cx="3900000" cy="3905100"/>
          </a:xfrm>
          <a:prstGeom prst="rect">
            <a:avLst/>
          </a:prstGeom>
          <a:noFill/>
          <a:ln>
            <a:noFill/>
          </a:ln>
        </p:spPr>
      </p:sp>
      <p:sp>
        <p:nvSpPr>
          <p:cNvPr id="1147" name="Google Shape;1147;g3b3a45db5ed_1_4177"/>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1148" name="Google Shape;1148;g3b3a45db5ed_1_4177"/>
          <p:cNvGrpSpPr/>
          <p:nvPr/>
        </p:nvGrpSpPr>
        <p:grpSpPr>
          <a:xfrm>
            <a:off x="8589558" y="6331536"/>
            <a:ext cx="256344" cy="68100"/>
            <a:chOff x="781167" y="5836673"/>
            <a:chExt cx="256344" cy="68100"/>
          </a:xfrm>
        </p:grpSpPr>
        <p:sp>
          <p:nvSpPr>
            <p:cNvPr id="1149" name="Google Shape;1149;g3b3a45db5ed_1_4177"/>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1150" name="Google Shape;1150;g3b3a45db5ed_1_4177"/>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1151" name="Google Shape;1151;g3b3a45db5ed_1_4177"/>
          <p:cNvSpPr txBox="1"/>
          <p:nvPr>
            <p:ph idx="3"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152" name="Google Shape;1152;g3b3a45db5ed_1_4177"/>
          <p:cNvSpPr txBox="1"/>
          <p:nvPr>
            <p:ph idx="4"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1153" name="Google Shape;1153;g3b3a45db5ed_1_4177"/>
          <p:cNvGrpSpPr/>
          <p:nvPr/>
        </p:nvGrpSpPr>
        <p:grpSpPr>
          <a:xfrm>
            <a:off x="11722369" y="5812872"/>
            <a:ext cx="315939" cy="409183"/>
            <a:chOff x="11575262" y="5512453"/>
            <a:chExt cx="315939" cy="409183"/>
          </a:xfrm>
        </p:grpSpPr>
        <p:sp>
          <p:nvSpPr>
            <p:cNvPr id="1154" name="Google Shape;1154;g3b3a45db5ed_1_4177"/>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55" name="Google Shape;1155;g3b3a45db5ed_1_4177"/>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56" name="Google Shape;1156;g3b3a45db5ed_1_4177"/>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140"/>
                                        </p:tgtEl>
                                        <p:attrNameLst>
                                          <p:attrName>style.visibility</p:attrName>
                                        </p:attrNameLst>
                                      </p:cBhvr>
                                      <p:to>
                                        <p:strVal val="visible"/>
                                      </p:to>
                                    </p:set>
                                    <p:anim calcmode="lin" valueType="num">
                                      <p:cBhvr additive="base">
                                        <p:cTn dur="2250"/>
                                        <p:tgtEl>
                                          <p:spTgt spid="1140"/>
                                        </p:tgtEl>
                                        <p:attrNameLst>
                                          <p:attrName>ppt_w</p:attrName>
                                        </p:attrNameLst>
                                      </p:cBhvr>
                                      <p:tavLst>
                                        <p:tav fmla="" tm="0">
                                          <p:val>
                                            <p:strVal val="0"/>
                                          </p:val>
                                        </p:tav>
                                        <p:tav fmla="" tm="100000">
                                          <p:val>
                                            <p:strVal val="#ppt_w"/>
                                          </p:val>
                                        </p:tav>
                                      </p:tavLst>
                                    </p:anim>
                                    <p:anim calcmode="lin" valueType="num">
                                      <p:cBhvr additive="base">
                                        <p:cTn dur="2250"/>
                                        <p:tgtEl>
                                          <p:spTgt spid="1140"/>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1146"/>
                                        </p:tgtEl>
                                        <p:attrNameLst>
                                          <p:attrName>style.visibility</p:attrName>
                                        </p:attrNameLst>
                                      </p:cBhvr>
                                      <p:to>
                                        <p:strVal val="visible"/>
                                      </p:to>
                                    </p:set>
                                    <p:animEffect filter="fade" transition="in">
                                      <p:cBhvr>
                                        <p:cTn dur="500"/>
                                        <p:tgtEl>
                                          <p:spTgt spid="1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8"/>
                                        </p:tgtEl>
                                        <p:attrNameLst>
                                          <p:attrName>style.visibility</p:attrName>
                                        </p:attrNameLst>
                                      </p:cBhvr>
                                      <p:to>
                                        <p:strVal val="visible"/>
                                      </p:to>
                                    </p:set>
                                    <p:animEffect filter="fade" transition="in">
                                      <p:cBhvr>
                                        <p:cTn dur="500"/>
                                        <p:tgtEl>
                                          <p:spTgt spid="114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51"/>
                                        </p:tgtEl>
                                        <p:attrNameLst>
                                          <p:attrName>style.visibility</p:attrName>
                                        </p:attrNameLst>
                                      </p:cBhvr>
                                      <p:to>
                                        <p:strVal val="visible"/>
                                      </p:to>
                                    </p:set>
                                    <p:animEffect filter="fade" transition="in">
                                      <p:cBhvr>
                                        <p:cTn dur="500"/>
                                        <p:tgtEl>
                                          <p:spTgt spid="1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1">
  <p:cSld name="Q&amp;A+HIELP BUTTON_1">
    <p:spTree>
      <p:nvGrpSpPr>
        <p:cNvPr id="1157" name="Shape 1157"/>
        <p:cNvGrpSpPr/>
        <p:nvPr/>
      </p:nvGrpSpPr>
      <p:grpSpPr>
        <a:xfrm>
          <a:off x="0" y="0"/>
          <a:ext cx="0" cy="0"/>
          <a:chOff x="0" y="0"/>
          <a:chExt cx="0" cy="0"/>
        </a:xfrm>
      </p:grpSpPr>
      <p:sp>
        <p:nvSpPr>
          <p:cNvPr id="1158" name="Google Shape;1158;g3b3a45db5ed_1_4195"/>
          <p:cNvSpPr/>
          <p:nvPr/>
        </p:nvSpPr>
        <p:spPr>
          <a:xfrm rot="5400000">
            <a:off x="-313698" y="-1313719"/>
            <a:ext cx="1110000" cy="5257800"/>
          </a:xfrm>
          <a:prstGeom prst="rect">
            <a:avLst/>
          </a:prstGeom>
          <a:gradFill>
            <a:gsLst>
              <a:gs pos="0">
                <a:srgbClr val="F1FEFE">
                  <a:alpha val="0"/>
                </a:srgbClr>
              </a:gs>
              <a:gs pos="100000">
                <a:srgbClr val="05FDFF">
                  <a:alpha val="392"/>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1159" name="Google Shape;1159;g3b3a45db5ed_1_4195"/>
          <p:cNvGrpSpPr/>
          <p:nvPr/>
        </p:nvGrpSpPr>
        <p:grpSpPr>
          <a:xfrm>
            <a:off x="-86314" y="851932"/>
            <a:ext cx="324402" cy="390024"/>
            <a:chOff x="948349" y="814223"/>
            <a:chExt cx="2794159" cy="390024"/>
          </a:xfrm>
        </p:grpSpPr>
        <p:sp>
          <p:nvSpPr>
            <p:cNvPr id="1160" name="Google Shape;1160;g3b3a45db5ed_1_4195"/>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61" name="Google Shape;1161;g3b3a45db5ed_1_4195"/>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162" name="Google Shape;1162;g3b3a45db5ed_1_4195"/>
          <p:cNvGrpSpPr/>
          <p:nvPr/>
        </p:nvGrpSpPr>
        <p:grpSpPr>
          <a:xfrm flipH="1" rot="10800000">
            <a:off x="-86314" y="2415356"/>
            <a:ext cx="324402" cy="390024"/>
            <a:chOff x="948349" y="814223"/>
            <a:chExt cx="2794159" cy="390024"/>
          </a:xfrm>
        </p:grpSpPr>
        <p:sp>
          <p:nvSpPr>
            <p:cNvPr id="1163" name="Google Shape;1163;g3b3a45db5ed_1_4195"/>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64" name="Google Shape;1164;g3b3a45db5ed_1_4195"/>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165" name="Google Shape;1165;g3b3a45db5ed_1_4195"/>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66" name="Google Shape;1166;g3b3a45db5ed_1_4195"/>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67" name="Google Shape;1167;g3b3a45db5ed_1_4195"/>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68" name="Google Shape;1168;g3b3a45db5ed_1_4195"/>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69" name="Google Shape;1169;g3b3a45db5ed_1_4195"/>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70" name="Google Shape;1170;g3b3a45db5ed_1_4195"/>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1171" name="Google Shape;1171;g3b3a45db5ed_1_4195"/>
          <p:cNvGrpSpPr/>
          <p:nvPr/>
        </p:nvGrpSpPr>
        <p:grpSpPr>
          <a:xfrm>
            <a:off x="11490140" y="6059615"/>
            <a:ext cx="315939" cy="409183"/>
            <a:chOff x="11575262" y="5512453"/>
            <a:chExt cx="315939" cy="409183"/>
          </a:xfrm>
        </p:grpSpPr>
        <p:sp>
          <p:nvSpPr>
            <p:cNvPr id="1172" name="Google Shape;1172;g3b3a45db5ed_1_4195"/>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73" name="Google Shape;1173;g3b3a45db5ed_1_4195"/>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74" name="Google Shape;1174;g3b3a45db5ed_1_4195"/>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175" name="Google Shape;1175;g3b3a45db5ed_1_4195"/>
          <p:cNvGrpSpPr/>
          <p:nvPr/>
        </p:nvGrpSpPr>
        <p:grpSpPr>
          <a:xfrm>
            <a:off x="976070" y="2631155"/>
            <a:ext cx="256344" cy="68100"/>
            <a:chOff x="781167" y="5925573"/>
            <a:chExt cx="256344" cy="68100"/>
          </a:xfrm>
        </p:grpSpPr>
        <p:sp>
          <p:nvSpPr>
            <p:cNvPr id="1176" name="Google Shape;1176;g3b3a45db5ed_1_4195"/>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1177" name="Google Shape;1177;g3b3a45db5ed_1_4195"/>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1178" name="Google Shape;1178;g3b3a45db5ed_1_4195"/>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179" name="Google Shape;1179;g3b3a45db5ed_1_4195"/>
          <p:cNvSpPr/>
          <p:nvPr>
            <p:ph idx="2" type="pic"/>
          </p:nvPr>
        </p:nvSpPr>
        <p:spPr>
          <a:xfrm>
            <a:off x="6766850" y="2522830"/>
            <a:ext cx="4347900" cy="3970200"/>
          </a:xfrm>
          <a:prstGeom prst="rect">
            <a:avLst/>
          </a:prstGeom>
          <a:noFill/>
          <a:ln>
            <a:noFill/>
          </a:ln>
        </p:spPr>
      </p:sp>
      <p:sp>
        <p:nvSpPr>
          <p:cNvPr id="1180" name="Google Shape;1180;g3b3a45db5ed_1_4195"/>
          <p:cNvSpPr txBox="1"/>
          <p:nvPr>
            <p:ph idx="3"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181" name="Google Shape;1181;g3b3a45db5ed_1_4195"/>
          <p:cNvSpPr txBox="1"/>
          <p:nvPr/>
        </p:nvSpPr>
        <p:spPr>
          <a:xfrm>
            <a:off x="11154788" y="404846"/>
            <a:ext cx="5478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Q</a:t>
            </a:r>
            <a:endParaRPr b="0" i="0" sz="1400" u="none" cap="none" strike="noStrike">
              <a:solidFill>
                <a:srgbClr val="000000"/>
              </a:solidFill>
              <a:latin typeface="Arial"/>
              <a:ea typeface="Arial"/>
              <a:cs typeface="Arial"/>
              <a:sym typeface="Arial"/>
            </a:endParaRPr>
          </a:p>
        </p:txBody>
      </p:sp>
      <p:sp>
        <p:nvSpPr>
          <p:cNvPr id="1182" name="Google Shape;1182;g3b3a45db5ed_1_4195"/>
          <p:cNvSpPr txBox="1"/>
          <p:nvPr>
            <p:ph idx="4" type="body"/>
          </p:nvPr>
        </p:nvSpPr>
        <p:spPr>
          <a:xfrm>
            <a:off x="11644251" y="417511"/>
            <a:ext cx="547800" cy="383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000"/>
              <a:buFont typeface="Arial"/>
              <a:buNone/>
              <a:defRPr b="0" i="0" sz="2000" u="none" cap="none" strike="noStrike">
                <a:solidFill>
                  <a:srgbClr val="A6EDED"/>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5"/>
                                        </p:tgtEl>
                                        <p:attrNameLst>
                                          <p:attrName>style.visibility</p:attrName>
                                        </p:attrNameLst>
                                      </p:cBhvr>
                                      <p:to>
                                        <p:strVal val="visible"/>
                                      </p:to>
                                    </p:set>
                                    <p:animEffect filter="fade" transition="in">
                                      <p:cBhvr>
                                        <p:cTn dur="500"/>
                                        <p:tgtEl>
                                          <p:spTgt spid="1175"/>
                                        </p:tgtEl>
                                      </p:cBhvr>
                                    </p:animEffect>
                                  </p:childTnLst>
                                </p:cTn>
                              </p:par>
                              <p:par>
                                <p:cTn fill="hold" nodeType="withEffect" presetClass="entr" presetID="10" presetSubtype="0">
                                  <p:stCondLst>
                                    <p:cond delay="0"/>
                                  </p:stCondLst>
                                  <p:childTnLst>
                                    <p:set>
                                      <p:cBhvr>
                                        <p:cTn dur="1" fill="hold">
                                          <p:stCondLst>
                                            <p:cond delay="0"/>
                                          </p:stCondLst>
                                        </p:cTn>
                                        <p:tgtEl>
                                          <p:spTgt spid="1180">
                                            <p:txEl>
                                              <p:pRg end="0" st="0"/>
                                            </p:txEl>
                                          </p:spTgt>
                                        </p:tgtEl>
                                        <p:attrNameLst>
                                          <p:attrName>style.visibility</p:attrName>
                                        </p:attrNameLst>
                                      </p:cBhvr>
                                      <p:to>
                                        <p:strVal val="visible"/>
                                      </p:to>
                                    </p:set>
                                    <p:animEffect filter="fade" transition="in">
                                      <p:cBhvr>
                                        <p:cTn dur="500"/>
                                        <p:tgtEl>
                                          <p:spTgt spid="1180">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0">
                                            <p:txEl>
                                              <p:pRg end="1" st="1"/>
                                            </p:txEl>
                                          </p:spTgt>
                                        </p:tgtEl>
                                        <p:attrNameLst>
                                          <p:attrName>style.visibility</p:attrName>
                                        </p:attrNameLst>
                                      </p:cBhvr>
                                      <p:to>
                                        <p:strVal val="visible"/>
                                      </p:to>
                                    </p:set>
                                    <p:animEffect filter="fade" transition="in">
                                      <p:cBhvr>
                                        <p:cTn dur="500"/>
                                        <p:tgtEl>
                                          <p:spTgt spid="1180">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0">
                                            <p:txEl>
                                              <p:pRg end="2" st="2"/>
                                            </p:txEl>
                                          </p:spTgt>
                                        </p:tgtEl>
                                        <p:attrNameLst>
                                          <p:attrName>style.visibility</p:attrName>
                                        </p:attrNameLst>
                                      </p:cBhvr>
                                      <p:to>
                                        <p:strVal val="visible"/>
                                      </p:to>
                                    </p:set>
                                    <p:animEffect filter="fade" transition="in">
                                      <p:cBhvr>
                                        <p:cTn dur="500"/>
                                        <p:tgtEl>
                                          <p:spTgt spid="1180">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0">
                                            <p:txEl>
                                              <p:pRg end="3" st="3"/>
                                            </p:txEl>
                                          </p:spTgt>
                                        </p:tgtEl>
                                        <p:attrNameLst>
                                          <p:attrName>style.visibility</p:attrName>
                                        </p:attrNameLst>
                                      </p:cBhvr>
                                      <p:to>
                                        <p:strVal val="visible"/>
                                      </p:to>
                                    </p:set>
                                    <p:animEffect filter="fade" transition="in">
                                      <p:cBhvr>
                                        <p:cTn dur="500"/>
                                        <p:tgtEl>
                                          <p:spTgt spid="1180">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0">
                                            <p:txEl>
                                              <p:pRg end="4" st="4"/>
                                            </p:txEl>
                                          </p:spTgt>
                                        </p:tgtEl>
                                        <p:attrNameLst>
                                          <p:attrName>style.visibility</p:attrName>
                                        </p:attrNameLst>
                                      </p:cBhvr>
                                      <p:to>
                                        <p:strVal val="visible"/>
                                      </p:to>
                                    </p:set>
                                    <p:animEffect filter="fade" transition="in">
                                      <p:cBhvr>
                                        <p:cTn dur="500"/>
                                        <p:tgtEl>
                                          <p:spTgt spid="1180">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0">
                                            <p:txEl>
                                              <p:pRg end="5" st="5"/>
                                            </p:txEl>
                                          </p:spTgt>
                                        </p:tgtEl>
                                        <p:attrNameLst>
                                          <p:attrName>style.visibility</p:attrName>
                                        </p:attrNameLst>
                                      </p:cBhvr>
                                      <p:to>
                                        <p:strVal val="visible"/>
                                      </p:to>
                                    </p:set>
                                    <p:animEffect filter="fade" transition="in">
                                      <p:cBhvr>
                                        <p:cTn dur="500"/>
                                        <p:tgtEl>
                                          <p:spTgt spid="1180">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0">
                                            <p:txEl>
                                              <p:pRg end="6" st="6"/>
                                            </p:txEl>
                                          </p:spTgt>
                                        </p:tgtEl>
                                        <p:attrNameLst>
                                          <p:attrName>style.visibility</p:attrName>
                                        </p:attrNameLst>
                                      </p:cBhvr>
                                      <p:to>
                                        <p:strVal val="visible"/>
                                      </p:to>
                                    </p:set>
                                    <p:animEffect filter="fade" transition="in">
                                      <p:cBhvr>
                                        <p:cTn dur="500"/>
                                        <p:tgtEl>
                                          <p:spTgt spid="1180">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0">
                                            <p:txEl>
                                              <p:pRg end="7" st="7"/>
                                            </p:txEl>
                                          </p:spTgt>
                                        </p:tgtEl>
                                        <p:attrNameLst>
                                          <p:attrName>style.visibility</p:attrName>
                                        </p:attrNameLst>
                                      </p:cBhvr>
                                      <p:to>
                                        <p:strVal val="visible"/>
                                      </p:to>
                                    </p:set>
                                    <p:animEffect filter="fade" transition="in">
                                      <p:cBhvr>
                                        <p:cTn dur="500"/>
                                        <p:tgtEl>
                                          <p:spTgt spid="1180">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0">
                                            <p:txEl>
                                              <p:pRg end="8" st="8"/>
                                            </p:txEl>
                                          </p:spTgt>
                                        </p:tgtEl>
                                        <p:attrNameLst>
                                          <p:attrName>style.visibility</p:attrName>
                                        </p:attrNameLst>
                                      </p:cBhvr>
                                      <p:to>
                                        <p:strVal val="visible"/>
                                      </p:to>
                                    </p:set>
                                    <p:animEffect filter="fade" transition="in">
                                      <p:cBhvr>
                                        <p:cTn dur="500"/>
                                        <p:tgtEl>
                                          <p:spTgt spid="1180">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79"/>
                                        </p:tgtEl>
                                        <p:attrNameLst>
                                          <p:attrName>style.visibility</p:attrName>
                                        </p:attrNameLst>
                                      </p:cBhvr>
                                      <p:to>
                                        <p:strVal val="visible"/>
                                      </p:to>
                                    </p:set>
                                    <p:animEffect filter="fade" transition="in">
                                      <p:cBhvr>
                                        <p:cTn dur="500"/>
                                        <p:tgtEl>
                                          <p:spTgt spid="1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NUS TASK">
  <p:cSld name="BONUS TASK">
    <p:spTree>
      <p:nvGrpSpPr>
        <p:cNvPr id="1183" name="Shape 1183"/>
        <p:cNvGrpSpPr/>
        <p:nvPr/>
      </p:nvGrpSpPr>
      <p:grpSpPr>
        <a:xfrm>
          <a:off x="0" y="0"/>
          <a:ext cx="0" cy="0"/>
          <a:chOff x="0" y="0"/>
          <a:chExt cx="0" cy="0"/>
        </a:xfrm>
      </p:grpSpPr>
      <p:grpSp>
        <p:nvGrpSpPr>
          <p:cNvPr id="1184" name="Google Shape;1184;g3b3a45db5ed_1_4221"/>
          <p:cNvGrpSpPr/>
          <p:nvPr/>
        </p:nvGrpSpPr>
        <p:grpSpPr>
          <a:xfrm>
            <a:off x="-86305" y="232839"/>
            <a:ext cx="2794159" cy="390024"/>
            <a:chOff x="948349" y="814223"/>
            <a:chExt cx="2794159" cy="390024"/>
          </a:xfrm>
        </p:grpSpPr>
        <p:sp>
          <p:nvSpPr>
            <p:cNvPr id="1185" name="Google Shape;1185;g3b3a45db5ed_1_4221"/>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86" name="Google Shape;1186;g3b3a45db5ed_1_4221"/>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187" name="Google Shape;1187;g3b3a45db5ed_1_4221"/>
          <p:cNvGrpSpPr/>
          <p:nvPr/>
        </p:nvGrpSpPr>
        <p:grpSpPr>
          <a:xfrm flipH="1" rot="10800000">
            <a:off x="-86305" y="1933581"/>
            <a:ext cx="2794159" cy="390024"/>
            <a:chOff x="948349" y="814223"/>
            <a:chExt cx="2794159" cy="390024"/>
          </a:xfrm>
        </p:grpSpPr>
        <p:sp>
          <p:nvSpPr>
            <p:cNvPr id="1188" name="Google Shape;1188;g3b3a45db5ed_1_4221"/>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89" name="Google Shape;1189;g3b3a45db5ed_1_4221"/>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190" name="Google Shape;1190;g3b3a45db5ed_1_4221"/>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91" name="Google Shape;1191;g3b3a45db5ed_1_4221"/>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92" name="Google Shape;1192;g3b3a45db5ed_1_4221"/>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93" name="Google Shape;1193;g3b3a45db5ed_1_4221"/>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94" name="Google Shape;1194;g3b3a45db5ed_1_4221"/>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95" name="Google Shape;1195;g3b3a45db5ed_1_4221"/>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96" name="Google Shape;1196;g3b3a45db5ed_1_4221"/>
          <p:cNvSpPr/>
          <p:nvPr/>
        </p:nvSpPr>
        <p:spPr>
          <a:xfrm rot="5400000">
            <a:off x="-313698" y="-1313719"/>
            <a:ext cx="1110000" cy="5257800"/>
          </a:xfrm>
          <a:prstGeom prst="rect">
            <a:avLst/>
          </a:prstGeom>
          <a:gradFill>
            <a:gsLst>
              <a:gs pos="0">
                <a:srgbClr val="F1FEFE">
                  <a:alpha val="0"/>
                </a:srgbClr>
              </a:gs>
              <a:gs pos="100000">
                <a:srgbClr val="05FDFF">
                  <a:alpha val="392"/>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1197" name="Google Shape;1197;g3b3a45db5ed_1_4221"/>
          <p:cNvGrpSpPr/>
          <p:nvPr/>
        </p:nvGrpSpPr>
        <p:grpSpPr>
          <a:xfrm>
            <a:off x="7362778" y="2144139"/>
            <a:ext cx="4433002" cy="4433003"/>
            <a:chOff x="-413326" y="937285"/>
            <a:chExt cx="4433003" cy="4433003"/>
          </a:xfrm>
        </p:grpSpPr>
        <p:sp>
          <p:nvSpPr>
            <p:cNvPr id="1198" name="Google Shape;1198;g3b3a45db5ed_1_4221"/>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199" name="Google Shape;1199;g3b3a45db5ed_1_4221"/>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00" name="Google Shape;1200;g3b3a45db5ed_1_4221"/>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01" name="Google Shape;1201;g3b3a45db5ed_1_4221"/>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202" name="Google Shape;1202;g3b3a45db5ed_1_4221"/>
          <p:cNvSpPr txBox="1"/>
          <p:nvPr>
            <p:ph idx="1" type="body"/>
          </p:nvPr>
        </p:nvSpPr>
        <p:spPr>
          <a:xfrm>
            <a:off x="7899288" y="2357480"/>
            <a:ext cx="3396600" cy="4094100"/>
          </a:xfrm>
          <a:prstGeom prst="rect">
            <a:avLst/>
          </a:prstGeom>
          <a:noFill/>
          <a:ln>
            <a:noFill/>
          </a:ln>
        </p:spPr>
        <p:txBody>
          <a:bodyPr anchorCtr="0" anchor="ctr" bIns="45700" lIns="91425" spcFirstLastPara="1" rIns="91425" wrap="square" tIns="45700">
            <a:noAutofit/>
          </a:bodyPr>
          <a:lstStyle>
            <a:lvl1pPr indent="-400050" lvl="0" marL="457200" marR="0" rtl="0" algn="l">
              <a:lnSpc>
                <a:spcPct val="100000"/>
              </a:lnSpc>
              <a:spcBef>
                <a:spcPts val="0"/>
              </a:spcBef>
              <a:spcAft>
                <a:spcPts val="0"/>
              </a:spcAft>
              <a:buClr>
                <a:srgbClr val="05FDFF"/>
              </a:buClr>
              <a:buSzPts val="2700"/>
              <a:buFont typeface="Kdam Thmor Pro"/>
              <a:buChar char="+"/>
              <a:defRPr b="0" i="0" sz="18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203" name="Google Shape;1203;g3b3a45db5ed_1_4221"/>
          <p:cNvSpPr txBox="1"/>
          <p:nvPr/>
        </p:nvSpPr>
        <p:spPr>
          <a:xfrm>
            <a:off x="1108604" y="718141"/>
            <a:ext cx="1599300" cy="1108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400"/>
              <a:buFont typeface="Arial"/>
              <a:buNone/>
            </a:pPr>
            <a:r>
              <a:rPr b="0" i="0" lang="en-US" sz="2400" u="none" cap="none" strike="noStrike">
                <a:solidFill>
                  <a:srgbClr val="05FDFF"/>
                </a:solidFill>
                <a:latin typeface="Kdam Thmor Pro"/>
                <a:ea typeface="Kdam Thmor Pro"/>
                <a:cs typeface="Kdam Thmor Pro"/>
                <a:sym typeface="Kdam Thmor Pro"/>
              </a:rPr>
              <a:t>Bonus</a:t>
            </a:r>
            <a:r>
              <a:rPr b="0" i="0" lang="en-US" sz="3600" u="none" cap="none" strike="noStrike">
                <a:solidFill>
                  <a:srgbClr val="FFFFFF"/>
                </a:solidFill>
                <a:latin typeface="Kdam Thmor Pro"/>
                <a:ea typeface="Kdam Thmor Pro"/>
                <a:cs typeface="Kdam Thmor Pro"/>
                <a:sym typeface="Kdam Thmor Pro"/>
              </a:rPr>
              <a:t> </a:t>
            </a:r>
            <a:br>
              <a:rPr b="0" i="0" lang="en-US" sz="3600" u="none" cap="none" strike="noStrike">
                <a:solidFill>
                  <a:srgbClr val="FFFFFF"/>
                </a:solidFill>
                <a:latin typeface="Kdam Thmor Pro"/>
                <a:ea typeface="Kdam Thmor Pro"/>
                <a:cs typeface="Kdam Thmor Pro"/>
                <a:sym typeface="Kdam Thmor Pro"/>
              </a:rPr>
            </a:br>
            <a:r>
              <a:rPr b="0" i="0" lang="en-US" sz="4400" u="none" cap="none" strike="noStrike">
                <a:solidFill>
                  <a:srgbClr val="FFFFFF"/>
                </a:solidFill>
                <a:latin typeface="Kdam Thmor Pro"/>
                <a:ea typeface="Kdam Thmor Pro"/>
                <a:cs typeface="Kdam Thmor Pro"/>
                <a:sym typeface="Kdam Thmor Pro"/>
              </a:rPr>
              <a:t>Task</a:t>
            </a:r>
            <a:endParaRPr b="0" i="0" sz="4800" u="none" cap="none" strike="noStrike">
              <a:solidFill>
                <a:srgbClr val="FFFFFF"/>
              </a:solidFill>
              <a:latin typeface="Kdam Thmor Pro"/>
              <a:ea typeface="Kdam Thmor Pro"/>
              <a:cs typeface="Kdam Thmor Pro"/>
              <a:sym typeface="Kdam Thmor Pro"/>
            </a:endParaRPr>
          </a:p>
        </p:txBody>
      </p:sp>
      <p:sp>
        <p:nvSpPr>
          <p:cNvPr id="1204" name="Google Shape;1204;g3b3a45db5ed_1_4221"/>
          <p:cNvSpPr txBox="1"/>
          <p:nvPr/>
        </p:nvSpPr>
        <p:spPr>
          <a:xfrm>
            <a:off x="2631654" y="432524"/>
            <a:ext cx="967500" cy="782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5400"/>
              <a:buFont typeface="Arial"/>
              <a:buNone/>
            </a:pPr>
            <a:r>
              <a:rPr b="0" i="0" lang="en-US" sz="5400" u="none" cap="none" strike="noStrike">
                <a:solidFill>
                  <a:srgbClr val="05FDFF"/>
                </a:solidFill>
                <a:latin typeface="Kdam Thmor Pro"/>
                <a:ea typeface="Kdam Thmor Pro"/>
                <a:cs typeface="Kdam Thmor Pro"/>
                <a:sym typeface="Kdam Thmor Pro"/>
              </a:rPr>
              <a:t>+</a:t>
            </a:r>
            <a:endParaRPr b="0" i="0" sz="7200" u="none" cap="none" strike="noStrike">
              <a:solidFill>
                <a:srgbClr val="05FDFF"/>
              </a:solidFill>
              <a:latin typeface="Kdam Thmor Pro"/>
              <a:ea typeface="Kdam Thmor Pro"/>
              <a:cs typeface="Kdam Thmor Pro"/>
              <a:sym typeface="Kdam Thmor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04"/>
                                        </p:tgtEl>
                                        <p:attrNameLst>
                                          <p:attrName>style.visibility</p:attrName>
                                        </p:attrNameLst>
                                      </p:cBhvr>
                                      <p:to>
                                        <p:strVal val="visible"/>
                                      </p:to>
                                    </p:set>
                                    <p:animEffect filter="fade" transition="in">
                                      <p:cBhvr>
                                        <p:cTn dur="1000"/>
                                        <p:tgtEl>
                                          <p:spTgt spid="12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llenge+Pic">
  <p:cSld name="Challenge+Pic">
    <p:spTree>
      <p:nvGrpSpPr>
        <p:cNvPr id="1205" name="Shape 1205"/>
        <p:cNvGrpSpPr/>
        <p:nvPr/>
      </p:nvGrpSpPr>
      <p:grpSpPr>
        <a:xfrm>
          <a:off x="0" y="0"/>
          <a:ext cx="0" cy="0"/>
          <a:chOff x="0" y="0"/>
          <a:chExt cx="0" cy="0"/>
        </a:xfrm>
      </p:grpSpPr>
      <p:grpSp>
        <p:nvGrpSpPr>
          <p:cNvPr id="1206" name="Google Shape;1206;g3b3a45db5ed_1_4243"/>
          <p:cNvGrpSpPr/>
          <p:nvPr/>
        </p:nvGrpSpPr>
        <p:grpSpPr>
          <a:xfrm>
            <a:off x="1901128" y="1620732"/>
            <a:ext cx="8944023" cy="4433003"/>
            <a:chOff x="-413326" y="937285"/>
            <a:chExt cx="4433003" cy="4433003"/>
          </a:xfrm>
        </p:grpSpPr>
        <p:sp>
          <p:nvSpPr>
            <p:cNvPr id="1207" name="Google Shape;1207;g3b3a45db5ed_1_4243"/>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08" name="Google Shape;1208;g3b3a45db5ed_1_4243"/>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09" name="Google Shape;1209;g3b3a45db5ed_1_4243"/>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10" name="Google Shape;1210;g3b3a45db5ed_1_4243"/>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211" name="Google Shape;1211;g3b3a45db5ed_1_4243"/>
          <p:cNvSpPr/>
          <p:nvPr>
            <p:ph idx="2" type="pic"/>
          </p:nvPr>
        </p:nvSpPr>
        <p:spPr>
          <a:xfrm>
            <a:off x="2596055" y="1828801"/>
            <a:ext cx="7694700" cy="4004400"/>
          </a:xfrm>
          <a:prstGeom prst="rect">
            <a:avLst/>
          </a:prstGeom>
          <a:noFill/>
          <a:ln>
            <a:noFill/>
          </a:ln>
        </p:spPr>
      </p:sp>
      <p:sp>
        <p:nvSpPr>
          <p:cNvPr id="1212" name="Google Shape;1212;g3b3a45db5ed_1_4243"/>
          <p:cNvSpPr txBox="1"/>
          <p:nvPr>
            <p:ph idx="1" type="body"/>
          </p:nvPr>
        </p:nvSpPr>
        <p:spPr>
          <a:xfrm>
            <a:off x="2799191" y="235804"/>
            <a:ext cx="37647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rgbClr val="05FDFF"/>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213" name="Google Shape;1213;g3b3a45db5ed_1_4243"/>
          <p:cNvSpPr txBox="1"/>
          <p:nvPr/>
        </p:nvSpPr>
        <p:spPr>
          <a:xfrm>
            <a:off x="482600" y="314232"/>
            <a:ext cx="47244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3600"/>
              <a:buFont typeface="Arial"/>
              <a:buNone/>
            </a:pPr>
            <a:r>
              <a:rPr b="0" i="0" lang="en-US" sz="3600" u="none" cap="none" strike="noStrike">
                <a:solidFill>
                  <a:srgbClr val="05FDFF"/>
                </a:solidFill>
                <a:latin typeface="Kdam Thmor Pro"/>
                <a:ea typeface="Kdam Thmor Pro"/>
                <a:cs typeface="Kdam Thmor Pro"/>
                <a:sym typeface="Kdam Thmor Pro"/>
              </a:rPr>
              <a:t>Challenge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206"/>
                                        </p:tgtEl>
                                        <p:attrNameLst>
                                          <p:attrName>style.visibility</p:attrName>
                                        </p:attrNameLst>
                                      </p:cBhvr>
                                      <p:to>
                                        <p:strVal val="visible"/>
                                      </p:to>
                                    </p:set>
                                    <p:anim calcmode="lin" valueType="num">
                                      <p:cBhvr additive="base">
                                        <p:cTn dur="2250"/>
                                        <p:tgtEl>
                                          <p:spTgt spid="1206"/>
                                        </p:tgtEl>
                                        <p:attrNameLst>
                                          <p:attrName>ppt_w</p:attrName>
                                        </p:attrNameLst>
                                      </p:cBhvr>
                                      <p:tavLst>
                                        <p:tav fmla="" tm="0">
                                          <p:val>
                                            <p:strVal val="0"/>
                                          </p:val>
                                        </p:tav>
                                        <p:tav fmla="" tm="100000">
                                          <p:val>
                                            <p:strVal val="#ppt_w"/>
                                          </p:val>
                                        </p:tav>
                                      </p:tavLst>
                                    </p:anim>
                                    <p:anim calcmode="lin" valueType="num">
                                      <p:cBhvr additive="base">
                                        <p:cTn dur="2250"/>
                                        <p:tgtEl>
                                          <p:spTgt spid="1206"/>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1211"/>
                                        </p:tgtEl>
                                        <p:attrNameLst>
                                          <p:attrName>style.visibility</p:attrName>
                                        </p:attrNameLst>
                                      </p:cBhvr>
                                      <p:to>
                                        <p:strVal val="visible"/>
                                      </p:to>
                                    </p:set>
                                    <p:animEffect filter="fade" transition="in">
                                      <p:cBhvr>
                                        <p:cTn dur="500"/>
                                        <p:tgtEl>
                                          <p:spTgt spid="1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H+Pic)">
  <p:cSld name="Learn (H+Pic)">
    <p:spTree>
      <p:nvGrpSpPr>
        <p:cNvPr id="1214" name="Shape 1214"/>
        <p:cNvGrpSpPr/>
        <p:nvPr/>
      </p:nvGrpSpPr>
      <p:grpSpPr>
        <a:xfrm>
          <a:off x="0" y="0"/>
          <a:ext cx="0" cy="0"/>
          <a:chOff x="0" y="0"/>
          <a:chExt cx="0" cy="0"/>
        </a:xfrm>
      </p:grpSpPr>
      <p:graphicFrame>
        <p:nvGraphicFramePr>
          <p:cNvPr id="1215" name="Google Shape;1215;g3b3a45db5ed_1_4252"/>
          <p:cNvGraphicFramePr/>
          <p:nvPr/>
        </p:nvGraphicFramePr>
        <p:xfrm>
          <a:off x="7280284" y="1667349"/>
          <a:ext cx="3000000" cy="3000000"/>
        </p:xfrm>
        <a:graphic>
          <a:graphicData uri="http://schemas.openxmlformats.org/drawingml/2006/table">
            <a:tbl>
              <a:tblPr bandRow="1" firstRow="1">
                <a:noFill/>
                <a:tableStyleId>{300119D5-C767-46ED-A351-CF7C835F8AEE}</a:tableStyleId>
              </a:tblPr>
              <a:tblGrid>
                <a:gridCol w="402775"/>
                <a:gridCol w="402775"/>
                <a:gridCol w="402775"/>
                <a:gridCol w="402775"/>
                <a:gridCol w="402775"/>
                <a:gridCol w="402775"/>
                <a:gridCol w="402775"/>
                <a:gridCol w="402775"/>
                <a:gridCol w="402775"/>
                <a:gridCol w="402775"/>
              </a:tblGrid>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bl>
          </a:graphicData>
        </a:graphic>
      </p:graphicFrame>
      <p:grpSp>
        <p:nvGrpSpPr>
          <p:cNvPr id="1216" name="Google Shape;1216;g3b3a45db5ed_1_4252"/>
          <p:cNvGrpSpPr/>
          <p:nvPr/>
        </p:nvGrpSpPr>
        <p:grpSpPr>
          <a:xfrm>
            <a:off x="7077642" y="1468332"/>
            <a:ext cx="4433002" cy="4433003"/>
            <a:chOff x="-413326" y="937285"/>
            <a:chExt cx="4433003" cy="4433003"/>
          </a:xfrm>
        </p:grpSpPr>
        <p:sp>
          <p:nvSpPr>
            <p:cNvPr id="1217" name="Google Shape;1217;g3b3a45db5ed_1_4252"/>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18" name="Google Shape;1218;g3b3a45db5ed_1_4252"/>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19" name="Google Shape;1219;g3b3a45db5ed_1_4252"/>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20" name="Google Shape;1220;g3b3a45db5ed_1_4252"/>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221" name="Google Shape;1221;g3b3a45db5ed_1_4252"/>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222" name="Google Shape;1222;g3b3a45db5ed_1_4252"/>
          <p:cNvSpPr/>
          <p:nvPr>
            <p:ph idx="2" type="pic"/>
          </p:nvPr>
        </p:nvSpPr>
        <p:spPr>
          <a:xfrm>
            <a:off x="7671305" y="2045566"/>
            <a:ext cx="3222300" cy="3238500"/>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15"/>
                                        </p:tgtEl>
                                        <p:attrNameLst>
                                          <p:attrName>style.visibility</p:attrName>
                                        </p:attrNameLst>
                                      </p:cBhvr>
                                      <p:to>
                                        <p:strVal val="visible"/>
                                      </p:to>
                                    </p:set>
                                    <p:anim calcmode="lin" valueType="num">
                                      <p:cBhvr additive="base">
                                        <p:cTn dur="2250"/>
                                        <p:tgtEl>
                                          <p:spTgt spid="1215"/>
                                        </p:tgtEl>
                                        <p:attrNameLst>
                                          <p:attrName>ppt_w</p:attrName>
                                        </p:attrNameLst>
                                      </p:cBhvr>
                                      <p:tavLst>
                                        <p:tav fmla="" tm="0">
                                          <p:val>
                                            <p:strVal val="0"/>
                                          </p:val>
                                        </p:tav>
                                        <p:tav fmla="" tm="100000">
                                          <p:val>
                                            <p:strVal val="#ppt_w"/>
                                          </p:val>
                                        </p:tav>
                                      </p:tavLst>
                                    </p:anim>
                                    <p:anim calcmode="lin" valueType="num">
                                      <p:cBhvr additive="base">
                                        <p:cTn dur="2250"/>
                                        <p:tgtEl>
                                          <p:spTgt spid="121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216"/>
                                        </p:tgtEl>
                                        <p:attrNameLst>
                                          <p:attrName>style.visibility</p:attrName>
                                        </p:attrNameLst>
                                      </p:cBhvr>
                                      <p:to>
                                        <p:strVal val="visible"/>
                                      </p:to>
                                    </p:set>
                                    <p:anim calcmode="lin" valueType="num">
                                      <p:cBhvr additive="base">
                                        <p:cTn dur="2250"/>
                                        <p:tgtEl>
                                          <p:spTgt spid="1216"/>
                                        </p:tgtEl>
                                        <p:attrNameLst>
                                          <p:attrName>ppt_w</p:attrName>
                                        </p:attrNameLst>
                                      </p:cBhvr>
                                      <p:tavLst>
                                        <p:tav fmla="" tm="0">
                                          <p:val>
                                            <p:strVal val="0"/>
                                          </p:val>
                                        </p:tav>
                                        <p:tav fmla="" tm="100000">
                                          <p:val>
                                            <p:strVal val="#ppt_w"/>
                                          </p:val>
                                        </p:tav>
                                      </p:tavLst>
                                    </p:anim>
                                    <p:anim calcmode="lin" valueType="num">
                                      <p:cBhvr additive="base">
                                        <p:cTn dur="2250"/>
                                        <p:tgtEl>
                                          <p:spTgt spid="1216"/>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2" presetSubtype="8">
                                  <p:stCondLst>
                                    <p:cond delay="0"/>
                                  </p:stCondLst>
                                  <p:childTnLst>
                                    <p:set>
                                      <p:cBhvr>
                                        <p:cTn dur="1" fill="hold">
                                          <p:stCondLst>
                                            <p:cond delay="0"/>
                                          </p:stCondLst>
                                        </p:cTn>
                                        <p:tgtEl>
                                          <p:spTgt spid="1221"/>
                                        </p:tgtEl>
                                        <p:attrNameLst>
                                          <p:attrName>style.visibility</p:attrName>
                                        </p:attrNameLst>
                                      </p:cBhvr>
                                      <p:to>
                                        <p:strVal val="visible"/>
                                      </p:to>
                                    </p:set>
                                    <p:anim calcmode="lin" valueType="num">
                                      <p:cBhvr additive="base">
                                        <p:cTn dur="500"/>
                                        <p:tgtEl>
                                          <p:spTgt spid="1221"/>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1222"/>
                                        </p:tgtEl>
                                        <p:attrNameLst>
                                          <p:attrName>style.visibility</p:attrName>
                                        </p:attrNameLst>
                                      </p:cBhvr>
                                      <p:to>
                                        <p:strVal val="visible"/>
                                      </p:to>
                                    </p:set>
                                    <p:animEffect filter="fade" transition="in">
                                      <p:cBhvr>
                                        <p:cTn dur="500"/>
                                        <p:tgtEl>
                                          <p:spTgt spid="12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Learn (H+P+S)">
  <p:cSld name="WA_Learn (H+P+S)">
    <p:spTree>
      <p:nvGrpSpPr>
        <p:cNvPr id="1223" name="Shape 1223"/>
        <p:cNvGrpSpPr/>
        <p:nvPr/>
      </p:nvGrpSpPr>
      <p:grpSpPr>
        <a:xfrm>
          <a:off x="0" y="0"/>
          <a:ext cx="0" cy="0"/>
          <a:chOff x="0" y="0"/>
          <a:chExt cx="0" cy="0"/>
        </a:xfrm>
      </p:grpSpPr>
      <p:sp>
        <p:nvSpPr>
          <p:cNvPr id="1224" name="Google Shape;1224;g3b3a45db5ed_1_4261"/>
          <p:cNvSpPr/>
          <p:nvPr/>
        </p:nvSpPr>
        <p:spPr>
          <a:xfrm>
            <a:off x="8653918" y="553356"/>
            <a:ext cx="3070200" cy="5752500"/>
          </a:xfrm>
          <a:prstGeom prst="rect">
            <a:avLst/>
          </a:prstGeom>
          <a:gradFill>
            <a:gsLst>
              <a:gs pos="0">
                <a:srgbClr val="F1FEFE">
                  <a:alpha val="0"/>
                </a:srgbClr>
              </a:gs>
              <a:gs pos="100000">
                <a:srgbClr val="05FDFF">
                  <a:alpha val="2902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25" name="Google Shape;1225;g3b3a45db5ed_1_4261"/>
          <p:cNvSpPr/>
          <p:nvPr/>
        </p:nvSpPr>
        <p:spPr>
          <a:xfrm>
            <a:off x="8660269" y="6164043"/>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26" name="Google Shape;1226;g3b3a45db5ed_1_4261"/>
          <p:cNvSpPr/>
          <p:nvPr/>
        </p:nvSpPr>
        <p:spPr>
          <a:xfrm flipH="1" rot="10800000">
            <a:off x="8660269" y="426953"/>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1227" name="Google Shape;1227;g3b3a45db5ed_1_4261"/>
          <p:cNvGrpSpPr/>
          <p:nvPr/>
        </p:nvGrpSpPr>
        <p:grpSpPr>
          <a:xfrm>
            <a:off x="781167" y="5836673"/>
            <a:ext cx="256344" cy="68100"/>
            <a:chOff x="781167" y="5836673"/>
            <a:chExt cx="256344" cy="68100"/>
          </a:xfrm>
        </p:grpSpPr>
        <p:sp>
          <p:nvSpPr>
            <p:cNvPr id="1228" name="Google Shape;1228;g3b3a45db5ed_1_4261"/>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1229" name="Google Shape;1229;g3b3a45db5ed_1_4261"/>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1230" name="Google Shape;1230;g3b3a45db5ed_1_4261"/>
          <p:cNvSpPr txBox="1"/>
          <p:nvPr>
            <p:ph idx="1" type="body"/>
          </p:nvPr>
        </p:nvSpPr>
        <p:spPr>
          <a:xfrm>
            <a:off x="467859" y="426851"/>
            <a:ext cx="4164300" cy="13782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231" name="Google Shape;1231;g3b3a45db5ed_1_4261"/>
          <p:cNvSpPr txBox="1"/>
          <p:nvPr>
            <p:ph idx="2" type="body"/>
          </p:nvPr>
        </p:nvSpPr>
        <p:spPr>
          <a:xfrm>
            <a:off x="1037518" y="5775245"/>
            <a:ext cx="3833400" cy="588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232" name="Google Shape;1232;g3b3a45db5ed_1_4261"/>
          <p:cNvSpPr txBox="1"/>
          <p:nvPr>
            <p:ph idx="3" type="body"/>
          </p:nvPr>
        </p:nvSpPr>
        <p:spPr>
          <a:xfrm>
            <a:off x="8760422" y="1959082"/>
            <a:ext cx="2869800" cy="31449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27"/>
                                        </p:tgtEl>
                                        <p:attrNameLst>
                                          <p:attrName>style.visibility</p:attrName>
                                        </p:attrNameLst>
                                      </p:cBhvr>
                                      <p:to>
                                        <p:strVal val="visible"/>
                                      </p:to>
                                    </p:set>
                                    <p:animEffect filter="fade" transition="in">
                                      <p:cBhvr>
                                        <p:cTn dur="500"/>
                                        <p:tgtEl>
                                          <p:spTgt spid="122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31"/>
                                        </p:tgtEl>
                                        <p:attrNameLst>
                                          <p:attrName>style.visibility</p:attrName>
                                        </p:attrNameLst>
                                      </p:cBhvr>
                                      <p:to>
                                        <p:strVal val="visible"/>
                                      </p:to>
                                    </p:set>
                                    <p:animEffect filter="fade" transition="in">
                                      <p:cBhvr>
                                        <p:cTn dur="500"/>
                                        <p:tgtEl>
                                          <p:spTgt spid="12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llenge+Text+pic">
  <p:cSld name="Challenge+Text+pic">
    <p:spTree>
      <p:nvGrpSpPr>
        <p:cNvPr id="1233" name="Shape 1233"/>
        <p:cNvGrpSpPr/>
        <p:nvPr/>
      </p:nvGrpSpPr>
      <p:grpSpPr>
        <a:xfrm>
          <a:off x="0" y="0"/>
          <a:ext cx="0" cy="0"/>
          <a:chOff x="0" y="0"/>
          <a:chExt cx="0" cy="0"/>
        </a:xfrm>
      </p:grpSpPr>
      <p:grpSp>
        <p:nvGrpSpPr>
          <p:cNvPr id="1234" name="Google Shape;1234;g3b3a45db5ed_1_4271"/>
          <p:cNvGrpSpPr/>
          <p:nvPr/>
        </p:nvGrpSpPr>
        <p:grpSpPr>
          <a:xfrm>
            <a:off x="1901128" y="1620732"/>
            <a:ext cx="8944023" cy="4433003"/>
            <a:chOff x="-413326" y="937285"/>
            <a:chExt cx="4433003" cy="4433003"/>
          </a:xfrm>
        </p:grpSpPr>
        <p:sp>
          <p:nvSpPr>
            <p:cNvPr id="1235" name="Google Shape;1235;g3b3a45db5ed_1_4271"/>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36" name="Google Shape;1236;g3b3a45db5ed_1_4271"/>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37" name="Google Shape;1237;g3b3a45db5ed_1_4271"/>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38" name="Google Shape;1238;g3b3a45db5ed_1_4271"/>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239" name="Google Shape;1239;g3b3a45db5ed_1_4271"/>
          <p:cNvSpPr txBox="1"/>
          <p:nvPr>
            <p:ph idx="1" type="body"/>
          </p:nvPr>
        </p:nvSpPr>
        <p:spPr>
          <a:xfrm>
            <a:off x="2799191" y="1915534"/>
            <a:ext cx="7147800" cy="14163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240" name="Google Shape;1240;g3b3a45db5ed_1_4271"/>
          <p:cNvSpPr/>
          <p:nvPr>
            <p:ph idx="2" type="pic"/>
          </p:nvPr>
        </p:nvSpPr>
        <p:spPr>
          <a:xfrm>
            <a:off x="2596055" y="3428999"/>
            <a:ext cx="7694700" cy="2455500"/>
          </a:xfrm>
          <a:prstGeom prst="rect">
            <a:avLst/>
          </a:prstGeom>
          <a:noFill/>
          <a:ln>
            <a:noFill/>
          </a:ln>
        </p:spPr>
      </p:sp>
      <p:sp>
        <p:nvSpPr>
          <p:cNvPr id="1241" name="Google Shape;1241;g3b3a45db5ed_1_4271"/>
          <p:cNvSpPr txBox="1"/>
          <p:nvPr>
            <p:ph idx="3" type="body"/>
          </p:nvPr>
        </p:nvSpPr>
        <p:spPr>
          <a:xfrm>
            <a:off x="2799191" y="235804"/>
            <a:ext cx="37647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rgbClr val="05FDFF"/>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242" name="Google Shape;1242;g3b3a45db5ed_1_4271"/>
          <p:cNvSpPr txBox="1"/>
          <p:nvPr/>
        </p:nvSpPr>
        <p:spPr>
          <a:xfrm>
            <a:off x="482600" y="314232"/>
            <a:ext cx="47244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3600"/>
              <a:buFont typeface="Arial"/>
              <a:buNone/>
            </a:pPr>
            <a:r>
              <a:rPr b="0" i="0" lang="en-US" sz="3600" u="none" cap="none" strike="noStrike">
                <a:solidFill>
                  <a:srgbClr val="05FDFF"/>
                </a:solidFill>
                <a:latin typeface="Kdam Thmor Pro"/>
                <a:ea typeface="Kdam Thmor Pro"/>
                <a:cs typeface="Kdam Thmor Pro"/>
                <a:sym typeface="Kdam Thmor Pro"/>
              </a:rPr>
              <a:t>Challenge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234"/>
                                        </p:tgtEl>
                                        <p:attrNameLst>
                                          <p:attrName>style.visibility</p:attrName>
                                        </p:attrNameLst>
                                      </p:cBhvr>
                                      <p:to>
                                        <p:strVal val="visible"/>
                                      </p:to>
                                    </p:set>
                                    <p:anim calcmode="lin" valueType="num">
                                      <p:cBhvr additive="base">
                                        <p:cTn dur="2250"/>
                                        <p:tgtEl>
                                          <p:spTgt spid="1234"/>
                                        </p:tgtEl>
                                        <p:attrNameLst>
                                          <p:attrName>ppt_w</p:attrName>
                                        </p:attrNameLst>
                                      </p:cBhvr>
                                      <p:tavLst>
                                        <p:tav fmla="" tm="0">
                                          <p:val>
                                            <p:strVal val="0"/>
                                          </p:val>
                                        </p:tav>
                                        <p:tav fmla="" tm="100000">
                                          <p:val>
                                            <p:strVal val="#ppt_w"/>
                                          </p:val>
                                        </p:tav>
                                      </p:tavLst>
                                    </p:anim>
                                    <p:anim calcmode="lin" valueType="num">
                                      <p:cBhvr additive="base">
                                        <p:cTn dur="2250"/>
                                        <p:tgtEl>
                                          <p:spTgt spid="1234"/>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1239"/>
                                        </p:tgtEl>
                                        <p:attrNameLst>
                                          <p:attrName>style.visibility</p:attrName>
                                        </p:attrNameLst>
                                      </p:cBhvr>
                                      <p:to>
                                        <p:strVal val="visible"/>
                                      </p:to>
                                    </p:set>
                                    <p:animEffect filter="fade" transition="in">
                                      <p:cBhvr>
                                        <p:cTn dur="500"/>
                                        <p:tgtEl>
                                          <p:spTgt spid="1239"/>
                                        </p:tgtEl>
                                      </p:cBhvr>
                                    </p:animEffect>
                                  </p:childTnLst>
                                </p:cTn>
                              </p:par>
                            </p:childTnLst>
                          </p:cTn>
                        </p:par>
                        <p:par>
                          <p:cTn fill="hold">
                            <p:stCondLst>
                              <p:cond delay="2750"/>
                            </p:stCondLst>
                            <p:childTnLst>
                              <p:par>
                                <p:cTn fill="hold" nodeType="afterEffect" presetClass="entr" presetID="10" presetSubtype="0">
                                  <p:stCondLst>
                                    <p:cond delay="0"/>
                                  </p:stCondLst>
                                  <p:childTnLst>
                                    <p:set>
                                      <p:cBhvr>
                                        <p:cTn dur="1" fill="hold">
                                          <p:stCondLst>
                                            <p:cond delay="0"/>
                                          </p:stCondLst>
                                        </p:cTn>
                                        <p:tgtEl>
                                          <p:spTgt spid="1240"/>
                                        </p:tgtEl>
                                        <p:attrNameLst>
                                          <p:attrName>style.visibility</p:attrName>
                                        </p:attrNameLst>
                                      </p:cBhvr>
                                      <p:to>
                                        <p:strVal val="visible"/>
                                      </p:to>
                                    </p:set>
                                    <p:animEffect filter="fade" transition="in">
                                      <p:cBhvr>
                                        <p:cTn dur="500"/>
                                        <p:tgtEl>
                                          <p:spTgt spid="1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H+NO.+TEXT)">
  <p:cSld name="Step (H+NO.+TEXT)">
    <p:spTree>
      <p:nvGrpSpPr>
        <p:cNvPr id="1243" name="Shape 1243"/>
        <p:cNvGrpSpPr/>
        <p:nvPr/>
      </p:nvGrpSpPr>
      <p:grpSpPr>
        <a:xfrm>
          <a:off x="0" y="0"/>
          <a:ext cx="0" cy="0"/>
          <a:chOff x="0" y="0"/>
          <a:chExt cx="0" cy="0"/>
        </a:xfrm>
      </p:grpSpPr>
      <p:grpSp>
        <p:nvGrpSpPr>
          <p:cNvPr id="1244" name="Google Shape;1244;g3b3a45db5ed_1_4281"/>
          <p:cNvGrpSpPr/>
          <p:nvPr/>
        </p:nvGrpSpPr>
        <p:grpSpPr>
          <a:xfrm>
            <a:off x="1901128" y="1620732"/>
            <a:ext cx="8944023" cy="4433003"/>
            <a:chOff x="-413326" y="937285"/>
            <a:chExt cx="4433003" cy="4433003"/>
          </a:xfrm>
        </p:grpSpPr>
        <p:sp>
          <p:nvSpPr>
            <p:cNvPr id="1245" name="Google Shape;1245;g3b3a45db5ed_1_4281"/>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46" name="Google Shape;1246;g3b3a45db5ed_1_4281"/>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47" name="Google Shape;1247;g3b3a45db5ed_1_4281"/>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48" name="Google Shape;1248;g3b3a45db5ed_1_4281"/>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249" name="Google Shape;1249;g3b3a45db5ed_1_4281"/>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1250" name="Google Shape;1250;g3b3a45db5ed_1_4281"/>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251" name="Google Shape;1251;g3b3a45db5ed_1_4281"/>
          <p:cNvSpPr txBox="1"/>
          <p:nvPr>
            <p:ph idx="2"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252" name="Google Shape;1252;g3b3a45db5ed_1_4281"/>
          <p:cNvSpPr txBox="1"/>
          <p:nvPr>
            <p:ph idx="3" type="body"/>
          </p:nvPr>
        </p:nvSpPr>
        <p:spPr>
          <a:xfrm>
            <a:off x="2946401" y="2107274"/>
            <a:ext cx="6781500" cy="3613200"/>
          </a:xfrm>
          <a:prstGeom prst="rect">
            <a:avLst/>
          </a:prstGeom>
          <a:noFill/>
          <a:ln>
            <a:noFill/>
          </a:ln>
        </p:spPr>
        <p:txBody>
          <a:bodyPr anchorCtr="0" anchor="ctr" bIns="45700" lIns="91425" spcFirstLastPara="1" rIns="91425" wrap="square" tIns="45700">
            <a:noAutofit/>
          </a:bodyPr>
          <a:lstStyle>
            <a:lvl1pPr indent="-381000" lvl="0" marL="457200" marR="0" rtl="0" algn="l">
              <a:lnSpc>
                <a:spcPct val="100000"/>
              </a:lnSpc>
              <a:spcBef>
                <a:spcPts val="0"/>
              </a:spcBef>
              <a:spcAft>
                <a:spcPts val="0"/>
              </a:spcAft>
              <a:buClr>
                <a:srgbClr val="05FDFF"/>
              </a:buClr>
              <a:buSzPts val="2400"/>
              <a:buFont typeface="Courier New"/>
              <a:buChar char="o"/>
              <a:defRPr b="0" i="0" sz="2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1250"/>
                                        </p:tgtEl>
                                        <p:attrNameLst>
                                          <p:attrName>style.visibility</p:attrName>
                                        </p:attrNameLst>
                                      </p:cBhvr>
                                      <p:to>
                                        <p:strVal val="visible"/>
                                      </p:to>
                                    </p:set>
                                    <p:anim calcmode="lin" valueType="num">
                                      <p:cBhvr additive="base">
                                        <p:cTn dur="500"/>
                                        <p:tgtEl>
                                          <p:spTgt spid="1250"/>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1244"/>
                                        </p:tgtEl>
                                        <p:attrNameLst>
                                          <p:attrName>style.visibility</p:attrName>
                                        </p:attrNameLst>
                                      </p:cBhvr>
                                      <p:to>
                                        <p:strVal val="visible"/>
                                      </p:to>
                                    </p:set>
                                    <p:anim calcmode="lin" valueType="num">
                                      <p:cBhvr additive="base">
                                        <p:cTn dur="2250"/>
                                        <p:tgtEl>
                                          <p:spTgt spid="1244"/>
                                        </p:tgtEl>
                                        <p:attrNameLst>
                                          <p:attrName>ppt_w</p:attrName>
                                        </p:attrNameLst>
                                      </p:cBhvr>
                                      <p:tavLst>
                                        <p:tav fmla="" tm="0">
                                          <p:val>
                                            <p:strVal val="0"/>
                                          </p:val>
                                        </p:tav>
                                        <p:tav fmla="" tm="100000">
                                          <p:val>
                                            <p:strVal val="#ppt_w"/>
                                          </p:val>
                                        </p:tav>
                                      </p:tavLst>
                                    </p:anim>
                                    <p:anim calcmode="lin" valueType="num">
                                      <p:cBhvr additive="base">
                                        <p:cTn dur="2250"/>
                                        <p:tgtEl>
                                          <p:spTgt spid="1244"/>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1252"/>
                                        </p:tgtEl>
                                        <p:attrNameLst>
                                          <p:attrName>style.visibility</p:attrName>
                                        </p:attrNameLst>
                                      </p:cBhvr>
                                      <p:to>
                                        <p:strVal val="visible"/>
                                      </p:to>
                                    </p:set>
                                    <p:animEffect filter="fade" transition="in">
                                      <p:cBhvr>
                                        <p:cTn dur="500"/>
                                        <p:tgtEl>
                                          <p:spTgt spid="12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Step (H+NO.+TEXT)">
  <p:cSld name="WA_Step (H+NO.+TEXT)">
    <p:spTree>
      <p:nvGrpSpPr>
        <p:cNvPr id="1253" name="Shape 1253"/>
        <p:cNvGrpSpPr/>
        <p:nvPr/>
      </p:nvGrpSpPr>
      <p:grpSpPr>
        <a:xfrm>
          <a:off x="0" y="0"/>
          <a:ext cx="0" cy="0"/>
          <a:chOff x="0" y="0"/>
          <a:chExt cx="0" cy="0"/>
        </a:xfrm>
      </p:grpSpPr>
      <p:grpSp>
        <p:nvGrpSpPr>
          <p:cNvPr id="1254" name="Google Shape;1254;g3b3a45db5ed_1_4291"/>
          <p:cNvGrpSpPr/>
          <p:nvPr/>
        </p:nvGrpSpPr>
        <p:grpSpPr>
          <a:xfrm>
            <a:off x="1901128" y="1620732"/>
            <a:ext cx="8944023" cy="4433003"/>
            <a:chOff x="-413326" y="937285"/>
            <a:chExt cx="4433003" cy="4433003"/>
          </a:xfrm>
        </p:grpSpPr>
        <p:sp>
          <p:nvSpPr>
            <p:cNvPr id="1255" name="Google Shape;1255;g3b3a45db5ed_1_4291"/>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56" name="Google Shape;1256;g3b3a45db5ed_1_4291"/>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57" name="Google Shape;1257;g3b3a45db5ed_1_4291"/>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58" name="Google Shape;1258;g3b3a45db5ed_1_4291"/>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259" name="Google Shape;1259;g3b3a45db5ed_1_4291"/>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1260" name="Google Shape;1260;g3b3a45db5ed_1_4291"/>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261" name="Google Shape;1261;g3b3a45db5ed_1_4291"/>
          <p:cNvSpPr txBox="1"/>
          <p:nvPr>
            <p:ph idx="2"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262" name="Google Shape;1262;g3b3a45db5ed_1_4291"/>
          <p:cNvSpPr txBox="1"/>
          <p:nvPr>
            <p:ph idx="3" type="body"/>
          </p:nvPr>
        </p:nvSpPr>
        <p:spPr>
          <a:xfrm>
            <a:off x="2946401" y="2107274"/>
            <a:ext cx="6781500" cy="3613200"/>
          </a:xfrm>
          <a:prstGeom prst="rect">
            <a:avLst/>
          </a:prstGeom>
          <a:noFill/>
          <a:ln>
            <a:noFill/>
          </a:ln>
        </p:spPr>
        <p:txBody>
          <a:bodyPr anchorCtr="0" anchor="ctr" bIns="45700" lIns="91425" spcFirstLastPara="1" rIns="91425" wrap="square" tIns="45700">
            <a:noAutofit/>
          </a:bodyPr>
          <a:lstStyle>
            <a:lvl1pPr indent="-381000" lvl="0" marL="457200" marR="0" rtl="0" algn="l">
              <a:lnSpc>
                <a:spcPct val="100000"/>
              </a:lnSpc>
              <a:spcBef>
                <a:spcPts val="0"/>
              </a:spcBef>
              <a:spcAft>
                <a:spcPts val="0"/>
              </a:spcAft>
              <a:buClr>
                <a:srgbClr val="05FDFF"/>
              </a:buClr>
              <a:buSzPts val="2400"/>
              <a:buFont typeface="Courier New"/>
              <a:buChar char="o"/>
              <a:defRPr b="0" i="0" sz="2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2">
  <p:cSld name="Q&amp;A+HIELP BUTTON_2">
    <p:spTree>
      <p:nvGrpSpPr>
        <p:cNvPr id="1263" name="Shape 1263"/>
        <p:cNvGrpSpPr/>
        <p:nvPr/>
      </p:nvGrpSpPr>
      <p:grpSpPr>
        <a:xfrm>
          <a:off x="0" y="0"/>
          <a:ext cx="0" cy="0"/>
          <a:chOff x="0" y="0"/>
          <a:chExt cx="0" cy="0"/>
        </a:xfrm>
      </p:grpSpPr>
      <p:sp>
        <p:nvSpPr>
          <p:cNvPr id="1264" name="Google Shape;1264;g3b3a45db5ed_1_4301"/>
          <p:cNvSpPr/>
          <p:nvPr/>
        </p:nvSpPr>
        <p:spPr>
          <a:xfrm rot="5400000">
            <a:off x="-313698" y="-1313719"/>
            <a:ext cx="1110000" cy="5257800"/>
          </a:xfrm>
          <a:prstGeom prst="rect">
            <a:avLst/>
          </a:prstGeom>
          <a:gradFill>
            <a:gsLst>
              <a:gs pos="0">
                <a:srgbClr val="F1FEFE">
                  <a:alpha val="0"/>
                </a:srgbClr>
              </a:gs>
              <a:gs pos="100000">
                <a:srgbClr val="05FDFF">
                  <a:alpha val="784"/>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1265" name="Google Shape;1265;g3b3a45db5ed_1_4301"/>
          <p:cNvGrpSpPr/>
          <p:nvPr/>
        </p:nvGrpSpPr>
        <p:grpSpPr>
          <a:xfrm>
            <a:off x="-86314" y="851932"/>
            <a:ext cx="324402" cy="390024"/>
            <a:chOff x="948349" y="814223"/>
            <a:chExt cx="2794159" cy="390024"/>
          </a:xfrm>
        </p:grpSpPr>
        <p:sp>
          <p:nvSpPr>
            <p:cNvPr id="1266" name="Google Shape;1266;g3b3a45db5ed_1_4301"/>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67" name="Google Shape;1267;g3b3a45db5ed_1_4301"/>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268" name="Google Shape;1268;g3b3a45db5ed_1_4301"/>
          <p:cNvGrpSpPr/>
          <p:nvPr/>
        </p:nvGrpSpPr>
        <p:grpSpPr>
          <a:xfrm flipH="1" rot="10800000">
            <a:off x="-86314" y="2415356"/>
            <a:ext cx="324402" cy="390024"/>
            <a:chOff x="948349" y="814223"/>
            <a:chExt cx="2794159" cy="390024"/>
          </a:xfrm>
        </p:grpSpPr>
        <p:sp>
          <p:nvSpPr>
            <p:cNvPr id="1269" name="Google Shape;1269;g3b3a45db5ed_1_4301"/>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70" name="Google Shape;1270;g3b3a45db5ed_1_4301"/>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271" name="Google Shape;1271;g3b3a45db5ed_1_4301"/>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72" name="Google Shape;1272;g3b3a45db5ed_1_4301"/>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73" name="Google Shape;1273;g3b3a45db5ed_1_4301"/>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74" name="Google Shape;1274;g3b3a45db5ed_1_4301"/>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75" name="Google Shape;1275;g3b3a45db5ed_1_4301"/>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76" name="Google Shape;1276;g3b3a45db5ed_1_4301"/>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1277" name="Google Shape;1277;g3b3a45db5ed_1_4301"/>
          <p:cNvGrpSpPr/>
          <p:nvPr/>
        </p:nvGrpSpPr>
        <p:grpSpPr>
          <a:xfrm>
            <a:off x="976070" y="2631155"/>
            <a:ext cx="256344" cy="68100"/>
            <a:chOff x="781167" y="5925573"/>
            <a:chExt cx="256344" cy="68100"/>
          </a:xfrm>
        </p:grpSpPr>
        <p:sp>
          <p:nvSpPr>
            <p:cNvPr id="1278" name="Google Shape;1278;g3b3a45db5ed_1_4301"/>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1279" name="Google Shape;1279;g3b3a45db5ed_1_4301"/>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1280" name="Google Shape;1280;g3b3a45db5ed_1_4301"/>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281" name="Google Shape;1281;g3b3a45db5ed_1_4301"/>
          <p:cNvSpPr/>
          <p:nvPr>
            <p:ph idx="2" type="pic"/>
          </p:nvPr>
        </p:nvSpPr>
        <p:spPr>
          <a:xfrm>
            <a:off x="6766850" y="2522830"/>
            <a:ext cx="4347900" cy="3970200"/>
          </a:xfrm>
          <a:prstGeom prst="rect">
            <a:avLst/>
          </a:prstGeom>
          <a:noFill/>
          <a:ln>
            <a:noFill/>
          </a:ln>
        </p:spPr>
      </p:sp>
      <p:sp>
        <p:nvSpPr>
          <p:cNvPr id="1282" name="Google Shape;1282;g3b3a45db5ed_1_4301"/>
          <p:cNvSpPr txBox="1"/>
          <p:nvPr>
            <p:ph idx="3"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283" name="Google Shape;1283;g3b3a45db5ed_1_4301"/>
          <p:cNvSpPr txBox="1"/>
          <p:nvPr/>
        </p:nvSpPr>
        <p:spPr>
          <a:xfrm>
            <a:off x="11154788" y="404846"/>
            <a:ext cx="5478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Q</a:t>
            </a:r>
            <a:endParaRPr b="0" i="0" sz="1400" u="none" cap="none" strike="noStrike">
              <a:solidFill>
                <a:srgbClr val="000000"/>
              </a:solidFill>
              <a:latin typeface="Arial"/>
              <a:ea typeface="Arial"/>
              <a:cs typeface="Arial"/>
              <a:sym typeface="Arial"/>
            </a:endParaRPr>
          </a:p>
        </p:txBody>
      </p:sp>
      <p:sp>
        <p:nvSpPr>
          <p:cNvPr id="1284" name="Google Shape;1284;g3b3a45db5ed_1_4301"/>
          <p:cNvSpPr txBox="1"/>
          <p:nvPr>
            <p:ph idx="4" type="body"/>
          </p:nvPr>
        </p:nvSpPr>
        <p:spPr>
          <a:xfrm>
            <a:off x="11644251" y="417511"/>
            <a:ext cx="547800" cy="383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000"/>
              <a:buFont typeface="Arial"/>
              <a:buNone/>
              <a:defRPr b="0" i="0" sz="2000" u="none" cap="none" strike="noStrike">
                <a:solidFill>
                  <a:srgbClr val="A6EDED"/>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7"/>
                                        </p:tgtEl>
                                        <p:attrNameLst>
                                          <p:attrName>style.visibility</p:attrName>
                                        </p:attrNameLst>
                                      </p:cBhvr>
                                      <p:to>
                                        <p:strVal val="visible"/>
                                      </p:to>
                                    </p:set>
                                    <p:animEffect filter="fade" transition="in">
                                      <p:cBhvr>
                                        <p:cTn dur="500"/>
                                        <p:tgtEl>
                                          <p:spTgt spid="1277"/>
                                        </p:tgtEl>
                                      </p:cBhvr>
                                    </p:animEffect>
                                  </p:childTnLst>
                                </p:cTn>
                              </p:par>
                              <p:par>
                                <p:cTn fill="hold" nodeType="withEffect" presetClass="entr" presetID="10" presetSubtype="0">
                                  <p:stCondLst>
                                    <p:cond delay="0"/>
                                  </p:stCondLst>
                                  <p:childTnLst>
                                    <p:set>
                                      <p:cBhvr>
                                        <p:cTn dur="1" fill="hold">
                                          <p:stCondLst>
                                            <p:cond delay="0"/>
                                          </p:stCondLst>
                                        </p:cTn>
                                        <p:tgtEl>
                                          <p:spTgt spid="1282">
                                            <p:txEl>
                                              <p:pRg end="0" st="0"/>
                                            </p:txEl>
                                          </p:spTgt>
                                        </p:tgtEl>
                                        <p:attrNameLst>
                                          <p:attrName>style.visibility</p:attrName>
                                        </p:attrNameLst>
                                      </p:cBhvr>
                                      <p:to>
                                        <p:strVal val="visible"/>
                                      </p:to>
                                    </p:set>
                                    <p:animEffect filter="fade" transition="in">
                                      <p:cBhvr>
                                        <p:cTn dur="500"/>
                                        <p:tgtEl>
                                          <p:spTgt spid="128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82">
                                            <p:txEl>
                                              <p:pRg end="1" st="1"/>
                                            </p:txEl>
                                          </p:spTgt>
                                        </p:tgtEl>
                                        <p:attrNameLst>
                                          <p:attrName>style.visibility</p:attrName>
                                        </p:attrNameLst>
                                      </p:cBhvr>
                                      <p:to>
                                        <p:strVal val="visible"/>
                                      </p:to>
                                    </p:set>
                                    <p:animEffect filter="fade" transition="in">
                                      <p:cBhvr>
                                        <p:cTn dur="500"/>
                                        <p:tgtEl>
                                          <p:spTgt spid="1282">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82">
                                            <p:txEl>
                                              <p:pRg end="2" st="2"/>
                                            </p:txEl>
                                          </p:spTgt>
                                        </p:tgtEl>
                                        <p:attrNameLst>
                                          <p:attrName>style.visibility</p:attrName>
                                        </p:attrNameLst>
                                      </p:cBhvr>
                                      <p:to>
                                        <p:strVal val="visible"/>
                                      </p:to>
                                    </p:set>
                                    <p:animEffect filter="fade" transition="in">
                                      <p:cBhvr>
                                        <p:cTn dur="500"/>
                                        <p:tgtEl>
                                          <p:spTgt spid="1282">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82">
                                            <p:txEl>
                                              <p:pRg end="3" st="3"/>
                                            </p:txEl>
                                          </p:spTgt>
                                        </p:tgtEl>
                                        <p:attrNameLst>
                                          <p:attrName>style.visibility</p:attrName>
                                        </p:attrNameLst>
                                      </p:cBhvr>
                                      <p:to>
                                        <p:strVal val="visible"/>
                                      </p:to>
                                    </p:set>
                                    <p:animEffect filter="fade" transition="in">
                                      <p:cBhvr>
                                        <p:cTn dur="500"/>
                                        <p:tgtEl>
                                          <p:spTgt spid="1282">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82">
                                            <p:txEl>
                                              <p:pRg end="4" st="4"/>
                                            </p:txEl>
                                          </p:spTgt>
                                        </p:tgtEl>
                                        <p:attrNameLst>
                                          <p:attrName>style.visibility</p:attrName>
                                        </p:attrNameLst>
                                      </p:cBhvr>
                                      <p:to>
                                        <p:strVal val="visible"/>
                                      </p:to>
                                    </p:set>
                                    <p:animEffect filter="fade" transition="in">
                                      <p:cBhvr>
                                        <p:cTn dur="500"/>
                                        <p:tgtEl>
                                          <p:spTgt spid="1282">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82">
                                            <p:txEl>
                                              <p:pRg end="5" st="5"/>
                                            </p:txEl>
                                          </p:spTgt>
                                        </p:tgtEl>
                                        <p:attrNameLst>
                                          <p:attrName>style.visibility</p:attrName>
                                        </p:attrNameLst>
                                      </p:cBhvr>
                                      <p:to>
                                        <p:strVal val="visible"/>
                                      </p:to>
                                    </p:set>
                                    <p:animEffect filter="fade" transition="in">
                                      <p:cBhvr>
                                        <p:cTn dur="500"/>
                                        <p:tgtEl>
                                          <p:spTgt spid="1282">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82">
                                            <p:txEl>
                                              <p:pRg end="6" st="6"/>
                                            </p:txEl>
                                          </p:spTgt>
                                        </p:tgtEl>
                                        <p:attrNameLst>
                                          <p:attrName>style.visibility</p:attrName>
                                        </p:attrNameLst>
                                      </p:cBhvr>
                                      <p:to>
                                        <p:strVal val="visible"/>
                                      </p:to>
                                    </p:set>
                                    <p:animEffect filter="fade" transition="in">
                                      <p:cBhvr>
                                        <p:cTn dur="500"/>
                                        <p:tgtEl>
                                          <p:spTgt spid="1282">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82">
                                            <p:txEl>
                                              <p:pRg end="7" st="7"/>
                                            </p:txEl>
                                          </p:spTgt>
                                        </p:tgtEl>
                                        <p:attrNameLst>
                                          <p:attrName>style.visibility</p:attrName>
                                        </p:attrNameLst>
                                      </p:cBhvr>
                                      <p:to>
                                        <p:strVal val="visible"/>
                                      </p:to>
                                    </p:set>
                                    <p:animEffect filter="fade" transition="in">
                                      <p:cBhvr>
                                        <p:cTn dur="500"/>
                                        <p:tgtEl>
                                          <p:spTgt spid="1282">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82">
                                            <p:txEl>
                                              <p:pRg end="8" st="8"/>
                                            </p:txEl>
                                          </p:spTgt>
                                        </p:tgtEl>
                                        <p:attrNameLst>
                                          <p:attrName>style.visibility</p:attrName>
                                        </p:attrNameLst>
                                      </p:cBhvr>
                                      <p:to>
                                        <p:strVal val="visible"/>
                                      </p:to>
                                    </p:set>
                                    <p:animEffect filter="fade" transition="in">
                                      <p:cBhvr>
                                        <p:cTn dur="500"/>
                                        <p:tgtEl>
                                          <p:spTgt spid="1282">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81"/>
                                        </p:tgtEl>
                                        <p:attrNameLst>
                                          <p:attrName>style.visibility</p:attrName>
                                        </p:attrNameLst>
                                      </p:cBhvr>
                                      <p:to>
                                        <p:strVal val="visible"/>
                                      </p:to>
                                    </p:set>
                                    <p:animEffect filter="fade" transition="in">
                                      <p:cBhvr>
                                        <p:cTn dur="500"/>
                                        <p:tgtEl>
                                          <p:spTgt spid="1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Home">
  <p:cSld name="2_Home">
    <p:spTree>
      <p:nvGrpSpPr>
        <p:cNvPr id="1285" name="Shape 1285"/>
        <p:cNvGrpSpPr/>
        <p:nvPr/>
      </p:nvGrpSpPr>
      <p:grpSpPr>
        <a:xfrm>
          <a:off x="0" y="0"/>
          <a:ext cx="0" cy="0"/>
          <a:chOff x="0" y="0"/>
          <a:chExt cx="0" cy="0"/>
        </a:xfrm>
      </p:grpSpPr>
      <p:sp>
        <p:nvSpPr>
          <p:cNvPr id="1286" name="Google Shape;1286;g3b3a45db5ed_1_4323"/>
          <p:cNvSpPr txBox="1"/>
          <p:nvPr/>
        </p:nvSpPr>
        <p:spPr>
          <a:xfrm>
            <a:off x="229212" y="263563"/>
            <a:ext cx="4650000" cy="40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1600"/>
              <a:buFont typeface="Arial"/>
              <a:buNone/>
            </a:pPr>
            <a:r>
              <a:rPr b="0" i="0" lang="en-US" sz="1600" u="none" cap="none" strike="noStrike">
                <a:solidFill>
                  <a:srgbClr val="F2F2F2"/>
                </a:solidFill>
                <a:latin typeface="Kdam Thmor Pro"/>
                <a:ea typeface="Kdam Thmor Pro"/>
                <a:cs typeface="Kdam Thmor Pro"/>
                <a:sym typeface="Kdam Thmor Pro"/>
              </a:rPr>
              <a:t>Module</a:t>
            </a:r>
            <a:r>
              <a:rPr b="0" i="0" lang="en-US" sz="1600" u="none" cap="none" strike="noStrike">
                <a:solidFill>
                  <a:srgbClr val="05FDFF"/>
                </a:solidFill>
                <a:latin typeface="Kdam Thmor Pro"/>
                <a:ea typeface="Kdam Thmor Pro"/>
                <a:cs typeface="Kdam Thmor Pro"/>
                <a:sym typeface="Kdam Thmor Pro"/>
              </a:rPr>
              <a:t>    </a:t>
            </a:r>
            <a:r>
              <a:rPr b="0" i="0" lang="en-US" sz="1600" u="none" cap="none" strike="noStrike">
                <a:solidFill>
                  <a:srgbClr val="F2F2F2"/>
                </a:solidFill>
                <a:latin typeface="Kdam Thmor Pro"/>
                <a:ea typeface="Kdam Thmor Pro"/>
                <a:cs typeface="Kdam Thmor Pro"/>
                <a:sym typeface="Kdam Thmor Pro"/>
              </a:rPr>
              <a:t>Unit</a:t>
            </a:r>
            <a:r>
              <a:rPr b="0" i="0" lang="en-US" sz="1600" u="none" cap="none" strike="noStrike">
                <a:solidFill>
                  <a:srgbClr val="05FDFF"/>
                </a:solidFill>
                <a:latin typeface="Kdam Thmor Pro"/>
                <a:ea typeface="Kdam Thmor Pro"/>
                <a:cs typeface="Kdam Thmor Pro"/>
                <a:sym typeface="Kdam Thmor Pro"/>
              </a:rPr>
              <a:t>    </a:t>
            </a:r>
            <a:r>
              <a:rPr b="0" i="0" lang="en-US" sz="1600" u="none" cap="none" strike="noStrike">
                <a:solidFill>
                  <a:srgbClr val="F2F2F2"/>
                </a:solidFill>
                <a:latin typeface="Kdam Thmor Pro"/>
                <a:ea typeface="Kdam Thmor Pro"/>
                <a:cs typeface="Kdam Thmor Pro"/>
                <a:sym typeface="Kdam Thmor Pro"/>
              </a:rPr>
              <a:t>lesson  </a:t>
            </a:r>
            <a:endParaRPr b="0" i="0" sz="2400" u="none" cap="none" strike="noStrike">
              <a:solidFill>
                <a:srgbClr val="FFFFFF"/>
              </a:solidFill>
              <a:latin typeface="Kdam Thmor Pro"/>
              <a:ea typeface="Kdam Thmor Pro"/>
              <a:cs typeface="Kdam Thmor Pro"/>
              <a:sym typeface="Kdam Thmor Pro"/>
            </a:endParaRPr>
          </a:p>
        </p:txBody>
      </p:sp>
      <p:sp>
        <p:nvSpPr>
          <p:cNvPr id="1287" name="Google Shape;1287;g3b3a45db5ed_1_4323"/>
          <p:cNvSpPr/>
          <p:nvPr/>
        </p:nvSpPr>
        <p:spPr>
          <a:xfrm>
            <a:off x="7238775" y="6313235"/>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88" name="Google Shape;1288;g3b3a45db5ed_1_4323"/>
          <p:cNvSpPr/>
          <p:nvPr/>
        </p:nvSpPr>
        <p:spPr>
          <a:xfrm>
            <a:off x="6087836" y="1171203"/>
            <a:ext cx="5370912" cy="5282593"/>
          </a:xfrm>
          <a:custGeom>
            <a:rect b="b" l="l" r="r" t="t"/>
            <a:pathLst>
              <a:path extrusionOk="0" h="2898542" w="3320502">
                <a:moveTo>
                  <a:pt x="0" y="0"/>
                </a:moveTo>
                <a:lnTo>
                  <a:pt x="3320502" y="9292"/>
                </a:lnTo>
                <a:lnTo>
                  <a:pt x="2545056" y="2898542"/>
                </a:lnTo>
                <a:lnTo>
                  <a:pt x="801981" y="2898542"/>
                </a:lnTo>
                <a:lnTo>
                  <a:pt x="0" y="0"/>
                </a:lnTo>
                <a:close/>
              </a:path>
            </a:pathLst>
          </a:custGeom>
          <a:gradFill>
            <a:gsLst>
              <a:gs pos="0">
                <a:srgbClr val="F1FEFE">
                  <a:alpha val="0"/>
                </a:srgbClr>
              </a:gs>
              <a:gs pos="100000">
                <a:srgbClr val="05FDFF">
                  <a:alpha val="47059"/>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89" name="Google Shape;1289;g3b3a45db5ed_1_4323"/>
          <p:cNvSpPr/>
          <p:nvPr/>
        </p:nvSpPr>
        <p:spPr>
          <a:xfrm>
            <a:off x="5948136" y="2046935"/>
            <a:ext cx="5653155" cy="4442016"/>
          </a:xfrm>
          <a:custGeom>
            <a:rect b="b" l="l" r="r" t="t"/>
            <a:pathLst>
              <a:path extrusionOk="0" h="2898542" w="3320502">
                <a:moveTo>
                  <a:pt x="0" y="0"/>
                </a:moveTo>
                <a:lnTo>
                  <a:pt x="3320502" y="9292"/>
                </a:lnTo>
                <a:lnTo>
                  <a:pt x="2545056" y="2898542"/>
                </a:lnTo>
                <a:lnTo>
                  <a:pt x="801981" y="2898542"/>
                </a:lnTo>
                <a:lnTo>
                  <a:pt x="0" y="0"/>
                </a:lnTo>
                <a:close/>
              </a:path>
            </a:pathLst>
          </a:custGeom>
          <a:gradFill>
            <a:gsLst>
              <a:gs pos="0">
                <a:srgbClr val="F1FEFE">
                  <a:alpha val="0"/>
                </a:srgbClr>
              </a:gs>
              <a:gs pos="100000">
                <a:srgbClr val="05FDFF">
                  <a:alpha val="47059"/>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290" name="Google Shape;1290;g3b3a45db5ed_1_4323"/>
          <p:cNvSpPr txBox="1"/>
          <p:nvPr>
            <p:ph idx="1" type="body"/>
          </p:nvPr>
        </p:nvSpPr>
        <p:spPr>
          <a:xfrm>
            <a:off x="943587" y="244152"/>
            <a:ext cx="294600" cy="302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800"/>
              <a:buFont typeface="Arial"/>
              <a:buNone/>
              <a:defRPr b="0" i="0" sz="1800" u="none" cap="none" strike="noStrike">
                <a:solidFill>
                  <a:srgbClr val="05FDFF"/>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291" name="Google Shape;1291;g3b3a45db5ed_1_4323"/>
          <p:cNvSpPr txBox="1"/>
          <p:nvPr>
            <p:ph idx="2" type="body"/>
          </p:nvPr>
        </p:nvSpPr>
        <p:spPr>
          <a:xfrm>
            <a:off x="1530962" y="244152"/>
            <a:ext cx="294600" cy="302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800"/>
              <a:buFont typeface="Arial"/>
              <a:buNone/>
              <a:defRPr b="0" i="0" sz="1800" u="none" cap="none" strike="noStrike">
                <a:solidFill>
                  <a:srgbClr val="05FDFF"/>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292" name="Google Shape;1292;g3b3a45db5ed_1_4323"/>
          <p:cNvSpPr txBox="1"/>
          <p:nvPr>
            <p:ph idx="3" type="body"/>
          </p:nvPr>
        </p:nvSpPr>
        <p:spPr>
          <a:xfrm>
            <a:off x="2323091" y="244152"/>
            <a:ext cx="483600" cy="302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800"/>
              <a:buFont typeface="Arial"/>
              <a:buNone/>
              <a:defRPr b="0" i="0" sz="1800" u="none" cap="none" strike="noStrike">
                <a:solidFill>
                  <a:srgbClr val="05FDFF"/>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293" name="Google Shape;1293;g3b3a45db5ed_1_4323"/>
          <p:cNvSpPr txBox="1"/>
          <p:nvPr>
            <p:ph idx="4" type="body"/>
          </p:nvPr>
        </p:nvSpPr>
        <p:spPr>
          <a:xfrm>
            <a:off x="229212" y="4876800"/>
            <a:ext cx="4230000" cy="1717500"/>
          </a:xfrm>
          <a:prstGeom prst="rect">
            <a:avLst/>
          </a:prstGeom>
          <a:noFill/>
          <a:ln>
            <a:noFill/>
          </a:ln>
        </p:spPr>
        <p:txBody>
          <a:bodyPr anchorCtr="0" anchor="b" bIns="45700" lIns="91425" spcFirstLastPara="1" rIns="91425" wrap="square" tIns="45700">
            <a:noAutofit/>
          </a:bodyPr>
          <a:lstStyle>
            <a:lvl1pPr indent="-304800" lvl="0" marL="457200" marR="0" rtl="0" algn="l">
              <a:lnSpc>
                <a:spcPct val="100000"/>
              </a:lnSpc>
              <a:spcBef>
                <a:spcPts val="0"/>
              </a:spcBef>
              <a:spcAft>
                <a:spcPts val="0"/>
              </a:spcAft>
              <a:buClr>
                <a:srgbClr val="05FDFF"/>
              </a:buClr>
              <a:buSzPts val="1200"/>
              <a:buFont typeface="Arial"/>
              <a:buChar char="•"/>
              <a:defRPr b="0" i="0" sz="12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294" name="Google Shape;1294;g3b3a45db5ed_1_4323"/>
          <p:cNvSpPr txBox="1"/>
          <p:nvPr>
            <p:ph idx="5" type="body"/>
          </p:nvPr>
        </p:nvSpPr>
        <p:spPr>
          <a:xfrm>
            <a:off x="229212" y="703615"/>
            <a:ext cx="4914900" cy="1343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295" name="Google Shape;1295;g3b3a45db5ed_1_4323"/>
          <p:cNvSpPr/>
          <p:nvPr>
            <p:ph idx="6" type="pic"/>
          </p:nvPr>
        </p:nvSpPr>
        <p:spPr>
          <a:xfrm>
            <a:off x="7712642" y="2505468"/>
            <a:ext cx="2122500" cy="2090700"/>
          </a:xfrm>
          <a:prstGeom prst="ellipse">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87"/>
                                        </p:tgtEl>
                                        <p:attrNameLst>
                                          <p:attrName>style.visibility</p:attrName>
                                        </p:attrNameLst>
                                      </p:cBhvr>
                                      <p:to>
                                        <p:strVal val="visible"/>
                                      </p:to>
                                    </p:set>
                                    <p:animEffect filter="fade" transition="in">
                                      <p:cBhvr>
                                        <p:cTn dur="2000"/>
                                        <p:tgtEl>
                                          <p:spTgt spid="128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288"/>
                                        </p:tgtEl>
                                        <p:attrNameLst>
                                          <p:attrName>style.visibility</p:attrName>
                                        </p:attrNameLst>
                                      </p:cBhvr>
                                      <p:to>
                                        <p:strVal val="visible"/>
                                      </p:to>
                                    </p:set>
                                    <p:animEffect filter="fade" transition="in">
                                      <p:cBhvr>
                                        <p:cTn dur="500"/>
                                        <p:tgtEl>
                                          <p:spTgt spid="1288"/>
                                        </p:tgtEl>
                                      </p:cBhvr>
                                    </p:animEffect>
                                  </p:childTnLst>
                                </p:cTn>
                              </p:par>
                              <p:par>
                                <p:cTn fill="hold" nodeType="withEffect" presetClass="entr" presetID="10" presetSubtype="0">
                                  <p:stCondLst>
                                    <p:cond delay="0"/>
                                  </p:stCondLst>
                                  <p:childTnLst>
                                    <p:set>
                                      <p:cBhvr>
                                        <p:cTn dur="1" fill="hold">
                                          <p:stCondLst>
                                            <p:cond delay="0"/>
                                          </p:stCondLst>
                                        </p:cTn>
                                        <p:tgtEl>
                                          <p:spTgt spid="1289"/>
                                        </p:tgtEl>
                                        <p:attrNameLst>
                                          <p:attrName>style.visibility</p:attrName>
                                        </p:attrNameLst>
                                      </p:cBhvr>
                                      <p:to>
                                        <p:strVal val="visible"/>
                                      </p:to>
                                    </p:set>
                                    <p:animEffect filter="fade" transition="in">
                                      <p:cBhvr>
                                        <p:cTn dur="500"/>
                                        <p:tgtEl>
                                          <p:spTgt spid="12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5"/>
                                        </p:tgtEl>
                                        <p:attrNameLst>
                                          <p:attrName>style.visibility</p:attrName>
                                        </p:attrNameLst>
                                      </p:cBhvr>
                                      <p:to>
                                        <p:strVal val="visible"/>
                                      </p:to>
                                    </p:set>
                                    <p:animEffect filter="fade" transition="in">
                                      <p:cBhvr>
                                        <p:cTn dur="500"/>
                                        <p:tgtEl>
                                          <p:spTgt spid="1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xEl>
                                              <p:pRg end="0" st="0"/>
                                            </p:txEl>
                                          </p:spTgt>
                                        </p:tgtEl>
                                        <p:attrNameLst>
                                          <p:attrName>style.visibility</p:attrName>
                                        </p:attrNameLst>
                                      </p:cBhvr>
                                      <p:to>
                                        <p:strVal val="visible"/>
                                      </p:to>
                                    </p:set>
                                    <p:animEffect filter="fade" transition="in">
                                      <p:cBhvr>
                                        <p:cTn dur="500"/>
                                        <p:tgtEl>
                                          <p:spTgt spid="12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xEl>
                                              <p:pRg end="1" st="1"/>
                                            </p:txEl>
                                          </p:spTgt>
                                        </p:tgtEl>
                                        <p:attrNameLst>
                                          <p:attrName>style.visibility</p:attrName>
                                        </p:attrNameLst>
                                      </p:cBhvr>
                                      <p:to>
                                        <p:strVal val="visible"/>
                                      </p:to>
                                    </p:set>
                                    <p:animEffect filter="fade" transition="in">
                                      <p:cBhvr>
                                        <p:cTn dur="500"/>
                                        <p:tgtEl>
                                          <p:spTgt spid="129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xEl>
                                              <p:pRg end="2" st="2"/>
                                            </p:txEl>
                                          </p:spTgt>
                                        </p:tgtEl>
                                        <p:attrNameLst>
                                          <p:attrName>style.visibility</p:attrName>
                                        </p:attrNameLst>
                                      </p:cBhvr>
                                      <p:to>
                                        <p:strVal val="visible"/>
                                      </p:to>
                                    </p:set>
                                    <p:animEffect filter="fade" transition="in">
                                      <p:cBhvr>
                                        <p:cTn dur="500"/>
                                        <p:tgtEl>
                                          <p:spTgt spid="129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xEl>
                                              <p:pRg end="3" st="3"/>
                                            </p:txEl>
                                          </p:spTgt>
                                        </p:tgtEl>
                                        <p:attrNameLst>
                                          <p:attrName>style.visibility</p:attrName>
                                        </p:attrNameLst>
                                      </p:cBhvr>
                                      <p:to>
                                        <p:strVal val="visible"/>
                                      </p:to>
                                    </p:set>
                                    <p:animEffect filter="fade" transition="in">
                                      <p:cBhvr>
                                        <p:cTn dur="500"/>
                                        <p:tgtEl>
                                          <p:spTgt spid="129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xEl>
                                              <p:pRg end="4" st="4"/>
                                            </p:txEl>
                                          </p:spTgt>
                                        </p:tgtEl>
                                        <p:attrNameLst>
                                          <p:attrName>style.visibility</p:attrName>
                                        </p:attrNameLst>
                                      </p:cBhvr>
                                      <p:to>
                                        <p:strVal val="visible"/>
                                      </p:to>
                                    </p:set>
                                    <p:animEffect filter="fade" transition="in">
                                      <p:cBhvr>
                                        <p:cTn dur="500"/>
                                        <p:tgtEl>
                                          <p:spTgt spid="129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xEl>
                                              <p:pRg end="5" st="5"/>
                                            </p:txEl>
                                          </p:spTgt>
                                        </p:tgtEl>
                                        <p:attrNameLst>
                                          <p:attrName>style.visibility</p:attrName>
                                        </p:attrNameLst>
                                      </p:cBhvr>
                                      <p:to>
                                        <p:strVal val="visible"/>
                                      </p:to>
                                    </p:set>
                                    <p:animEffect filter="fade" transition="in">
                                      <p:cBhvr>
                                        <p:cTn dur="500"/>
                                        <p:tgtEl>
                                          <p:spTgt spid="129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xEl>
                                              <p:pRg end="6" st="6"/>
                                            </p:txEl>
                                          </p:spTgt>
                                        </p:tgtEl>
                                        <p:attrNameLst>
                                          <p:attrName>style.visibility</p:attrName>
                                        </p:attrNameLst>
                                      </p:cBhvr>
                                      <p:to>
                                        <p:strVal val="visible"/>
                                      </p:to>
                                    </p:set>
                                    <p:animEffect filter="fade" transition="in">
                                      <p:cBhvr>
                                        <p:cTn dur="500"/>
                                        <p:tgtEl>
                                          <p:spTgt spid="129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xEl>
                                              <p:pRg end="7" st="7"/>
                                            </p:txEl>
                                          </p:spTgt>
                                        </p:tgtEl>
                                        <p:attrNameLst>
                                          <p:attrName>style.visibility</p:attrName>
                                        </p:attrNameLst>
                                      </p:cBhvr>
                                      <p:to>
                                        <p:strVal val="visible"/>
                                      </p:to>
                                    </p:set>
                                    <p:animEffect filter="fade" transition="in">
                                      <p:cBhvr>
                                        <p:cTn dur="500"/>
                                        <p:tgtEl>
                                          <p:spTgt spid="129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xEl>
                                              <p:pRg end="8" st="8"/>
                                            </p:txEl>
                                          </p:spTgt>
                                        </p:tgtEl>
                                        <p:attrNameLst>
                                          <p:attrName>style.visibility</p:attrName>
                                        </p:attrNameLst>
                                      </p:cBhvr>
                                      <p:to>
                                        <p:strVal val="visible"/>
                                      </p:to>
                                    </p:set>
                                    <p:animEffect filter="fade" transition="in">
                                      <p:cBhvr>
                                        <p:cTn dur="500"/>
                                        <p:tgtEl>
                                          <p:spTgt spid="1293">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Review">
  <p:cSld name="Task Review">
    <p:spTree>
      <p:nvGrpSpPr>
        <p:cNvPr id="1296" name="Shape 1296"/>
        <p:cNvGrpSpPr/>
        <p:nvPr/>
      </p:nvGrpSpPr>
      <p:grpSpPr>
        <a:xfrm>
          <a:off x="0" y="0"/>
          <a:ext cx="0" cy="0"/>
          <a:chOff x="0" y="0"/>
          <a:chExt cx="0" cy="0"/>
        </a:xfrm>
      </p:grpSpPr>
      <p:sp>
        <p:nvSpPr>
          <p:cNvPr id="1297" name="Google Shape;1297;g3b3a45db5ed_1_4334"/>
          <p:cNvSpPr/>
          <p:nvPr/>
        </p:nvSpPr>
        <p:spPr>
          <a:xfrm rot="5400000">
            <a:off x="-313698" y="-1313719"/>
            <a:ext cx="1110000" cy="5257800"/>
          </a:xfrm>
          <a:prstGeom prst="rect">
            <a:avLst/>
          </a:prstGeom>
          <a:gradFill>
            <a:gsLst>
              <a:gs pos="0">
                <a:srgbClr val="F1FEFE">
                  <a:alpha val="0"/>
                </a:srgbClr>
              </a:gs>
              <a:gs pos="100000">
                <a:srgbClr val="05FDFF">
                  <a:alpha val="784"/>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1298" name="Google Shape;1298;g3b3a45db5ed_1_4334"/>
          <p:cNvGrpSpPr/>
          <p:nvPr/>
        </p:nvGrpSpPr>
        <p:grpSpPr>
          <a:xfrm>
            <a:off x="-86305" y="232839"/>
            <a:ext cx="2794159" cy="390024"/>
            <a:chOff x="948349" y="814223"/>
            <a:chExt cx="2794159" cy="390024"/>
          </a:xfrm>
        </p:grpSpPr>
        <p:sp>
          <p:nvSpPr>
            <p:cNvPr id="1299" name="Google Shape;1299;g3b3a45db5ed_1_4334"/>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00" name="Google Shape;1300;g3b3a45db5ed_1_4334"/>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301" name="Google Shape;1301;g3b3a45db5ed_1_4334"/>
          <p:cNvGrpSpPr/>
          <p:nvPr/>
        </p:nvGrpSpPr>
        <p:grpSpPr>
          <a:xfrm flipH="1" rot="10800000">
            <a:off x="-86305" y="1933581"/>
            <a:ext cx="2794159" cy="390024"/>
            <a:chOff x="948349" y="814223"/>
            <a:chExt cx="2794159" cy="390024"/>
          </a:xfrm>
        </p:grpSpPr>
        <p:sp>
          <p:nvSpPr>
            <p:cNvPr id="1302" name="Google Shape;1302;g3b3a45db5ed_1_4334"/>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03" name="Google Shape;1303;g3b3a45db5ed_1_4334"/>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304" name="Google Shape;1304;g3b3a45db5ed_1_4334"/>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05" name="Google Shape;1305;g3b3a45db5ed_1_4334"/>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06" name="Google Shape;1306;g3b3a45db5ed_1_4334"/>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07" name="Google Shape;1307;g3b3a45db5ed_1_4334"/>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08" name="Google Shape;1308;g3b3a45db5ed_1_4334"/>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09" name="Google Shape;1309;g3b3a45db5ed_1_4334"/>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1310" name="Google Shape;1310;g3b3a45db5ed_1_4334"/>
          <p:cNvGrpSpPr/>
          <p:nvPr/>
        </p:nvGrpSpPr>
        <p:grpSpPr>
          <a:xfrm>
            <a:off x="7362778" y="2144139"/>
            <a:ext cx="4433002" cy="4433003"/>
            <a:chOff x="-413326" y="937285"/>
            <a:chExt cx="4433003" cy="4433003"/>
          </a:xfrm>
        </p:grpSpPr>
        <p:sp>
          <p:nvSpPr>
            <p:cNvPr id="1311" name="Google Shape;1311;g3b3a45db5ed_1_4334"/>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12" name="Google Shape;1312;g3b3a45db5ed_1_4334"/>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13" name="Google Shape;1313;g3b3a45db5ed_1_4334"/>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14" name="Google Shape;1314;g3b3a45db5ed_1_4334"/>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315" name="Google Shape;1315;g3b3a45db5ed_1_4334"/>
          <p:cNvSpPr txBox="1"/>
          <p:nvPr>
            <p:ph idx="1" type="body"/>
          </p:nvPr>
        </p:nvSpPr>
        <p:spPr>
          <a:xfrm>
            <a:off x="7899288" y="2357480"/>
            <a:ext cx="3396600" cy="4094100"/>
          </a:xfrm>
          <a:prstGeom prst="rect">
            <a:avLst/>
          </a:prstGeom>
          <a:noFill/>
          <a:ln>
            <a:noFill/>
          </a:ln>
        </p:spPr>
        <p:txBody>
          <a:bodyPr anchorCtr="0" anchor="ctr" bIns="45700" lIns="91425" spcFirstLastPara="1" rIns="91425" wrap="square" tIns="45700">
            <a:noAutofit/>
          </a:bodyPr>
          <a:lstStyle>
            <a:lvl1pPr indent="-457200" lvl="0" marL="457200" marR="0" rtl="0" algn="l">
              <a:lnSpc>
                <a:spcPct val="100000"/>
              </a:lnSpc>
              <a:spcBef>
                <a:spcPts val="0"/>
              </a:spcBef>
              <a:spcAft>
                <a:spcPts val="0"/>
              </a:spcAft>
              <a:buClr>
                <a:srgbClr val="05FDFF"/>
              </a:buClr>
              <a:buSzPts val="3600"/>
              <a:buFont typeface="Noto Sans Symbols"/>
              <a:buChar char="✔"/>
              <a:defRPr b="0" i="0" sz="18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316" name="Google Shape;1316;g3b3a45db5ed_1_4334"/>
          <p:cNvSpPr txBox="1"/>
          <p:nvPr/>
        </p:nvSpPr>
        <p:spPr>
          <a:xfrm>
            <a:off x="1108604" y="760181"/>
            <a:ext cx="2499900" cy="60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2400"/>
              <a:buFont typeface="Arial"/>
              <a:buNone/>
            </a:pPr>
            <a:r>
              <a:rPr b="0" i="0" lang="en-US" sz="2400" u="none" cap="none" strike="noStrike">
                <a:solidFill>
                  <a:srgbClr val="FFFFFF"/>
                </a:solidFill>
                <a:latin typeface="Kdam Thmor Pro"/>
                <a:ea typeface="Kdam Thmor Pro"/>
                <a:cs typeface="Kdam Thmor Pro"/>
                <a:sym typeface="Kdam Thmor Pro"/>
              </a:rPr>
              <a:t>Task</a:t>
            </a:r>
            <a:r>
              <a:rPr b="0" i="0" lang="en-US" sz="3600" u="none" cap="none" strike="noStrike">
                <a:solidFill>
                  <a:srgbClr val="FFFFFF"/>
                </a:solidFill>
                <a:latin typeface="Kdam Thmor Pro"/>
                <a:ea typeface="Kdam Thmor Pro"/>
                <a:cs typeface="Kdam Thmor Pro"/>
                <a:sym typeface="Kdam Thmor Pro"/>
              </a:rPr>
              <a:t> Review</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98"/>
                                        </p:tgtEl>
                                        <p:attrNameLst>
                                          <p:attrName>style.visibility</p:attrName>
                                        </p:attrNameLst>
                                      </p:cBhvr>
                                      <p:to>
                                        <p:strVal val="visible"/>
                                      </p:to>
                                    </p:set>
                                    <p:animEffect filter="fade" transition="in">
                                      <p:cBhvr>
                                        <p:cTn dur="500"/>
                                        <p:tgtEl>
                                          <p:spTgt spid="1298"/>
                                        </p:tgtEl>
                                      </p:cBhvr>
                                    </p:animEffect>
                                  </p:childTnLst>
                                </p:cTn>
                              </p:par>
                              <p:par>
                                <p:cTn fill="hold" nodeType="withEffect" presetClass="entr" presetID="10" presetSubtype="0">
                                  <p:stCondLst>
                                    <p:cond delay="0"/>
                                  </p:stCondLst>
                                  <p:childTnLst>
                                    <p:set>
                                      <p:cBhvr>
                                        <p:cTn dur="1" fill="hold">
                                          <p:stCondLst>
                                            <p:cond delay="0"/>
                                          </p:stCondLst>
                                        </p:cTn>
                                        <p:tgtEl>
                                          <p:spTgt spid="1301"/>
                                        </p:tgtEl>
                                        <p:attrNameLst>
                                          <p:attrName>style.visibility</p:attrName>
                                        </p:attrNameLst>
                                      </p:cBhvr>
                                      <p:to>
                                        <p:strVal val="visible"/>
                                      </p:to>
                                    </p:set>
                                    <p:animEffect filter="fade" transition="in">
                                      <p:cBhvr>
                                        <p:cTn dur="500"/>
                                        <p:tgtEl>
                                          <p:spTgt spid="130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97"/>
                                        </p:tgtEl>
                                        <p:attrNameLst>
                                          <p:attrName>style.visibility</p:attrName>
                                        </p:attrNameLst>
                                      </p:cBhvr>
                                      <p:to>
                                        <p:strVal val="visible"/>
                                      </p:to>
                                    </p:set>
                                    <p:animEffect filter="fade" transition="in">
                                      <p:cBhvr>
                                        <p:cTn dur="500"/>
                                        <p:tgtEl>
                                          <p:spTgt spid="1297"/>
                                        </p:tgtEl>
                                      </p:cBhvr>
                                    </p:animEffect>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1316"/>
                                        </p:tgtEl>
                                        <p:attrNameLst>
                                          <p:attrName>style.visibility</p:attrName>
                                        </p:attrNameLst>
                                      </p:cBhvr>
                                      <p:to>
                                        <p:strVal val="visible"/>
                                      </p:to>
                                    </p:set>
                                    <p:anim calcmode="lin" valueType="num">
                                      <p:cBhvr additive="base">
                                        <p:cTn dur="500"/>
                                        <p:tgtEl>
                                          <p:spTgt spid="1316"/>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1310"/>
                                        </p:tgtEl>
                                        <p:attrNameLst>
                                          <p:attrName>style.visibility</p:attrName>
                                        </p:attrNameLst>
                                      </p:cBhvr>
                                      <p:to>
                                        <p:strVal val="visible"/>
                                      </p:to>
                                    </p:set>
                                    <p:anim calcmode="lin" valueType="num">
                                      <p:cBhvr additive="base">
                                        <p:cTn dur="2250"/>
                                        <p:tgtEl>
                                          <p:spTgt spid="1310"/>
                                        </p:tgtEl>
                                        <p:attrNameLst>
                                          <p:attrName>ppt_w</p:attrName>
                                        </p:attrNameLst>
                                      </p:cBhvr>
                                      <p:tavLst>
                                        <p:tav fmla="" tm="0">
                                          <p:val>
                                            <p:strVal val="0"/>
                                          </p:val>
                                        </p:tav>
                                        <p:tav fmla="" tm="100000">
                                          <p:val>
                                            <p:strVal val="#ppt_w"/>
                                          </p:val>
                                        </p:tav>
                                      </p:tavLst>
                                    </p:anim>
                                    <p:anim calcmode="lin" valueType="num">
                                      <p:cBhvr additive="base">
                                        <p:cTn dur="2250"/>
                                        <p:tgtEl>
                                          <p:spTgt spid="1310"/>
                                        </p:tgtEl>
                                        <p:attrNameLst>
                                          <p:attrName>ppt_h</p:attrName>
                                        </p:attrNameLst>
                                      </p:cBhvr>
                                      <p:tavLst>
                                        <p:tav fmla="" tm="0">
                                          <p:val>
                                            <p:strVal val="0"/>
                                          </p:val>
                                        </p:tav>
                                        <p:tav fmla="" tm="100000">
                                          <p:val>
                                            <p:strVal val="#ppt_h"/>
                                          </p:val>
                                        </p:tav>
                                      </p:tavLst>
                                    </p:anim>
                                  </p:childTnLst>
                                </p:cTn>
                              </p:par>
                            </p:childTnLst>
                          </p:cTn>
                        </p:par>
                        <p:par>
                          <p:cTn fill="hold">
                            <p:stCondLst>
                              <p:cond delay="3250"/>
                            </p:stCondLst>
                            <p:childTnLst>
                              <p:par>
                                <p:cTn fill="hold" nodeType="afterEffect" presetClass="entr" presetID="10" presetSubtype="0">
                                  <p:stCondLst>
                                    <p:cond delay="0"/>
                                  </p:stCondLst>
                                  <p:childTnLst>
                                    <p:set>
                                      <p:cBhvr>
                                        <p:cTn dur="1" fill="hold">
                                          <p:stCondLst>
                                            <p:cond delay="0"/>
                                          </p:stCondLst>
                                        </p:cTn>
                                        <p:tgtEl>
                                          <p:spTgt spid="1315"/>
                                        </p:tgtEl>
                                        <p:attrNameLst>
                                          <p:attrName>style.visibility</p:attrName>
                                        </p:attrNameLst>
                                      </p:cBhvr>
                                      <p:to>
                                        <p:strVal val="visible"/>
                                      </p:to>
                                    </p:set>
                                    <p:animEffect filter="fade" transition="in">
                                      <p:cBhvr>
                                        <p:cTn dur="500"/>
                                        <p:tgtEl>
                                          <p:spTgt spid="13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section">
  <p:cSld name="Recap section">
    <p:spTree>
      <p:nvGrpSpPr>
        <p:cNvPr id="1317" name="Shape 1317"/>
        <p:cNvGrpSpPr/>
        <p:nvPr/>
      </p:nvGrpSpPr>
      <p:grpSpPr>
        <a:xfrm>
          <a:off x="0" y="0"/>
          <a:ext cx="0" cy="0"/>
          <a:chOff x="0" y="0"/>
          <a:chExt cx="0" cy="0"/>
        </a:xfrm>
      </p:grpSpPr>
      <p:sp>
        <p:nvSpPr>
          <p:cNvPr id="1318" name="Google Shape;1318;g3b3a45db5ed_1_4355"/>
          <p:cNvSpPr/>
          <p:nvPr/>
        </p:nvSpPr>
        <p:spPr>
          <a:xfrm rot="5400000">
            <a:off x="-313698" y="-1313719"/>
            <a:ext cx="1110000" cy="5257800"/>
          </a:xfrm>
          <a:prstGeom prst="rect">
            <a:avLst/>
          </a:prstGeom>
          <a:gradFill>
            <a:gsLst>
              <a:gs pos="0">
                <a:srgbClr val="F1FEFE">
                  <a:alpha val="0"/>
                </a:srgbClr>
              </a:gs>
              <a:gs pos="100000">
                <a:srgbClr val="05FDFF">
                  <a:alpha val="784"/>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1319" name="Google Shape;1319;g3b3a45db5ed_1_4355"/>
          <p:cNvGrpSpPr/>
          <p:nvPr/>
        </p:nvGrpSpPr>
        <p:grpSpPr>
          <a:xfrm>
            <a:off x="-86305" y="232839"/>
            <a:ext cx="2794159" cy="390024"/>
            <a:chOff x="948349" y="814223"/>
            <a:chExt cx="2794159" cy="390024"/>
          </a:xfrm>
        </p:grpSpPr>
        <p:sp>
          <p:nvSpPr>
            <p:cNvPr id="1320" name="Google Shape;1320;g3b3a45db5ed_1_4355"/>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21" name="Google Shape;1321;g3b3a45db5ed_1_4355"/>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322" name="Google Shape;1322;g3b3a45db5ed_1_4355"/>
          <p:cNvGrpSpPr/>
          <p:nvPr/>
        </p:nvGrpSpPr>
        <p:grpSpPr>
          <a:xfrm flipH="1" rot="10800000">
            <a:off x="-86305" y="1933581"/>
            <a:ext cx="2794159" cy="390024"/>
            <a:chOff x="948349" y="814223"/>
            <a:chExt cx="2794159" cy="390024"/>
          </a:xfrm>
        </p:grpSpPr>
        <p:sp>
          <p:nvSpPr>
            <p:cNvPr id="1323" name="Google Shape;1323;g3b3a45db5ed_1_4355"/>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24" name="Google Shape;1324;g3b3a45db5ed_1_4355"/>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325" name="Google Shape;1325;g3b3a45db5ed_1_4355"/>
          <p:cNvSpPr txBox="1"/>
          <p:nvPr/>
        </p:nvSpPr>
        <p:spPr>
          <a:xfrm>
            <a:off x="942856" y="987090"/>
            <a:ext cx="2152200" cy="60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4400"/>
              <a:buFont typeface="Arial"/>
              <a:buNone/>
            </a:pPr>
            <a:r>
              <a:rPr b="0" i="0" lang="en-US" sz="4400" u="none" cap="none" strike="noStrike">
                <a:solidFill>
                  <a:srgbClr val="FFFFFF"/>
                </a:solidFill>
                <a:latin typeface="Kdam Thmor Pro"/>
                <a:ea typeface="Kdam Thmor Pro"/>
                <a:cs typeface="Kdam Thmor Pro"/>
                <a:sym typeface="Kdam Thmor Pro"/>
              </a:rPr>
              <a:t>Recap</a:t>
            </a:r>
            <a:endParaRPr b="0" i="0" sz="1400" u="none" cap="none" strike="noStrike">
              <a:solidFill>
                <a:srgbClr val="000000"/>
              </a:solidFill>
              <a:latin typeface="Arial"/>
              <a:ea typeface="Arial"/>
              <a:cs typeface="Arial"/>
              <a:sym typeface="Arial"/>
            </a:endParaRPr>
          </a:p>
        </p:txBody>
      </p:sp>
      <p:sp>
        <p:nvSpPr>
          <p:cNvPr id="1326" name="Google Shape;1326;g3b3a45db5ed_1_4355"/>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27" name="Google Shape;1327;g3b3a45db5ed_1_4355"/>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28" name="Google Shape;1328;g3b3a45db5ed_1_4355"/>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29" name="Google Shape;1329;g3b3a45db5ed_1_4355"/>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30" name="Google Shape;1330;g3b3a45db5ed_1_4355"/>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31" name="Google Shape;1331;g3b3a45db5ed_1_4355"/>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19"/>
                                        </p:tgtEl>
                                        <p:attrNameLst>
                                          <p:attrName>style.visibility</p:attrName>
                                        </p:attrNameLst>
                                      </p:cBhvr>
                                      <p:to>
                                        <p:strVal val="visible"/>
                                      </p:to>
                                    </p:set>
                                    <p:animEffect filter="fade" transition="in">
                                      <p:cBhvr>
                                        <p:cTn dur="500"/>
                                        <p:tgtEl>
                                          <p:spTgt spid="1319"/>
                                        </p:tgtEl>
                                      </p:cBhvr>
                                    </p:animEffect>
                                  </p:childTnLst>
                                </p:cTn>
                              </p:par>
                              <p:par>
                                <p:cTn fill="hold" nodeType="withEffect" presetClass="entr" presetID="10" presetSubtype="0">
                                  <p:stCondLst>
                                    <p:cond delay="0"/>
                                  </p:stCondLst>
                                  <p:childTnLst>
                                    <p:set>
                                      <p:cBhvr>
                                        <p:cTn dur="1" fill="hold">
                                          <p:stCondLst>
                                            <p:cond delay="0"/>
                                          </p:stCondLst>
                                        </p:cTn>
                                        <p:tgtEl>
                                          <p:spTgt spid="1322"/>
                                        </p:tgtEl>
                                        <p:attrNameLst>
                                          <p:attrName>style.visibility</p:attrName>
                                        </p:attrNameLst>
                                      </p:cBhvr>
                                      <p:to>
                                        <p:strVal val="visible"/>
                                      </p:to>
                                    </p:set>
                                    <p:animEffect filter="fade" transition="in">
                                      <p:cBhvr>
                                        <p:cTn dur="500"/>
                                        <p:tgtEl>
                                          <p:spTgt spid="132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18"/>
                                        </p:tgtEl>
                                        <p:attrNameLst>
                                          <p:attrName>style.visibility</p:attrName>
                                        </p:attrNameLst>
                                      </p:cBhvr>
                                      <p:to>
                                        <p:strVal val="visible"/>
                                      </p:to>
                                    </p:set>
                                    <p:animEffect filter="fade" transition="in">
                                      <p:cBhvr>
                                        <p:cTn dur="500"/>
                                        <p:tgtEl>
                                          <p:spTgt spid="1318"/>
                                        </p:tgtEl>
                                      </p:cBhvr>
                                    </p:animEffect>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1325"/>
                                        </p:tgtEl>
                                        <p:attrNameLst>
                                          <p:attrName>style.visibility</p:attrName>
                                        </p:attrNameLst>
                                      </p:cBhvr>
                                      <p:to>
                                        <p:strVal val="visible"/>
                                      </p:to>
                                    </p:set>
                                    <p:anim calcmode="lin" valueType="num">
                                      <p:cBhvr additive="base">
                                        <p:cTn dur="500"/>
                                        <p:tgtEl>
                                          <p:spTgt spid="132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st-recap">
  <p:cSld name="1st-recap">
    <p:spTree>
      <p:nvGrpSpPr>
        <p:cNvPr id="1332" name="Shape 1332"/>
        <p:cNvGrpSpPr/>
        <p:nvPr/>
      </p:nvGrpSpPr>
      <p:grpSpPr>
        <a:xfrm>
          <a:off x="0" y="0"/>
          <a:ext cx="0" cy="0"/>
          <a:chOff x="0" y="0"/>
          <a:chExt cx="0" cy="0"/>
        </a:xfrm>
      </p:grpSpPr>
      <p:sp>
        <p:nvSpPr>
          <p:cNvPr id="1333" name="Google Shape;1333;g3b3a45db5ed_1_4370"/>
          <p:cNvSpPr/>
          <p:nvPr/>
        </p:nvSpPr>
        <p:spPr>
          <a:xfrm>
            <a:off x="4567240" y="3250299"/>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34" name="Google Shape;1334;g3b3a45db5ed_1_4370"/>
          <p:cNvSpPr/>
          <p:nvPr/>
        </p:nvSpPr>
        <p:spPr>
          <a:xfrm flipH="1" rot="10800000">
            <a:off x="4567240" y="3250401"/>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35" name="Google Shape;1335;g3b3a45db5ed_1_4370"/>
          <p:cNvSpPr/>
          <p:nvPr/>
        </p:nvSpPr>
        <p:spPr>
          <a:xfrm>
            <a:off x="4560889" y="553356"/>
            <a:ext cx="3070200" cy="5752500"/>
          </a:xfrm>
          <a:prstGeom prst="rect">
            <a:avLst/>
          </a:prstGeom>
          <a:gradFill>
            <a:gsLst>
              <a:gs pos="0">
                <a:srgbClr val="F1FEFE">
                  <a:alpha val="0"/>
                </a:srgbClr>
              </a:gs>
              <a:gs pos="100000">
                <a:srgbClr val="05FDFF">
                  <a:alpha val="2902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36" name="Google Shape;1336;g3b3a45db5ed_1_4370"/>
          <p:cNvSpPr txBox="1"/>
          <p:nvPr>
            <p:ph idx="1" type="body"/>
          </p:nvPr>
        </p:nvSpPr>
        <p:spPr>
          <a:xfrm>
            <a:off x="4805546" y="1038426"/>
            <a:ext cx="2580900" cy="7455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3200"/>
              <a:buFont typeface="Arial"/>
              <a:buNone/>
              <a:defRPr b="0" i="0" sz="32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337" name="Google Shape;1337;g3b3a45db5ed_1_4370"/>
          <p:cNvSpPr/>
          <p:nvPr>
            <p:ph idx="2" type="pic"/>
          </p:nvPr>
        </p:nvSpPr>
        <p:spPr>
          <a:xfrm>
            <a:off x="4677103" y="2577067"/>
            <a:ext cx="2837700" cy="2795400"/>
          </a:xfrm>
          <a:prstGeom prst="ellipse">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3"/>
                                        </p:tgtEl>
                                        <p:attrNameLst>
                                          <p:attrName>style.visibility</p:attrName>
                                        </p:attrNameLst>
                                      </p:cBhvr>
                                      <p:to>
                                        <p:strVal val="visible"/>
                                      </p:to>
                                    </p:set>
                                    <p:animEffect filter="fade" transition="in">
                                      <p:cBhvr>
                                        <p:cTn dur="750"/>
                                        <p:tgtEl>
                                          <p:spTgt spid="1333"/>
                                        </p:tgtEl>
                                      </p:cBhvr>
                                    </p:animEffect>
                                  </p:childTnLst>
                                </p:cTn>
                              </p:par>
                              <p:par>
                                <p:cTn fill="hold" nodeType="withEffect" presetClass="entr" presetID="10" presetSubtype="0">
                                  <p:stCondLst>
                                    <p:cond delay="0"/>
                                  </p:stCondLst>
                                  <p:childTnLst>
                                    <p:set>
                                      <p:cBhvr>
                                        <p:cTn dur="1" fill="hold">
                                          <p:stCondLst>
                                            <p:cond delay="0"/>
                                          </p:stCondLst>
                                        </p:cTn>
                                        <p:tgtEl>
                                          <p:spTgt spid="1334"/>
                                        </p:tgtEl>
                                        <p:attrNameLst>
                                          <p:attrName>style.visibility</p:attrName>
                                        </p:attrNameLst>
                                      </p:cBhvr>
                                      <p:to>
                                        <p:strVal val="visible"/>
                                      </p:to>
                                    </p:set>
                                    <p:animEffect filter="fade" transition="in">
                                      <p:cBhvr>
                                        <p:cTn dur="750"/>
                                        <p:tgtEl>
                                          <p:spTgt spid="1334"/>
                                        </p:tgtEl>
                                      </p:cBhvr>
                                    </p:animEffect>
                                  </p:childTnLst>
                                </p:cTn>
                              </p:par>
                            </p:childTnLst>
                          </p:cTn>
                        </p:par>
                        <p:par>
                          <p:cTn fill="hold">
                            <p:stCondLst>
                              <p:cond delay="750"/>
                            </p:stCondLst>
                            <p:childTnLst>
                              <p:par>
                                <p:cTn fill="hold" nodeType="afterEffect" presetClass="entr" presetID="10" presetSubtype="0">
                                  <p:stCondLst>
                                    <p:cond delay="100"/>
                                  </p:stCondLst>
                                  <p:childTnLst>
                                    <p:set>
                                      <p:cBhvr>
                                        <p:cTn dur="1" fill="hold">
                                          <p:stCondLst>
                                            <p:cond delay="0"/>
                                          </p:stCondLst>
                                        </p:cTn>
                                        <p:tgtEl>
                                          <p:spTgt spid="1335"/>
                                        </p:tgtEl>
                                        <p:attrNameLst>
                                          <p:attrName>style.visibility</p:attrName>
                                        </p:attrNameLst>
                                      </p:cBhvr>
                                      <p:to>
                                        <p:strVal val="visible"/>
                                      </p:to>
                                    </p:set>
                                    <p:animEffect filter="fade" transition="in">
                                      <p:cBhvr>
                                        <p:cTn dur="2000"/>
                                        <p:tgtEl>
                                          <p:spTgt spid="1335"/>
                                        </p:tgtEl>
                                      </p:cBhvr>
                                    </p:animEffect>
                                  </p:childTnLst>
                                </p:cTn>
                              </p:par>
                            </p:childTnLst>
                          </p:cTn>
                        </p:par>
                        <p:par>
                          <p:cTn fill="hold">
                            <p:stCondLst>
                              <p:cond delay="2750"/>
                            </p:stCondLst>
                            <p:childTnLst>
                              <p:par>
                                <p:cTn fill="hold" nodeType="afterEffect" presetClass="entr" presetID="10" presetSubtype="0">
                                  <p:stCondLst>
                                    <p:cond delay="0"/>
                                  </p:stCondLst>
                                  <p:childTnLst>
                                    <p:set>
                                      <p:cBhvr>
                                        <p:cTn dur="1" fill="hold">
                                          <p:stCondLst>
                                            <p:cond delay="0"/>
                                          </p:stCondLst>
                                        </p:cTn>
                                        <p:tgtEl>
                                          <p:spTgt spid="1336"/>
                                        </p:tgtEl>
                                        <p:attrNameLst>
                                          <p:attrName>style.visibility</p:attrName>
                                        </p:attrNameLst>
                                      </p:cBhvr>
                                      <p:to>
                                        <p:strVal val="visible"/>
                                      </p:to>
                                    </p:set>
                                    <p:animEffect filter="fade" transition="in">
                                      <p:cBhvr>
                                        <p:cTn dur="1000"/>
                                        <p:tgtEl>
                                          <p:spTgt spid="1336"/>
                                        </p:tgtEl>
                                      </p:cBhvr>
                                    </p:animEffect>
                                  </p:childTnLst>
                                </p:cTn>
                              </p:par>
                            </p:childTnLst>
                          </p:cTn>
                        </p:par>
                        <p:par>
                          <p:cTn fill="hold">
                            <p:stCondLst>
                              <p:cond delay="3750"/>
                            </p:stCondLst>
                            <p:childTnLst>
                              <p:par>
                                <p:cTn fill="hold" nodeType="afterEffect" presetClass="entr" presetID="10" presetSubtype="0">
                                  <p:stCondLst>
                                    <p:cond delay="0"/>
                                  </p:stCondLst>
                                  <p:childTnLst>
                                    <p:set>
                                      <p:cBhvr>
                                        <p:cTn dur="1" fill="hold">
                                          <p:stCondLst>
                                            <p:cond delay="0"/>
                                          </p:stCondLst>
                                        </p:cTn>
                                        <p:tgtEl>
                                          <p:spTgt spid="1337"/>
                                        </p:tgtEl>
                                        <p:attrNameLst>
                                          <p:attrName>style.visibility</p:attrName>
                                        </p:attrNameLst>
                                      </p:cBhvr>
                                      <p:to>
                                        <p:strVal val="visible"/>
                                      </p:to>
                                    </p:set>
                                    <p:animEffect filter="fade" transition="in">
                                      <p:cBhvr>
                                        <p:cTn dur="500"/>
                                        <p:tgtEl>
                                          <p:spTgt spid="13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Recap">
  <p:cSld name="+1 Recap">
    <p:spTree>
      <p:nvGrpSpPr>
        <p:cNvPr id="1338" name="Shape 1338"/>
        <p:cNvGrpSpPr/>
        <p:nvPr/>
      </p:nvGrpSpPr>
      <p:grpSpPr>
        <a:xfrm>
          <a:off x="0" y="0"/>
          <a:ext cx="0" cy="0"/>
          <a:chOff x="0" y="0"/>
          <a:chExt cx="0" cy="0"/>
        </a:xfrm>
      </p:grpSpPr>
      <p:sp>
        <p:nvSpPr>
          <p:cNvPr id="1339" name="Google Shape;1339;g3b3a45db5ed_1_4376"/>
          <p:cNvSpPr/>
          <p:nvPr/>
        </p:nvSpPr>
        <p:spPr>
          <a:xfrm>
            <a:off x="4560889" y="553356"/>
            <a:ext cx="3070200" cy="5752500"/>
          </a:xfrm>
          <a:prstGeom prst="rect">
            <a:avLst/>
          </a:prstGeom>
          <a:gradFill>
            <a:gsLst>
              <a:gs pos="0">
                <a:srgbClr val="F1FEFE">
                  <a:alpha val="0"/>
                </a:srgbClr>
              </a:gs>
              <a:gs pos="100000">
                <a:srgbClr val="05FDFF">
                  <a:alpha val="2902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40" name="Google Shape;1340;g3b3a45db5ed_1_4376"/>
          <p:cNvSpPr/>
          <p:nvPr/>
        </p:nvSpPr>
        <p:spPr>
          <a:xfrm>
            <a:off x="4567240" y="6165288"/>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41" name="Google Shape;1341;g3b3a45db5ed_1_4376"/>
          <p:cNvSpPr/>
          <p:nvPr/>
        </p:nvSpPr>
        <p:spPr>
          <a:xfrm flipH="1" rot="10800000">
            <a:off x="4567240" y="411612"/>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42" name="Google Shape;1342;g3b3a45db5ed_1_4376"/>
          <p:cNvSpPr txBox="1"/>
          <p:nvPr>
            <p:ph idx="1" type="body"/>
          </p:nvPr>
        </p:nvSpPr>
        <p:spPr>
          <a:xfrm>
            <a:off x="4805546" y="1038426"/>
            <a:ext cx="2580900" cy="7455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3200"/>
              <a:buFont typeface="Arial"/>
              <a:buNone/>
              <a:defRPr b="0" i="0" sz="32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343" name="Google Shape;1343;g3b3a45db5ed_1_4376"/>
          <p:cNvSpPr/>
          <p:nvPr>
            <p:ph idx="2" type="pic"/>
          </p:nvPr>
        </p:nvSpPr>
        <p:spPr>
          <a:xfrm>
            <a:off x="4717720" y="2617076"/>
            <a:ext cx="2756700" cy="2715300"/>
          </a:xfrm>
          <a:prstGeom prst="ellipse">
            <a:avLst/>
          </a:prstGeom>
          <a:noFill/>
          <a:ln>
            <a:noFill/>
          </a:ln>
        </p:spPr>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p:cSld name="intro">
    <p:spTree>
      <p:nvGrpSpPr>
        <p:cNvPr id="1344" name="Shape 1344"/>
        <p:cNvGrpSpPr/>
        <p:nvPr/>
      </p:nvGrpSpPr>
      <p:grpSpPr>
        <a:xfrm>
          <a:off x="0" y="0"/>
          <a:ext cx="0" cy="0"/>
          <a:chOff x="0" y="0"/>
          <a:chExt cx="0" cy="0"/>
        </a:xfrm>
      </p:grpSpPr>
      <p:pic>
        <p:nvPicPr>
          <p:cNvPr id="1345" name="Google Shape;1345;g3b3a45db5ed_1_4382"/>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45"/>
                                        </p:tgtEl>
                                        <p:attrNameLst>
                                          <p:attrName>style.visibility</p:attrName>
                                        </p:attrNameLst>
                                      </p:cBhvr>
                                      <p:to>
                                        <p:strVal val="visible"/>
                                      </p:to>
                                    </p:set>
                                    <p:animEffect filter="fade" transition="in">
                                      <p:cBhvr>
                                        <p:cTn dur="5000"/>
                                        <p:tgtEl>
                                          <p:spTgt spid="13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tep (H+PIC+NO.+HINT) 2">
  <p:cSld name="3Step (H+PIC+NO.+HINT)_2">
    <p:spTree>
      <p:nvGrpSpPr>
        <p:cNvPr id="1346" name="Shape 1346"/>
        <p:cNvGrpSpPr/>
        <p:nvPr/>
      </p:nvGrpSpPr>
      <p:grpSpPr>
        <a:xfrm>
          <a:off x="0" y="0"/>
          <a:ext cx="0" cy="0"/>
          <a:chOff x="0" y="0"/>
          <a:chExt cx="0" cy="0"/>
        </a:xfrm>
      </p:grpSpPr>
      <p:grpSp>
        <p:nvGrpSpPr>
          <p:cNvPr id="1347" name="Google Shape;1347;g3b3a45db5ed_1_4384"/>
          <p:cNvGrpSpPr/>
          <p:nvPr/>
        </p:nvGrpSpPr>
        <p:grpSpPr>
          <a:xfrm>
            <a:off x="2148127" y="1620732"/>
            <a:ext cx="8449743" cy="4433003"/>
            <a:chOff x="-413326" y="937285"/>
            <a:chExt cx="4433003" cy="4433003"/>
          </a:xfrm>
        </p:grpSpPr>
        <p:sp>
          <p:nvSpPr>
            <p:cNvPr id="1348" name="Google Shape;1348;g3b3a45db5ed_1_4384"/>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49" name="Google Shape;1349;g3b3a45db5ed_1_4384"/>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50" name="Google Shape;1350;g3b3a45db5ed_1_4384"/>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51" name="Google Shape;1351;g3b3a45db5ed_1_4384"/>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352" name="Google Shape;1352;g3b3a45db5ed_1_4384"/>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1353" name="Google Shape;1353;g3b3a45db5ed_1_4384"/>
          <p:cNvSpPr/>
          <p:nvPr>
            <p:ph idx="2" type="pic"/>
          </p:nvPr>
        </p:nvSpPr>
        <p:spPr>
          <a:xfrm>
            <a:off x="2699657" y="1900415"/>
            <a:ext cx="7323300" cy="3913500"/>
          </a:xfrm>
          <a:prstGeom prst="rect">
            <a:avLst/>
          </a:prstGeom>
          <a:noFill/>
          <a:ln>
            <a:noFill/>
          </a:ln>
        </p:spPr>
      </p:sp>
      <p:sp>
        <p:nvSpPr>
          <p:cNvPr id="1354" name="Google Shape;1354;g3b3a45db5ed_1_4384"/>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355" name="Google Shape;1355;g3b3a45db5ed_1_4384"/>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1356" name="Google Shape;1356;g3b3a45db5ed_1_4384"/>
          <p:cNvGrpSpPr/>
          <p:nvPr/>
        </p:nvGrpSpPr>
        <p:grpSpPr>
          <a:xfrm>
            <a:off x="8589558" y="6331536"/>
            <a:ext cx="256344" cy="68100"/>
            <a:chOff x="781167" y="5836673"/>
            <a:chExt cx="256344" cy="68100"/>
          </a:xfrm>
        </p:grpSpPr>
        <p:sp>
          <p:nvSpPr>
            <p:cNvPr id="1357" name="Google Shape;1357;g3b3a45db5ed_1_4384"/>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1358" name="Google Shape;1358;g3b3a45db5ed_1_4384"/>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1359" name="Google Shape;1359;g3b3a45db5ed_1_4384"/>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1360" name="Google Shape;1360;g3b3a45db5ed_1_4384"/>
          <p:cNvGrpSpPr/>
          <p:nvPr/>
        </p:nvGrpSpPr>
        <p:grpSpPr>
          <a:xfrm>
            <a:off x="11722369" y="5812872"/>
            <a:ext cx="315939" cy="409183"/>
            <a:chOff x="11575262" y="5512453"/>
            <a:chExt cx="315939" cy="409183"/>
          </a:xfrm>
        </p:grpSpPr>
        <p:sp>
          <p:nvSpPr>
            <p:cNvPr id="1361" name="Google Shape;1361;g3b3a45db5ed_1_4384"/>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62" name="Google Shape;1362;g3b3a45db5ed_1_4384"/>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63" name="Google Shape;1363;g3b3a45db5ed_1_4384"/>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347"/>
                                        </p:tgtEl>
                                        <p:attrNameLst>
                                          <p:attrName>style.visibility</p:attrName>
                                        </p:attrNameLst>
                                      </p:cBhvr>
                                      <p:to>
                                        <p:strVal val="visible"/>
                                      </p:to>
                                    </p:set>
                                    <p:anim calcmode="lin" valueType="num">
                                      <p:cBhvr additive="base">
                                        <p:cTn dur="2250"/>
                                        <p:tgtEl>
                                          <p:spTgt spid="1347"/>
                                        </p:tgtEl>
                                        <p:attrNameLst>
                                          <p:attrName>ppt_w</p:attrName>
                                        </p:attrNameLst>
                                      </p:cBhvr>
                                      <p:tavLst>
                                        <p:tav fmla="" tm="0">
                                          <p:val>
                                            <p:strVal val="0"/>
                                          </p:val>
                                        </p:tav>
                                        <p:tav fmla="" tm="100000">
                                          <p:val>
                                            <p:strVal val="#ppt_w"/>
                                          </p:val>
                                        </p:tav>
                                      </p:tavLst>
                                    </p:anim>
                                    <p:anim calcmode="lin" valueType="num">
                                      <p:cBhvr additive="base">
                                        <p:cTn dur="2250"/>
                                        <p:tgtEl>
                                          <p:spTgt spid="1347"/>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1353"/>
                                        </p:tgtEl>
                                        <p:attrNameLst>
                                          <p:attrName>style.visibility</p:attrName>
                                        </p:attrNameLst>
                                      </p:cBhvr>
                                      <p:to>
                                        <p:strVal val="visible"/>
                                      </p:to>
                                    </p:set>
                                    <p:animEffect filter="fade" transition="in">
                                      <p:cBhvr>
                                        <p:cTn dur="500"/>
                                        <p:tgtEl>
                                          <p:spTgt spid="1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6"/>
                                        </p:tgtEl>
                                        <p:attrNameLst>
                                          <p:attrName>style.visibility</p:attrName>
                                        </p:attrNameLst>
                                      </p:cBhvr>
                                      <p:to>
                                        <p:strVal val="visible"/>
                                      </p:to>
                                    </p:set>
                                    <p:animEffect filter="fade" transition="in">
                                      <p:cBhvr>
                                        <p:cTn dur="500"/>
                                        <p:tgtEl>
                                          <p:spTgt spid="135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59"/>
                                        </p:tgtEl>
                                        <p:attrNameLst>
                                          <p:attrName>style.visibility</p:attrName>
                                        </p:attrNameLst>
                                      </p:cBhvr>
                                      <p:to>
                                        <p:strVal val="visible"/>
                                      </p:to>
                                    </p:set>
                                    <p:animEffect filter="fade" transition="in">
                                      <p:cBhvr>
                                        <p:cTn dur="500"/>
                                        <p:tgtEl>
                                          <p:spTgt spid="13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2">
  <p:cSld name="WA_3Step (H+PIC+NO.+HINT)_2">
    <p:spTree>
      <p:nvGrpSpPr>
        <p:cNvPr id="1364" name="Shape 1364"/>
        <p:cNvGrpSpPr/>
        <p:nvPr/>
      </p:nvGrpSpPr>
      <p:grpSpPr>
        <a:xfrm>
          <a:off x="0" y="0"/>
          <a:ext cx="0" cy="0"/>
          <a:chOff x="0" y="0"/>
          <a:chExt cx="0" cy="0"/>
        </a:xfrm>
      </p:grpSpPr>
      <p:grpSp>
        <p:nvGrpSpPr>
          <p:cNvPr id="1365" name="Google Shape;1365;g3b3a45db5ed_1_4402"/>
          <p:cNvGrpSpPr/>
          <p:nvPr/>
        </p:nvGrpSpPr>
        <p:grpSpPr>
          <a:xfrm>
            <a:off x="2148127" y="1620732"/>
            <a:ext cx="8449743" cy="4433003"/>
            <a:chOff x="-413326" y="937285"/>
            <a:chExt cx="4433003" cy="4433003"/>
          </a:xfrm>
        </p:grpSpPr>
        <p:sp>
          <p:nvSpPr>
            <p:cNvPr id="1366" name="Google Shape;1366;g3b3a45db5ed_1_4402"/>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67" name="Google Shape;1367;g3b3a45db5ed_1_4402"/>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68" name="Google Shape;1368;g3b3a45db5ed_1_4402"/>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69" name="Google Shape;1369;g3b3a45db5ed_1_4402"/>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370" name="Google Shape;1370;g3b3a45db5ed_1_4402"/>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1371" name="Google Shape;1371;g3b3a45db5ed_1_4402"/>
          <p:cNvSpPr/>
          <p:nvPr>
            <p:ph idx="2" type="pic"/>
          </p:nvPr>
        </p:nvSpPr>
        <p:spPr>
          <a:xfrm>
            <a:off x="2699657" y="1900415"/>
            <a:ext cx="7323300" cy="3913500"/>
          </a:xfrm>
          <a:prstGeom prst="rect">
            <a:avLst/>
          </a:prstGeom>
          <a:noFill/>
          <a:ln>
            <a:noFill/>
          </a:ln>
        </p:spPr>
      </p:sp>
      <p:sp>
        <p:nvSpPr>
          <p:cNvPr id="1372" name="Google Shape;1372;g3b3a45db5ed_1_4402"/>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373" name="Google Shape;1373;g3b3a45db5ed_1_4402"/>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1374" name="Google Shape;1374;g3b3a45db5ed_1_4402"/>
          <p:cNvGrpSpPr/>
          <p:nvPr/>
        </p:nvGrpSpPr>
        <p:grpSpPr>
          <a:xfrm>
            <a:off x="8589558" y="6331536"/>
            <a:ext cx="256344" cy="68100"/>
            <a:chOff x="781167" y="5836673"/>
            <a:chExt cx="256344" cy="68100"/>
          </a:xfrm>
        </p:grpSpPr>
        <p:sp>
          <p:nvSpPr>
            <p:cNvPr id="1375" name="Google Shape;1375;g3b3a45db5ed_1_4402"/>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1376" name="Google Shape;1376;g3b3a45db5ed_1_4402"/>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1377" name="Google Shape;1377;g3b3a45db5ed_1_4402"/>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1378" name="Google Shape;1378;g3b3a45db5ed_1_4402"/>
          <p:cNvGrpSpPr/>
          <p:nvPr/>
        </p:nvGrpSpPr>
        <p:grpSpPr>
          <a:xfrm>
            <a:off x="11722369" y="5812872"/>
            <a:ext cx="315939" cy="409183"/>
            <a:chOff x="11575262" y="5512453"/>
            <a:chExt cx="315939" cy="409183"/>
          </a:xfrm>
        </p:grpSpPr>
        <p:sp>
          <p:nvSpPr>
            <p:cNvPr id="1379" name="Google Shape;1379;g3b3a45db5ed_1_4402"/>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80" name="Google Shape;1380;g3b3a45db5ed_1_4402"/>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81" name="Google Shape;1381;g3b3a45db5ed_1_4402"/>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4"/>
                                        </p:tgtEl>
                                        <p:attrNameLst>
                                          <p:attrName>style.visibility</p:attrName>
                                        </p:attrNameLst>
                                      </p:cBhvr>
                                      <p:to>
                                        <p:strVal val="visible"/>
                                      </p:to>
                                    </p:set>
                                    <p:animEffect filter="fade" transition="in">
                                      <p:cBhvr>
                                        <p:cTn dur="500"/>
                                        <p:tgtEl>
                                          <p:spTgt spid="137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77"/>
                                        </p:tgtEl>
                                        <p:attrNameLst>
                                          <p:attrName>style.visibility</p:attrName>
                                        </p:attrNameLst>
                                      </p:cBhvr>
                                      <p:to>
                                        <p:strVal val="visible"/>
                                      </p:to>
                                    </p:set>
                                    <p:animEffect filter="fade" transition="in">
                                      <p:cBhvr>
                                        <p:cTn dur="500"/>
                                        <p:tgtEl>
                                          <p:spTgt spid="13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3">
  <p:cSld name="Q&amp;A+HIELP BUTTON_3">
    <p:spTree>
      <p:nvGrpSpPr>
        <p:cNvPr id="1382" name="Shape 1382"/>
        <p:cNvGrpSpPr/>
        <p:nvPr/>
      </p:nvGrpSpPr>
      <p:grpSpPr>
        <a:xfrm>
          <a:off x="0" y="0"/>
          <a:ext cx="0" cy="0"/>
          <a:chOff x="0" y="0"/>
          <a:chExt cx="0" cy="0"/>
        </a:xfrm>
      </p:grpSpPr>
      <p:sp>
        <p:nvSpPr>
          <p:cNvPr id="1383" name="Google Shape;1383;g3b3a45db5ed_1_4420"/>
          <p:cNvSpPr/>
          <p:nvPr/>
        </p:nvSpPr>
        <p:spPr>
          <a:xfrm rot="5400000">
            <a:off x="-313698" y="-1313719"/>
            <a:ext cx="1110000" cy="5257800"/>
          </a:xfrm>
          <a:prstGeom prst="rect">
            <a:avLst/>
          </a:prstGeom>
          <a:gradFill>
            <a:gsLst>
              <a:gs pos="0">
                <a:srgbClr val="F1FEFE">
                  <a:alpha val="0"/>
                </a:srgbClr>
              </a:gs>
              <a:gs pos="100000">
                <a:srgbClr val="05FDFF">
                  <a:alpha val="784"/>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1384" name="Google Shape;1384;g3b3a45db5ed_1_4420"/>
          <p:cNvGrpSpPr/>
          <p:nvPr/>
        </p:nvGrpSpPr>
        <p:grpSpPr>
          <a:xfrm>
            <a:off x="-86314" y="851932"/>
            <a:ext cx="324402" cy="390024"/>
            <a:chOff x="948349" y="814223"/>
            <a:chExt cx="2794159" cy="390024"/>
          </a:xfrm>
        </p:grpSpPr>
        <p:sp>
          <p:nvSpPr>
            <p:cNvPr id="1385" name="Google Shape;1385;g3b3a45db5ed_1_4420"/>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86" name="Google Shape;1386;g3b3a45db5ed_1_4420"/>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387" name="Google Shape;1387;g3b3a45db5ed_1_4420"/>
          <p:cNvGrpSpPr/>
          <p:nvPr/>
        </p:nvGrpSpPr>
        <p:grpSpPr>
          <a:xfrm flipH="1" rot="10800000">
            <a:off x="-86314" y="2415356"/>
            <a:ext cx="324402" cy="390024"/>
            <a:chOff x="948349" y="814223"/>
            <a:chExt cx="2794159" cy="390024"/>
          </a:xfrm>
        </p:grpSpPr>
        <p:sp>
          <p:nvSpPr>
            <p:cNvPr id="1388" name="Google Shape;1388;g3b3a45db5ed_1_4420"/>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89" name="Google Shape;1389;g3b3a45db5ed_1_4420"/>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390" name="Google Shape;1390;g3b3a45db5ed_1_4420"/>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91" name="Google Shape;1391;g3b3a45db5ed_1_4420"/>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92" name="Google Shape;1392;g3b3a45db5ed_1_4420"/>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93" name="Google Shape;1393;g3b3a45db5ed_1_4420"/>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94" name="Google Shape;1394;g3b3a45db5ed_1_4420"/>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95" name="Google Shape;1395;g3b3a45db5ed_1_4420"/>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1396" name="Google Shape;1396;g3b3a45db5ed_1_4420"/>
          <p:cNvGrpSpPr/>
          <p:nvPr/>
        </p:nvGrpSpPr>
        <p:grpSpPr>
          <a:xfrm>
            <a:off x="11490140" y="6059615"/>
            <a:ext cx="315939" cy="409183"/>
            <a:chOff x="11575262" y="5512453"/>
            <a:chExt cx="315939" cy="409183"/>
          </a:xfrm>
        </p:grpSpPr>
        <p:sp>
          <p:nvSpPr>
            <p:cNvPr id="1397" name="Google Shape;1397;g3b3a45db5ed_1_4420"/>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98" name="Google Shape;1398;g3b3a45db5ed_1_4420"/>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399" name="Google Shape;1399;g3b3a45db5ed_1_4420"/>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400" name="Google Shape;1400;g3b3a45db5ed_1_4420"/>
          <p:cNvGrpSpPr/>
          <p:nvPr/>
        </p:nvGrpSpPr>
        <p:grpSpPr>
          <a:xfrm>
            <a:off x="976070" y="2631155"/>
            <a:ext cx="256344" cy="68100"/>
            <a:chOff x="781167" y="5925573"/>
            <a:chExt cx="256344" cy="68100"/>
          </a:xfrm>
        </p:grpSpPr>
        <p:sp>
          <p:nvSpPr>
            <p:cNvPr id="1401" name="Google Shape;1401;g3b3a45db5ed_1_4420"/>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1402" name="Google Shape;1402;g3b3a45db5ed_1_4420"/>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1403" name="Google Shape;1403;g3b3a45db5ed_1_4420"/>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404" name="Google Shape;1404;g3b3a45db5ed_1_4420"/>
          <p:cNvSpPr/>
          <p:nvPr>
            <p:ph idx="2" type="pic"/>
          </p:nvPr>
        </p:nvSpPr>
        <p:spPr>
          <a:xfrm>
            <a:off x="6766850" y="2522830"/>
            <a:ext cx="4347900" cy="3970200"/>
          </a:xfrm>
          <a:prstGeom prst="rect">
            <a:avLst/>
          </a:prstGeom>
          <a:noFill/>
          <a:ln>
            <a:noFill/>
          </a:ln>
        </p:spPr>
      </p:sp>
      <p:sp>
        <p:nvSpPr>
          <p:cNvPr id="1405" name="Google Shape;1405;g3b3a45db5ed_1_4420"/>
          <p:cNvSpPr txBox="1"/>
          <p:nvPr>
            <p:ph idx="3"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406" name="Google Shape;1406;g3b3a45db5ed_1_4420"/>
          <p:cNvSpPr txBox="1"/>
          <p:nvPr/>
        </p:nvSpPr>
        <p:spPr>
          <a:xfrm>
            <a:off x="11154788" y="404846"/>
            <a:ext cx="5478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Q</a:t>
            </a:r>
            <a:endParaRPr b="0" i="0" sz="1400" u="none" cap="none" strike="noStrike">
              <a:solidFill>
                <a:srgbClr val="000000"/>
              </a:solidFill>
              <a:latin typeface="Arial"/>
              <a:ea typeface="Arial"/>
              <a:cs typeface="Arial"/>
              <a:sym typeface="Arial"/>
            </a:endParaRPr>
          </a:p>
        </p:txBody>
      </p:sp>
      <p:sp>
        <p:nvSpPr>
          <p:cNvPr id="1407" name="Google Shape;1407;g3b3a45db5ed_1_4420"/>
          <p:cNvSpPr txBox="1"/>
          <p:nvPr>
            <p:ph idx="4" type="body"/>
          </p:nvPr>
        </p:nvSpPr>
        <p:spPr>
          <a:xfrm>
            <a:off x="11644251" y="417511"/>
            <a:ext cx="547800" cy="383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000"/>
              <a:buFont typeface="Arial"/>
              <a:buNone/>
              <a:defRPr b="0" i="0" sz="2000" u="none" cap="none" strike="noStrike">
                <a:solidFill>
                  <a:srgbClr val="A6EDED"/>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0"/>
                                        </p:tgtEl>
                                        <p:attrNameLst>
                                          <p:attrName>style.visibility</p:attrName>
                                        </p:attrNameLst>
                                      </p:cBhvr>
                                      <p:to>
                                        <p:strVal val="visible"/>
                                      </p:to>
                                    </p:set>
                                    <p:animEffect filter="fade" transition="in">
                                      <p:cBhvr>
                                        <p:cTn dur="500"/>
                                        <p:tgtEl>
                                          <p:spTgt spid="1400"/>
                                        </p:tgtEl>
                                      </p:cBhvr>
                                    </p:animEffect>
                                  </p:childTnLst>
                                </p:cTn>
                              </p:par>
                              <p:par>
                                <p:cTn fill="hold" nodeType="withEffect" presetClass="entr" presetID="10" presetSubtype="0">
                                  <p:stCondLst>
                                    <p:cond delay="0"/>
                                  </p:stCondLst>
                                  <p:childTnLst>
                                    <p:set>
                                      <p:cBhvr>
                                        <p:cTn dur="1" fill="hold">
                                          <p:stCondLst>
                                            <p:cond delay="0"/>
                                          </p:stCondLst>
                                        </p:cTn>
                                        <p:tgtEl>
                                          <p:spTgt spid="1405">
                                            <p:txEl>
                                              <p:pRg end="0" st="0"/>
                                            </p:txEl>
                                          </p:spTgt>
                                        </p:tgtEl>
                                        <p:attrNameLst>
                                          <p:attrName>style.visibility</p:attrName>
                                        </p:attrNameLst>
                                      </p:cBhvr>
                                      <p:to>
                                        <p:strVal val="visible"/>
                                      </p:to>
                                    </p:set>
                                    <p:animEffect filter="fade" transition="in">
                                      <p:cBhvr>
                                        <p:cTn dur="500"/>
                                        <p:tgtEl>
                                          <p:spTgt spid="1405">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05">
                                            <p:txEl>
                                              <p:pRg end="1" st="1"/>
                                            </p:txEl>
                                          </p:spTgt>
                                        </p:tgtEl>
                                        <p:attrNameLst>
                                          <p:attrName>style.visibility</p:attrName>
                                        </p:attrNameLst>
                                      </p:cBhvr>
                                      <p:to>
                                        <p:strVal val="visible"/>
                                      </p:to>
                                    </p:set>
                                    <p:animEffect filter="fade" transition="in">
                                      <p:cBhvr>
                                        <p:cTn dur="500"/>
                                        <p:tgtEl>
                                          <p:spTgt spid="1405">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05">
                                            <p:txEl>
                                              <p:pRg end="2" st="2"/>
                                            </p:txEl>
                                          </p:spTgt>
                                        </p:tgtEl>
                                        <p:attrNameLst>
                                          <p:attrName>style.visibility</p:attrName>
                                        </p:attrNameLst>
                                      </p:cBhvr>
                                      <p:to>
                                        <p:strVal val="visible"/>
                                      </p:to>
                                    </p:set>
                                    <p:animEffect filter="fade" transition="in">
                                      <p:cBhvr>
                                        <p:cTn dur="500"/>
                                        <p:tgtEl>
                                          <p:spTgt spid="1405">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05">
                                            <p:txEl>
                                              <p:pRg end="3" st="3"/>
                                            </p:txEl>
                                          </p:spTgt>
                                        </p:tgtEl>
                                        <p:attrNameLst>
                                          <p:attrName>style.visibility</p:attrName>
                                        </p:attrNameLst>
                                      </p:cBhvr>
                                      <p:to>
                                        <p:strVal val="visible"/>
                                      </p:to>
                                    </p:set>
                                    <p:animEffect filter="fade" transition="in">
                                      <p:cBhvr>
                                        <p:cTn dur="500"/>
                                        <p:tgtEl>
                                          <p:spTgt spid="1405">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05">
                                            <p:txEl>
                                              <p:pRg end="4" st="4"/>
                                            </p:txEl>
                                          </p:spTgt>
                                        </p:tgtEl>
                                        <p:attrNameLst>
                                          <p:attrName>style.visibility</p:attrName>
                                        </p:attrNameLst>
                                      </p:cBhvr>
                                      <p:to>
                                        <p:strVal val="visible"/>
                                      </p:to>
                                    </p:set>
                                    <p:animEffect filter="fade" transition="in">
                                      <p:cBhvr>
                                        <p:cTn dur="500"/>
                                        <p:tgtEl>
                                          <p:spTgt spid="1405">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05">
                                            <p:txEl>
                                              <p:pRg end="5" st="5"/>
                                            </p:txEl>
                                          </p:spTgt>
                                        </p:tgtEl>
                                        <p:attrNameLst>
                                          <p:attrName>style.visibility</p:attrName>
                                        </p:attrNameLst>
                                      </p:cBhvr>
                                      <p:to>
                                        <p:strVal val="visible"/>
                                      </p:to>
                                    </p:set>
                                    <p:animEffect filter="fade" transition="in">
                                      <p:cBhvr>
                                        <p:cTn dur="500"/>
                                        <p:tgtEl>
                                          <p:spTgt spid="1405">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05">
                                            <p:txEl>
                                              <p:pRg end="6" st="6"/>
                                            </p:txEl>
                                          </p:spTgt>
                                        </p:tgtEl>
                                        <p:attrNameLst>
                                          <p:attrName>style.visibility</p:attrName>
                                        </p:attrNameLst>
                                      </p:cBhvr>
                                      <p:to>
                                        <p:strVal val="visible"/>
                                      </p:to>
                                    </p:set>
                                    <p:animEffect filter="fade" transition="in">
                                      <p:cBhvr>
                                        <p:cTn dur="500"/>
                                        <p:tgtEl>
                                          <p:spTgt spid="1405">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05">
                                            <p:txEl>
                                              <p:pRg end="7" st="7"/>
                                            </p:txEl>
                                          </p:spTgt>
                                        </p:tgtEl>
                                        <p:attrNameLst>
                                          <p:attrName>style.visibility</p:attrName>
                                        </p:attrNameLst>
                                      </p:cBhvr>
                                      <p:to>
                                        <p:strVal val="visible"/>
                                      </p:to>
                                    </p:set>
                                    <p:animEffect filter="fade" transition="in">
                                      <p:cBhvr>
                                        <p:cTn dur="500"/>
                                        <p:tgtEl>
                                          <p:spTgt spid="1405">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05">
                                            <p:txEl>
                                              <p:pRg end="8" st="8"/>
                                            </p:txEl>
                                          </p:spTgt>
                                        </p:tgtEl>
                                        <p:attrNameLst>
                                          <p:attrName>style.visibility</p:attrName>
                                        </p:attrNameLst>
                                      </p:cBhvr>
                                      <p:to>
                                        <p:strVal val="visible"/>
                                      </p:to>
                                    </p:set>
                                    <p:animEffect filter="fade" transition="in">
                                      <p:cBhvr>
                                        <p:cTn dur="500"/>
                                        <p:tgtEl>
                                          <p:spTgt spid="1405">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04"/>
                                        </p:tgtEl>
                                        <p:attrNameLst>
                                          <p:attrName>style.visibility</p:attrName>
                                        </p:attrNameLst>
                                      </p:cBhvr>
                                      <p:to>
                                        <p:strVal val="visible"/>
                                      </p:to>
                                    </p:set>
                                    <p:animEffect filter="fade" transition="in">
                                      <p:cBhvr>
                                        <p:cTn dur="500"/>
                                        <p:tgtEl>
                                          <p:spTgt spid="14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3">
  <p:cSld name="WA_3Step (H+PIC+NO.+HINT)_3">
    <p:spTree>
      <p:nvGrpSpPr>
        <p:cNvPr id="1408" name="Shape 1408"/>
        <p:cNvGrpSpPr/>
        <p:nvPr/>
      </p:nvGrpSpPr>
      <p:grpSpPr>
        <a:xfrm>
          <a:off x="0" y="0"/>
          <a:ext cx="0" cy="0"/>
          <a:chOff x="0" y="0"/>
          <a:chExt cx="0" cy="0"/>
        </a:xfrm>
      </p:grpSpPr>
      <p:grpSp>
        <p:nvGrpSpPr>
          <p:cNvPr id="1409" name="Google Shape;1409;g3b3a45db5ed_1_4446"/>
          <p:cNvGrpSpPr/>
          <p:nvPr/>
        </p:nvGrpSpPr>
        <p:grpSpPr>
          <a:xfrm>
            <a:off x="2148127" y="1620732"/>
            <a:ext cx="8449743" cy="4433003"/>
            <a:chOff x="-413326" y="937285"/>
            <a:chExt cx="4433003" cy="4433003"/>
          </a:xfrm>
        </p:grpSpPr>
        <p:sp>
          <p:nvSpPr>
            <p:cNvPr id="1410" name="Google Shape;1410;g3b3a45db5ed_1_444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11" name="Google Shape;1411;g3b3a45db5ed_1_444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12" name="Google Shape;1412;g3b3a45db5ed_1_444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13" name="Google Shape;1413;g3b3a45db5ed_1_444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414" name="Google Shape;1414;g3b3a45db5ed_1_4446"/>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1415" name="Google Shape;1415;g3b3a45db5ed_1_4446"/>
          <p:cNvSpPr/>
          <p:nvPr>
            <p:ph idx="2" type="pic"/>
          </p:nvPr>
        </p:nvSpPr>
        <p:spPr>
          <a:xfrm>
            <a:off x="2699657" y="1900415"/>
            <a:ext cx="7323300" cy="3913500"/>
          </a:xfrm>
          <a:prstGeom prst="rect">
            <a:avLst/>
          </a:prstGeom>
          <a:noFill/>
          <a:ln>
            <a:noFill/>
          </a:ln>
        </p:spPr>
      </p:sp>
      <p:sp>
        <p:nvSpPr>
          <p:cNvPr id="1416" name="Google Shape;1416;g3b3a45db5ed_1_4446"/>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417" name="Google Shape;1417;g3b3a45db5ed_1_4446"/>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1418" name="Google Shape;1418;g3b3a45db5ed_1_4446"/>
          <p:cNvGrpSpPr/>
          <p:nvPr/>
        </p:nvGrpSpPr>
        <p:grpSpPr>
          <a:xfrm>
            <a:off x="8589558" y="6331536"/>
            <a:ext cx="256344" cy="68100"/>
            <a:chOff x="781167" y="5836673"/>
            <a:chExt cx="256344" cy="68100"/>
          </a:xfrm>
        </p:grpSpPr>
        <p:sp>
          <p:nvSpPr>
            <p:cNvPr id="1419" name="Google Shape;1419;g3b3a45db5ed_1_4446"/>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1420" name="Google Shape;1420;g3b3a45db5ed_1_4446"/>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1421" name="Google Shape;1421;g3b3a45db5ed_1_4446"/>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1422" name="Google Shape;1422;g3b3a45db5ed_1_4446"/>
          <p:cNvGrpSpPr/>
          <p:nvPr/>
        </p:nvGrpSpPr>
        <p:grpSpPr>
          <a:xfrm>
            <a:off x="11722369" y="5812872"/>
            <a:ext cx="315939" cy="409183"/>
            <a:chOff x="11575262" y="5512453"/>
            <a:chExt cx="315939" cy="409183"/>
          </a:xfrm>
        </p:grpSpPr>
        <p:sp>
          <p:nvSpPr>
            <p:cNvPr id="1423" name="Google Shape;1423;g3b3a45db5ed_1_4446"/>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24" name="Google Shape;1424;g3b3a45db5ed_1_4446"/>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25" name="Google Shape;1425;g3b3a45db5ed_1_4446"/>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8"/>
                                        </p:tgtEl>
                                        <p:attrNameLst>
                                          <p:attrName>style.visibility</p:attrName>
                                        </p:attrNameLst>
                                      </p:cBhvr>
                                      <p:to>
                                        <p:strVal val="visible"/>
                                      </p:to>
                                    </p:set>
                                    <p:animEffect filter="fade" transition="in">
                                      <p:cBhvr>
                                        <p:cTn dur="500"/>
                                        <p:tgtEl>
                                          <p:spTgt spid="141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21"/>
                                        </p:tgtEl>
                                        <p:attrNameLst>
                                          <p:attrName>style.visibility</p:attrName>
                                        </p:attrNameLst>
                                      </p:cBhvr>
                                      <p:to>
                                        <p:strVal val="visible"/>
                                      </p:to>
                                    </p:set>
                                    <p:animEffect filter="fade" transition="in">
                                      <p:cBhvr>
                                        <p:cTn dur="500"/>
                                        <p:tgtEl>
                                          <p:spTgt spid="14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2 1">
  <p:cSld name="Q&amp;A+HIELP BUTTON_2_1">
    <p:spTree>
      <p:nvGrpSpPr>
        <p:cNvPr id="1426" name="Shape 1426"/>
        <p:cNvGrpSpPr/>
        <p:nvPr/>
      </p:nvGrpSpPr>
      <p:grpSpPr>
        <a:xfrm>
          <a:off x="0" y="0"/>
          <a:ext cx="0" cy="0"/>
          <a:chOff x="0" y="0"/>
          <a:chExt cx="0" cy="0"/>
        </a:xfrm>
      </p:grpSpPr>
      <p:sp>
        <p:nvSpPr>
          <p:cNvPr id="1427" name="Google Shape;1427;g3b3a45db5ed_1_4464"/>
          <p:cNvSpPr/>
          <p:nvPr/>
        </p:nvSpPr>
        <p:spPr>
          <a:xfrm rot="5400000">
            <a:off x="-313698" y="-1313719"/>
            <a:ext cx="1110000" cy="5257800"/>
          </a:xfrm>
          <a:prstGeom prst="rect">
            <a:avLst/>
          </a:prstGeom>
          <a:gradFill>
            <a:gsLst>
              <a:gs pos="0">
                <a:srgbClr val="F1FEFE">
                  <a:alpha val="0"/>
                </a:srgbClr>
              </a:gs>
              <a:gs pos="100000">
                <a:srgbClr val="05FDFF">
                  <a:alpha val="784"/>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1428" name="Google Shape;1428;g3b3a45db5ed_1_4464"/>
          <p:cNvGrpSpPr/>
          <p:nvPr/>
        </p:nvGrpSpPr>
        <p:grpSpPr>
          <a:xfrm>
            <a:off x="-86314" y="851932"/>
            <a:ext cx="324402" cy="390024"/>
            <a:chOff x="948349" y="814223"/>
            <a:chExt cx="2794159" cy="390024"/>
          </a:xfrm>
        </p:grpSpPr>
        <p:sp>
          <p:nvSpPr>
            <p:cNvPr id="1429" name="Google Shape;1429;g3b3a45db5ed_1_4464"/>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30" name="Google Shape;1430;g3b3a45db5ed_1_4464"/>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431" name="Google Shape;1431;g3b3a45db5ed_1_4464"/>
          <p:cNvGrpSpPr/>
          <p:nvPr/>
        </p:nvGrpSpPr>
        <p:grpSpPr>
          <a:xfrm flipH="1" rot="10800000">
            <a:off x="-86314" y="2415356"/>
            <a:ext cx="324402" cy="390024"/>
            <a:chOff x="948349" y="814223"/>
            <a:chExt cx="2794159" cy="390024"/>
          </a:xfrm>
        </p:grpSpPr>
        <p:sp>
          <p:nvSpPr>
            <p:cNvPr id="1432" name="Google Shape;1432;g3b3a45db5ed_1_4464"/>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33" name="Google Shape;1433;g3b3a45db5ed_1_4464"/>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434" name="Google Shape;1434;g3b3a45db5ed_1_4464"/>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35" name="Google Shape;1435;g3b3a45db5ed_1_4464"/>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36" name="Google Shape;1436;g3b3a45db5ed_1_4464"/>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37" name="Google Shape;1437;g3b3a45db5ed_1_4464"/>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38" name="Google Shape;1438;g3b3a45db5ed_1_4464"/>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39" name="Google Shape;1439;g3b3a45db5ed_1_4464"/>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1440" name="Google Shape;1440;g3b3a45db5ed_1_4464"/>
          <p:cNvGrpSpPr/>
          <p:nvPr/>
        </p:nvGrpSpPr>
        <p:grpSpPr>
          <a:xfrm>
            <a:off x="976070" y="2631155"/>
            <a:ext cx="256344" cy="68100"/>
            <a:chOff x="781167" y="5925573"/>
            <a:chExt cx="256344" cy="68100"/>
          </a:xfrm>
        </p:grpSpPr>
        <p:sp>
          <p:nvSpPr>
            <p:cNvPr id="1441" name="Google Shape;1441;g3b3a45db5ed_1_4464"/>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1442" name="Google Shape;1442;g3b3a45db5ed_1_4464"/>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1443" name="Google Shape;1443;g3b3a45db5ed_1_4464"/>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444" name="Google Shape;1444;g3b3a45db5ed_1_4464"/>
          <p:cNvSpPr/>
          <p:nvPr>
            <p:ph idx="2" type="pic"/>
          </p:nvPr>
        </p:nvSpPr>
        <p:spPr>
          <a:xfrm>
            <a:off x="6766850" y="2522830"/>
            <a:ext cx="4347900" cy="3970200"/>
          </a:xfrm>
          <a:prstGeom prst="rect">
            <a:avLst/>
          </a:prstGeom>
          <a:noFill/>
          <a:ln>
            <a:noFill/>
          </a:ln>
        </p:spPr>
      </p:sp>
      <p:sp>
        <p:nvSpPr>
          <p:cNvPr id="1445" name="Google Shape;1445;g3b3a45db5ed_1_4464"/>
          <p:cNvSpPr txBox="1"/>
          <p:nvPr>
            <p:ph idx="3"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0"/>
                                        </p:tgtEl>
                                        <p:attrNameLst>
                                          <p:attrName>style.visibility</p:attrName>
                                        </p:attrNameLst>
                                      </p:cBhvr>
                                      <p:to>
                                        <p:strVal val="visible"/>
                                      </p:to>
                                    </p:set>
                                    <p:animEffect filter="fade" transition="in">
                                      <p:cBhvr>
                                        <p:cTn dur="500"/>
                                        <p:tgtEl>
                                          <p:spTgt spid="1440"/>
                                        </p:tgtEl>
                                      </p:cBhvr>
                                    </p:animEffect>
                                  </p:childTnLst>
                                </p:cTn>
                              </p:par>
                              <p:par>
                                <p:cTn fill="hold" nodeType="withEffect" presetClass="entr" presetID="10" presetSubtype="0">
                                  <p:stCondLst>
                                    <p:cond delay="0"/>
                                  </p:stCondLst>
                                  <p:childTnLst>
                                    <p:set>
                                      <p:cBhvr>
                                        <p:cTn dur="1" fill="hold">
                                          <p:stCondLst>
                                            <p:cond delay="0"/>
                                          </p:stCondLst>
                                        </p:cTn>
                                        <p:tgtEl>
                                          <p:spTgt spid="1445">
                                            <p:txEl>
                                              <p:pRg end="0" st="0"/>
                                            </p:txEl>
                                          </p:spTgt>
                                        </p:tgtEl>
                                        <p:attrNameLst>
                                          <p:attrName>style.visibility</p:attrName>
                                        </p:attrNameLst>
                                      </p:cBhvr>
                                      <p:to>
                                        <p:strVal val="visible"/>
                                      </p:to>
                                    </p:set>
                                    <p:animEffect filter="fade" transition="in">
                                      <p:cBhvr>
                                        <p:cTn dur="500"/>
                                        <p:tgtEl>
                                          <p:spTgt spid="1445">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45">
                                            <p:txEl>
                                              <p:pRg end="1" st="1"/>
                                            </p:txEl>
                                          </p:spTgt>
                                        </p:tgtEl>
                                        <p:attrNameLst>
                                          <p:attrName>style.visibility</p:attrName>
                                        </p:attrNameLst>
                                      </p:cBhvr>
                                      <p:to>
                                        <p:strVal val="visible"/>
                                      </p:to>
                                    </p:set>
                                    <p:animEffect filter="fade" transition="in">
                                      <p:cBhvr>
                                        <p:cTn dur="500"/>
                                        <p:tgtEl>
                                          <p:spTgt spid="1445">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45">
                                            <p:txEl>
                                              <p:pRg end="2" st="2"/>
                                            </p:txEl>
                                          </p:spTgt>
                                        </p:tgtEl>
                                        <p:attrNameLst>
                                          <p:attrName>style.visibility</p:attrName>
                                        </p:attrNameLst>
                                      </p:cBhvr>
                                      <p:to>
                                        <p:strVal val="visible"/>
                                      </p:to>
                                    </p:set>
                                    <p:animEffect filter="fade" transition="in">
                                      <p:cBhvr>
                                        <p:cTn dur="500"/>
                                        <p:tgtEl>
                                          <p:spTgt spid="1445">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45">
                                            <p:txEl>
                                              <p:pRg end="3" st="3"/>
                                            </p:txEl>
                                          </p:spTgt>
                                        </p:tgtEl>
                                        <p:attrNameLst>
                                          <p:attrName>style.visibility</p:attrName>
                                        </p:attrNameLst>
                                      </p:cBhvr>
                                      <p:to>
                                        <p:strVal val="visible"/>
                                      </p:to>
                                    </p:set>
                                    <p:animEffect filter="fade" transition="in">
                                      <p:cBhvr>
                                        <p:cTn dur="500"/>
                                        <p:tgtEl>
                                          <p:spTgt spid="1445">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45">
                                            <p:txEl>
                                              <p:pRg end="4" st="4"/>
                                            </p:txEl>
                                          </p:spTgt>
                                        </p:tgtEl>
                                        <p:attrNameLst>
                                          <p:attrName>style.visibility</p:attrName>
                                        </p:attrNameLst>
                                      </p:cBhvr>
                                      <p:to>
                                        <p:strVal val="visible"/>
                                      </p:to>
                                    </p:set>
                                    <p:animEffect filter="fade" transition="in">
                                      <p:cBhvr>
                                        <p:cTn dur="500"/>
                                        <p:tgtEl>
                                          <p:spTgt spid="1445">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45">
                                            <p:txEl>
                                              <p:pRg end="5" st="5"/>
                                            </p:txEl>
                                          </p:spTgt>
                                        </p:tgtEl>
                                        <p:attrNameLst>
                                          <p:attrName>style.visibility</p:attrName>
                                        </p:attrNameLst>
                                      </p:cBhvr>
                                      <p:to>
                                        <p:strVal val="visible"/>
                                      </p:to>
                                    </p:set>
                                    <p:animEffect filter="fade" transition="in">
                                      <p:cBhvr>
                                        <p:cTn dur="500"/>
                                        <p:tgtEl>
                                          <p:spTgt spid="1445">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45">
                                            <p:txEl>
                                              <p:pRg end="6" st="6"/>
                                            </p:txEl>
                                          </p:spTgt>
                                        </p:tgtEl>
                                        <p:attrNameLst>
                                          <p:attrName>style.visibility</p:attrName>
                                        </p:attrNameLst>
                                      </p:cBhvr>
                                      <p:to>
                                        <p:strVal val="visible"/>
                                      </p:to>
                                    </p:set>
                                    <p:animEffect filter="fade" transition="in">
                                      <p:cBhvr>
                                        <p:cTn dur="500"/>
                                        <p:tgtEl>
                                          <p:spTgt spid="1445">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45">
                                            <p:txEl>
                                              <p:pRg end="7" st="7"/>
                                            </p:txEl>
                                          </p:spTgt>
                                        </p:tgtEl>
                                        <p:attrNameLst>
                                          <p:attrName>style.visibility</p:attrName>
                                        </p:attrNameLst>
                                      </p:cBhvr>
                                      <p:to>
                                        <p:strVal val="visible"/>
                                      </p:to>
                                    </p:set>
                                    <p:animEffect filter="fade" transition="in">
                                      <p:cBhvr>
                                        <p:cTn dur="500"/>
                                        <p:tgtEl>
                                          <p:spTgt spid="1445">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45">
                                            <p:txEl>
                                              <p:pRg end="8" st="8"/>
                                            </p:txEl>
                                          </p:spTgt>
                                        </p:tgtEl>
                                        <p:attrNameLst>
                                          <p:attrName>style.visibility</p:attrName>
                                        </p:attrNameLst>
                                      </p:cBhvr>
                                      <p:to>
                                        <p:strVal val="visible"/>
                                      </p:to>
                                    </p:set>
                                    <p:animEffect filter="fade" transition="in">
                                      <p:cBhvr>
                                        <p:cTn dur="500"/>
                                        <p:tgtEl>
                                          <p:spTgt spid="1445">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44"/>
                                        </p:tgtEl>
                                        <p:attrNameLst>
                                          <p:attrName>style.visibility</p:attrName>
                                        </p:attrNameLst>
                                      </p:cBhvr>
                                      <p:to>
                                        <p:strVal val="visible"/>
                                      </p:to>
                                    </p:set>
                                    <p:animEffect filter="fade" transition="in">
                                      <p:cBhvr>
                                        <p:cTn dur="500"/>
                                        <p:tgtEl>
                                          <p:spTgt spid="14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without grid background">
  <p:cSld name="1_Comparison without grid background">
    <p:spTree>
      <p:nvGrpSpPr>
        <p:cNvPr id="1446" name="Shape 1446"/>
        <p:cNvGrpSpPr/>
        <p:nvPr/>
      </p:nvGrpSpPr>
      <p:grpSpPr>
        <a:xfrm>
          <a:off x="0" y="0"/>
          <a:ext cx="0" cy="0"/>
          <a:chOff x="0" y="0"/>
          <a:chExt cx="0" cy="0"/>
        </a:xfrm>
      </p:grpSpPr>
      <p:cxnSp>
        <p:nvCxnSpPr>
          <p:cNvPr id="1447" name="Google Shape;1447;g3b3a45db5ed_1_4484"/>
          <p:cNvCxnSpPr/>
          <p:nvPr/>
        </p:nvCxnSpPr>
        <p:spPr>
          <a:xfrm>
            <a:off x="6076950" y="0"/>
            <a:ext cx="0" cy="6858000"/>
          </a:xfrm>
          <a:prstGeom prst="straightConnector1">
            <a:avLst/>
          </a:prstGeom>
          <a:noFill/>
          <a:ln cap="rnd" cmpd="sng" w="9525">
            <a:solidFill>
              <a:srgbClr val="05FDFF"/>
            </a:solidFill>
            <a:prstDash val="solid"/>
            <a:round/>
            <a:headEnd len="sm" w="sm" type="none"/>
            <a:tailEnd len="sm" w="sm" type="none"/>
          </a:ln>
        </p:spPr>
      </p:cxnSp>
      <p:grpSp>
        <p:nvGrpSpPr>
          <p:cNvPr id="1448" name="Google Shape;1448;g3b3a45db5ed_1_4484"/>
          <p:cNvGrpSpPr/>
          <p:nvPr/>
        </p:nvGrpSpPr>
        <p:grpSpPr>
          <a:xfrm>
            <a:off x="820245" y="1832091"/>
            <a:ext cx="4380250" cy="4397982"/>
            <a:chOff x="-413326" y="937285"/>
            <a:chExt cx="4433003" cy="4433003"/>
          </a:xfrm>
        </p:grpSpPr>
        <p:sp>
          <p:nvSpPr>
            <p:cNvPr id="1449" name="Google Shape;1449;g3b3a45db5ed_1_4484"/>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50" name="Google Shape;1450;g3b3a45db5ed_1_4484"/>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51" name="Google Shape;1451;g3b3a45db5ed_1_4484"/>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52" name="Google Shape;1452;g3b3a45db5ed_1_4484"/>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453" name="Google Shape;1453;g3b3a45db5ed_1_4484"/>
          <p:cNvGrpSpPr/>
          <p:nvPr/>
        </p:nvGrpSpPr>
        <p:grpSpPr>
          <a:xfrm>
            <a:off x="7114933" y="1832091"/>
            <a:ext cx="4380250" cy="4397982"/>
            <a:chOff x="-413326" y="937285"/>
            <a:chExt cx="4433003" cy="4433003"/>
          </a:xfrm>
        </p:grpSpPr>
        <p:sp>
          <p:nvSpPr>
            <p:cNvPr id="1454" name="Google Shape;1454;g3b3a45db5ed_1_4484"/>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55" name="Google Shape;1455;g3b3a45db5ed_1_4484"/>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56" name="Google Shape;1456;g3b3a45db5ed_1_4484"/>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57" name="Google Shape;1457;g3b3a45db5ed_1_4484"/>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458" name="Google Shape;1458;g3b3a45db5ed_1_4484"/>
          <p:cNvSpPr txBox="1"/>
          <p:nvPr>
            <p:ph idx="1" type="body"/>
          </p:nvPr>
        </p:nvSpPr>
        <p:spPr>
          <a:xfrm>
            <a:off x="517788" y="627903"/>
            <a:ext cx="4953900" cy="7734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459" name="Google Shape;1459;g3b3a45db5ed_1_4484"/>
          <p:cNvSpPr txBox="1"/>
          <p:nvPr>
            <p:ph idx="2" type="body"/>
          </p:nvPr>
        </p:nvSpPr>
        <p:spPr>
          <a:xfrm>
            <a:off x="6720350" y="627903"/>
            <a:ext cx="4953900" cy="7734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460" name="Google Shape;1460;g3b3a45db5ed_1_4484"/>
          <p:cNvSpPr txBox="1"/>
          <p:nvPr>
            <p:ph idx="3" type="body"/>
          </p:nvPr>
        </p:nvSpPr>
        <p:spPr>
          <a:xfrm>
            <a:off x="1157569" y="2160071"/>
            <a:ext cx="3717000" cy="37422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461" name="Google Shape;1461;g3b3a45db5ed_1_4484"/>
          <p:cNvSpPr txBox="1"/>
          <p:nvPr>
            <p:ph idx="4" type="body"/>
          </p:nvPr>
        </p:nvSpPr>
        <p:spPr>
          <a:xfrm>
            <a:off x="7446690" y="2160071"/>
            <a:ext cx="3717000" cy="37422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1458"/>
                                        </p:tgtEl>
                                        <p:attrNameLst>
                                          <p:attrName>style.visibility</p:attrName>
                                        </p:attrNameLst>
                                      </p:cBhvr>
                                      <p:to>
                                        <p:strVal val="visible"/>
                                      </p:to>
                                    </p:set>
                                    <p:anim calcmode="lin" valueType="num">
                                      <p:cBhvr additive="base">
                                        <p:cTn dur="500"/>
                                        <p:tgtEl>
                                          <p:spTgt spid="145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459"/>
                                        </p:tgtEl>
                                        <p:attrNameLst>
                                          <p:attrName>style.visibility</p:attrName>
                                        </p:attrNameLst>
                                      </p:cBhvr>
                                      <p:to>
                                        <p:strVal val="visible"/>
                                      </p:to>
                                    </p:set>
                                    <p:anim calcmode="lin" valueType="num">
                                      <p:cBhvr additive="base">
                                        <p:cTn dur="500"/>
                                        <p:tgtEl>
                                          <p:spTgt spid="1459"/>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1448"/>
                                        </p:tgtEl>
                                        <p:attrNameLst>
                                          <p:attrName>style.visibility</p:attrName>
                                        </p:attrNameLst>
                                      </p:cBhvr>
                                      <p:to>
                                        <p:strVal val="visible"/>
                                      </p:to>
                                    </p:set>
                                    <p:anim calcmode="lin" valueType="num">
                                      <p:cBhvr additive="base">
                                        <p:cTn dur="2250"/>
                                        <p:tgtEl>
                                          <p:spTgt spid="1448"/>
                                        </p:tgtEl>
                                        <p:attrNameLst>
                                          <p:attrName>ppt_w</p:attrName>
                                        </p:attrNameLst>
                                      </p:cBhvr>
                                      <p:tavLst>
                                        <p:tav fmla="" tm="0">
                                          <p:val>
                                            <p:strVal val="0"/>
                                          </p:val>
                                        </p:tav>
                                        <p:tav fmla="" tm="100000">
                                          <p:val>
                                            <p:strVal val="#ppt_w"/>
                                          </p:val>
                                        </p:tav>
                                      </p:tavLst>
                                    </p:anim>
                                    <p:anim calcmode="lin" valueType="num">
                                      <p:cBhvr additive="base">
                                        <p:cTn dur="2250"/>
                                        <p:tgtEl>
                                          <p:spTgt spid="144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453"/>
                                        </p:tgtEl>
                                        <p:attrNameLst>
                                          <p:attrName>style.visibility</p:attrName>
                                        </p:attrNameLst>
                                      </p:cBhvr>
                                      <p:to>
                                        <p:strVal val="visible"/>
                                      </p:to>
                                    </p:set>
                                    <p:anim calcmode="lin" valueType="num">
                                      <p:cBhvr additive="base">
                                        <p:cTn dur="2250"/>
                                        <p:tgtEl>
                                          <p:spTgt spid="1453"/>
                                        </p:tgtEl>
                                        <p:attrNameLst>
                                          <p:attrName>ppt_w</p:attrName>
                                        </p:attrNameLst>
                                      </p:cBhvr>
                                      <p:tavLst>
                                        <p:tav fmla="" tm="0">
                                          <p:val>
                                            <p:strVal val="0"/>
                                          </p:val>
                                        </p:tav>
                                        <p:tav fmla="" tm="100000">
                                          <p:val>
                                            <p:strVal val="#ppt_w"/>
                                          </p:val>
                                        </p:tav>
                                      </p:tavLst>
                                    </p:anim>
                                    <p:anim calcmode="lin" valueType="num">
                                      <p:cBhvr additive="base">
                                        <p:cTn dur="2250"/>
                                        <p:tgtEl>
                                          <p:spTgt spid="1453"/>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1460"/>
                                        </p:tgtEl>
                                        <p:attrNameLst>
                                          <p:attrName>style.visibility</p:attrName>
                                        </p:attrNameLst>
                                      </p:cBhvr>
                                      <p:to>
                                        <p:strVal val="visible"/>
                                      </p:to>
                                    </p:set>
                                    <p:animEffect filter="fade" transition="in">
                                      <p:cBhvr>
                                        <p:cTn dur="500"/>
                                        <p:tgtEl>
                                          <p:spTgt spid="1460"/>
                                        </p:tgtEl>
                                      </p:cBhvr>
                                    </p:animEffect>
                                  </p:childTnLst>
                                </p:cTn>
                              </p:par>
                              <p:par>
                                <p:cTn fill="hold" nodeType="withEffect" presetClass="entr" presetID="10" presetSubtype="0">
                                  <p:stCondLst>
                                    <p:cond delay="0"/>
                                  </p:stCondLst>
                                  <p:childTnLst>
                                    <p:set>
                                      <p:cBhvr>
                                        <p:cTn dur="1" fill="hold">
                                          <p:stCondLst>
                                            <p:cond delay="0"/>
                                          </p:stCondLst>
                                        </p:cTn>
                                        <p:tgtEl>
                                          <p:spTgt spid="1461"/>
                                        </p:tgtEl>
                                        <p:attrNameLst>
                                          <p:attrName>style.visibility</p:attrName>
                                        </p:attrNameLst>
                                      </p:cBhvr>
                                      <p:to>
                                        <p:strVal val="visible"/>
                                      </p:to>
                                    </p:set>
                                    <p:animEffect filter="fade" transition="in">
                                      <p:cBhvr>
                                        <p:cTn dur="500"/>
                                        <p:tgtEl>
                                          <p:spTgt spid="14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4">
  <p:cSld name="WA_3Step (H+PIC+NO.+HINT)_4">
    <p:spTree>
      <p:nvGrpSpPr>
        <p:cNvPr id="1462" name="Shape 1462"/>
        <p:cNvGrpSpPr/>
        <p:nvPr/>
      </p:nvGrpSpPr>
      <p:grpSpPr>
        <a:xfrm>
          <a:off x="0" y="0"/>
          <a:ext cx="0" cy="0"/>
          <a:chOff x="0" y="0"/>
          <a:chExt cx="0" cy="0"/>
        </a:xfrm>
      </p:grpSpPr>
      <p:grpSp>
        <p:nvGrpSpPr>
          <p:cNvPr id="1463" name="Google Shape;1463;g3b3a45db5ed_1_4500"/>
          <p:cNvGrpSpPr/>
          <p:nvPr/>
        </p:nvGrpSpPr>
        <p:grpSpPr>
          <a:xfrm>
            <a:off x="2148127" y="1620732"/>
            <a:ext cx="8449743" cy="4433003"/>
            <a:chOff x="-413326" y="937285"/>
            <a:chExt cx="4433003" cy="4433003"/>
          </a:xfrm>
        </p:grpSpPr>
        <p:sp>
          <p:nvSpPr>
            <p:cNvPr id="1464" name="Google Shape;1464;g3b3a45db5ed_1_4500"/>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65" name="Google Shape;1465;g3b3a45db5ed_1_4500"/>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66" name="Google Shape;1466;g3b3a45db5ed_1_4500"/>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67" name="Google Shape;1467;g3b3a45db5ed_1_4500"/>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468" name="Google Shape;1468;g3b3a45db5ed_1_4500"/>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1469" name="Google Shape;1469;g3b3a45db5ed_1_4500"/>
          <p:cNvSpPr/>
          <p:nvPr>
            <p:ph idx="2" type="pic"/>
          </p:nvPr>
        </p:nvSpPr>
        <p:spPr>
          <a:xfrm>
            <a:off x="2699657" y="1900415"/>
            <a:ext cx="7323300" cy="3913500"/>
          </a:xfrm>
          <a:prstGeom prst="rect">
            <a:avLst/>
          </a:prstGeom>
          <a:noFill/>
          <a:ln>
            <a:noFill/>
          </a:ln>
        </p:spPr>
      </p:sp>
      <p:sp>
        <p:nvSpPr>
          <p:cNvPr id="1470" name="Google Shape;1470;g3b3a45db5ed_1_4500"/>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471" name="Google Shape;1471;g3b3a45db5ed_1_4500"/>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1472" name="Google Shape;1472;g3b3a45db5ed_1_4500"/>
          <p:cNvGrpSpPr/>
          <p:nvPr/>
        </p:nvGrpSpPr>
        <p:grpSpPr>
          <a:xfrm>
            <a:off x="8589558" y="6331536"/>
            <a:ext cx="256344" cy="68100"/>
            <a:chOff x="781167" y="5836673"/>
            <a:chExt cx="256344" cy="68100"/>
          </a:xfrm>
        </p:grpSpPr>
        <p:sp>
          <p:nvSpPr>
            <p:cNvPr id="1473" name="Google Shape;1473;g3b3a45db5ed_1_4500"/>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1474" name="Google Shape;1474;g3b3a45db5ed_1_4500"/>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1475" name="Google Shape;1475;g3b3a45db5ed_1_4500"/>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1476" name="Google Shape;1476;g3b3a45db5ed_1_4500"/>
          <p:cNvGrpSpPr/>
          <p:nvPr/>
        </p:nvGrpSpPr>
        <p:grpSpPr>
          <a:xfrm>
            <a:off x="11722369" y="5812872"/>
            <a:ext cx="315939" cy="409183"/>
            <a:chOff x="11575262" y="5512453"/>
            <a:chExt cx="315939" cy="409183"/>
          </a:xfrm>
        </p:grpSpPr>
        <p:sp>
          <p:nvSpPr>
            <p:cNvPr id="1477" name="Google Shape;1477;g3b3a45db5ed_1_4500"/>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78" name="Google Shape;1478;g3b3a45db5ed_1_4500"/>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79" name="Google Shape;1479;g3b3a45db5ed_1_4500"/>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2"/>
                                        </p:tgtEl>
                                        <p:attrNameLst>
                                          <p:attrName>style.visibility</p:attrName>
                                        </p:attrNameLst>
                                      </p:cBhvr>
                                      <p:to>
                                        <p:strVal val="visible"/>
                                      </p:to>
                                    </p:set>
                                    <p:animEffect filter="fade" transition="in">
                                      <p:cBhvr>
                                        <p:cTn dur="500"/>
                                        <p:tgtEl>
                                          <p:spTgt spid="147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75"/>
                                        </p:tgtEl>
                                        <p:attrNameLst>
                                          <p:attrName>style.visibility</p:attrName>
                                        </p:attrNameLst>
                                      </p:cBhvr>
                                      <p:to>
                                        <p:strVal val="visible"/>
                                      </p:to>
                                    </p:set>
                                    <p:animEffect filter="fade" transition="in">
                                      <p:cBhvr>
                                        <p:cTn dur="500"/>
                                        <p:tgtEl>
                                          <p:spTgt spid="14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4">
  <p:cSld name="Q&amp;A+HIELP BUTTON_4">
    <p:spTree>
      <p:nvGrpSpPr>
        <p:cNvPr id="1480" name="Shape 1480"/>
        <p:cNvGrpSpPr/>
        <p:nvPr/>
      </p:nvGrpSpPr>
      <p:grpSpPr>
        <a:xfrm>
          <a:off x="0" y="0"/>
          <a:ext cx="0" cy="0"/>
          <a:chOff x="0" y="0"/>
          <a:chExt cx="0" cy="0"/>
        </a:xfrm>
      </p:grpSpPr>
      <p:sp>
        <p:nvSpPr>
          <p:cNvPr id="1481" name="Google Shape;1481;g3b3a45db5ed_1_4518"/>
          <p:cNvSpPr/>
          <p:nvPr/>
        </p:nvSpPr>
        <p:spPr>
          <a:xfrm rot="5400000">
            <a:off x="-313698" y="-1313719"/>
            <a:ext cx="1110000" cy="5257800"/>
          </a:xfrm>
          <a:prstGeom prst="rect">
            <a:avLst/>
          </a:prstGeom>
          <a:gradFill>
            <a:gsLst>
              <a:gs pos="0">
                <a:srgbClr val="F1FEFE">
                  <a:alpha val="0"/>
                </a:srgbClr>
              </a:gs>
              <a:gs pos="100000">
                <a:srgbClr val="05FDFF">
                  <a:alpha val="784"/>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1482" name="Google Shape;1482;g3b3a45db5ed_1_4518"/>
          <p:cNvGrpSpPr/>
          <p:nvPr/>
        </p:nvGrpSpPr>
        <p:grpSpPr>
          <a:xfrm>
            <a:off x="-86314" y="851932"/>
            <a:ext cx="324402" cy="390024"/>
            <a:chOff x="948349" y="814223"/>
            <a:chExt cx="2794159" cy="390024"/>
          </a:xfrm>
        </p:grpSpPr>
        <p:sp>
          <p:nvSpPr>
            <p:cNvPr id="1483" name="Google Shape;1483;g3b3a45db5ed_1_4518"/>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84" name="Google Shape;1484;g3b3a45db5ed_1_4518"/>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485" name="Google Shape;1485;g3b3a45db5ed_1_4518"/>
          <p:cNvGrpSpPr/>
          <p:nvPr/>
        </p:nvGrpSpPr>
        <p:grpSpPr>
          <a:xfrm flipH="1" rot="10800000">
            <a:off x="-86314" y="2415356"/>
            <a:ext cx="324402" cy="390024"/>
            <a:chOff x="948349" y="814223"/>
            <a:chExt cx="2794159" cy="390024"/>
          </a:xfrm>
        </p:grpSpPr>
        <p:sp>
          <p:nvSpPr>
            <p:cNvPr id="1486" name="Google Shape;1486;g3b3a45db5ed_1_4518"/>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87" name="Google Shape;1487;g3b3a45db5ed_1_4518"/>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35"/>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488" name="Google Shape;1488;g3b3a45db5ed_1_4518"/>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89" name="Google Shape;1489;g3b3a45db5ed_1_4518"/>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90" name="Google Shape;1490;g3b3a45db5ed_1_4518"/>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91" name="Google Shape;1491;g3b3a45db5ed_1_4518"/>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92" name="Google Shape;1492;g3b3a45db5ed_1_4518"/>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93" name="Google Shape;1493;g3b3a45db5ed_1_4518"/>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1494" name="Google Shape;1494;g3b3a45db5ed_1_4518"/>
          <p:cNvGrpSpPr/>
          <p:nvPr/>
        </p:nvGrpSpPr>
        <p:grpSpPr>
          <a:xfrm>
            <a:off x="11490140" y="6059615"/>
            <a:ext cx="315939" cy="409183"/>
            <a:chOff x="11575262" y="5512453"/>
            <a:chExt cx="315939" cy="409183"/>
          </a:xfrm>
        </p:grpSpPr>
        <p:sp>
          <p:nvSpPr>
            <p:cNvPr id="1495" name="Google Shape;1495;g3b3a45db5ed_1_4518"/>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96" name="Google Shape;1496;g3b3a45db5ed_1_4518"/>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497" name="Google Shape;1497;g3b3a45db5ed_1_4518"/>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1498" name="Google Shape;1498;g3b3a45db5ed_1_4518"/>
          <p:cNvGrpSpPr/>
          <p:nvPr/>
        </p:nvGrpSpPr>
        <p:grpSpPr>
          <a:xfrm>
            <a:off x="976070" y="2631155"/>
            <a:ext cx="256344" cy="68100"/>
            <a:chOff x="781167" y="5925573"/>
            <a:chExt cx="256344" cy="68100"/>
          </a:xfrm>
        </p:grpSpPr>
        <p:sp>
          <p:nvSpPr>
            <p:cNvPr id="1499" name="Google Shape;1499;g3b3a45db5ed_1_4518"/>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1500" name="Google Shape;1500;g3b3a45db5ed_1_4518"/>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1501" name="Google Shape;1501;g3b3a45db5ed_1_4518"/>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502" name="Google Shape;1502;g3b3a45db5ed_1_4518"/>
          <p:cNvSpPr/>
          <p:nvPr>
            <p:ph idx="2" type="pic"/>
          </p:nvPr>
        </p:nvSpPr>
        <p:spPr>
          <a:xfrm>
            <a:off x="6766850" y="2522830"/>
            <a:ext cx="4347900" cy="3970200"/>
          </a:xfrm>
          <a:prstGeom prst="rect">
            <a:avLst/>
          </a:prstGeom>
          <a:noFill/>
          <a:ln>
            <a:noFill/>
          </a:ln>
        </p:spPr>
      </p:sp>
      <p:sp>
        <p:nvSpPr>
          <p:cNvPr id="1503" name="Google Shape;1503;g3b3a45db5ed_1_4518"/>
          <p:cNvSpPr txBox="1"/>
          <p:nvPr>
            <p:ph idx="3"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504" name="Google Shape;1504;g3b3a45db5ed_1_4518"/>
          <p:cNvSpPr txBox="1"/>
          <p:nvPr/>
        </p:nvSpPr>
        <p:spPr>
          <a:xfrm>
            <a:off x="11154788" y="404846"/>
            <a:ext cx="5478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Q</a:t>
            </a:r>
            <a:endParaRPr b="0" i="0" sz="1400" u="none" cap="none" strike="noStrike">
              <a:solidFill>
                <a:srgbClr val="000000"/>
              </a:solidFill>
              <a:latin typeface="Arial"/>
              <a:ea typeface="Arial"/>
              <a:cs typeface="Arial"/>
              <a:sym typeface="Arial"/>
            </a:endParaRPr>
          </a:p>
        </p:txBody>
      </p:sp>
      <p:sp>
        <p:nvSpPr>
          <p:cNvPr id="1505" name="Google Shape;1505;g3b3a45db5ed_1_4518"/>
          <p:cNvSpPr txBox="1"/>
          <p:nvPr>
            <p:ph idx="4" type="body"/>
          </p:nvPr>
        </p:nvSpPr>
        <p:spPr>
          <a:xfrm>
            <a:off x="11644251" y="417511"/>
            <a:ext cx="547800" cy="383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000"/>
              <a:buFont typeface="Arial"/>
              <a:buNone/>
              <a:defRPr b="0" i="0" sz="2000" u="none" cap="none" strike="noStrike">
                <a:solidFill>
                  <a:srgbClr val="A6EDED"/>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8"/>
                                        </p:tgtEl>
                                        <p:attrNameLst>
                                          <p:attrName>style.visibility</p:attrName>
                                        </p:attrNameLst>
                                      </p:cBhvr>
                                      <p:to>
                                        <p:strVal val="visible"/>
                                      </p:to>
                                    </p:set>
                                    <p:animEffect filter="fade" transition="in">
                                      <p:cBhvr>
                                        <p:cTn dur="500"/>
                                        <p:tgtEl>
                                          <p:spTgt spid="1498"/>
                                        </p:tgtEl>
                                      </p:cBhvr>
                                    </p:animEffect>
                                  </p:childTnLst>
                                </p:cTn>
                              </p:par>
                              <p:par>
                                <p:cTn fill="hold" nodeType="withEffect" presetClass="entr" presetID="10" presetSubtype="0">
                                  <p:stCondLst>
                                    <p:cond delay="0"/>
                                  </p:stCondLst>
                                  <p:childTnLst>
                                    <p:set>
                                      <p:cBhvr>
                                        <p:cTn dur="1" fill="hold">
                                          <p:stCondLst>
                                            <p:cond delay="0"/>
                                          </p:stCondLst>
                                        </p:cTn>
                                        <p:tgtEl>
                                          <p:spTgt spid="1503">
                                            <p:txEl>
                                              <p:pRg end="0" st="0"/>
                                            </p:txEl>
                                          </p:spTgt>
                                        </p:tgtEl>
                                        <p:attrNameLst>
                                          <p:attrName>style.visibility</p:attrName>
                                        </p:attrNameLst>
                                      </p:cBhvr>
                                      <p:to>
                                        <p:strVal val="visible"/>
                                      </p:to>
                                    </p:set>
                                    <p:animEffect filter="fade" transition="in">
                                      <p:cBhvr>
                                        <p:cTn dur="500"/>
                                        <p:tgtEl>
                                          <p:spTgt spid="150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03">
                                            <p:txEl>
                                              <p:pRg end="1" st="1"/>
                                            </p:txEl>
                                          </p:spTgt>
                                        </p:tgtEl>
                                        <p:attrNameLst>
                                          <p:attrName>style.visibility</p:attrName>
                                        </p:attrNameLst>
                                      </p:cBhvr>
                                      <p:to>
                                        <p:strVal val="visible"/>
                                      </p:to>
                                    </p:set>
                                    <p:animEffect filter="fade" transition="in">
                                      <p:cBhvr>
                                        <p:cTn dur="500"/>
                                        <p:tgtEl>
                                          <p:spTgt spid="1503">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03">
                                            <p:txEl>
                                              <p:pRg end="2" st="2"/>
                                            </p:txEl>
                                          </p:spTgt>
                                        </p:tgtEl>
                                        <p:attrNameLst>
                                          <p:attrName>style.visibility</p:attrName>
                                        </p:attrNameLst>
                                      </p:cBhvr>
                                      <p:to>
                                        <p:strVal val="visible"/>
                                      </p:to>
                                    </p:set>
                                    <p:animEffect filter="fade" transition="in">
                                      <p:cBhvr>
                                        <p:cTn dur="500"/>
                                        <p:tgtEl>
                                          <p:spTgt spid="1503">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03">
                                            <p:txEl>
                                              <p:pRg end="3" st="3"/>
                                            </p:txEl>
                                          </p:spTgt>
                                        </p:tgtEl>
                                        <p:attrNameLst>
                                          <p:attrName>style.visibility</p:attrName>
                                        </p:attrNameLst>
                                      </p:cBhvr>
                                      <p:to>
                                        <p:strVal val="visible"/>
                                      </p:to>
                                    </p:set>
                                    <p:animEffect filter="fade" transition="in">
                                      <p:cBhvr>
                                        <p:cTn dur="500"/>
                                        <p:tgtEl>
                                          <p:spTgt spid="1503">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03">
                                            <p:txEl>
                                              <p:pRg end="4" st="4"/>
                                            </p:txEl>
                                          </p:spTgt>
                                        </p:tgtEl>
                                        <p:attrNameLst>
                                          <p:attrName>style.visibility</p:attrName>
                                        </p:attrNameLst>
                                      </p:cBhvr>
                                      <p:to>
                                        <p:strVal val="visible"/>
                                      </p:to>
                                    </p:set>
                                    <p:animEffect filter="fade" transition="in">
                                      <p:cBhvr>
                                        <p:cTn dur="500"/>
                                        <p:tgtEl>
                                          <p:spTgt spid="1503">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03">
                                            <p:txEl>
                                              <p:pRg end="5" st="5"/>
                                            </p:txEl>
                                          </p:spTgt>
                                        </p:tgtEl>
                                        <p:attrNameLst>
                                          <p:attrName>style.visibility</p:attrName>
                                        </p:attrNameLst>
                                      </p:cBhvr>
                                      <p:to>
                                        <p:strVal val="visible"/>
                                      </p:to>
                                    </p:set>
                                    <p:animEffect filter="fade" transition="in">
                                      <p:cBhvr>
                                        <p:cTn dur="500"/>
                                        <p:tgtEl>
                                          <p:spTgt spid="1503">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03">
                                            <p:txEl>
                                              <p:pRg end="6" st="6"/>
                                            </p:txEl>
                                          </p:spTgt>
                                        </p:tgtEl>
                                        <p:attrNameLst>
                                          <p:attrName>style.visibility</p:attrName>
                                        </p:attrNameLst>
                                      </p:cBhvr>
                                      <p:to>
                                        <p:strVal val="visible"/>
                                      </p:to>
                                    </p:set>
                                    <p:animEffect filter="fade" transition="in">
                                      <p:cBhvr>
                                        <p:cTn dur="500"/>
                                        <p:tgtEl>
                                          <p:spTgt spid="1503">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03">
                                            <p:txEl>
                                              <p:pRg end="7" st="7"/>
                                            </p:txEl>
                                          </p:spTgt>
                                        </p:tgtEl>
                                        <p:attrNameLst>
                                          <p:attrName>style.visibility</p:attrName>
                                        </p:attrNameLst>
                                      </p:cBhvr>
                                      <p:to>
                                        <p:strVal val="visible"/>
                                      </p:to>
                                    </p:set>
                                    <p:animEffect filter="fade" transition="in">
                                      <p:cBhvr>
                                        <p:cTn dur="500"/>
                                        <p:tgtEl>
                                          <p:spTgt spid="1503">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03">
                                            <p:txEl>
                                              <p:pRg end="8" st="8"/>
                                            </p:txEl>
                                          </p:spTgt>
                                        </p:tgtEl>
                                        <p:attrNameLst>
                                          <p:attrName>style.visibility</p:attrName>
                                        </p:attrNameLst>
                                      </p:cBhvr>
                                      <p:to>
                                        <p:strVal val="visible"/>
                                      </p:to>
                                    </p:set>
                                    <p:animEffect filter="fade" transition="in">
                                      <p:cBhvr>
                                        <p:cTn dur="500"/>
                                        <p:tgtEl>
                                          <p:spTgt spid="1503">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02"/>
                                        </p:tgtEl>
                                        <p:attrNameLst>
                                          <p:attrName>style.visibility</p:attrName>
                                        </p:attrNameLst>
                                      </p:cBhvr>
                                      <p:to>
                                        <p:strVal val="visible"/>
                                      </p:to>
                                    </p:set>
                                    <p:animEffect filter="fade" transition="in">
                                      <p:cBhvr>
                                        <p:cTn dur="500"/>
                                        <p:tgtEl>
                                          <p:spTgt spid="15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1 3">
  <p:cSld name="WA_3Step (H+PIC+NO.+HINT)_1_3">
    <p:spTree>
      <p:nvGrpSpPr>
        <p:cNvPr id="1506" name="Shape 1506"/>
        <p:cNvGrpSpPr/>
        <p:nvPr/>
      </p:nvGrpSpPr>
      <p:grpSpPr>
        <a:xfrm>
          <a:off x="0" y="0"/>
          <a:ext cx="0" cy="0"/>
          <a:chOff x="0" y="0"/>
          <a:chExt cx="0" cy="0"/>
        </a:xfrm>
      </p:grpSpPr>
      <p:grpSp>
        <p:nvGrpSpPr>
          <p:cNvPr id="1507" name="Google Shape;1507;g3b3a45db5ed_1_4544"/>
          <p:cNvGrpSpPr/>
          <p:nvPr/>
        </p:nvGrpSpPr>
        <p:grpSpPr>
          <a:xfrm>
            <a:off x="1843327" y="1239732"/>
            <a:ext cx="8449743" cy="4433003"/>
            <a:chOff x="-413326" y="937285"/>
            <a:chExt cx="4433003" cy="4433003"/>
          </a:xfrm>
        </p:grpSpPr>
        <p:sp>
          <p:nvSpPr>
            <p:cNvPr id="1508" name="Google Shape;1508;g3b3a45db5ed_1_4544"/>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509" name="Google Shape;1509;g3b3a45db5ed_1_4544"/>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510" name="Google Shape;1510;g3b3a45db5ed_1_4544"/>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511" name="Google Shape;1511;g3b3a45db5ed_1_4544"/>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512" name="Google Shape;1512;g3b3a45db5ed_1_4544"/>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1513" name="Google Shape;1513;g3b3a45db5ed_1_4544"/>
          <p:cNvSpPr/>
          <p:nvPr>
            <p:ph idx="2" type="pic"/>
          </p:nvPr>
        </p:nvSpPr>
        <p:spPr>
          <a:xfrm>
            <a:off x="2394857" y="1519415"/>
            <a:ext cx="7323300" cy="3913500"/>
          </a:xfrm>
          <a:prstGeom prst="rect">
            <a:avLst/>
          </a:prstGeom>
          <a:noFill/>
          <a:ln>
            <a:noFill/>
          </a:ln>
        </p:spPr>
      </p:sp>
      <p:sp>
        <p:nvSpPr>
          <p:cNvPr id="1514" name="Google Shape;1514;g3b3a45db5ed_1_4544"/>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515" name="Google Shape;1515;g3b3a45db5ed_1_4544"/>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H+NO.+TEXT) 1">
  <p:cSld name="Step (H+NO.+TEXT)_1">
    <p:spTree>
      <p:nvGrpSpPr>
        <p:cNvPr id="1516" name="Shape 1516"/>
        <p:cNvGrpSpPr/>
        <p:nvPr/>
      </p:nvGrpSpPr>
      <p:grpSpPr>
        <a:xfrm>
          <a:off x="0" y="0"/>
          <a:ext cx="0" cy="0"/>
          <a:chOff x="0" y="0"/>
          <a:chExt cx="0" cy="0"/>
        </a:xfrm>
      </p:grpSpPr>
      <p:grpSp>
        <p:nvGrpSpPr>
          <p:cNvPr id="1517" name="Google Shape;1517;g3b3a45db5ed_1_4554"/>
          <p:cNvGrpSpPr/>
          <p:nvPr/>
        </p:nvGrpSpPr>
        <p:grpSpPr>
          <a:xfrm>
            <a:off x="1901128" y="1620732"/>
            <a:ext cx="8944023" cy="4433003"/>
            <a:chOff x="-413326" y="937285"/>
            <a:chExt cx="4433003" cy="4433003"/>
          </a:xfrm>
        </p:grpSpPr>
        <p:sp>
          <p:nvSpPr>
            <p:cNvPr id="1518" name="Google Shape;1518;g3b3a45db5ed_1_4554"/>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19" name="Google Shape;1519;g3b3a45db5ed_1_4554"/>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20" name="Google Shape;1520;g3b3a45db5ed_1_4554"/>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21" name="Google Shape;1521;g3b3a45db5ed_1_4554"/>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522" name="Google Shape;1522;g3b3a45db5ed_1_4554"/>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2000"/>
              <a:buFont typeface="Arial"/>
              <a:buNone/>
            </a:pPr>
            <a:r>
              <a:rPr b="0" i="0" lang="en-US" sz="2000" u="none" cap="none" strike="noStrike">
                <a:solidFill>
                  <a:schemeClr val="dk1"/>
                </a:solidFill>
                <a:latin typeface="Kdam Thmor Pro"/>
                <a:ea typeface="Kdam Thmor Pro"/>
                <a:cs typeface="Kdam Thmor Pro"/>
                <a:sym typeface="Kdam Thmor Pro"/>
              </a:rPr>
              <a:t>Step  </a:t>
            </a:r>
            <a:endParaRPr b="0" i="0" sz="2000" u="none" cap="none" strike="noStrike">
              <a:solidFill>
                <a:schemeClr val="dk1"/>
              </a:solidFill>
              <a:latin typeface="Kdam Thmor Pro"/>
              <a:ea typeface="Kdam Thmor Pro"/>
              <a:cs typeface="Kdam Thmor Pro"/>
              <a:sym typeface="Kdam Thmor Pro"/>
            </a:endParaRPr>
          </a:p>
        </p:txBody>
      </p:sp>
      <p:sp>
        <p:nvSpPr>
          <p:cNvPr id="1523" name="Google Shape;1523;g3b3a45db5ed_1_4554"/>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524" name="Google Shape;1524;g3b3a45db5ed_1_4554"/>
          <p:cNvSpPr txBox="1"/>
          <p:nvPr>
            <p:ph idx="2"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1525" name="Google Shape;1525;g3b3a45db5ed_1_4554"/>
          <p:cNvGrpSpPr/>
          <p:nvPr/>
        </p:nvGrpSpPr>
        <p:grpSpPr>
          <a:xfrm>
            <a:off x="2678535" y="2168855"/>
            <a:ext cx="595974" cy="158326"/>
            <a:chOff x="781167" y="5836673"/>
            <a:chExt cx="256344" cy="68100"/>
          </a:xfrm>
        </p:grpSpPr>
        <p:sp>
          <p:nvSpPr>
            <p:cNvPr id="1526" name="Google Shape;1526;g3b3a45db5ed_1_4554"/>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1527" name="Google Shape;1527;g3b3a45db5ed_1_4554"/>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1528" name="Google Shape;1528;g3b3a45db5ed_1_4554"/>
          <p:cNvSpPr txBox="1"/>
          <p:nvPr>
            <p:ph idx="3" type="body"/>
          </p:nvPr>
        </p:nvSpPr>
        <p:spPr>
          <a:xfrm>
            <a:off x="3274493" y="2107274"/>
            <a:ext cx="6453600" cy="10515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1529" name="Google Shape;1529;g3b3a45db5ed_1_4554"/>
          <p:cNvGrpSpPr/>
          <p:nvPr/>
        </p:nvGrpSpPr>
        <p:grpSpPr>
          <a:xfrm>
            <a:off x="2678535" y="3499689"/>
            <a:ext cx="595974" cy="158326"/>
            <a:chOff x="781167" y="5836673"/>
            <a:chExt cx="256344" cy="68100"/>
          </a:xfrm>
        </p:grpSpPr>
        <p:sp>
          <p:nvSpPr>
            <p:cNvPr id="1530" name="Google Shape;1530;g3b3a45db5ed_1_4554"/>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1531" name="Google Shape;1531;g3b3a45db5ed_1_4554"/>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1532" name="Google Shape;1532;g3b3a45db5ed_1_4554"/>
          <p:cNvSpPr txBox="1"/>
          <p:nvPr>
            <p:ph idx="4" type="body"/>
          </p:nvPr>
        </p:nvSpPr>
        <p:spPr>
          <a:xfrm>
            <a:off x="3274493" y="3438108"/>
            <a:ext cx="6453600" cy="10515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1533" name="Google Shape;1533;g3b3a45db5ed_1_4554"/>
          <p:cNvGrpSpPr/>
          <p:nvPr/>
        </p:nvGrpSpPr>
        <p:grpSpPr>
          <a:xfrm>
            <a:off x="2678535" y="4830523"/>
            <a:ext cx="595974" cy="158326"/>
            <a:chOff x="781167" y="5836673"/>
            <a:chExt cx="256344" cy="68100"/>
          </a:xfrm>
        </p:grpSpPr>
        <p:sp>
          <p:nvSpPr>
            <p:cNvPr id="1534" name="Google Shape;1534;g3b3a45db5ed_1_4554"/>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1535" name="Google Shape;1535;g3b3a45db5ed_1_4554"/>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1536" name="Google Shape;1536;g3b3a45db5ed_1_4554"/>
          <p:cNvSpPr txBox="1"/>
          <p:nvPr>
            <p:ph idx="5" type="body"/>
          </p:nvPr>
        </p:nvSpPr>
        <p:spPr>
          <a:xfrm>
            <a:off x="3274493" y="4768942"/>
            <a:ext cx="6453600" cy="10515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517"/>
                                        </p:tgtEl>
                                        <p:attrNameLst>
                                          <p:attrName>style.visibility</p:attrName>
                                        </p:attrNameLst>
                                      </p:cBhvr>
                                      <p:to>
                                        <p:strVal val="visible"/>
                                      </p:to>
                                    </p:set>
                                    <p:anim calcmode="lin" valueType="num">
                                      <p:cBhvr additive="base">
                                        <p:cTn dur="2250"/>
                                        <p:tgtEl>
                                          <p:spTgt spid="1517"/>
                                        </p:tgtEl>
                                        <p:attrNameLst>
                                          <p:attrName>ppt_w</p:attrName>
                                        </p:attrNameLst>
                                      </p:cBhvr>
                                      <p:tavLst>
                                        <p:tav fmla="" tm="0">
                                          <p:val>
                                            <p:strVal val="0"/>
                                          </p:val>
                                        </p:tav>
                                        <p:tav fmla="" tm="100000">
                                          <p:val>
                                            <p:strVal val="#ppt_w"/>
                                          </p:val>
                                        </p:tav>
                                      </p:tavLst>
                                    </p:anim>
                                    <p:anim calcmode="lin" valueType="num">
                                      <p:cBhvr additive="base">
                                        <p:cTn dur="2250"/>
                                        <p:tgtEl>
                                          <p:spTgt spid="1517"/>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1525"/>
                                        </p:tgtEl>
                                        <p:attrNameLst>
                                          <p:attrName>style.visibility</p:attrName>
                                        </p:attrNameLst>
                                      </p:cBhvr>
                                      <p:to>
                                        <p:strVal val="visible"/>
                                      </p:to>
                                    </p:set>
                                    <p:animEffect filter="fade" transition="in">
                                      <p:cBhvr>
                                        <p:cTn dur="500"/>
                                        <p:tgtEl>
                                          <p:spTgt spid="1525"/>
                                        </p:tgtEl>
                                      </p:cBhvr>
                                    </p:animEffect>
                                  </p:childTnLst>
                                </p:cTn>
                              </p:par>
                            </p:childTnLst>
                          </p:cTn>
                        </p:par>
                        <p:par>
                          <p:cTn fill="hold">
                            <p:stCondLst>
                              <p:cond delay="2750"/>
                            </p:stCondLst>
                            <p:childTnLst>
                              <p:par>
                                <p:cTn fill="hold" nodeType="afterEffect" presetClass="entr" presetID="10" presetSubtype="0">
                                  <p:stCondLst>
                                    <p:cond delay="0"/>
                                  </p:stCondLst>
                                  <p:childTnLst>
                                    <p:set>
                                      <p:cBhvr>
                                        <p:cTn dur="1" fill="hold">
                                          <p:stCondLst>
                                            <p:cond delay="0"/>
                                          </p:stCondLst>
                                        </p:cTn>
                                        <p:tgtEl>
                                          <p:spTgt spid="1528"/>
                                        </p:tgtEl>
                                        <p:attrNameLst>
                                          <p:attrName>style.visibility</p:attrName>
                                        </p:attrNameLst>
                                      </p:cBhvr>
                                      <p:to>
                                        <p:strVal val="visible"/>
                                      </p:to>
                                    </p:set>
                                    <p:animEffect filter="fade" transition="in">
                                      <p:cBhvr>
                                        <p:cTn dur="500"/>
                                        <p:tgtEl>
                                          <p:spTgt spid="1528"/>
                                        </p:tgtEl>
                                      </p:cBhvr>
                                    </p:animEffect>
                                  </p:childTnLst>
                                </p:cTn>
                              </p:par>
                            </p:childTnLst>
                          </p:cTn>
                        </p:par>
                        <p:par>
                          <p:cTn fill="hold">
                            <p:stCondLst>
                              <p:cond delay="3250"/>
                            </p:stCondLst>
                            <p:childTnLst>
                              <p:par>
                                <p:cTn fill="hold" nodeType="afterEffect" presetClass="entr" presetID="10" presetSubtype="0">
                                  <p:stCondLst>
                                    <p:cond delay="0"/>
                                  </p:stCondLst>
                                  <p:childTnLst>
                                    <p:set>
                                      <p:cBhvr>
                                        <p:cTn dur="1" fill="hold">
                                          <p:stCondLst>
                                            <p:cond delay="0"/>
                                          </p:stCondLst>
                                        </p:cTn>
                                        <p:tgtEl>
                                          <p:spTgt spid="1529"/>
                                        </p:tgtEl>
                                        <p:attrNameLst>
                                          <p:attrName>style.visibility</p:attrName>
                                        </p:attrNameLst>
                                      </p:cBhvr>
                                      <p:to>
                                        <p:strVal val="visible"/>
                                      </p:to>
                                    </p:set>
                                    <p:animEffect filter="fade" transition="in">
                                      <p:cBhvr>
                                        <p:cTn dur="500"/>
                                        <p:tgtEl>
                                          <p:spTgt spid="1529"/>
                                        </p:tgtEl>
                                      </p:cBhvr>
                                    </p:animEffect>
                                  </p:childTnLst>
                                </p:cTn>
                              </p:par>
                            </p:childTnLst>
                          </p:cTn>
                        </p:par>
                        <p:par>
                          <p:cTn fill="hold">
                            <p:stCondLst>
                              <p:cond delay="3750"/>
                            </p:stCondLst>
                            <p:childTnLst>
                              <p:par>
                                <p:cTn fill="hold" nodeType="afterEffect" presetClass="entr" presetID="10" presetSubtype="0">
                                  <p:stCondLst>
                                    <p:cond delay="0"/>
                                  </p:stCondLst>
                                  <p:childTnLst>
                                    <p:set>
                                      <p:cBhvr>
                                        <p:cTn dur="1" fill="hold">
                                          <p:stCondLst>
                                            <p:cond delay="0"/>
                                          </p:stCondLst>
                                        </p:cTn>
                                        <p:tgtEl>
                                          <p:spTgt spid="1532"/>
                                        </p:tgtEl>
                                        <p:attrNameLst>
                                          <p:attrName>style.visibility</p:attrName>
                                        </p:attrNameLst>
                                      </p:cBhvr>
                                      <p:to>
                                        <p:strVal val="visible"/>
                                      </p:to>
                                    </p:set>
                                    <p:animEffect filter="fade" transition="in">
                                      <p:cBhvr>
                                        <p:cTn dur="500"/>
                                        <p:tgtEl>
                                          <p:spTgt spid="1532"/>
                                        </p:tgtEl>
                                      </p:cBhvr>
                                    </p:animEffect>
                                  </p:childTnLst>
                                </p:cTn>
                              </p:par>
                            </p:childTnLst>
                          </p:cTn>
                        </p:par>
                        <p:par>
                          <p:cTn fill="hold">
                            <p:stCondLst>
                              <p:cond delay="4250"/>
                            </p:stCondLst>
                            <p:childTnLst>
                              <p:par>
                                <p:cTn fill="hold" nodeType="afterEffect" presetClass="entr" presetID="10" presetSubtype="0">
                                  <p:stCondLst>
                                    <p:cond delay="0"/>
                                  </p:stCondLst>
                                  <p:childTnLst>
                                    <p:set>
                                      <p:cBhvr>
                                        <p:cTn dur="1" fill="hold">
                                          <p:stCondLst>
                                            <p:cond delay="0"/>
                                          </p:stCondLst>
                                        </p:cTn>
                                        <p:tgtEl>
                                          <p:spTgt spid="1533"/>
                                        </p:tgtEl>
                                        <p:attrNameLst>
                                          <p:attrName>style.visibility</p:attrName>
                                        </p:attrNameLst>
                                      </p:cBhvr>
                                      <p:to>
                                        <p:strVal val="visible"/>
                                      </p:to>
                                    </p:set>
                                    <p:animEffect filter="fade" transition="in">
                                      <p:cBhvr>
                                        <p:cTn dur="500"/>
                                        <p:tgtEl>
                                          <p:spTgt spid="1533"/>
                                        </p:tgtEl>
                                      </p:cBhvr>
                                    </p:animEffect>
                                  </p:childTnLst>
                                </p:cTn>
                              </p:par>
                            </p:childTnLst>
                          </p:cTn>
                        </p:par>
                        <p:par>
                          <p:cTn fill="hold">
                            <p:stCondLst>
                              <p:cond delay="4750"/>
                            </p:stCondLst>
                            <p:childTnLst>
                              <p:par>
                                <p:cTn fill="hold" nodeType="afterEffect" presetClass="entr" presetID="10" presetSubtype="0">
                                  <p:stCondLst>
                                    <p:cond delay="0"/>
                                  </p:stCondLst>
                                  <p:childTnLst>
                                    <p:set>
                                      <p:cBhvr>
                                        <p:cTn dur="1" fill="hold">
                                          <p:stCondLst>
                                            <p:cond delay="0"/>
                                          </p:stCondLst>
                                        </p:cTn>
                                        <p:tgtEl>
                                          <p:spTgt spid="1536"/>
                                        </p:tgtEl>
                                        <p:attrNameLst>
                                          <p:attrName>style.visibility</p:attrName>
                                        </p:attrNameLst>
                                      </p:cBhvr>
                                      <p:to>
                                        <p:strVal val="visible"/>
                                      </p:to>
                                    </p:set>
                                    <p:animEffect filter="fade" transition="in">
                                      <p:cBhvr>
                                        <p:cTn dur="500"/>
                                        <p:tgtEl>
                                          <p:spTgt spid="15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5">
  <p:cSld name="WA_3Step (H+PIC+NO.+HINT)_5">
    <p:spTree>
      <p:nvGrpSpPr>
        <p:cNvPr id="1537" name="Shape 1537"/>
        <p:cNvGrpSpPr/>
        <p:nvPr/>
      </p:nvGrpSpPr>
      <p:grpSpPr>
        <a:xfrm>
          <a:off x="0" y="0"/>
          <a:ext cx="0" cy="0"/>
          <a:chOff x="0" y="0"/>
          <a:chExt cx="0" cy="0"/>
        </a:xfrm>
      </p:grpSpPr>
      <p:grpSp>
        <p:nvGrpSpPr>
          <p:cNvPr id="1538" name="Google Shape;1538;g3b3a45db5ed_1_4575"/>
          <p:cNvGrpSpPr/>
          <p:nvPr/>
        </p:nvGrpSpPr>
        <p:grpSpPr>
          <a:xfrm>
            <a:off x="2148127" y="1620732"/>
            <a:ext cx="8449743" cy="4433003"/>
            <a:chOff x="-413326" y="937285"/>
            <a:chExt cx="4433003" cy="4433003"/>
          </a:xfrm>
        </p:grpSpPr>
        <p:sp>
          <p:nvSpPr>
            <p:cNvPr id="1539" name="Google Shape;1539;g3b3a45db5ed_1_4575"/>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40" name="Google Shape;1540;g3b3a45db5ed_1_4575"/>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41" name="Google Shape;1541;g3b3a45db5ed_1_4575"/>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42" name="Google Shape;1542;g3b3a45db5ed_1_4575"/>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543" name="Google Shape;1543;g3b3a45db5ed_1_4575"/>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2000"/>
              <a:buFont typeface="Arial"/>
              <a:buNone/>
            </a:pPr>
            <a:r>
              <a:rPr b="0" i="0" lang="en-US" sz="2000" u="none" cap="none" strike="noStrike">
                <a:solidFill>
                  <a:schemeClr val="dk1"/>
                </a:solidFill>
                <a:latin typeface="Kdam Thmor Pro"/>
                <a:ea typeface="Kdam Thmor Pro"/>
                <a:cs typeface="Kdam Thmor Pro"/>
                <a:sym typeface="Kdam Thmor Pro"/>
              </a:rPr>
              <a:t>Step  </a:t>
            </a:r>
            <a:endParaRPr b="0" i="0" sz="2000" u="none" cap="none" strike="noStrike">
              <a:solidFill>
                <a:schemeClr val="dk1"/>
              </a:solidFill>
              <a:latin typeface="Kdam Thmor Pro"/>
              <a:ea typeface="Kdam Thmor Pro"/>
              <a:cs typeface="Kdam Thmor Pro"/>
              <a:sym typeface="Kdam Thmor Pro"/>
            </a:endParaRPr>
          </a:p>
        </p:txBody>
      </p:sp>
      <p:sp>
        <p:nvSpPr>
          <p:cNvPr id="1544" name="Google Shape;1544;g3b3a45db5ed_1_4575"/>
          <p:cNvSpPr/>
          <p:nvPr>
            <p:ph idx="2" type="pic"/>
          </p:nvPr>
        </p:nvSpPr>
        <p:spPr>
          <a:xfrm>
            <a:off x="2699657" y="1900415"/>
            <a:ext cx="7323300" cy="3913500"/>
          </a:xfrm>
          <a:prstGeom prst="rect">
            <a:avLst/>
          </a:prstGeom>
          <a:noFill/>
          <a:ln>
            <a:noFill/>
          </a:ln>
        </p:spPr>
      </p:sp>
      <p:sp>
        <p:nvSpPr>
          <p:cNvPr id="1545" name="Google Shape;1545;g3b3a45db5ed_1_4575"/>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546" name="Google Shape;1546;g3b3a45db5ed_1_4575"/>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1547" name="Google Shape;1547;g3b3a45db5ed_1_4575"/>
          <p:cNvGrpSpPr/>
          <p:nvPr/>
        </p:nvGrpSpPr>
        <p:grpSpPr>
          <a:xfrm>
            <a:off x="8589558" y="6331536"/>
            <a:ext cx="256344" cy="68100"/>
            <a:chOff x="781167" y="5836673"/>
            <a:chExt cx="256344" cy="68100"/>
          </a:xfrm>
        </p:grpSpPr>
        <p:sp>
          <p:nvSpPr>
            <p:cNvPr id="1548" name="Google Shape;1548;g3b3a45db5ed_1_4575"/>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1549" name="Google Shape;1549;g3b3a45db5ed_1_4575"/>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1550" name="Google Shape;1550;g3b3a45db5ed_1_4575"/>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1551" name="Google Shape;1551;g3b3a45db5ed_1_4575"/>
          <p:cNvGrpSpPr/>
          <p:nvPr/>
        </p:nvGrpSpPr>
        <p:grpSpPr>
          <a:xfrm>
            <a:off x="11722369" y="5812872"/>
            <a:ext cx="315939" cy="409183"/>
            <a:chOff x="11575262" y="5512453"/>
            <a:chExt cx="315939" cy="409183"/>
          </a:xfrm>
        </p:grpSpPr>
        <p:sp>
          <p:nvSpPr>
            <p:cNvPr id="1552" name="Google Shape;1552;g3b3a45db5ed_1_4575"/>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53" name="Google Shape;1553;g3b3a45db5ed_1_4575"/>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54" name="Google Shape;1554;g3b3a45db5ed_1_4575"/>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7"/>
                                        </p:tgtEl>
                                        <p:attrNameLst>
                                          <p:attrName>style.visibility</p:attrName>
                                        </p:attrNameLst>
                                      </p:cBhvr>
                                      <p:to>
                                        <p:strVal val="visible"/>
                                      </p:to>
                                    </p:set>
                                    <p:animEffect filter="fade" transition="in">
                                      <p:cBhvr>
                                        <p:cTn dur="500"/>
                                        <p:tgtEl>
                                          <p:spTgt spid="15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50"/>
                                        </p:tgtEl>
                                        <p:attrNameLst>
                                          <p:attrName>style.visibility</p:attrName>
                                        </p:attrNameLst>
                                      </p:cBhvr>
                                      <p:to>
                                        <p:strVal val="visible"/>
                                      </p:to>
                                    </p:set>
                                    <p:animEffect filter="fade" transition="in">
                                      <p:cBhvr>
                                        <p:cTn dur="500"/>
                                        <p:tgtEl>
                                          <p:spTgt spid="15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Step (H+NO.+TEXT) 1">
  <p:cSld name="WA_Step (H+NO.+TEXT)_1">
    <p:spTree>
      <p:nvGrpSpPr>
        <p:cNvPr id="1555" name="Shape 1555"/>
        <p:cNvGrpSpPr/>
        <p:nvPr/>
      </p:nvGrpSpPr>
      <p:grpSpPr>
        <a:xfrm>
          <a:off x="0" y="0"/>
          <a:ext cx="0" cy="0"/>
          <a:chOff x="0" y="0"/>
          <a:chExt cx="0" cy="0"/>
        </a:xfrm>
      </p:grpSpPr>
      <p:grpSp>
        <p:nvGrpSpPr>
          <p:cNvPr id="1556" name="Google Shape;1556;g3b3a45db5ed_1_4593"/>
          <p:cNvGrpSpPr/>
          <p:nvPr/>
        </p:nvGrpSpPr>
        <p:grpSpPr>
          <a:xfrm>
            <a:off x="1901128" y="1620732"/>
            <a:ext cx="8944023" cy="4433003"/>
            <a:chOff x="-413326" y="937285"/>
            <a:chExt cx="4433003" cy="4433003"/>
          </a:xfrm>
        </p:grpSpPr>
        <p:sp>
          <p:nvSpPr>
            <p:cNvPr id="1557" name="Google Shape;1557;g3b3a45db5ed_1_4593"/>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58" name="Google Shape;1558;g3b3a45db5ed_1_4593"/>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59" name="Google Shape;1559;g3b3a45db5ed_1_4593"/>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60" name="Google Shape;1560;g3b3a45db5ed_1_4593"/>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561" name="Google Shape;1561;g3b3a45db5ed_1_4593"/>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2000"/>
              <a:buFont typeface="Arial"/>
              <a:buNone/>
            </a:pPr>
            <a:r>
              <a:rPr b="0" i="0" lang="en-US" sz="2000" u="none" cap="none" strike="noStrike">
                <a:solidFill>
                  <a:schemeClr val="dk1"/>
                </a:solidFill>
                <a:latin typeface="Kdam Thmor Pro"/>
                <a:ea typeface="Kdam Thmor Pro"/>
                <a:cs typeface="Kdam Thmor Pro"/>
                <a:sym typeface="Kdam Thmor Pro"/>
              </a:rPr>
              <a:t>Step  </a:t>
            </a:r>
            <a:endParaRPr b="0" i="0" sz="2000" u="none" cap="none" strike="noStrike">
              <a:solidFill>
                <a:schemeClr val="dk1"/>
              </a:solidFill>
              <a:latin typeface="Kdam Thmor Pro"/>
              <a:ea typeface="Kdam Thmor Pro"/>
              <a:cs typeface="Kdam Thmor Pro"/>
              <a:sym typeface="Kdam Thmor Pro"/>
            </a:endParaRPr>
          </a:p>
        </p:txBody>
      </p:sp>
      <p:sp>
        <p:nvSpPr>
          <p:cNvPr id="1562" name="Google Shape;1562;g3b3a45db5ed_1_4593"/>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563" name="Google Shape;1563;g3b3a45db5ed_1_4593"/>
          <p:cNvSpPr txBox="1"/>
          <p:nvPr>
            <p:ph idx="2"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1564" name="Google Shape;1564;g3b3a45db5ed_1_4593"/>
          <p:cNvGrpSpPr/>
          <p:nvPr/>
        </p:nvGrpSpPr>
        <p:grpSpPr>
          <a:xfrm>
            <a:off x="2678535" y="2168855"/>
            <a:ext cx="595974" cy="158326"/>
            <a:chOff x="781167" y="5836673"/>
            <a:chExt cx="256344" cy="68100"/>
          </a:xfrm>
        </p:grpSpPr>
        <p:sp>
          <p:nvSpPr>
            <p:cNvPr id="1565" name="Google Shape;1565;g3b3a45db5ed_1_4593"/>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1566" name="Google Shape;1566;g3b3a45db5ed_1_4593"/>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1567" name="Google Shape;1567;g3b3a45db5ed_1_4593"/>
          <p:cNvSpPr txBox="1"/>
          <p:nvPr>
            <p:ph idx="3" type="body"/>
          </p:nvPr>
        </p:nvSpPr>
        <p:spPr>
          <a:xfrm>
            <a:off x="3274493" y="2107274"/>
            <a:ext cx="6453600" cy="10515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1568" name="Google Shape;1568;g3b3a45db5ed_1_4593"/>
          <p:cNvGrpSpPr/>
          <p:nvPr/>
        </p:nvGrpSpPr>
        <p:grpSpPr>
          <a:xfrm>
            <a:off x="2678535" y="3499689"/>
            <a:ext cx="595974" cy="158326"/>
            <a:chOff x="781167" y="5836673"/>
            <a:chExt cx="256344" cy="68100"/>
          </a:xfrm>
        </p:grpSpPr>
        <p:sp>
          <p:nvSpPr>
            <p:cNvPr id="1569" name="Google Shape;1569;g3b3a45db5ed_1_4593"/>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1570" name="Google Shape;1570;g3b3a45db5ed_1_4593"/>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1571" name="Google Shape;1571;g3b3a45db5ed_1_4593"/>
          <p:cNvSpPr txBox="1"/>
          <p:nvPr>
            <p:ph idx="4" type="body"/>
          </p:nvPr>
        </p:nvSpPr>
        <p:spPr>
          <a:xfrm>
            <a:off x="3274493" y="3438108"/>
            <a:ext cx="6453600" cy="10515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1572" name="Google Shape;1572;g3b3a45db5ed_1_4593"/>
          <p:cNvGrpSpPr/>
          <p:nvPr/>
        </p:nvGrpSpPr>
        <p:grpSpPr>
          <a:xfrm>
            <a:off x="2678535" y="4830523"/>
            <a:ext cx="595974" cy="158326"/>
            <a:chOff x="781167" y="5836673"/>
            <a:chExt cx="256344" cy="68100"/>
          </a:xfrm>
        </p:grpSpPr>
        <p:sp>
          <p:nvSpPr>
            <p:cNvPr id="1573" name="Google Shape;1573;g3b3a45db5ed_1_4593"/>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1574" name="Google Shape;1574;g3b3a45db5ed_1_4593"/>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1575" name="Google Shape;1575;g3b3a45db5ed_1_4593"/>
          <p:cNvSpPr txBox="1"/>
          <p:nvPr>
            <p:ph idx="5" type="body"/>
          </p:nvPr>
        </p:nvSpPr>
        <p:spPr>
          <a:xfrm>
            <a:off x="3274493" y="4768942"/>
            <a:ext cx="6453600" cy="10515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64"/>
                                        </p:tgtEl>
                                        <p:attrNameLst>
                                          <p:attrName>style.visibility</p:attrName>
                                        </p:attrNameLst>
                                      </p:cBhvr>
                                      <p:to>
                                        <p:strVal val="visible"/>
                                      </p:to>
                                    </p:set>
                                    <p:animEffect filter="fade" transition="in">
                                      <p:cBhvr>
                                        <p:cTn dur="500"/>
                                        <p:tgtEl>
                                          <p:spTgt spid="156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67"/>
                                        </p:tgtEl>
                                        <p:attrNameLst>
                                          <p:attrName>style.visibility</p:attrName>
                                        </p:attrNameLst>
                                      </p:cBhvr>
                                      <p:to>
                                        <p:strVal val="visible"/>
                                      </p:to>
                                    </p:set>
                                    <p:animEffect filter="fade" transition="in">
                                      <p:cBhvr>
                                        <p:cTn dur="500"/>
                                        <p:tgtEl>
                                          <p:spTgt spid="156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68"/>
                                        </p:tgtEl>
                                        <p:attrNameLst>
                                          <p:attrName>style.visibility</p:attrName>
                                        </p:attrNameLst>
                                      </p:cBhvr>
                                      <p:to>
                                        <p:strVal val="visible"/>
                                      </p:to>
                                    </p:set>
                                    <p:animEffect filter="fade" transition="in">
                                      <p:cBhvr>
                                        <p:cTn dur="500"/>
                                        <p:tgtEl>
                                          <p:spTgt spid="156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571"/>
                                        </p:tgtEl>
                                        <p:attrNameLst>
                                          <p:attrName>style.visibility</p:attrName>
                                        </p:attrNameLst>
                                      </p:cBhvr>
                                      <p:to>
                                        <p:strVal val="visible"/>
                                      </p:to>
                                    </p:set>
                                    <p:animEffect filter="fade" transition="in">
                                      <p:cBhvr>
                                        <p:cTn dur="500"/>
                                        <p:tgtEl>
                                          <p:spTgt spid="157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572"/>
                                        </p:tgtEl>
                                        <p:attrNameLst>
                                          <p:attrName>style.visibility</p:attrName>
                                        </p:attrNameLst>
                                      </p:cBhvr>
                                      <p:to>
                                        <p:strVal val="visible"/>
                                      </p:to>
                                    </p:set>
                                    <p:animEffect filter="fade" transition="in">
                                      <p:cBhvr>
                                        <p:cTn dur="500"/>
                                        <p:tgtEl>
                                          <p:spTgt spid="157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575"/>
                                        </p:tgtEl>
                                        <p:attrNameLst>
                                          <p:attrName>style.visibility</p:attrName>
                                        </p:attrNameLst>
                                      </p:cBhvr>
                                      <p:to>
                                        <p:strVal val="visible"/>
                                      </p:to>
                                    </p:set>
                                    <p:animEffect filter="fade" transition="in">
                                      <p:cBhvr>
                                        <p:cTn dur="500"/>
                                        <p:tgtEl>
                                          <p:spTgt spid="15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llenge+Text+pic2">
  <p:cSld name="Challenge+Text+pic2">
    <p:spTree>
      <p:nvGrpSpPr>
        <p:cNvPr id="1576" name="Shape 1576"/>
        <p:cNvGrpSpPr/>
        <p:nvPr/>
      </p:nvGrpSpPr>
      <p:grpSpPr>
        <a:xfrm>
          <a:off x="0" y="0"/>
          <a:ext cx="0" cy="0"/>
          <a:chOff x="0" y="0"/>
          <a:chExt cx="0" cy="0"/>
        </a:xfrm>
      </p:grpSpPr>
      <p:grpSp>
        <p:nvGrpSpPr>
          <p:cNvPr id="1577" name="Google Shape;1577;g3b3a45db5ed_1_4614"/>
          <p:cNvGrpSpPr/>
          <p:nvPr/>
        </p:nvGrpSpPr>
        <p:grpSpPr>
          <a:xfrm>
            <a:off x="1901128" y="1620732"/>
            <a:ext cx="8944023" cy="4433003"/>
            <a:chOff x="-413326" y="937285"/>
            <a:chExt cx="4433003" cy="4433003"/>
          </a:xfrm>
        </p:grpSpPr>
        <p:sp>
          <p:nvSpPr>
            <p:cNvPr id="1578" name="Google Shape;1578;g3b3a45db5ed_1_4614"/>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79" name="Google Shape;1579;g3b3a45db5ed_1_4614"/>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80" name="Google Shape;1580;g3b3a45db5ed_1_4614"/>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81" name="Google Shape;1581;g3b3a45db5ed_1_4614"/>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582" name="Google Shape;1582;g3b3a45db5ed_1_4614"/>
          <p:cNvSpPr txBox="1"/>
          <p:nvPr>
            <p:ph idx="1" type="body"/>
          </p:nvPr>
        </p:nvSpPr>
        <p:spPr>
          <a:xfrm>
            <a:off x="2410308" y="2009761"/>
            <a:ext cx="3181200" cy="3654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583" name="Google Shape;1583;g3b3a45db5ed_1_4614"/>
          <p:cNvSpPr/>
          <p:nvPr>
            <p:ph idx="2" type="pic"/>
          </p:nvPr>
        </p:nvSpPr>
        <p:spPr>
          <a:xfrm>
            <a:off x="6011918" y="2009761"/>
            <a:ext cx="4278900" cy="3654900"/>
          </a:xfrm>
          <a:prstGeom prst="rect">
            <a:avLst/>
          </a:prstGeom>
          <a:noFill/>
          <a:ln>
            <a:noFill/>
          </a:ln>
        </p:spPr>
      </p:sp>
      <p:sp>
        <p:nvSpPr>
          <p:cNvPr id="1584" name="Google Shape;1584;g3b3a45db5ed_1_4614"/>
          <p:cNvSpPr txBox="1"/>
          <p:nvPr>
            <p:ph idx="3" type="body"/>
          </p:nvPr>
        </p:nvSpPr>
        <p:spPr>
          <a:xfrm>
            <a:off x="2799191" y="235804"/>
            <a:ext cx="37647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rgbClr val="05FDFF"/>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585" name="Google Shape;1585;g3b3a45db5ed_1_4614"/>
          <p:cNvSpPr txBox="1"/>
          <p:nvPr/>
        </p:nvSpPr>
        <p:spPr>
          <a:xfrm>
            <a:off x="482600" y="314232"/>
            <a:ext cx="47244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3600"/>
              <a:buFont typeface="Arial"/>
              <a:buNone/>
            </a:pPr>
            <a:r>
              <a:rPr b="0" i="0" lang="en-US" sz="3600" u="none" cap="none" strike="noStrike">
                <a:solidFill>
                  <a:srgbClr val="05FDFF"/>
                </a:solidFill>
                <a:latin typeface="Kdam Thmor Pro"/>
                <a:ea typeface="Kdam Thmor Pro"/>
                <a:cs typeface="Kdam Thmor Pro"/>
                <a:sym typeface="Kdam Thmor Pro"/>
              </a:rPr>
              <a:t>Challenge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577"/>
                                        </p:tgtEl>
                                        <p:attrNameLst>
                                          <p:attrName>style.visibility</p:attrName>
                                        </p:attrNameLst>
                                      </p:cBhvr>
                                      <p:to>
                                        <p:strVal val="visible"/>
                                      </p:to>
                                    </p:set>
                                    <p:anim calcmode="lin" valueType="num">
                                      <p:cBhvr additive="base">
                                        <p:cTn dur="2250"/>
                                        <p:tgtEl>
                                          <p:spTgt spid="1577"/>
                                        </p:tgtEl>
                                        <p:attrNameLst>
                                          <p:attrName>ppt_w</p:attrName>
                                        </p:attrNameLst>
                                      </p:cBhvr>
                                      <p:tavLst>
                                        <p:tav fmla="" tm="0">
                                          <p:val>
                                            <p:strVal val="0"/>
                                          </p:val>
                                        </p:tav>
                                        <p:tav fmla="" tm="100000">
                                          <p:val>
                                            <p:strVal val="#ppt_w"/>
                                          </p:val>
                                        </p:tav>
                                      </p:tavLst>
                                    </p:anim>
                                    <p:anim calcmode="lin" valueType="num">
                                      <p:cBhvr additive="base">
                                        <p:cTn dur="2250"/>
                                        <p:tgtEl>
                                          <p:spTgt spid="1577"/>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1582">
                                            <p:txEl>
                                              <p:pRg end="0" st="0"/>
                                            </p:txEl>
                                          </p:spTgt>
                                        </p:tgtEl>
                                        <p:attrNameLst>
                                          <p:attrName>style.visibility</p:attrName>
                                        </p:attrNameLst>
                                      </p:cBhvr>
                                      <p:to>
                                        <p:strVal val="visible"/>
                                      </p:to>
                                    </p:set>
                                    <p:animEffect filter="fade" transition="in">
                                      <p:cBhvr>
                                        <p:cTn dur="500"/>
                                        <p:tgtEl>
                                          <p:spTgt spid="1582">
                                            <p:txEl>
                                              <p:pRg end="0" st="0"/>
                                            </p:txEl>
                                          </p:spTgt>
                                        </p:tgtEl>
                                      </p:cBhvr>
                                    </p:animEffect>
                                  </p:childTnLst>
                                </p:cTn>
                              </p:par>
                            </p:childTnLst>
                          </p:cTn>
                        </p:par>
                        <p:par>
                          <p:cTn fill="hold">
                            <p:stCondLst>
                              <p:cond delay="2750"/>
                            </p:stCondLst>
                            <p:childTnLst>
                              <p:par>
                                <p:cTn fill="hold" nodeType="afterEffect" presetClass="entr" presetID="10" presetSubtype="0">
                                  <p:stCondLst>
                                    <p:cond delay="0"/>
                                  </p:stCondLst>
                                  <p:childTnLst>
                                    <p:set>
                                      <p:cBhvr>
                                        <p:cTn dur="1" fill="hold">
                                          <p:stCondLst>
                                            <p:cond delay="0"/>
                                          </p:stCondLst>
                                        </p:cTn>
                                        <p:tgtEl>
                                          <p:spTgt spid="1582">
                                            <p:txEl>
                                              <p:pRg end="1" st="1"/>
                                            </p:txEl>
                                          </p:spTgt>
                                        </p:tgtEl>
                                        <p:attrNameLst>
                                          <p:attrName>style.visibility</p:attrName>
                                        </p:attrNameLst>
                                      </p:cBhvr>
                                      <p:to>
                                        <p:strVal val="visible"/>
                                      </p:to>
                                    </p:set>
                                    <p:animEffect filter="fade" transition="in">
                                      <p:cBhvr>
                                        <p:cTn dur="500"/>
                                        <p:tgtEl>
                                          <p:spTgt spid="1582">
                                            <p:txEl>
                                              <p:pRg end="1" st="1"/>
                                            </p:txEl>
                                          </p:spTgt>
                                        </p:tgtEl>
                                      </p:cBhvr>
                                    </p:animEffect>
                                  </p:childTnLst>
                                </p:cTn>
                              </p:par>
                            </p:childTnLst>
                          </p:cTn>
                        </p:par>
                        <p:par>
                          <p:cTn fill="hold">
                            <p:stCondLst>
                              <p:cond delay="3250"/>
                            </p:stCondLst>
                            <p:childTnLst>
                              <p:par>
                                <p:cTn fill="hold" nodeType="afterEffect" presetClass="entr" presetID="10" presetSubtype="0">
                                  <p:stCondLst>
                                    <p:cond delay="0"/>
                                  </p:stCondLst>
                                  <p:childTnLst>
                                    <p:set>
                                      <p:cBhvr>
                                        <p:cTn dur="1" fill="hold">
                                          <p:stCondLst>
                                            <p:cond delay="0"/>
                                          </p:stCondLst>
                                        </p:cTn>
                                        <p:tgtEl>
                                          <p:spTgt spid="1582">
                                            <p:txEl>
                                              <p:pRg end="2" st="2"/>
                                            </p:txEl>
                                          </p:spTgt>
                                        </p:tgtEl>
                                        <p:attrNameLst>
                                          <p:attrName>style.visibility</p:attrName>
                                        </p:attrNameLst>
                                      </p:cBhvr>
                                      <p:to>
                                        <p:strVal val="visible"/>
                                      </p:to>
                                    </p:set>
                                    <p:animEffect filter="fade" transition="in">
                                      <p:cBhvr>
                                        <p:cTn dur="500"/>
                                        <p:tgtEl>
                                          <p:spTgt spid="1582">
                                            <p:txEl>
                                              <p:pRg end="2" st="2"/>
                                            </p:txEl>
                                          </p:spTgt>
                                        </p:tgtEl>
                                      </p:cBhvr>
                                    </p:animEffect>
                                  </p:childTnLst>
                                </p:cTn>
                              </p:par>
                            </p:childTnLst>
                          </p:cTn>
                        </p:par>
                        <p:par>
                          <p:cTn fill="hold">
                            <p:stCondLst>
                              <p:cond delay="3750"/>
                            </p:stCondLst>
                            <p:childTnLst>
                              <p:par>
                                <p:cTn fill="hold" nodeType="afterEffect" presetClass="entr" presetID="10" presetSubtype="0">
                                  <p:stCondLst>
                                    <p:cond delay="0"/>
                                  </p:stCondLst>
                                  <p:childTnLst>
                                    <p:set>
                                      <p:cBhvr>
                                        <p:cTn dur="1" fill="hold">
                                          <p:stCondLst>
                                            <p:cond delay="0"/>
                                          </p:stCondLst>
                                        </p:cTn>
                                        <p:tgtEl>
                                          <p:spTgt spid="1582">
                                            <p:txEl>
                                              <p:pRg end="3" st="3"/>
                                            </p:txEl>
                                          </p:spTgt>
                                        </p:tgtEl>
                                        <p:attrNameLst>
                                          <p:attrName>style.visibility</p:attrName>
                                        </p:attrNameLst>
                                      </p:cBhvr>
                                      <p:to>
                                        <p:strVal val="visible"/>
                                      </p:to>
                                    </p:set>
                                    <p:animEffect filter="fade" transition="in">
                                      <p:cBhvr>
                                        <p:cTn dur="500"/>
                                        <p:tgtEl>
                                          <p:spTgt spid="1582">
                                            <p:txEl>
                                              <p:pRg end="3" st="3"/>
                                            </p:txEl>
                                          </p:spTgt>
                                        </p:tgtEl>
                                      </p:cBhvr>
                                    </p:animEffect>
                                  </p:childTnLst>
                                </p:cTn>
                              </p:par>
                            </p:childTnLst>
                          </p:cTn>
                        </p:par>
                        <p:par>
                          <p:cTn fill="hold">
                            <p:stCondLst>
                              <p:cond delay="4250"/>
                            </p:stCondLst>
                            <p:childTnLst>
                              <p:par>
                                <p:cTn fill="hold" nodeType="afterEffect" presetClass="entr" presetID="10" presetSubtype="0">
                                  <p:stCondLst>
                                    <p:cond delay="0"/>
                                  </p:stCondLst>
                                  <p:childTnLst>
                                    <p:set>
                                      <p:cBhvr>
                                        <p:cTn dur="1" fill="hold">
                                          <p:stCondLst>
                                            <p:cond delay="0"/>
                                          </p:stCondLst>
                                        </p:cTn>
                                        <p:tgtEl>
                                          <p:spTgt spid="1582">
                                            <p:txEl>
                                              <p:pRg end="4" st="4"/>
                                            </p:txEl>
                                          </p:spTgt>
                                        </p:tgtEl>
                                        <p:attrNameLst>
                                          <p:attrName>style.visibility</p:attrName>
                                        </p:attrNameLst>
                                      </p:cBhvr>
                                      <p:to>
                                        <p:strVal val="visible"/>
                                      </p:to>
                                    </p:set>
                                    <p:animEffect filter="fade" transition="in">
                                      <p:cBhvr>
                                        <p:cTn dur="500"/>
                                        <p:tgtEl>
                                          <p:spTgt spid="1582">
                                            <p:txEl>
                                              <p:pRg end="4" st="4"/>
                                            </p:txEl>
                                          </p:spTgt>
                                        </p:tgtEl>
                                      </p:cBhvr>
                                    </p:animEffect>
                                  </p:childTnLst>
                                </p:cTn>
                              </p:par>
                            </p:childTnLst>
                          </p:cTn>
                        </p:par>
                        <p:par>
                          <p:cTn fill="hold">
                            <p:stCondLst>
                              <p:cond delay="4750"/>
                            </p:stCondLst>
                            <p:childTnLst>
                              <p:par>
                                <p:cTn fill="hold" nodeType="afterEffect" presetClass="entr" presetID="10" presetSubtype="0">
                                  <p:stCondLst>
                                    <p:cond delay="0"/>
                                  </p:stCondLst>
                                  <p:childTnLst>
                                    <p:set>
                                      <p:cBhvr>
                                        <p:cTn dur="1" fill="hold">
                                          <p:stCondLst>
                                            <p:cond delay="0"/>
                                          </p:stCondLst>
                                        </p:cTn>
                                        <p:tgtEl>
                                          <p:spTgt spid="1582">
                                            <p:txEl>
                                              <p:pRg end="5" st="5"/>
                                            </p:txEl>
                                          </p:spTgt>
                                        </p:tgtEl>
                                        <p:attrNameLst>
                                          <p:attrName>style.visibility</p:attrName>
                                        </p:attrNameLst>
                                      </p:cBhvr>
                                      <p:to>
                                        <p:strVal val="visible"/>
                                      </p:to>
                                    </p:set>
                                    <p:animEffect filter="fade" transition="in">
                                      <p:cBhvr>
                                        <p:cTn dur="500"/>
                                        <p:tgtEl>
                                          <p:spTgt spid="1582">
                                            <p:txEl>
                                              <p:pRg end="5" st="5"/>
                                            </p:txEl>
                                          </p:spTgt>
                                        </p:tgtEl>
                                      </p:cBhvr>
                                    </p:animEffect>
                                  </p:childTnLst>
                                </p:cTn>
                              </p:par>
                            </p:childTnLst>
                          </p:cTn>
                        </p:par>
                        <p:par>
                          <p:cTn fill="hold">
                            <p:stCondLst>
                              <p:cond delay="5250"/>
                            </p:stCondLst>
                            <p:childTnLst>
                              <p:par>
                                <p:cTn fill="hold" nodeType="afterEffect" presetClass="entr" presetID="10" presetSubtype="0">
                                  <p:stCondLst>
                                    <p:cond delay="0"/>
                                  </p:stCondLst>
                                  <p:childTnLst>
                                    <p:set>
                                      <p:cBhvr>
                                        <p:cTn dur="1" fill="hold">
                                          <p:stCondLst>
                                            <p:cond delay="0"/>
                                          </p:stCondLst>
                                        </p:cTn>
                                        <p:tgtEl>
                                          <p:spTgt spid="1582">
                                            <p:txEl>
                                              <p:pRg end="6" st="6"/>
                                            </p:txEl>
                                          </p:spTgt>
                                        </p:tgtEl>
                                        <p:attrNameLst>
                                          <p:attrName>style.visibility</p:attrName>
                                        </p:attrNameLst>
                                      </p:cBhvr>
                                      <p:to>
                                        <p:strVal val="visible"/>
                                      </p:to>
                                    </p:set>
                                    <p:animEffect filter="fade" transition="in">
                                      <p:cBhvr>
                                        <p:cTn dur="500"/>
                                        <p:tgtEl>
                                          <p:spTgt spid="1582">
                                            <p:txEl>
                                              <p:pRg end="6" st="6"/>
                                            </p:txEl>
                                          </p:spTgt>
                                        </p:tgtEl>
                                      </p:cBhvr>
                                    </p:animEffect>
                                  </p:childTnLst>
                                </p:cTn>
                              </p:par>
                            </p:childTnLst>
                          </p:cTn>
                        </p:par>
                        <p:par>
                          <p:cTn fill="hold">
                            <p:stCondLst>
                              <p:cond delay="5750"/>
                            </p:stCondLst>
                            <p:childTnLst>
                              <p:par>
                                <p:cTn fill="hold" nodeType="afterEffect" presetClass="entr" presetID="10" presetSubtype="0">
                                  <p:stCondLst>
                                    <p:cond delay="0"/>
                                  </p:stCondLst>
                                  <p:childTnLst>
                                    <p:set>
                                      <p:cBhvr>
                                        <p:cTn dur="1" fill="hold">
                                          <p:stCondLst>
                                            <p:cond delay="0"/>
                                          </p:stCondLst>
                                        </p:cTn>
                                        <p:tgtEl>
                                          <p:spTgt spid="1582">
                                            <p:txEl>
                                              <p:pRg end="7" st="7"/>
                                            </p:txEl>
                                          </p:spTgt>
                                        </p:tgtEl>
                                        <p:attrNameLst>
                                          <p:attrName>style.visibility</p:attrName>
                                        </p:attrNameLst>
                                      </p:cBhvr>
                                      <p:to>
                                        <p:strVal val="visible"/>
                                      </p:to>
                                    </p:set>
                                    <p:animEffect filter="fade" transition="in">
                                      <p:cBhvr>
                                        <p:cTn dur="500"/>
                                        <p:tgtEl>
                                          <p:spTgt spid="1582">
                                            <p:txEl>
                                              <p:pRg end="7" st="7"/>
                                            </p:txEl>
                                          </p:spTgt>
                                        </p:tgtEl>
                                      </p:cBhvr>
                                    </p:animEffect>
                                  </p:childTnLst>
                                </p:cTn>
                              </p:par>
                            </p:childTnLst>
                          </p:cTn>
                        </p:par>
                        <p:par>
                          <p:cTn fill="hold">
                            <p:stCondLst>
                              <p:cond delay="6250"/>
                            </p:stCondLst>
                            <p:childTnLst>
                              <p:par>
                                <p:cTn fill="hold" nodeType="afterEffect" presetClass="entr" presetID="10" presetSubtype="0">
                                  <p:stCondLst>
                                    <p:cond delay="0"/>
                                  </p:stCondLst>
                                  <p:childTnLst>
                                    <p:set>
                                      <p:cBhvr>
                                        <p:cTn dur="1" fill="hold">
                                          <p:stCondLst>
                                            <p:cond delay="0"/>
                                          </p:stCondLst>
                                        </p:cTn>
                                        <p:tgtEl>
                                          <p:spTgt spid="1582">
                                            <p:txEl>
                                              <p:pRg end="8" st="8"/>
                                            </p:txEl>
                                          </p:spTgt>
                                        </p:tgtEl>
                                        <p:attrNameLst>
                                          <p:attrName>style.visibility</p:attrName>
                                        </p:attrNameLst>
                                      </p:cBhvr>
                                      <p:to>
                                        <p:strVal val="visible"/>
                                      </p:to>
                                    </p:set>
                                    <p:animEffect filter="fade" transition="in">
                                      <p:cBhvr>
                                        <p:cTn dur="500"/>
                                        <p:tgtEl>
                                          <p:spTgt spid="1582">
                                            <p:txEl>
                                              <p:pRg end="8" st="8"/>
                                            </p:txEl>
                                          </p:spTgt>
                                        </p:tgtEl>
                                      </p:cBhvr>
                                    </p:animEffect>
                                  </p:childTnLst>
                                </p:cTn>
                              </p:par>
                            </p:childTnLst>
                          </p:cTn>
                        </p:par>
                        <p:par>
                          <p:cTn fill="hold">
                            <p:stCondLst>
                              <p:cond delay="6750"/>
                            </p:stCondLst>
                            <p:childTnLst>
                              <p:par>
                                <p:cTn fill="hold" nodeType="afterEffect" presetClass="entr" presetID="10" presetSubtype="0">
                                  <p:stCondLst>
                                    <p:cond delay="0"/>
                                  </p:stCondLst>
                                  <p:childTnLst>
                                    <p:set>
                                      <p:cBhvr>
                                        <p:cTn dur="1" fill="hold">
                                          <p:stCondLst>
                                            <p:cond delay="0"/>
                                          </p:stCondLst>
                                        </p:cTn>
                                        <p:tgtEl>
                                          <p:spTgt spid="1583"/>
                                        </p:tgtEl>
                                        <p:attrNameLst>
                                          <p:attrName>style.visibility</p:attrName>
                                        </p:attrNameLst>
                                      </p:cBhvr>
                                      <p:to>
                                        <p:strVal val="visible"/>
                                      </p:to>
                                    </p:set>
                                    <p:animEffect filter="fade" transition="in">
                                      <p:cBhvr>
                                        <p:cTn dur="500"/>
                                        <p:tgtEl>
                                          <p:spTgt spid="15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P/V">
  <p:cSld name="Section+P/V">
    <p:spTree>
      <p:nvGrpSpPr>
        <p:cNvPr id="1586" name="Shape 1586"/>
        <p:cNvGrpSpPr/>
        <p:nvPr/>
      </p:nvGrpSpPr>
      <p:grpSpPr>
        <a:xfrm>
          <a:off x="0" y="0"/>
          <a:ext cx="0" cy="0"/>
          <a:chOff x="0" y="0"/>
          <a:chExt cx="0" cy="0"/>
        </a:xfrm>
      </p:grpSpPr>
      <p:sp>
        <p:nvSpPr>
          <p:cNvPr id="1587" name="Google Shape;1587;g3b3a45db5ed_1_4624"/>
          <p:cNvSpPr/>
          <p:nvPr/>
        </p:nvSpPr>
        <p:spPr>
          <a:xfrm>
            <a:off x="-15279338" y="-6822541"/>
            <a:ext cx="0" cy="25658117"/>
          </a:xfrm>
          <a:custGeom>
            <a:rect b="b" l="l" r="r" t="t"/>
            <a:pathLst>
              <a:path extrusionOk="0" h="13191834" w="120000">
                <a:moveTo>
                  <a:pt x="0" y="0"/>
                </a:moveTo>
                <a:lnTo>
                  <a:pt x="0" y="13191834"/>
                </a:lnTo>
              </a:path>
            </a:pathLst>
          </a:custGeom>
          <a:noFill/>
          <a:ln cap="rnd" cmpd="sng" w="44450">
            <a:solidFill>
              <a:schemeClr val="dk1"/>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88" name="Google Shape;1588;g3b3a45db5ed_1_4624"/>
          <p:cNvSpPr/>
          <p:nvPr/>
        </p:nvSpPr>
        <p:spPr>
          <a:xfrm>
            <a:off x="-13303054" y="-11895986"/>
            <a:ext cx="0" cy="25658117"/>
          </a:xfrm>
          <a:custGeom>
            <a:rect b="b" l="l" r="r" t="t"/>
            <a:pathLst>
              <a:path extrusionOk="0" h="13191834" w="120000">
                <a:moveTo>
                  <a:pt x="0" y="0"/>
                </a:moveTo>
                <a:lnTo>
                  <a:pt x="0" y="13191834"/>
                </a:lnTo>
              </a:path>
            </a:pathLst>
          </a:custGeom>
          <a:noFill/>
          <a:ln cap="rnd" cmpd="sng" w="44450">
            <a:solidFill>
              <a:schemeClr val="dk1"/>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89" name="Google Shape;1589;g3b3a45db5ed_1_4624"/>
          <p:cNvSpPr txBox="1"/>
          <p:nvPr>
            <p:ph idx="1" type="body"/>
          </p:nvPr>
        </p:nvSpPr>
        <p:spPr>
          <a:xfrm>
            <a:off x="2712963" y="1958474"/>
            <a:ext cx="6766200" cy="30225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89"/>
                                        </p:tgtEl>
                                        <p:attrNameLst>
                                          <p:attrName>style.visibility</p:attrName>
                                        </p:attrNameLst>
                                      </p:cBhvr>
                                      <p:to>
                                        <p:strVal val="visible"/>
                                      </p:to>
                                    </p:set>
                                    <p:animEffect filter="fade" transition="in">
                                      <p:cBhvr>
                                        <p:cTn dur="500"/>
                                        <p:tgtEl>
                                          <p:spTgt spid="15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5">
  <p:cSld name="Q&amp;A+HIELP BUTTON_5">
    <p:spTree>
      <p:nvGrpSpPr>
        <p:cNvPr id="1590" name="Shape 1590"/>
        <p:cNvGrpSpPr/>
        <p:nvPr/>
      </p:nvGrpSpPr>
      <p:grpSpPr>
        <a:xfrm>
          <a:off x="0" y="0"/>
          <a:ext cx="0" cy="0"/>
          <a:chOff x="0" y="0"/>
          <a:chExt cx="0" cy="0"/>
        </a:xfrm>
      </p:grpSpPr>
      <p:sp>
        <p:nvSpPr>
          <p:cNvPr id="1591" name="Google Shape;1591;g3b3a45db5ed_1_4628"/>
          <p:cNvSpPr/>
          <p:nvPr/>
        </p:nvSpPr>
        <p:spPr>
          <a:xfrm rot="5400000">
            <a:off x="-313698" y="-1313719"/>
            <a:ext cx="1110000" cy="5257800"/>
          </a:xfrm>
          <a:prstGeom prst="rect">
            <a:avLst/>
          </a:prstGeom>
          <a:gradFill>
            <a:gsLst>
              <a:gs pos="0">
                <a:srgbClr val="EEF5FF">
                  <a:alpha val="0"/>
                </a:srgbClr>
              </a:gs>
              <a:gs pos="100000">
                <a:srgbClr val="05FDFF">
                  <a:alpha val="1176"/>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1592" name="Google Shape;1592;g3b3a45db5ed_1_4628"/>
          <p:cNvGrpSpPr/>
          <p:nvPr/>
        </p:nvGrpSpPr>
        <p:grpSpPr>
          <a:xfrm>
            <a:off x="-86314" y="851932"/>
            <a:ext cx="324402" cy="390024"/>
            <a:chOff x="948349" y="814223"/>
            <a:chExt cx="2794159" cy="390024"/>
          </a:xfrm>
        </p:grpSpPr>
        <p:sp>
          <p:nvSpPr>
            <p:cNvPr id="1593" name="Google Shape;1593;g3b3a45db5ed_1_4628"/>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EEF5FF">
                  <a:alpha val="8627"/>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94" name="Google Shape;1594;g3b3a45db5ed_1_4628"/>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EEF5FF">
                  <a:alpha val="8627"/>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1595" name="Google Shape;1595;g3b3a45db5ed_1_4628"/>
          <p:cNvGrpSpPr/>
          <p:nvPr/>
        </p:nvGrpSpPr>
        <p:grpSpPr>
          <a:xfrm flipH="1" rot="10800000">
            <a:off x="-86314" y="2415356"/>
            <a:ext cx="324402" cy="390024"/>
            <a:chOff x="948349" y="814223"/>
            <a:chExt cx="2794159" cy="390024"/>
          </a:xfrm>
        </p:grpSpPr>
        <p:sp>
          <p:nvSpPr>
            <p:cNvPr id="1596" name="Google Shape;1596;g3b3a45db5ed_1_4628"/>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EEF5FF">
                  <a:alpha val="8627"/>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97" name="Google Shape;1597;g3b3a45db5ed_1_4628"/>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EEF5FF">
                  <a:alpha val="8627"/>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598" name="Google Shape;1598;g3b3a45db5ed_1_4628"/>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599" name="Google Shape;1599;g3b3a45db5ed_1_4628"/>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600" name="Google Shape;1600;g3b3a45db5ed_1_4628"/>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601" name="Google Shape;1601;g3b3a45db5ed_1_4628"/>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602" name="Google Shape;1602;g3b3a45db5ed_1_4628"/>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603" name="Google Shape;1603;g3b3a45db5ed_1_4628"/>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1604" name="Google Shape;1604;g3b3a45db5ed_1_4628"/>
          <p:cNvGrpSpPr/>
          <p:nvPr/>
        </p:nvGrpSpPr>
        <p:grpSpPr>
          <a:xfrm>
            <a:off x="11490140" y="6059615"/>
            <a:ext cx="315939" cy="409183"/>
            <a:chOff x="11575262" y="5512453"/>
            <a:chExt cx="315939" cy="409183"/>
          </a:xfrm>
        </p:grpSpPr>
        <p:sp>
          <p:nvSpPr>
            <p:cNvPr id="1605" name="Google Shape;1605;g3b3a45db5ed_1_4628"/>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606" name="Google Shape;1606;g3b3a45db5ed_1_4628"/>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607" name="Google Shape;1607;g3b3a45db5ed_1_4628"/>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1608" name="Google Shape;1608;g3b3a45db5ed_1_4628"/>
          <p:cNvGrpSpPr/>
          <p:nvPr/>
        </p:nvGrpSpPr>
        <p:grpSpPr>
          <a:xfrm>
            <a:off x="976070" y="2631155"/>
            <a:ext cx="256344" cy="68100"/>
            <a:chOff x="781167" y="5925573"/>
            <a:chExt cx="256344" cy="68100"/>
          </a:xfrm>
        </p:grpSpPr>
        <p:sp>
          <p:nvSpPr>
            <p:cNvPr id="1609" name="Google Shape;1609;g3b3a45db5ed_1_4628"/>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1610" name="Google Shape;1610;g3b3a45db5ed_1_4628"/>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1611" name="Google Shape;1611;g3b3a45db5ed_1_4628"/>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612" name="Google Shape;1612;g3b3a45db5ed_1_4628"/>
          <p:cNvSpPr/>
          <p:nvPr>
            <p:ph idx="2" type="pic"/>
          </p:nvPr>
        </p:nvSpPr>
        <p:spPr>
          <a:xfrm>
            <a:off x="6766850" y="2522830"/>
            <a:ext cx="4347900" cy="3970200"/>
          </a:xfrm>
          <a:prstGeom prst="rect">
            <a:avLst/>
          </a:prstGeom>
          <a:noFill/>
          <a:ln>
            <a:noFill/>
          </a:ln>
        </p:spPr>
      </p:sp>
      <p:sp>
        <p:nvSpPr>
          <p:cNvPr id="1613" name="Google Shape;1613;g3b3a45db5ed_1_4628"/>
          <p:cNvSpPr txBox="1"/>
          <p:nvPr>
            <p:ph idx="3"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614" name="Google Shape;1614;g3b3a45db5ed_1_4628"/>
          <p:cNvSpPr txBox="1"/>
          <p:nvPr/>
        </p:nvSpPr>
        <p:spPr>
          <a:xfrm>
            <a:off x="11154788" y="404846"/>
            <a:ext cx="5478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2000"/>
              <a:buFont typeface="Arial"/>
              <a:buNone/>
            </a:pPr>
            <a:r>
              <a:rPr b="0" i="0" lang="en-US" sz="2000" u="none" cap="none" strike="noStrike">
                <a:solidFill>
                  <a:schemeClr val="dk1"/>
                </a:solidFill>
                <a:latin typeface="Kdam Thmor Pro"/>
                <a:ea typeface="Kdam Thmor Pro"/>
                <a:cs typeface="Kdam Thmor Pro"/>
                <a:sym typeface="Kdam Thmor Pro"/>
              </a:rPr>
              <a:t>Q</a:t>
            </a:r>
            <a:endParaRPr b="0" i="0" sz="1400" u="none" cap="none" strike="noStrike">
              <a:solidFill>
                <a:srgbClr val="000000"/>
              </a:solidFill>
              <a:latin typeface="Arial"/>
              <a:ea typeface="Arial"/>
              <a:cs typeface="Arial"/>
              <a:sym typeface="Arial"/>
            </a:endParaRPr>
          </a:p>
        </p:txBody>
      </p:sp>
      <p:sp>
        <p:nvSpPr>
          <p:cNvPr id="1615" name="Google Shape;1615;g3b3a45db5ed_1_4628"/>
          <p:cNvSpPr txBox="1"/>
          <p:nvPr>
            <p:ph idx="4" type="body"/>
          </p:nvPr>
        </p:nvSpPr>
        <p:spPr>
          <a:xfrm>
            <a:off x="11644251" y="417511"/>
            <a:ext cx="547800" cy="383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2000"/>
              <a:buFont typeface="Arial"/>
              <a:buNone/>
              <a:defRPr b="0" i="0" sz="2000" u="none" cap="none" strike="noStrike">
                <a:solidFill>
                  <a:srgbClr val="A6EDED"/>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gtEl>
                                        <p:attrNameLst>
                                          <p:attrName>style.visibility</p:attrName>
                                        </p:attrNameLst>
                                      </p:cBhvr>
                                      <p:to>
                                        <p:strVal val="visible"/>
                                      </p:to>
                                    </p:set>
                                    <p:animEffect filter="fade" transition="in">
                                      <p:cBhvr>
                                        <p:cTn dur="500"/>
                                        <p:tgtEl>
                                          <p:spTgt spid="1608"/>
                                        </p:tgtEl>
                                      </p:cBhvr>
                                    </p:animEffect>
                                  </p:childTnLst>
                                </p:cTn>
                              </p:par>
                              <p:par>
                                <p:cTn fill="hold" nodeType="withEffect" presetClass="entr" presetID="10" presetSubtype="0">
                                  <p:stCondLst>
                                    <p:cond delay="0"/>
                                  </p:stCondLst>
                                  <p:childTnLst>
                                    <p:set>
                                      <p:cBhvr>
                                        <p:cTn dur="1" fill="hold">
                                          <p:stCondLst>
                                            <p:cond delay="0"/>
                                          </p:stCondLst>
                                        </p:cTn>
                                        <p:tgtEl>
                                          <p:spTgt spid="1613">
                                            <p:txEl>
                                              <p:pRg end="0" st="0"/>
                                            </p:txEl>
                                          </p:spTgt>
                                        </p:tgtEl>
                                        <p:attrNameLst>
                                          <p:attrName>style.visibility</p:attrName>
                                        </p:attrNameLst>
                                      </p:cBhvr>
                                      <p:to>
                                        <p:strVal val="visible"/>
                                      </p:to>
                                    </p:set>
                                    <p:animEffect filter="fade" transition="in">
                                      <p:cBhvr>
                                        <p:cTn dur="500"/>
                                        <p:tgtEl>
                                          <p:spTgt spid="161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13">
                                            <p:txEl>
                                              <p:pRg end="1" st="1"/>
                                            </p:txEl>
                                          </p:spTgt>
                                        </p:tgtEl>
                                        <p:attrNameLst>
                                          <p:attrName>style.visibility</p:attrName>
                                        </p:attrNameLst>
                                      </p:cBhvr>
                                      <p:to>
                                        <p:strVal val="visible"/>
                                      </p:to>
                                    </p:set>
                                    <p:animEffect filter="fade" transition="in">
                                      <p:cBhvr>
                                        <p:cTn dur="500"/>
                                        <p:tgtEl>
                                          <p:spTgt spid="1613">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13">
                                            <p:txEl>
                                              <p:pRg end="2" st="2"/>
                                            </p:txEl>
                                          </p:spTgt>
                                        </p:tgtEl>
                                        <p:attrNameLst>
                                          <p:attrName>style.visibility</p:attrName>
                                        </p:attrNameLst>
                                      </p:cBhvr>
                                      <p:to>
                                        <p:strVal val="visible"/>
                                      </p:to>
                                    </p:set>
                                    <p:animEffect filter="fade" transition="in">
                                      <p:cBhvr>
                                        <p:cTn dur="500"/>
                                        <p:tgtEl>
                                          <p:spTgt spid="1613">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13">
                                            <p:txEl>
                                              <p:pRg end="3" st="3"/>
                                            </p:txEl>
                                          </p:spTgt>
                                        </p:tgtEl>
                                        <p:attrNameLst>
                                          <p:attrName>style.visibility</p:attrName>
                                        </p:attrNameLst>
                                      </p:cBhvr>
                                      <p:to>
                                        <p:strVal val="visible"/>
                                      </p:to>
                                    </p:set>
                                    <p:animEffect filter="fade" transition="in">
                                      <p:cBhvr>
                                        <p:cTn dur="500"/>
                                        <p:tgtEl>
                                          <p:spTgt spid="1613">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13">
                                            <p:txEl>
                                              <p:pRg end="4" st="4"/>
                                            </p:txEl>
                                          </p:spTgt>
                                        </p:tgtEl>
                                        <p:attrNameLst>
                                          <p:attrName>style.visibility</p:attrName>
                                        </p:attrNameLst>
                                      </p:cBhvr>
                                      <p:to>
                                        <p:strVal val="visible"/>
                                      </p:to>
                                    </p:set>
                                    <p:animEffect filter="fade" transition="in">
                                      <p:cBhvr>
                                        <p:cTn dur="500"/>
                                        <p:tgtEl>
                                          <p:spTgt spid="1613">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13">
                                            <p:txEl>
                                              <p:pRg end="5" st="5"/>
                                            </p:txEl>
                                          </p:spTgt>
                                        </p:tgtEl>
                                        <p:attrNameLst>
                                          <p:attrName>style.visibility</p:attrName>
                                        </p:attrNameLst>
                                      </p:cBhvr>
                                      <p:to>
                                        <p:strVal val="visible"/>
                                      </p:to>
                                    </p:set>
                                    <p:animEffect filter="fade" transition="in">
                                      <p:cBhvr>
                                        <p:cTn dur="500"/>
                                        <p:tgtEl>
                                          <p:spTgt spid="1613">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13">
                                            <p:txEl>
                                              <p:pRg end="6" st="6"/>
                                            </p:txEl>
                                          </p:spTgt>
                                        </p:tgtEl>
                                        <p:attrNameLst>
                                          <p:attrName>style.visibility</p:attrName>
                                        </p:attrNameLst>
                                      </p:cBhvr>
                                      <p:to>
                                        <p:strVal val="visible"/>
                                      </p:to>
                                    </p:set>
                                    <p:animEffect filter="fade" transition="in">
                                      <p:cBhvr>
                                        <p:cTn dur="500"/>
                                        <p:tgtEl>
                                          <p:spTgt spid="1613">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13">
                                            <p:txEl>
                                              <p:pRg end="7" st="7"/>
                                            </p:txEl>
                                          </p:spTgt>
                                        </p:tgtEl>
                                        <p:attrNameLst>
                                          <p:attrName>style.visibility</p:attrName>
                                        </p:attrNameLst>
                                      </p:cBhvr>
                                      <p:to>
                                        <p:strVal val="visible"/>
                                      </p:to>
                                    </p:set>
                                    <p:animEffect filter="fade" transition="in">
                                      <p:cBhvr>
                                        <p:cTn dur="500"/>
                                        <p:tgtEl>
                                          <p:spTgt spid="1613">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13">
                                            <p:txEl>
                                              <p:pRg end="8" st="8"/>
                                            </p:txEl>
                                          </p:spTgt>
                                        </p:tgtEl>
                                        <p:attrNameLst>
                                          <p:attrName>style.visibility</p:attrName>
                                        </p:attrNameLst>
                                      </p:cBhvr>
                                      <p:to>
                                        <p:strVal val="visible"/>
                                      </p:to>
                                    </p:set>
                                    <p:animEffect filter="fade" transition="in">
                                      <p:cBhvr>
                                        <p:cTn dur="500"/>
                                        <p:tgtEl>
                                          <p:spTgt spid="1613">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12"/>
                                        </p:tgtEl>
                                        <p:attrNameLst>
                                          <p:attrName>style.visibility</p:attrName>
                                        </p:attrNameLst>
                                      </p:cBhvr>
                                      <p:to>
                                        <p:strVal val="visible"/>
                                      </p:to>
                                    </p:set>
                                    <p:animEffect filter="fade" transition="in">
                                      <p:cBhvr>
                                        <p:cTn dur="500"/>
                                        <p:tgtEl>
                                          <p:spTgt spid="16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Challenge+Text+pic">
  <p:cSld name="WA_Challenge+Text+pic">
    <p:spTree>
      <p:nvGrpSpPr>
        <p:cNvPr id="1616" name="Shape 1616"/>
        <p:cNvGrpSpPr/>
        <p:nvPr/>
      </p:nvGrpSpPr>
      <p:grpSpPr>
        <a:xfrm>
          <a:off x="0" y="0"/>
          <a:ext cx="0" cy="0"/>
          <a:chOff x="0" y="0"/>
          <a:chExt cx="0" cy="0"/>
        </a:xfrm>
      </p:grpSpPr>
      <p:grpSp>
        <p:nvGrpSpPr>
          <p:cNvPr id="1617" name="Google Shape;1617;g3b3a45db5ed_1_4654"/>
          <p:cNvGrpSpPr/>
          <p:nvPr/>
        </p:nvGrpSpPr>
        <p:grpSpPr>
          <a:xfrm>
            <a:off x="1901128" y="1620732"/>
            <a:ext cx="8944023" cy="4433003"/>
            <a:chOff x="-413326" y="937285"/>
            <a:chExt cx="4433003" cy="4433003"/>
          </a:xfrm>
        </p:grpSpPr>
        <p:sp>
          <p:nvSpPr>
            <p:cNvPr id="1618" name="Google Shape;1618;g3b3a45db5ed_1_4654"/>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619" name="Google Shape;1619;g3b3a45db5ed_1_4654"/>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620" name="Google Shape;1620;g3b3a45db5ed_1_4654"/>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621" name="Google Shape;1621;g3b3a45db5ed_1_4654"/>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622" name="Google Shape;1622;g3b3a45db5ed_1_4654"/>
          <p:cNvSpPr txBox="1"/>
          <p:nvPr>
            <p:ph idx="1" type="body"/>
          </p:nvPr>
        </p:nvSpPr>
        <p:spPr>
          <a:xfrm>
            <a:off x="2799191" y="1915534"/>
            <a:ext cx="7147800" cy="14163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623" name="Google Shape;1623;g3b3a45db5ed_1_4654"/>
          <p:cNvSpPr/>
          <p:nvPr>
            <p:ph idx="2" type="pic"/>
          </p:nvPr>
        </p:nvSpPr>
        <p:spPr>
          <a:xfrm>
            <a:off x="2596055" y="3428999"/>
            <a:ext cx="7694700" cy="2455500"/>
          </a:xfrm>
          <a:prstGeom prst="rect">
            <a:avLst/>
          </a:prstGeom>
          <a:noFill/>
          <a:ln>
            <a:noFill/>
          </a:ln>
        </p:spPr>
      </p:sp>
      <p:sp>
        <p:nvSpPr>
          <p:cNvPr id="1624" name="Google Shape;1624;g3b3a45db5ed_1_4654"/>
          <p:cNvSpPr txBox="1"/>
          <p:nvPr>
            <p:ph idx="3" type="body"/>
          </p:nvPr>
        </p:nvSpPr>
        <p:spPr>
          <a:xfrm>
            <a:off x="2799191" y="235804"/>
            <a:ext cx="37647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rgbClr val="05FDFF"/>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625" name="Google Shape;1625;g3b3a45db5ed_1_4654"/>
          <p:cNvSpPr txBox="1"/>
          <p:nvPr/>
        </p:nvSpPr>
        <p:spPr>
          <a:xfrm>
            <a:off x="482600" y="314232"/>
            <a:ext cx="47244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3600"/>
              <a:buFont typeface="Arial"/>
              <a:buNone/>
            </a:pPr>
            <a:r>
              <a:rPr b="0" i="0" lang="en-US" sz="3600" u="none" cap="none" strike="noStrike">
                <a:solidFill>
                  <a:srgbClr val="05FDFF"/>
                </a:solidFill>
                <a:latin typeface="Kdam Thmor Pro"/>
                <a:ea typeface="Kdam Thmor Pro"/>
                <a:cs typeface="Kdam Thmor Pro"/>
                <a:sym typeface="Kdam Thmor Pro"/>
              </a:rPr>
              <a:t>Challenge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6">
  <p:cSld name="WA_3Step (H+PIC+NO.+HINT)_6">
    <p:spTree>
      <p:nvGrpSpPr>
        <p:cNvPr id="1626" name="Shape 1626"/>
        <p:cNvGrpSpPr/>
        <p:nvPr/>
      </p:nvGrpSpPr>
      <p:grpSpPr>
        <a:xfrm>
          <a:off x="0" y="0"/>
          <a:ext cx="0" cy="0"/>
          <a:chOff x="0" y="0"/>
          <a:chExt cx="0" cy="0"/>
        </a:xfrm>
      </p:grpSpPr>
      <p:grpSp>
        <p:nvGrpSpPr>
          <p:cNvPr id="1627" name="Google Shape;1627;g3b3a45db5ed_1_4664"/>
          <p:cNvGrpSpPr/>
          <p:nvPr/>
        </p:nvGrpSpPr>
        <p:grpSpPr>
          <a:xfrm>
            <a:off x="2148127" y="1620732"/>
            <a:ext cx="8449743" cy="4433003"/>
            <a:chOff x="-413326" y="937285"/>
            <a:chExt cx="4433003" cy="4433003"/>
          </a:xfrm>
        </p:grpSpPr>
        <p:sp>
          <p:nvSpPr>
            <p:cNvPr id="1628" name="Google Shape;1628;g3b3a45db5ed_1_4664"/>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629" name="Google Shape;1629;g3b3a45db5ed_1_4664"/>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630" name="Google Shape;1630;g3b3a45db5ed_1_4664"/>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631" name="Google Shape;1631;g3b3a45db5ed_1_4664"/>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1632" name="Google Shape;1632;g3b3a45db5ed_1_4664"/>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1633" name="Google Shape;1633;g3b3a45db5ed_1_4664"/>
          <p:cNvSpPr/>
          <p:nvPr>
            <p:ph idx="2" type="pic"/>
          </p:nvPr>
        </p:nvSpPr>
        <p:spPr>
          <a:xfrm>
            <a:off x="2699657" y="1900415"/>
            <a:ext cx="7323300" cy="3913500"/>
          </a:xfrm>
          <a:prstGeom prst="rect">
            <a:avLst/>
          </a:prstGeom>
          <a:noFill/>
          <a:ln>
            <a:noFill/>
          </a:ln>
        </p:spPr>
      </p:sp>
      <p:sp>
        <p:nvSpPr>
          <p:cNvPr id="1634" name="Google Shape;1634;g3b3a45db5ed_1_4664"/>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1635" name="Google Shape;1635;g3b3a45db5ed_1_4664"/>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1636" name="Google Shape;1636;g3b3a45db5ed_1_4664"/>
          <p:cNvGrpSpPr/>
          <p:nvPr/>
        </p:nvGrpSpPr>
        <p:grpSpPr>
          <a:xfrm>
            <a:off x="8589558" y="6331536"/>
            <a:ext cx="256344" cy="68100"/>
            <a:chOff x="781167" y="5836673"/>
            <a:chExt cx="256344" cy="68100"/>
          </a:xfrm>
        </p:grpSpPr>
        <p:sp>
          <p:nvSpPr>
            <p:cNvPr id="1637" name="Google Shape;1637;g3b3a45db5ed_1_4664"/>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1638" name="Google Shape;1638;g3b3a45db5ed_1_4664"/>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1639" name="Google Shape;1639;g3b3a45db5ed_1_4664"/>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1640" name="Google Shape;1640;g3b3a45db5ed_1_4664"/>
          <p:cNvGrpSpPr/>
          <p:nvPr/>
        </p:nvGrpSpPr>
        <p:grpSpPr>
          <a:xfrm>
            <a:off x="11722369" y="5812872"/>
            <a:ext cx="315939" cy="409183"/>
            <a:chOff x="11575262" y="5512453"/>
            <a:chExt cx="315939" cy="409183"/>
          </a:xfrm>
        </p:grpSpPr>
        <p:sp>
          <p:nvSpPr>
            <p:cNvPr id="1641" name="Google Shape;1641;g3b3a45db5ed_1_4664"/>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642" name="Google Shape;1642;g3b3a45db5ed_1_4664"/>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1643" name="Google Shape;1643;g3b3a45db5ed_1_4664"/>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6"/>
                                        </p:tgtEl>
                                        <p:attrNameLst>
                                          <p:attrName>style.visibility</p:attrName>
                                        </p:attrNameLst>
                                      </p:cBhvr>
                                      <p:to>
                                        <p:strVal val="visible"/>
                                      </p:to>
                                    </p:set>
                                    <p:animEffect filter="fade" transition="in">
                                      <p:cBhvr>
                                        <p:cTn dur="500"/>
                                        <p:tgtEl>
                                          <p:spTgt spid="163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39"/>
                                        </p:tgtEl>
                                        <p:attrNameLst>
                                          <p:attrName>style.visibility</p:attrName>
                                        </p:attrNameLst>
                                      </p:cBhvr>
                                      <p:to>
                                        <p:strVal val="visible"/>
                                      </p:to>
                                    </p:set>
                                    <p:animEffect filter="fade" transition="in">
                                      <p:cBhvr>
                                        <p:cTn dur="500"/>
                                        <p:tgtEl>
                                          <p:spTgt spid="16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1">
  <p:cSld name="Make_1">
    <p:spTree>
      <p:nvGrpSpPr>
        <p:cNvPr id="1644" name="Shape 1644"/>
        <p:cNvGrpSpPr/>
        <p:nvPr/>
      </p:nvGrpSpPr>
      <p:grpSpPr>
        <a:xfrm>
          <a:off x="0" y="0"/>
          <a:ext cx="0" cy="0"/>
          <a:chOff x="0" y="0"/>
          <a:chExt cx="0" cy="0"/>
        </a:xfrm>
      </p:grpSpPr>
      <p:grpSp>
        <p:nvGrpSpPr>
          <p:cNvPr id="1645" name="Google Shape;1645;g3b42a648cc4_5_4956"/>
          <p:cNvGrpSpPr/>
          <p:nvPr/>
        </p:nvGrpSpPr>
        <p:grpSpPr>
          <a:xfrm>
            <a:off x="680011" y="0"/>
            <a:ext cx="3090697" cy="1806089"/>
            <a:chOff x="536716" y="-1319"/>
            <a:chExt cx="3976708" cy="2323841"/>
          </a:xfrm>
        </p:grpSpPr>
        <p:sp>
          <p:nvSpPr>
            <p:cNvPr id="1646" name="Google Shape;1646;g3b42a648cc4_5_4956"/>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1647" name="Google Shape;1647;g3b42a648cc4_5_4956"/>
            <p:cNvGrpSpPr/>
            <p:nvPr/>
          </p:nvGrpSpPr>
          <p:grpSpPr>
            <a:xfrm>
              <a:off x="536716" y="0"/>
              <a:ext cx="3976708" cy="2322522"/>
              <a:chOff x="947530" y="0"/>
              <a:chExt cx="3976708" cy="2322522"/>
            </a:xfrm>
          </p:grpSpPr>
          <p:sp>
            <p:nvSpPr>
              <p:cNvPr id="1648" name="Google Shape;1648;g3b42a648cc4_5_4956"/>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649" name="Google Shape;1649;g3b42a648cc4_5_4956"/>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650" name="Google Shape;1650;g3b42a648cc4_5_4956"/>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651" name="Google Shape;1651;g3b42a648cc4_5_4956"/>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652" name="Google Shape;1652;g3b42a648cc4_5_4956"/>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653" name="Google Shape;1653;g3b42a648cc4_5_4956"/>
          <p:cNvSpPr txBox="1"/>
          <p:nvPr/>
        </p:nvSpPr>
        <p:spPr>
          <a:xfrm>
            <a:off x="628150" y="798475"/>
            <a:ext cx="3194400" cy="738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4200" u="none" cap="none" strike="noStrike">
                <a:solidFill>
                  <a:schemeClr val="lt1"/>
                </a:solidFill>
                <a:latin typeface="Fredoka"/>
                <a:ea typeface="Fredoka"/>
                <a:cs typeface="Fredoka"/>
                <a:sym typeface="Fredoka"/>
              </a:rPr>
              <a:t>Ice breaking</a:t>
            </a:r>
            <a:endParaRPr b="0" i="0" sz="200" u="none" cap="none" strike="noStrike">
              <a:solidFill>
                <a:srgbClr val="000000"/>
              </a:solidFill>
              <a:latin typeface="Arial"/>
              <a:ea typeface="Arial"/>
              <a:cs typeface="Arial"/>
              <a:sym typeface="Arial"/>
            </a:endParaRPr>
          </a:p>
        </p:txBody>
      </p:sp>
      <p:sp>
        <p:nvSpPr>
          <p:cNvPr id="1654" name="Google Shape;1654;g3b42a648cc4_5_4956"/>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pic>
        <p:nvPicPr>
          <p:cNvPr id="1655" name="Google Shape;1655;g3b42a648cc4_5_4956"/>
          <p:cNvPicPr preferRelativeResize="0"/>
          <p:nvPr/>
        </p:nvPicPr>
        <p:blipFill rotWithShape="1">
          <a:blip r:embed="rId2">
            <a:alphaModFix/>
          </a:blip>
          <a:srcRect b="0" l="0" r="0" t="0"/>
          <a:stretch/>
        </p:blipFill>
        <p:spPr>
          <a:xfrm>
            <a:off x="5666811" y="1485900"/>
            <a:ext cx="5829300" cy="3886200"/>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1_1">
    <p:spTree>
      <p:nvGrpSpPr>
        <p:cNvPr id="1661" name="Shape 1661"/>
        <p:cNvGrpSpPr/>
        <p:nvPr/>
      </p:nvGrpSpPr>
      <p:grpSpPr>
        <a:xfrm>
          <a:off x="0" y="0"/>
          <a:ext cx="0" cy="0"/>
          <a:chOff x="0" y="0"/>
          <a:chExt cx="0" cy="0"/>
        </a:xfrm>
      </p:grpSpPr>
      <p:sp>
        <p:nvSpPr>
          <p:cNvPr id="1662" name="Google Shape;1662;g38b88470f6c_2_1827"/>
          <p:cNvSpPr txBox="1"/>
          <p:nvPr/>
        </p:nvSpPr>
        <p:spPr>
          <a:xfrm>
            <a:off x="794875" y="2957438"/>
            <a:ext cx="58695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Arial"/>
                <a:ea typeface="Arial"/>
                <a:cs typeface="Arial"/>
                <a:sym typeface="Arial"/>
              </a:rPr>
              <a:t>BREAK</a:t>
            </a:r>
            <a:endParaRPr b="1" i="0" sz="4000" u="none" cap="none" strike="noStrike">
              <a:solidFill>
                <a:schemeClr val="dk1"/>
              </a:solidFill>
              <a:latin typeface="Arial"/>
              <a:ea typeface="Arial"/>
              <a:cs typeface="Arial"/>
              <a:sym typeface="Arial"/>
            </a:endParaRPr>
          </a:p>
        </p:txBody>
      </p:sp>
      <p:pic>
        <p:nvPicPr>
          <p:cNvPr id="1663" name="Google Shape;1663;g38b88470f6c_2_1827"/>
          <p:cNvPicPr preferRelativeResize="0"/>
          <p:nvPr/>
        </p:nvPicPr>
        <p:blipFill rotWithShape="1">
          <a:blip r:embed="rId2">
            <a:alphaModFix/>
          </a:blip>
          <a:srcRect b="0" l="0" r="0" t="0"/>
          <a:stretch/>
        </p:blipFill>
        <p:spPr>
          <a:xfrm>
            <a:off x="4817600" y="1120700"/>
            <a:ext cx="6773626" cy="4616599"/>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p:cSld name="2_Blank">
    <p:spTree>
      <p:nvGrpSpPr>
        <p:cNvPr id="1664" name="Shape 1664"/>
        <p:cNvGrpSpPr/>
        <p:nvPr/>
      </p:nvGrpSpPr>
      <p:grpSpPr>
        <a:xfrm>
          <a:off x="0" y="0"/>
          <a:ext cx="0" cy="0"/>
          <a:chOff x="0" y="0"/>
          <a:chExt cx="0" cy="0"/>
        </a:xfrm>
      </p:grpSpPr>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me page">
  <p:cSld name="Home page">
    <p:spTree>
      <p:nvGrpSpPr>
        <p:cNvPr id="1665" name="Shape 1665"/>
        <p:cNvGrpSpPr/>
        <p:nvPr/>
      </p:nvGrpSpPr>
      <p:grpSpPr>
        <a:xfrm>
          <a:off x="0" y="0"/>
          <a:ext cx="0" cy="0"/>
          <a:chOff x="0" y="0"/>
          <a:chExt cx="0" cy="0"/>
        </a:xfrm>
      </p:grpSpPr>
      <p:sp>
        <p:nvSpPr>
          <p:cNvPr id="1666" name="Google Shape;1666;g38b88470f6c_2_1831"/>
          <p:cNvSpPr/>
          <p:nvPr/>
        </p:nvSpPr>
        <p:spPr>
          <a:xfrm>
            <a:off x="579288" y="338734"/>
            <a:ext cx="3404700" cy="646200"/>
          </a:xfrm>
          <a:prstGeom prst="rect">
            <a:avLst/>
          </a:prstGeom>
          <a:gradFill>
            <a:gsLst>
              <a:gs pos="0">
                <a:srgbClr val="EEF5FF">
                  <a:alpha val="0"/>
                </a:srgbClr>
              </a:gs>
              <a:gs pos="100000">
                <a:srgbClr val="FFFFFF">
                  <a:alpha val="91373"/>
                </a:srgbClr>
              </a:gs>
            </a:gsLst>
            <a:lin ang="10800025"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1667" name="Google Shape;1667;g38b88470f6c_2_1831"/>
          <p:cNvPicPr preferRelativeResize="0"/>
          <p:nvPr/>
        </p:nvPicPr>
        <p:blipFill rotWithShape="1">
          <a:blip r:embed="rId2">
            <a:alphaModFix/>
          </a:blip>
          <a:srcRect b="0" l="0" r="0" t="0"/>
          <a:stretch/>
        </p:blipFill>
        <p:spPr>
          <a:xfrm>
            <a:off x="57150" y="255241"/>
            <a:ext cx="1059698" cy="825327"/>
          </a:xfrm>
          <a:prstGeom prst="rect">
            <a:avLst/>
          </a:prstGeom>
          <a:noFill/>
          <a:ln>
            <a:noFill/>
          </a:ln>
        </p:spPr>
      </p:pic>
      <p:sp>
        <p:nvSpPr>
          <p:cNvPr id="1668" name="Google Shape;1668;g38b88470f6c_2_1831"/>
          <p:cNvSpPr txBox="1"/>
          <p:nvPr/>
        </p:nvSpPr>
        <p:spPr>
          <a:xfrm>
            <a:off x="1007623" y="341150"/>
            <a:ext cx="6801000" cy="59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3600"/>
              <a:buFont typeface="Arial"/>
              <a:buNone/>
            </a:pPr>
            <a:r>
              <a:rPr b="0" i="0" lang="en-US" sz="3600" u="none" cap="none" strike="noStrike">
                <a:solidFill>
                  <a:schemeClr val="dk1"/>
                </a:solidFill>
                <a:latin typeface="Arial"/>
                <a:ea typeface="Arial"/>
                <a:cs typeface="Arial"/>
                <a:sym typeface="Arial"/>
              </a:rPr>
              <a:t>Game &amp; chatbot Development</a:t>
            </a:r>
            <a:endParaRPr b="0" i="0" sz="3600" u="none" cap="none" strike="noStrike">
              <a:solidFill>
                <a:schemeClr val="dk1"/>
              </a:solidFill>
              <a:latin typeface="Arial"/>
              <a:ea typeface="Arial"/>
              <a:cs typeface="Arial"/>
              <a:sym typeface="Arial"/>
            </a:endParaRPr>
          </a:p>
        </p:txBody>
      </p:sp>
      <p:sp>
        <p:nvSpPr>
          <p:cNvPr id="1669" name="Google Shape;1669;g38b88470f6c_2_1831"/>
          <p:cNvSpPr txBox="1"/>
          <p:nvPr/>
        </p:nvSpPr>
        <p:spPr>
          <a:xfrm>
            <a:off x="922275" y="1256450"/>
            <a:ext cx="4868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3F3F3F"/>
                </a:solidFill>
                <a:latin typeface="Arial"/>
                <a:ea typeface="Arial"/>
                <a:cs typeface="Arial"/>
                <a:sym typeface="Arial"/>
              </a:rPr>
              <a:t>Semester</a:t>
            </a:r>
            <a:endParaRPr b="0" i="0" sz="1400" u="none" cap="none" strike="noStrike">
              <a:solidFill>
                <a:srgbClr val="000000"/>
              </a:solidFill>
              <a:latin typeface="Arial"/>
              <a:ea typeface="Arial"/>
              <a:cs typeface="Arial"/>
              <a:sym typeface="Arial"/>
            </a:endParaRPr>
          </a:p>
        </p:txBody>
      </p:sp>
      <p:sp>
        <p:nvSpPr>
          <p:cNvPr id="1670" name="Google Shape;1670;g38b88470f6c_2_1831"/>
          <p:cNvSpPr txBox="1"/>
          <p:nvPr/>
        </p:nvSpPr>
        <p:spPr>
          <a:xfrm>
            <a:off x="922274" y="2016078"/>
            <a:ext cx="112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F3F3F"/>
                </a:solidFill>
                <a:latin typeface="Arial"/>
                <a:ea typeface="Arial"/>
                <a:cs typeface="Arial"/>
                <a:sym typeface="Arial"/>
              </a:rPr>
              <a:t>Lesson</a:t>
            </a:r>
            <a:endParaRPr b="0" i="0" sz="1400" u="none" cap="none" strike="noStrike">
              <a:solidFill>
                <a:srgbClr val="000000"/>
              </a:solidFill>
              <a:latin typeface="Arial"/>
              <a:ea typeface="Arial"/>
              <a:cs typeface="Arial"/>
              <a:sym typeface="Arial"/>
            </a:endParaRPr>
          </a:p>
        </p:txBody>
      </p:sp>
      <p:sp>
        <p:nvSpPr>
          <p:cNvPr id="1671" name="Google Shape;1671;g38b88470f6c_2_1831"/>
          <p:cNvSpPr/>
          <p:nvPr/>
        </p:nvSpPr>
        <p:spPr>
          <a:xfrm>
            <a:off x="550801" y="1024711"/>
            <a:ext cx="305282" cy="556451"/>
          </a:xfrm>
          <a:custGeom>
            <a:rect b="b" l="l" r="r" t="t"/>
            <a:pathLst>
              <a:path extrusionOk="0" h="876300" w="2304013">
                <a:moveTo>
                  <a:pt x="2304013" y="876300"/>
                </a:moveTo>
                <a:lnTo>
                  <a:pt x="0" y="876300"/>
                </a:lnTo>
                <a:lnTo>
                  <a:pt x="0" y="0"/>
                </a:lnTo>
              </a:path>
            </a:pathLst>
          </a:custGeom>
          <a:noFill/>
          <a:ln cap="flat" cmpd="sng" w="9525">
            <a:solidFill>
              <a:schemeClr val="dk1">
                <a:alpha val="9412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672" name="Google Shape;1672;g38b88470f6c_2_1831"/>
          <p:cNvSpPr/>
          <p:nvPr/>
        </p:nvSpPr>
        <p:spPr>
          <a:xfrm>
            <a:off x="550802" y="1581151"/>
            <a:ext cx="305282" cy="685705"/>
          </a:xfrm>
          <a:custGeom>
            <a:rect b="b" l="l" r="r" t="t"/>
            <a:pathLst>
              <a:path extrusionOk="0" h="876300" w="2304013">
                <a:moveTo>
                  <a:pt x="2304013" y="876300"/>
                </a:moveTo>
                <a:lnTo>
                  <a:pt x="0" y="876300"/>
                </a:lnTo>
                <a:lnTo>
                  <a:pt x="0" y="0"/>
                </a:lnTo>
              </a:path>
            </a:pathLst>
          </a:custGeom>
          <a:noFill/>
          <a:ln cap="flat" cmpd="sng" w="9525">
            <a:solidFill>
              <a:schemeClr val="dk1">
                <a:alpha val="9412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673" name="Google Shape;1673;g38b88470f6c_2_1831"/>
          <p:cNvSpPr/>
          <p:nvPr/>
        </p:nvSpPr>
        <p:spPr>
          <a:xfrm>
            <a:off x="550802" y="2266951"/>
            <a:ext cx="305282" cy="641890"/>
          </a:xfrm>
          <a:custGeom>
            <a:rect b="b" l="l" r="r" t="t"/>
            <a:pathLst>
              <a:path extrusionOk="0" h="876300" w="2304013">
                <a:moveTo>
                  <a:pt x="2304013" y="876300"/>
                </a:moveTo>
                <a:lnTo>
                  <a:pt x="0" y="876300"/>
                </a:lnTo>
                <a:lnTo>
                  <a:pt x="0" y="0"/>
                </a:lnTo>
              </a:path>
            </a:pathLst>
          </a:custGeom>
          <a:noFill/>
          <a:ln cap="flat" cmpd="sng" w="9525">
            <a:solidFill>
              <a:schemeClr val="dk1">
                <a:alpha val="9412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1674" name="Google Shape;1674;g38b88470f6c_2_1831"/>
          <p:cNvPicPr preferRelativeResize="0"/>
          <p:nvPr/>
        </p:nvPicPr>
        <p:blipFill rotWithShape="1">
          <a:blip r:embed="rId3">
            <a:alphaModFix/>
          </a:blip>
          <a:srcRect b="0" l="0" r="0" t="0"/>
          <a:stretch/>
        </p:blipFill>
        <p:spPr>
          <a:xfrm>
            <a:off x="398035" y="-1013776"/>
            <a:ext cx="609600" cy="609600"/>
          </a:xfrm>
          <a:prstGeom prst="rect">
            <a:avLst/>
          </a:prstGeom>
          <a:noFill/>
          <a:ln>
            <a:noFill/>
          </a:ln>
        </p:spPr>
      </p:pic>
      <p:pic>
        <p:nvPicPr>
          <p:cNvPr id="1675" name="Google Shape;1675;g38b88470f6c_2_1831"/>
          <p:cNvPicPr preferRelativeResize="0"/>
          <p:nvPr/>
        </p:nvPicPr>
        <p:blipFill rotWithShape="1">
          <a:blip r:embed="rId3">
            <a:alphaModFix/>
          </a:blip>
          <a:srcRect b="0" l="0" r="0" t="0"/>
          <a:stretch/>
        </p:blipFill>
        <p:spPr>
          <a:xfrm>
            <a:off x="1769481" y="-1013776"/>
            <a:ext cx="609600" cy="609600"/>
          </a:xfrm>
          <a:prstGeom prst="rect">
            <a:avLst/>
          </a:prstGeom>
          <a:noFill/>
          <a:ln>
            <a:noFill/>
          </a:ln>
        </p:spPr>
      </p:pic>
      <p:pic>
        <p:nvPicPr>
          <p:cNvPr id="1676" name="Google Shape;1676;g38b88470f6c_2_1831"/>
          <p:cNvPicPr preferRelativeResize="0"/>
          <p:nvPr/>
        </p:nvPicPr>
        <p:blipFill rotWithShape="1">
          <a:blip r:embed="rId3">
            <a:alphaModFix/>
          </a:blip>
          <a:srcRect b="0" l="0" r="0" t="0"/>
          <a:stretch/>
        </p:blipFill>
        <p:spPr>
          <a:xfrm>
            <a:off x="2921488" y="-1013776"/>
            <a:ext cx="609600" cy="609600"/>
          </a:xfrm>
          <a:prstGeom prst="rect">
            <a:avLst/>
          </a:prstGeom>
          <a:noFill/>
          <a:ln>
            <a:noFill/>
          </a:ln>
        </p:spPr>
      </p:pic>
      <p:grpSp>
        <p:nvGrpSpPr>
          <p:cNvPr id="1677" name="Google Shape;1677;g38b88470f6c_2_1831"/>
          <p:cNvGrpSpPr/>
          <p:nvPr/>
        </p:nvGrpSpPr>
        <p:grpSpPr>
          <a:xfrm>
            <a:off x="9288255" y="1685151"/>
            <a:ext cx="2641800" cy="2954703"/>
            <a:chOff x="9288255" y="1685151"/>
            <a:chExt cx="2641800" cy="2954703"/>
          </a:xfrm>
        </p:grpSpPr>
        <p:pic>
          <p:nvPicPr>
            <p:cNvPr id="1678" name="Google Shape;1678;g38b88470f6c_2_1831"/>
            <p:cNvPicPr preferRelativeResize="0"/>
            <p:nvPr/>
          </p:nvPicPr>
          <p:blipFill rotWithShape="1">
            <a:blip r:embed="rId4">
              <a:alphaModFix/>
            </a:blip>
            <a:srcRect b="0" l="0" r="0" t="0"/>
            <a:stretch/>
          </p:blipFill>
          <p:spPr>
            <a:xfrm>
              <a:off x="9518129" y="1685151"/>
              <a:ext cx="2304016" cy="834212"/>
            </a:xfrm>
            <a:prstGeom prst="rect">
              <a:avLst/>
            </a:prstGeom>
            <a:noFill/>
            <a:ln>
              <a:noFill/>
            </a:ln>
          </p:spPr>
        </p:pic>
        <p:sp>
          <p:nvSpPr>
            <p:cNvPr id="1679" name="Google Shape;1679;g38b88470f6c_2_1831"/>
            <p:cNvSpPr txBox="1"/>
            <p:nvPr/>
          </p:nvSpPr>
          <p:spPr>
            <a:xfrm>
              <a:off x="9288255" y="1795795"/>
              <a:ext cx="2641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Task review</a:t>
              </a:r>
              <a:endParaRPr b="0" i="0" sz="1400" u="none" cap="none" strike="noStrike">
                <a:solidFill>
                  <a:srgbClr val="000000"/>
                </a:solidFill>
                <a:latin typeface="Arial"/>
                <a:ea typeface="Arial"/>
                <a:cs typeface="Arial"/>
                <a:sym typeface="Arial"/>
              </a:endParaRPr>
            </a:p>
          </p:txBody>
        </p:sp>
        <p:pic>
          <p:nvPicPr>
            <p:cNvPr id="1680" name="Google Shape;1680;g38b88470f6c_2_1831"/>
            <p:cNvPicPr preferRelativeResize="0"/>
            <p:nvPr/>
          </p:nvPicPr>
          <p:blipFill rotWithShape="1">
            <a:blip r:embed="rId4">
              <a:alphaModFix/>
            </a:blip>
            <a:srcRect b="0" l="0" r="0" t="0"/>
            <a:stretch/>
          </p:blipFill>
          <p:spPr>
            <a:xfrm>
              <a:off x="9518129" y="2790042"/>
              <a:ext cx="2304016" cy="834212"/>
            </a:xfrm>
            <a:prstGeom prst="rect">
              <a:avLst/>
            </a:prstGeom>
            <a:noFill/>
            <a:ln>
              <a:noFill/>
            </a:ln>
          </p:spPr>
        </p:pic>
        <p:pic>
          <p:nvPicPr>
            <p:cNvPr id="1681" name="Google Shape;1681;g38b88470f6c_2_1831"/>
            <p:cNvPicPr preferRelativeResize="0"/>
            <p:nvPr/>
          </p:nvPicPr>
          <p:blipFill rotWithShape="1">
            <a:blip r:embed="rId4">
              <a:alphaModFix/>
            </a:blip>
            <a:srcRect b="0" l="0" r="0" t="0"/>
            <a:stretch/>
          </p:blipFill>
          <p:spPr>
            <a:xfrm>
              <a:off x="9518129" y="3805642"/>
              <a:ext cx="2304016" cy="834212"/>
            </a:xfrm>
            <a:prstGeom prst="rect">
              <a:avLst/>
            </a:prstGeom>
            <a:noFill/>
            <a:ln>
              <a:noFill/>
            </a:ln>
          </p:spPr>
        </p:pic>
      </p:grpSp>
      <p:sp>
        <p:nvSpPr>
          <p:cNvPr id="1682" name="Google Shape;1682;g38b88470f6c_2_1831"/>
          <p:cNvSpPr txBox="1"/>
          <p:nvPr>
            <p:ph idx="1" type="body"/>
          </p:nvPr>
        </p:nvSpPr>
        <p:spPr>
          <a:xfrm>
            <a:off x="1788815" y="1230572"/>
            <a:ext cx="735300" cy="5565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683" name="Google Shape;1683;g38b88470f6c_2_1831"/>
          <p:cNvSpPr txBox="1"/>
          <p:nvPr>
            <p:ph idx="2" type="body"/>
          </p:nvPr>
        </p:nvSpPr>
        <p:spPr>
          <a:xfrm>
            <a:off x="1932061" y="2001129"/>
            <a:ext cx="735300" cy="5565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684" name="Google Shape;1684;g38b88470f6c_2_1831"/>
          <p:cNvSpPr txBox="1"/>
          <p:nvPr>
            <p:ph idx="3" type="body"/>
          </p:nvPr>
        </p:nvSpPr>
        <p:spPr>
          <a:xfrm>
            <a:off x="940826" y="2709192"/>
            <a:ext cx="2876400" cy="8262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685" name="Google Shape;1685;g38b88470f6c_2_1831"/>
          <p:cNvSpPr txBox="1"/>
          <p:nvPr/>
        </p:nvSpPr>
        <p:spPr>
          <a:xfrm>
            <a:off x="9349215" y="2903356"/>
            <a:ext cx="2641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checkup</a:t>
            </a:r>
            <a:endParaRPr b="0" i="0" sz="1400" u="none" cap="none" strike="noStrike">
              <a:solidFill>
                <a:srgbClr val="000000"/>
              </a:solidFill>
              <a:latin typeface="Arial"/>
              <a:ea typeface="Arial"/>
              <a:cs typeface="Arial"/>
              <a:sym typeface="Arial"/>
            </a:endParaRPr>
          </a:p>
        </p:txBody>
      </p:sp>
      <p:sp>
        <p:nvSpPr>
          <p:cNvPr id="1686" name="Google Shape;1686;g38b88470f6c_2_1831"/>
          <p:cNvSpPr txBox="1"/>
          <p:nvPr/>
        </p:nvSpPr>
        <p:spPr>
          <a:xfrm>
            <a:off x="9349215" y="3919146"/>
            <a:ext cx="2641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Content</a:t>
            </a:r>
            <a:endParaRPr b="0" i="0" sz="1400" u="none" cap="none" strike="noStrike">
              <a:solidFill>
                <a:srgbClr val="000000"/>
              </a:solidFill>
              <a:latin typeface="Arial"/>
              <a:ea typeface="Arial"/>
              <a:cs typeface="Arial"/>
              <a:sym typeface="Arial"/>
            </a:endParaRPr>
          </a:p>
        </p:txBody>
      </p:sp>
      <p:pic>
        <p:nvPicPr>
          <p:cNvPr id="1687" name="Google Shape;1687;g38b88470f6c_2_1831"/>
          <p:cNvPicPr preferRelativeResize="0"/>
          <p:nvPr/>
        </p:nvPicPr>
        <p:blipFill rotWithShape="1">
          <a:blip r:embed="rId5">
            <a:alphaModFix/>
          </a:blip>
          <a:srcRect b="0" l="0" r="0" t="0"/>
          <a:stretch/>
        </p:blipFill>
        <p:spPr>
          <a:xfrm>
            <a:off x="10941019" y="229761"/>
            <a:ext cx="996981" cy="733073"/>
          </a:xfrm>
          <a:prstGeom prst="rect">
            <a:avLst/>
          </a:prstGeom>
          <a:noFill/>
          <a:ln>
            <a:noFill/>
          </a:ln>
        </p:spPr>
      </p:pic>
      <p:pic>
        <p:nvPicPr>
          <p:cNvPr id="1688" name="Google Shape;1688;g38b88470f6c_2_1831"/>
          <p:cNvPicPr preferRelativeResize="0"/>
          <p:nvPr/>
        </p:nvPicPr>
        <p:blipFill rotWithShape="1">
          <a:blip r:embed="rId6">
            <a:alphaModFix/>
          </a:blip>
          <a:srcRect b="0" l="0" r="0" t="0"/>
          <a:stretch/>
        </p:blipFill>
        <p:spPr>
          <a:xfrm>
            <a:off x="1314450" y="4805722"/>
            <a:ext cx="9105900" cy="182683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67"/>
                                        </p:tgtEl>
                                        <p:attrNameLst>
                                          <p:attrName>style.visibility</p:attrName>
                                        </p:attrNameLst>
                                      </p:cBhvr>
                                      <p:to>
                                        <p:strVal val="visible"/>
                                      </p:to>
                                    </p:set>
                                    <p:anim calcmode="lin" valueType="num">
                                      <p:cBhvr additive="base">
                                        <p:cTn dur="500"/>
                                        <p:tgtEl>
                                          <p:spTgt spid="1667"/>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66"/>
                                        </p:tgtEl>
                                        <p:attrNameLst>
                                          <p:attrName>style.visibility</p:attrName>
                                        </p:attrNameLst>
                                      </p:cBhvr>
                                      <p:to>
                                        <p:strVal val="visible"/>
                                      </p:to>
                                    </p:set>
                                    <p:animEffect filter="fade" transition="in">
                                      <p:cBhvr>
                                        <p:cTn dur="500"/>
                                        <p:tgtEl>
                                          <p:spTgt spid="166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68">
                                            <p:txEl>
                                              <p:pRg end="0" st="0"/>
                                            </p:txEl>
                                          </p:spTgt>
                                        </p:tgtEl>
                                        <p:attrNameLst>
                                          <p:attrName>style.visibility</p:attrName>
                                        </p:attrNameLst>
                                      </p:cBhvr>
                                      <p:to>
                                        <p:strVal val="visible"/>
                                      </p:to>
                                    </p:set>
                                    <p:animEffect filter="fade" transition="in">
                                      <p:cBhvr>
                                        <p:cTn dur="500"/>
                                        <p:tgtEl>
                                          <p:spTgt spid="16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1"/>
                                        </p:tgtEl>
                                        <p:attrNameLst>
                                          <p:attrName>style.visibility</p:attrName>
                                        </p:attrNameLst>
                                      </p:cBhvr>
                                      <p:to>
                                        <p:strVal val="visible"/>
                                      </p:to>
                                    </p:set>
                                    <p:animEffect filter="fade" transition="in">
                                      <p:cBhvr>
                                        <p:cTn dur="500"/>
                                        <p:tgtEl>
                                          <p:spTgt spid="1671"/>
                                        </p:tgtEl>
                                      </p:cBhvr>
                                    </p:animEffect>
                                  </p:childTnLst>
                                </p:cTn>
                              </p:par>
                              <p:par>
                                <p:cTn fill="hold" nodeType="withEffect" presetClass="entr" presetID="10" presetSubtype="0">
                                  <p:stCondLst>
                                    <p:cond delay="0"/>
                                  </p:stCondLst>
                                  <p:childTnLst>
                                    <p:set>
                                      <p:cBhvr>
                                        <p:cTn dur="1" fill="hold">
                                          <p:stCondLst>
                                            <p:cond delay="0"/>
                                          </p:stCondLst>
                                        </p:cTn>
                                        <p:tgtEl>
                                          <p:spTgt spid="1674"/>
                                        </p:tgtEl>
                                        <p:attrNameLst>
                                          <p:attrName>style.visibility</p:attrName>
                                        </p:attrNameLst>
                                      </p:cBhvr>
                                      <p:to>
                                        <p:strVal val="visible"/>
                                      </p:to>
                                    </p:set>
                                    <p:animEffect filter="fade" transition="in">
                                      <p:cBhvr>
                                        <p:cTn dur="1750"/>
                                        <p:tgtEl>
                                          <p:spTgt spid="1674"/>
                                        </p:tgtEl>
                                      </p:cBhvr>
                                    </p:animEffect>
                                  </p:childTnLst>
                                </p:cTn>
                              </p:par>
                              <p:par>
                                <p:cTn fill="hold" nodeType="withEffect" presetClass="entr" presetID="10" presetSubtype="0">
                                  <p:stCondLst>
                                    <p:cond delay="400"/>
                                  </p:stCondLst>
                                  <p:childTnLst>
                                    <p:set>
                                      <p:cBhvr>
                                        <p:cTn dur="1" fill="hold">
                                          <p:stCondLst>
                                            <p:cond delay="0"/>
                                          </p:stCondLst>
                                        </p:cTn>
                                        <p:tgtEl>
                                          <p:spTgt spid="1669"/>
                                        </p:tgtEl>
                                        <p:attrNameLst>
                                          <p:attrName>style.visibility</p:attrName>
                                        </p:attrNameLst>
                                      </p:cBhvr>
                                      <p:to>
                                        <p:strVal val="visible"/>
                                      </p:to>
                                    </p:set>
                                    <p:animEffect filter="fade" transition="in">
                                      <p:cBhvr>
                                        <p:cTn dur="200"/>
                                        <p:tgtEl>
                                          <p:spTgt spid="1669"/>
                                        </p:tgtEl>
                                      </p:cBhvr>
                                    </p:animEffect>
                                  </p:childTnLst>
                                </p:cTn>
                              </p:par>
                              <p:par>
                                <p:cTn fill="hold" nodeType="withEffect" presetClass="entr" presetID="10" presetSubtype="0">
                                  <p:stCondLst>
                                    <p:cond delay="400"/>
                                  </p:stCondLst>
                                  <p:childTnLst>
                                    <p:set>
                                      <p:cBhvr>
                                        <p:cTn dur="1" fill="hold">
                                          <p:stCondLst>
                                            <p:cond delay="0"/>
                                          </p:stCondLst>
                                        </p:cTn>
                                        <p:tgtEl>
                                          <p:spTgt spid="1682"/>
                                        </p:tgtEl>
                                        <p:attrNameLst>
                                          <p:attrName>style.visibility</p:attrName>
                                        </p:attrNameLst>
                                      </p:cBhvr>
                                      <p:to>
                                        <p:strVal val="visible"/>
                                      </p:to>
                                    </p:set>
                                    <p:animEffect filter="fade" transition="in">
                                      <p:cBhvr>
                                        <p:cTn dur="200"/>
                                        <p:tgtEl>
                                          <p:spTgt spid="16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2"/>
                                        </p:tgtEl>
                                        <p:attrNameLst>
                                          <p:attrName>style.visibility</p:attrName>
                                        </p:attrNameLst>
                                      </p:cBhvr>
                                      <p:to>
                                        <p:strVal val="visible"/>
                                      </p:to>
                                    </p:set>
                                    <p:animEffect filter="fade" transition="in">
                                      <p:cBhvr>
                                        <p:cTn dur="500"/>
                                        <p:tgtEl>
                                          <p:spTgt spid="1672"/>
                                        </p:tgtEl>
                                      </p:cBhvr>
                                    </p:animEffect>
                                  </p:childTnLst>
                                </p:cTn>
                              </p:par>
                              <p:par>
                                <p:cTn fill="hold" nodeType="withEffect" presetClass="entr" presetID="10" presetSubtype="0">
                                  <p:stCondLst>
                                    <p:cond delay="0"/>
                                  </p:stCondLst>
                                  <p:childTnLst>
                                    <p:set>
                                      <p:cBhvr>
                                        <p:cTn dur="1" fill="hold">
                                          <p:stCondLst>
                                            <p:cond delay="0"/>
                                          </p:stCondLst>
                                        </p:cTn>
                                        <p:tgtEl>
                                          <p:spTgt spid="1675"/>
                                        </p:tgtEl>
                                        <p:attrNameLst>
                                          <p:attrName>style.visibility</p:attrName>
                                        </p:attrNameLst>
                                      </p:cBhvr>
                                      <p:to>
                                        <p:strVal val="visible"/>
                                      </p:to>
                                    </p:set>
                                    <p:animEffect filter="fade" transition="in">
                                      <p:cBhvr>
                                        <p:cTn dur="1750"/>
                                        <p:tgtEl>
                                          <p:spTgt spid="1675"/>
                                        </p:tgtEl>
                                      </p:cBhvr>
                                    </p:animEffect>
                                  </p:childTnLst>
                                </p:cTn>
                              </p:par>
                              <p:par>
                                <p:cTn fill="hold" nodeType="withEffect" presetClass="entr" presetID="10" presetSubtype="0">
                                  <p:stCondLst>
                                    <p:cond delay="500"/>
                                  </p:stCondLst>
                                  <p:childTnLst>
                                    <p:set>
                                      <p:cBhvr>
                                        <p:cTn dur="1" fill="hold">
                                          <p:stCondLst>
                                            <p:cond delay="0"/>
                                          </p:stCondLst>
                                        </p:cTn>
                                        <p:tgtEl>
                                          <p:spTgt spid="1670"/>
                                        </p:tgtEl>
                                        <p:attrNameLst>
                                          <p:attrName>style.visibility</p:attrName>
                                        </p:attrNameLst>
                                      </p:cBhvr>
                                      <p:to>
                                        <p:strVal val="visible"/>
                                      </p:to>
                                    </p:set>
                                    <p:animEffect filter="fade" transition="in">
                                      <p:cBhvr>
                                        <p:cTn dur="500"/>
                                        <p:tgtEl>
                                          <p:spTgt spid="1670"/>
                                        </p:tgtEl>
                                      </p:cBhvr>
                                    </p:animEffect>
                                  </p:childTnLst>
                                </p:cTn>
                              </p:par>
                              <p:par>
                                <p:cTn fill="hold" nodeType="withEffect" presetClass="entr" presetID="10" presetSubtype="0">
                                  <p:stCondLst>
                                    <p:cond delay="500"/>
                                  </p:stCondLst>
                                  <p:childTnLst>
                                    <p:set>
                                      <p:cBhvr>
                                        <p:cTn dur="1" fill="hold">
                                          <p:stCondLst>
                                            <p:cond delay="0"/>
                                          </p:stCondLst>
                                        </p:cTn>
                                        <p:tgtEl>
                                          <p:spTgt spid="1683"/>
                                        </p:tgtEl>
                                        <p:attrNameLst>
                                          <p:attrName>style.visibility</p:attrName>
                                        </p:attrNameLst>
                                      </p:cBhvr>
                                      <p:to>
                                        <p:strVal val="visible"/>
                                      </p:to>
                                    </p:set>
                                    <p:animEffect filter="fade" transition="in">
                                      <p:cBhvr>
                                        <p:cTn dur="500"/>
                                        <p:tgtEl>
                                          <p:spTgt spid="16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3"/>
                                        </p:tgtEl>
                                        <p:attrNameLst>
                                          <p:attrName>style.visibility</p:attrName>
                                        </p:attrNameLst>
                                      </p:cBhvr>
                                      <p:to>
                                        <p:strVal val="visible"/>
                                      </p:to>
                                    </p:set>
                                    <p:animEffect filter="fade" transition="in">
                                      <p:cBhvr>
                                        <p:cTn dur="500"/>
                                        <p:tgtEl>
                                          <p:spTgt spid="1673"/>
                                        </p:tgtEl>
                                      </p:cBhvr>
                                    </p:animEffect>
                                  </p:childTnLst>
                                </p:cTn>
                              </p:par>
                              <p:par>
                                <p:cTn fill="hold" nodeType="withEffect" presetClass="entr" presetID="10" presetSubtype="0">
                                  <p:stCondLst>
                                    <p:cond delay="0"/>
                                  </p:stCondLst>
                                  <p:childTnLst>
                                    <p:set>
                                      <p:cBhvr>
                                        <p:cTn dur="1" fill="hold">
                                          <p:stCondLst>
                                            <p:cond delay="0"/>
                                          </p:stCondLst>
                                        </p:cTn>
                                        <p:tgtEl>
                                          <p:spTgt spid="1676"/>
                                        </p:tgtEl>
                                        <p:attrNameLst>
                                          <p:attrName>style.visibility</p:attrName>
                                        </p:attrNameLst>
                                      </p:cBhvr>
                                      <p:to>
                                        <p:strVal val="visible"/>
                                      </p:to>
                                    </p:set>
                                    <p:animEffect filter="fade" transition="in">
                                      <p:cBhvr>
                                        <p:cTn dur="1750"/>
                                        <p:tgtEl>
                                          <p:spTgt spid="1676"/>
                                        </p:tgtEl>
                                      </p:cBhvr>
                                    </p:animEffect>
                                  </p:childTnLst>
                                </p:cTn>
                              </p:par>
                              <p:par>
                                <p:cTn fill="hold" nodeType="withEffect" presetClass="entr" presetID="10" presetSubtype="0">
                                  <p:stCondLst>
                                    <p:cond delay="0"/>
                                  </p:stCondLst>
                                  <p:childTnLst>
                                    <p:set>
                                      <p:cBhvr>
                                        <p:cTn dur="1" fill="hold">
                                          <p:stCondLst>
                                            <p:cond delay="0"/>
                                          </p:stCondLst>
                                        </p:cTn>
                                        <p:tgtEl>
                                          <p:spTgt spid="1684"/>
                                        </p:tgtEl>
                                        <p:attrNameLst>
                                          <p:attrName>style.visibility</p:attrName>
                                        </p:attrNameLst>
                                      </p:cBhvr>
                                      <p:to>
                                        <p:strVal val="visible"/>
                                      </p:to>
                                    </p:set>
                                    <p:animEffect filter="fade" transition="in">
                                      <p:cBhvr>
                                        <p:cTn dur="100"/>
                                        <p:tgtEl>
                                          <p:spTgt spid="1684"/>
                                        </p:tgtEl>
                                      </p:cBhvr>
                                    </p:animEffect>
                                  </p:childTnLst>
                                </p:cTn>
                              </p:par>
                              <p:par>
                                <p:cTn fill="hold" nodeType="withEffect" presetClass="entr" presetID="2" presetSubtype="2">
                                  <p:stCondLst>
                                    <p:cond delay="0"/>
                                  </p:stCondLst>
                                  <p:childTnLst>
                                    <p:set>
                                      <p:cBhvr>
                                        <p:cTn dur="1" fill="hold">
                                          <p:stCondLst>
                                            <p:cond delay="0"/>
                                          </p:stCondLst>
                                        </p:cTn>
                                        <p:tgtEl>
                                          <p:spTgt spid="1677"/>
                                        </p:tgtEl>
                                        <p:attrNameLst>
                                          <p:attrName>style.visibility</p:attrName>
                                        </p:attrNameLst>
                                      </p:cBhvr>
                                      <p:to>
                                        <p:strVal val="visible"/>
                                      </p:to>
                                    </p:set>
                                    <p:anim calcmode="lin" valueType="num">
                                      <p:cBhvr additive="base">
                                        <p:cTn dur="500"/>
                                        <p:tgtEl>
                                          <p:spTgt spid="167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685"/>
                                        </p:tgtEl>
                                        <p:attrNameLst>
                                          <p:attrName>style.visibility</p:attrName>
                                        </p:attrNameLst>
                                      </p:cBhvr>
                                      <p:to>
                                        <p:strVal val="visible"/>
                                      </p:to>
                                    </p:set>
                                    <p:anim calcmode="lin" valueType="num">
                                      <p:cBhvr additive="base">
                                        <p:cTn dur="500"/>
                                        <p:tgtEl>
                                          <p:spTgt spid="168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686"/>
                                        </p:tgtEl>
                                        <p:attrNameLst>
                                          <p:attrName>style.visibility</p:attrName>
                                        </p:attrNameLst>
                                      </p:cBhvr>
                                      <p:to>
                                        <p:strVal val="visible"/>
                                      </p:to>
                                    </p:set>
                                    <p:anim calcmode="lin" valueType="num">
                                      <p:cBhvr additive="base">
                                        <p:cTn dur="500"/>
                                        <p:tgtEl>
                                          <p:spTgt spid="168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1689" name="Shape 1689"/>
        <p:cNvGrpSpPr/>
        <p:nvPr/>
      </p:nvGrpSpPr>
      <p:grpSpPr>
        <a:xfrm>
          <a:off x="0" y="0"/>
          <a:ext cx="0" cy="0"/>
          <a:chOff x="0" y="0"/>
          <a:chExt cx="0" cy="0"/>
        </a:xfrm>
      </p:grpSpPr>
      <p:sp>
        <p:nvSpPr>
          <p:cNvPr id="1690" name="Google Shape;1690;g38b88470f6c_2_1855"/>
          <p:cNvSpPr txBox="1"/>
          <p:nvPr/>
        </p:nvSpPr>
        <p:spPr>
          <a:xfrm>
            <a:off x="733725" y="3028788"/>
            <a:ext cx="58695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Arial"/>
                <a:ea typeface="Arial"/>
                <a:cs typeface="Arial"/>
                <a:sym typeface="Arial"/>
              </a:rPr>
              <a:t>ATTENDANCE</a:t>
            </a:r>
            <a:endParaRPr b="1" i="0" sz="4000" u="none" cap="none" strike="noStrike">
              <a:solidFill>
                <a:schemeClr val="dk1"/>
              </a:solidFill>
              <a:latin typeface="Arial"/>
              <a:ea typeface="Arial"/>
              <a:cs typeface="Arial"/>
              <a:sym typeface="Arial"/>
            </a:endParaRPr>
          </a:p>
        </p:txBody>
      </p:sp>
      <p:pic>
        <p:nvPicPr>
          <p:cNvPr id="1691" name="Google Shape;1691;g38b88470f6c_2_1855"/>
          <p:cNvPicPr preferRelativeResize="0"/>
          <p:nvPr/>
        </p:nvPicPr>
        <p:blipFill rotWithShape="1">
          <a:blip r:embed="rId2">
            <a:alphaModFix/>
          </a:blip>
          <a:srcRect b="0" l="0" r="4553" t="0"/>
          <a:stretch/>
        </p:blipFill>
        <p:spPr>
          <a:xfrm>
            <a:off x="7100925" y="611700"/>
            <a:ext cx="3939575" cy="5634575"/>
          </a:xfrm>
          <a:prstGeom prst="rect">
            <a:avLst/>
          </a:prstGeom>
          <a:noFill/>
          <a:ln>
            <a:noFill/>
          </a:ln>
        </p:spPr>
      </p:pic>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1">
  <p:cSld name="CUSTOM_1_2">
    <p:spTree>
      <p:nvGrpSpPr>
        <p:cNvPr id="1692" name="Shape 1692"/>
        <p:cNvGrpSpPr/>
        <p:nvPr/>
      </p:nvGrpSpPr>
      <p:grpSpPr>
        <a:xfrm>
          <a:off x="0" y="0"/>
          <a:ext cx="0" cy="0"/>
          <a:chOff x="0" y="0"/>
          <a:chExt cx="0" cy="0"/>
        </a:xfrm>
      </p:grpSpPr>
      <p:sp>
        <p:nvSpPr>
          <p:cNvPr id="1693" name="Google Shape;1693;g38b88470f6c_2_1858"/>
          <p:cNvSpPr txBox="1"/>
          <p:nvPr/>
        </p:nvSpPr>
        <p:spPr>
          <a:xfrm>
            <a:off x="733725" y="3028788"/>
            <a:ext cx="58695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Arial"/>
                <a:ea typeface="Arial"/>
                <a:cs typeface="Arial"/>
                <a:sym typeface="Arial"/>
              </a:rPr>
              <a:t>Task Review</a:t>
            </a:r>
            <a:endParaRPr b="1" i="0" sz="4000" u="none" cap="none" strike="noStrike">
              <a:solidFill>
                <a:schemeClr val="dk1"/>
              </a:solidFill>
              <a:latin typeface="Arial"/>
              <a:ea typeface="Arial"/>
              <a:cs typeface="Arial"/>
              <a:sym typeface="Arial"/>
            </a:endParaRPr>
          </a:p>
        </p:txBody>
      </p:sp>
      <p:pic>
        <p:nvPicPr>
          <p:cNvPr id="1694" name="Google Shape;1694;g38b88470f6c_2_1858" title="homework (1).png"/>
          <p:cNvPicPr preferRelativeResize="0"/>
          <p:nvPr/>
        </p:nvPicPr>
        <p:blipFill rotWithShape="1">
          <a:blip r:embed="rId2">
            <a:alphaModFix/>
          </a:blip>
          <a:srcRect b="0" l="0" r="0" t="0"/>
          <a:stretch/>
        </p:blipFill>
        <p:spPr>
          <a:xfrm>
            <a:off x="5983725" y="812475"/>
            <a:ext cx="4876800" cy="4876800"/>
          </a:xfrm>
          <a:prstGeom prst="rect">
            <a:avLst/>
          </a:prstGeom>
          <a:noFill/>
          <a:ln>
            <a:noFill/>
          </a:ln>
        </p:spPr>
      </p:pic>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
  <p:cSld name="2_Content">
    <p:spTree>
      <p:nvGrpSpPr>
        <p:cNvPr id="1695" name="Shape 1695"/>
        <p:cNvGrpSpPr/>
        <p:nvPr/>
      </p:nvGrpSpPr>
      <p:grpSpPr>
        <a:xfrm>
          <a:off x="0" y="0"/>
          <a:ext cx="0" cy="0"/>
          <a:chOff x="0" y="0"/>
          <a:chExt cx="0" cy="0"/>
        </a:xfrm>
      </p:grpSpPr>
      <p:pic>
        <p:nvPicPr>
          <p:cNvPr id="1696" name="Google Shape;1696;g38b88470f6c_2_1861"/>
          <p:cNvPicPr preferRelativeResize="0"/>
          <p:nvPr/>
        </p:nvPicPr>
        <p:blipFill rotWithShape="1">
          <a:blip r:embed="rId2">
            <a:alphaModFix/>
          </a:blip>
          <a:srcRect b="0" l="0" r="0" t="0"/>
          <a:stretch/>
        </p:blipFill>
        <p:spPr>
          <a:xfrm>
            <a:off x="3947887" y="962834"/>
            <a:ext cx="4513943" cy="3742214"/>
          </a:xfrm>
          <a:prstGeom prst="rect">
            <a:avLst/>
          </a:prstGeom>
          <a:noFill/>
          <a:ln>
            <a:noFill/>
          </a:ln>
        </p:spPr>
      </p:pic>
      <p:sp>
        <p:nvSpPr>
          <p:cNvPr id="1697" name="Google Shape;1697;g38b88470f6c_2_1861"/>
          <p:cNvSpPr txBox="1"/>
          <p:nvPr>
            <p:ph idx="1" type="body"/>
          </p:nvPr>
        </p:nvSpPr>
        <p:spPr>
          <a:xfrm>
            <a:off x="4126755" y="1516584"/>
            <a:ext cx="3809700" cy="2634600"/>
          </a:xfrm>
          <a:prstGeom prst="rect">
            <a:avLst/>
          </a:prstGeom>
          <a:noFill/>
          <a:ln>
            <a:noFill/>
          </a:ln>
        </p:spPr>
        <p:txBody>
          <a:bodyPr anchorCtr="0" anchor="b" bIns="45700" lIns="91425" spcFirstLastPara="1" rIns="91425" wrap="square" tIns="45700">
            <a:noAutofit/>
          </a:bodyPr>
          <a:lstStyle>
            <a:lvl1pPr indent="-355600" lvl="0" marL="457200" marR="0" algn="l">
              <a:lnSpc>
                <a:spcPct val="100000"/>
              </a:lnSpc>
              <a:spcBef>
                <a:spcPts val="0"/>
              </a:spcBef>
              <a:spcAft>
                <a:spcPts val="0"/>
              </a:spcAft>
              <a:buClr>
                <a:srgbClr val="F5B80B"/>
              </a:buClr>
              <a:buSzPts val="2000"/>
              <a:buFont typeface="Arial"/>
              <a:buChar char="•"/>
              <a:defRPr b="0" i="0" sz="20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1698" name="Google Shape;1698;g38b88470f6c_2_1861"/>
          <p:cNvPicPr preferRelativeResize="0"/>
          <p:nvPr/>
        </p:nvPicPr>
        <p:blipFill rotWithShape="1">
          <a:blip r:embed="rId3">
            <a:alphaModFix/>
          </a:blip>
          <a:srcRect b="0" l="0" r="0" t="0"/>
          <a:stretch/>
        </p:blipFill>
        <p:spPr>
          <a:xfrm>
            <a:off x="185221" y="412824"/>
            <a:ext cx="2304016" cy="834212"/>
          </a:xfrm>
          <a:prstGeom prst="rect">
            <a:avLst/>
          </a:prstGeom>
          <a:noFill/>
          <a:ln>
            <a:noFill/>
          </a:ln>
        </p:spPr>
      </p:pic>
      <p:sp>
        <p:nvSpPr>
          <p:cNvPr id="1699" name="Google Shape;1699;g38b88470f6c_2_1861"/>
          <p:cNvSpPr txBox="1"/>
          <p:nvPr/>
        </p:nvSpPr>
        <p:spPr>
          <a:xfrm>
            <a:off x="-57318" y="510452"/>
            <a:ext cx="2641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Content</a:t>
            </a:r>
            <a:endParaRPr b="0" i="0" sz="1400" u="none" cap="none" strike="noStrike">
              <a:solidFill>
                <a:srgbClr val="000000"/>
              </a:solidFill>
              <a:latin typeface="Arial"/>
              <a:ea typeface="Arial"/>
              <a:cs typeface="Arial"/>
              <a:sym typeface="Arial"/>
            </a:endParaRPr>
          </a:p>
        </p:txBody>
      </p:sp>
      <p:pic>
        <p:nvPicPr>
          <p:cNvPr id="1700" name="Google Shape;1700;g38b88470f6c_2_1861"/>
          <p:cNvPicPr preferRelativeResize="0"/>
          <p:nvPr/>
        </p:nvPicPr>
        <p:blipFill rotWithShape="1">
          <a:blip r:embed="rId4">
            <a:alphaModFix/>
          </a:blip>
          <a:srcRect b="0" l="0" r="0" t="0"/>
          <a:stretch/>
        </p:blipFill>
        <p:spPr>
          <a:xfrm>
            <a:off x="10941019" y="229761"/>
            <a:ext cx="996981" cy="733073"/>
          </a:xfrm>
          <a:prstGeom prst="rect">
            <a:avLst/>
          </a:prstGeom>
          <a:noFill/>
          <a:ln>
            <a:noFill/>
          </a:ln>
        </p:spPr>
      </p:pic>
      <p:pic>
        <p:nvPicPr>
          <p:cNvPr id="1701" name="Google Shape;1701;g38b88470f6c_2_1861"/>
          <p:cNvPicPr preferRelativeResize="0"/>
          <p:nvPr/>
        </p:nvPicPr>
        <p:blipFill rotWithShape="1">
          <a:blip r:embed="rId5">
            <a:alphaModFix/>
          </a:blip>
          <a:srcRect b="0" l="0" r="0" t="0"/>
          <a:stretch/>
        </p:blipFill>
        <p:spPr>
          <a:xfrm>
            <a:off x="1314450" y="4805722"/>
            <a:ext cx="9105900" cy="182683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97"/>
                                        </p:tgtEl>
                                        <p:attrNameLst>
                                          <p:attrName>style.visibility</p:attrName>
                                        </p:attrNameLst>
                                      </p:cBhvr>
                                      <p:to>
                                        <p:strVal val="visible"/>
                                      </p:to>
                                    </p:set>
                                    <p:animEffect filter="fade" transition="in">
                                      <p:cBhvr>
                                        <p:cTn dur="500"/>
                                        <p:tgtEl>
                                          <p:spTgt spid="16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oring">
  <p:cSld name="Exploring">
    <p:spTree>
      <p:nvGrpSpPr>
        <p:cNvPr id="1702" name="Shape 1702"/>
        <p:cNvGrpSpPr/>
        <p:nvPr/>
      </p:nvGrpSpPr>
      <p:grpSpPr>
        <a:xfrm>
          <a:off x="0" y="0"/>
          <a:ext cx="0" cy="0"/>
          <a:chOff x="0" y="0"/>
          <a:chExt cx="0" cy="0"/>
        </a:xfrm>
      </p:grpSpPr>
      <p:sp>
        <p:nvSpPr>
          <p:cNvPr id="1703" name="Google Shape;1703;g38b88470f6c_2_1868"/>
          <p:cNvSpPr txBox="1"/>
          <p:nvPr/>
        </p:nvSpPr>
        <p:spPr>
          <a:xfrm>
            <a:off x="2729495" y="2321004"/>
            <a:ext cx="2444700" cy="1108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Arial"/>
                <a:ea typeface="Arial"/>
                <a:cs typeface="Arial"/>
                <a:sym typeface="Arial"/>
              </a:rPr>
              <a:t>EXPL</a:t>
            </a:r>
            <a:endParaRPr b="0" i="0" sz="5400" u="none" cap="none" strike="noStrike">
              <a:solidFill>
                <a:schemeClr val="dk1"/>
              </a:solidFill>
              <a:latin typeface="Arial"/>
              <a:ea typeface="Arial"/>
              <a:cs typeface="Arial"/>
              <a:sym typeface="Arial"/>
            </a:endParaRPr>
          </a:p>
        </p:txBody>
      </p:sp>
      <p:grpSp>
        <p:nvGrpSpPr>
          <p:cNvPr id="1704" name="Google Shape;1704;g38b88470f6c_2_1868"/>
          <p:cNvGrpSpPr/>
          <p:nvPr/>
        </p:nvGrpSpPr>
        <p:grpSpPr>
          <a:xfrm>
            <a:off x="4176952" y="1272637"/>
            <a:ext cx="3251700" cy="2647500"/>
            <a:chOff x="4176952" y="1437737"/>
            <a:chExt cx="3251700" cy="2647500"/>
          </a:xfrm>
        </p:grpSpPr>
        <p:sp>
          <p:nvSpPr>
            <p:cNvPr id="1705" name="Google Shape;1705;g38b88470f6c_2_1868"/>
            <p:cNvSpPr/>
            <p:nvPr/>
          </p:nvSpPr>
          <p:spPr>
            <a:xfrm>
              <a:off x="5355716" y="1808502"/>
              <a:ext cx="853500" cy="19053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06" name="Google Shape;1706;g38b88470f6c_2_1868"/>
            <p:cNvSpPr txBox="1"/>
            <p:nvPr/>
          </p:nvSpPr>
          <p:spPr>
            <a:xfrm>
              <a:off x="4176952" y="1437737"/>
              <a:ext cx="3251700" cy="2647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600"/>
                <a:buFont typeface="Arial"/>
                <a:buNone/>
              </a:pPr>
              <a:r>
                <a:rPr b="1" i="0" lang="en-US" sz="16600" u="none" cap="none" strike="noStrike">
                  <a:solidFill>
                    <a:schemeClr val="dk1"/>
                  </a:solidFill>
                  <a:latin typeface="Arial"/>
                  <a:ea typeface="Arial"/>
                  <a:cs typeface="Arial"/>
                  <a:sym typeface="Arial"/>
                </a:rPr>
                <a:t>O</a:t>
              </a:r>
              <a:endParaRPr b="0" i="0" sz="5400" u="none" cap="none" strike="noStrike">
                <a:solidFill>
                  <a:schemeClr val="dk1"/>
                </a:solidFill>
                <a:latin typeface="Arial"/>
                <a:ea typeface="Arial"/>
                <a:cs typeface="Arial"/>
                <a:sym typeface="Arial"/>
              </a:endParaRPr>
            </a:p>
          </p:txBody>
        </p:sp>
      </p:grpSp>
      <p:sp>
        <p:nvSpPr>
          <p:cNvPr id="1707" name="Google Shape;1707;g38b88470f6c_2_1868"/>
          <p:cNvSpPr txBox="1"/>
          <p:nvPr/>
        </p:nvSpPr>
        <p:spPr>
          <a:xfrm>
            <a:off x="6583633" y="2321004"/>
            <a:ext cx="30312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Arial"/>
                <a:ea typeface="Arial"/>
                <a:cs typeface="Arial"/>
                <a:sym typeface="Arial"/>
              </a:rPr>
              <a:t>RING</a:t>
            </a:r>
            <a:endParaRPr b="0" i="0" sz="5400" u="none" cap="none" strike="noStrike">
              <a:solidFill>
                <a:schemeClr val="dk1"/>
              </a:solidFill>
              <a:latin typeface="Arial"/>
              <a:ea typeface="Arial"/>
              <a:cs typeface="Arial"/>
              <a:sym typeface="Arial"/>
            </a:endParaRPr>
          </a:p>
        </p:txBody>
      </p:sp>
      <p:pic>
        <p:nvPicPr>
          <p:cNvPr id="1708" name="Google Shape;1708;g38b88470f6c_2_1868"/>
          <p:cNvPicPr preferRelativeResize="0"/>
          <p:nvPr/>
        </p:nvPicPr>
        <p:blipFill rotWithShape="1">
          <a:blip r:embed="rId2">
            <a:alphaModFix/>
          </a:blip>
          <a:srcRect b="0" l="0" r="0" t="0"/>
          <a:stretch/>
        </p:blipFill>
        <p:spPr>
          <a:xfrm>
            <a:off x="1314450" y="4805722"/>
            <a:ext cx="9105900" cy="1826834"/>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03"/>
                                        </p:tgtEl>
                                        <p:attrNameLst>
                                          <p:attrName>style.visibility</p:attrName>
                                        </p:attrNameLst>
                                      </p:cBhvr>
                                      <p:to>
                                        <p:strVal val="visible"/>
                                      </p:to>
                                    </p:set>
                                    <p:animEffect filter="fade" transition="in">
                                      <p:cBhvr>
                                        <p:cTn dur="500"/>
                                        <p:tgtEl>
                                          <p:spTgt spid="1703"/>
                                        </p:tgtEl>
                                      </p:cBhvr>
                                    </p:animEffect>
                                  </p:childTnLst>
                                </p:cTn>
                              </p:par>
                              <p:par>
                                <p:cTn fill="hold" nodeType="withEffect" presetClass="entr" presetID="10" presetSubtype="0">
                                  <p:stCondLst>
                                    <p:cond delay="0"/>
                                  </p:stCondLst>
                                  <p:childTnLst>
                                    <p:set>
                                      <p:cBhvr>
                                        <p:cTn dur="1" fill="hold">
                                          <p:stCondLst>
                                            <p:cond delay="0"/>
                                          </p:stCondLst>
                                        </p:cTn>
                                        <p:tgtEl>
                                          <p:spTgt spid="1707"/>
                                        </p:tgtEl>
                                        <p:attrNameLst>
                                          <p:attrName>style.visibility</p:attrName>
                                        </p:attrNameLst>
                                      </p:cBhvr>
                                      <p:to>
                                        <p:strVal val="visible"/>
                                      </p:to>
                                    </p:set>
                                    <p:animEffect filter="fade" transition="in">
                                      <p:cBhvr>
                                        <p:cTn dur="500"/>
                                        <p:tgtEl>
                                          <p:spTgt spid="17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earn">
  <p:cSld name="1_Learn">
    <p:spTree>
      <p:nvGrpSpPr>
        <p:cNvPr id="1709" name="Shape 1709"/>
        <p:cNvGrpSpPr/>
        <p:nvPr/>
      </p:nvGrpSpPr>
      <p:grpSpPr>
        <a:xfrm>
          <a:off x="0" y="0"/>
          <a:ext cx="0" cy="0"/>
          <a:chOff x="0" y="0"/>
          <a:chExt cx="0" cy="0"/>
        </a:xfrm>
      </p:grpSpPr>
      <p:sp>
        <p:nvSpPr>
          <p:cNvPr id="1710" name="Google Shape;1710;g38b88470f6c_2_1875"/>
          <p:cNvSpPr/>
          <p:nvPr>
            <p:ph idx="2" type="pic"/>
          </p:nvPr>
        </p:nvSpPr>
        <p:spPr>
          <a:xfrm>
            <a:off x="2114230" y="1920640"/>
            <a:ext cx="7963500" cy="4108200"/>
          </a:xfrm>
          <a:prstGeom prst="rect">
            <a:avLst/>
          </a:prstGeom>
          <a:noFill/>
          <a:ln>
            <a:noFill/>
          </a:ln>
        </p:spPr>
      </p:sp>
      <p:sp>
        <p:nvSpPr>
          <p:cNvPr id="1711" name="Google Shape;1711;g38b88470f6c_2_1875"/>
          <p:cNvSpPr txBox="1"/>
          <p:nvPr>
            <p:ph idx="1" type="body"/>
          </p:nvPr>
        </p:nvSpPr>
        <p:spPr>
          <a:xfrm>
            <a:off x="409575" y="347725"/>
            <a:ext cx="4602300" cy="1437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000000"/>
              </a:buClr>
              <a:buSzPts val="4000"/>
              <a:buFont typeface="Arial"/>
              <a:buNone/>
              <a:defRPr b="0" i="0" sz="4000" u="none" cap="none" strike="noStrike">
                <a:solidFill>
                  <a:schemeClr val="lt1"/>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1712" name="Google Shape;1712;g38b88470f6c_2_1875"/>
          <p:cNvGrpSpPr/>
          <p:nvPr/>
        </p:nvGrpSpPr>
        <p:grpSpPr>
          <a:xfrm>
            <a:off x="11772676" y="3269566"/>
            <a:ext cx="285129" cy="641391"/>
            <a:chOff x="9089236" y="2726129"/>
            <a:chExt cx="285129" cy="641391"/>
          </a:xfrm>
        </p:grpSpPr>
        <p:sp>
          <p:nvSpPr>
            <p:cNvPr id="1713" name="Google Shape;1713;g38b88470f6c_2_1875"/>
            <p:cNvSpPr/>
            <p:nvPr/>
          </p:nvSpPr>
          <p:spPr>
            <a:xfrm>
              <a:off x="9125553" y="2927370"/>
              <a:ext cx="15000" cy="285129"/>
            </a:xfrm>
            <a:custGeom>
              <a:rect b="b" l="l" r="r" t="t"/>
              <a:pathLst>
                <a:path extrusionOk="0" h="285129" w="120000">
                  <a:moveTo>
                    <a:pt x="0" y="292933"/>
                  </a:moveTo>
                  <a:lnTo>
                    <a:pt x="118801" y="255266"/>
                  </a:lnTo>
                  <a:lnTo>
                    <a:pt x="118801" y="0"/>
                  </a:lnTo>
                  <a:lnTo>
                    <a:pt x="0" y="39618"/>
                  </a:lnTo>
                  <a:lnTo>
                    <a:pt x="0" y="292933"/>
                  </a:lnTo>
                  <a:close/>
                </a:path>
              </a:pathLst>
            </a:custGeom>
            <a:solidFill>
              <a:srgbClr val="E7353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4" name="Google Shape;1714;g38b88470f6c_2_1875">
              <a:hlinkClick action="ppaction://hlinkshowjump?jump=nextslide"/>
            </p:cNvPr>
            <p:cNvSpPr/>
            <p:nvPr/>
          </p:nvSpPr>
          <p:spPr>
            <a:xfrm>
              <a:off x="9089236" y="2767248"/>
              <a:ext cx="270122" cy="600272"/>
            </a:xfrm>
            <a:custGeom>
              <a:rect b="b" l="l" r="r" t="t"/>
              <a:pathLst>
                <a:path extrusionOk="0" h="600272" w="270122">
                  <a:moveTo>
                    <a:pt x="284379" y="306589"/>
                  </a:moveTo>
                  <a:lnTo>
                    <a:pt x="0" y="0"/>
                  </a:lnTo>
                  <a:lnTo>
                    <a:pt x="0" y="613179"/>
                  </a:lnTo>
                  <a:lnTo>
                    <a:pt x="284379" y="306589"/>
                  </a:lnTo>
                  <a:close/>
                </a:path>
              </a:pathLst>
            </a:custGeom>
            <a:solidFill>
              <a:srgbClr val="19009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5" name="Google Shape;1715;g38b88470f6c_2_1875"/>
            <p:cNvSpPr/>
            <p:nvPr/>
          </p:nvSpPr>
          <p:spPr>
            <a:xfrm>
              <a:off x="9089236" y="2726129"/>
              <a:ext cx="285129" cy="345156"/>
            </a:xfrm>
            <a:custGeom>
              <a:rect b="b" l="l" r="r" t="t"/>
              <a:pathLst>
                <a:path extrusionOk="0" h="345156" w="285129">
                  <a:moveTo>
                    <a:pt x="284379" y="345757"/>
                  </a:moveTo>
                  <a:lnTo>
                    <a:pt x="292933" y="306589"/>
                  </a:lnTo>
                  <a:lnTo>
                    <a:pt x="8554" y="0"/>
                  </a:lnTo>
                  <a:lnTo>
                    <a:pt x="0" y="39168"/>
                  </a:lnTo>
                  <a:lnTo>
                    <a:pt x="284379" y="345757"/>
                  </a:lnTo>
                  <a:close/>
                </a:path>
              </a:pathLst>
            </a:custGeom>
            <a:solidFill>
              <a:srgbClr val="423E9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6" name="Google Shape;1716;g38b88470f6c_2_1875"/>
          <p:cNvGrpSpPr/>
          <p:nvPr/>
        </p:nvGrpSpPr>
        <p:grpSpPr>
          <a:xfrm>
            <a:off x="124445" y="3269566"/>
            <a:ext cx="285130" cy="641242"/>
            <a:chOff x="2661392" y="2726128"/>
            <a:chExt cx="285130" cy="641242"/>
          </a:xfrm>
        </p:grpSpPr>
        <p:sp>
          <p:nvSpPr>
            <p:cNvPr id="1717" name="Google Shape;1717;g38b88470f6c_2_1875">
              <a:hlinkClick action="ppaction://hlinkshowjump?jump=previousslide"/>
            </p:cNvPr>
            <p:cNvSpPr/>
            <p:nvPr/>
          </p:nvSpPr>
          <p:spPr>
            <a:xfrm>
              <a:off x="2669796" y="2767097"/>
              <a:ext cx="270123" cy="600273"/>
            </a:xfrm>
            <a:custGeom>
              <a:rect b="b" l="l" r="r" t="t"/>
              <a:pathLst>
                <a:path extrusionOk="0" h="600273" w="270123">
                  <a:moveTo>
                    <a:pt x="0" y="306290"/>
                  </a:moveTo>
                  <a:lnTo>
                    <a:pt x="284080" y="0"/>
                  </a:lnTo>
                  <a:lnTo>
                    <a:pt x="284080" y="612579"/>
                  </a:lnTo>
                  <a:lnTo>
                    <a:pt x="0" y="306290"/>
                  </a:lnTo>
                  <a:close/>
                </a:path>
              </a:pathLst>
            </a:custGeom>
            <a:solidFill>
              <a:srgbClr val="FCE33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8" name="Google Shape;1718;g38b88470f6c_2_1875"/>
            <p:cNvSpPr/>
            <p:nvPr/>
          </p:nvSpPr>
          <p:spPr>
            <a:xfrm>
              <a:off x="2661392" y="2726128"/>
              <a:ext cx="285130" cy="345157"/>
            </a:xfrm>
            <a:custGeom>
              <a:rect b="b" l="l" r="r" t="t"/>
              <a:pathLst>
                <a:path extrusionOk="0" h="345157" w="285130">
                  <a:moveTo>
                    <a:pt x="8404" y="345307"/>
                  </a:moveTo>
                  <a:lnTo>
                    <a:pt x="0" y="306290"/>
                  </a:lnTo>
                  <a:lnTo>
                    <a:pt x="284080" y="0"/>
                  </a:lnTo>
                  <a:lnTo>
                    <a:pt x="292484" y="39018"/>
                  </a:lnTo>
                  <a:lnTo>
                    <a:pt x="8404" y="345307"/>
                  </a:lnTo>
                  <a:close/>
                </a:path>
              </a:pathLst>
            </a:custGeom>
            <a:solidFill>
              <a:srgbClr val="F2EAC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719" name="Shape 1719"/>
        <p:cNvGrpSpPr/>
        <p:nvPr/>
      </p:nvGrpSpPr>
      <p:grpSpPr>
        <a:xfrm>
          <a:off x="0" y="0"/>
          <a:ext cx="0" cy="0"/>
          <a:chOff x="0" y="0"/>
          <a:chExt cx="0" cy="0"/>
        </a:xfrm>
      </p:grpSpPr>
      <p:sp>
        <p:nvSpPr>
          <p:cNvPr id="1720" name="Google Shape;1720;g38b88470f6c_2_1885"/>
          <p:cNvSpPr/>
          <p:nvPr/>
        </p:nvSpPr>
        <p:spPr>
          <a:xfrm>
            <a:off x="7139332" y="5105400"/>
            <a:ext cx="4580188" cy="1143436"/>
          </a:xfrm>
          <a:prstGeom prst="flowChartManualInput">
            <a:avLst/>
          </a:prstGeom>
          <a:solidFill>
            <a:srgbClr val="3876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21" name="Google Shape;1721;g38b88470f6c_2_1885"/>
          <p:cNvSpPr/>
          <p:nvPr/>
        </p:nvSpPr>
        <p:spPr>
          <a:xfrm>
            <a:off x="5588000" y="-3009900"/>
            <a:ext cx="1016100" cy="9334500"/>
          </a:xfrm>
          <a:prstGeom prst="ellipse">
            <a:avLst/>
          </a:prstGeom>
          <a:solidFill>
            <a:srgbClr val="05FDFF">
              <a:alpha val="2902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1722" name="Google Shape;1722;g38b88470f6c_2_1885"/>
          <p:cNvGrpSpPr/>
          <p:nvPr/>
        </p:nvGrpSpPr>
        <p:grpSpPr>
          <a:xfrm>
            <a:off x="4736945" y="4926810"/>
            <a:ext cx="2896817" cy="2898554"/>
            <a:chOff x="4460241" y="4926810"/>
            <a:chExt cx="2896817" cy="2898554"/>
          </a:xfrm>
        </p:grpSpPr>
        <p:sp>
          <p:nvSpPr>
            <p:cNvPr id="1723" name="Google Shape;1723;g38b88470f6c_2_1885"/>
            <p:cNvSpPr txBox="1"/>
            <p:nvPr/>
          </p:nvSpPr>
          <p:spPr>
            <a:xfrm>
              <a:off x="4460241" y="4926810"/>
              <a:ext cx="2522100" cy="264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0" i="0" lang="en-US" sz="9600" u="none" cap="none" strike="noStrike">
                  <a:solidFill>
                    <a:schemeClr val="dk1"/>
                  </a:solidFill>
                  <a:latin typeface="Arial"/>
                  <a:ea typeface="Arial"/>
                  <a:cs typeface="Arial"/>
                  <a:sym typeface="Arial"/>
                </a:rPr>
                <a:t>V</a:t>
              </a:r>
              <a:endParaRPr b="0" i="0" sz="1400" u="none" cap="none" strike="noStrike">
                <a:solidFill>
                  <a:srgbClr val="000000"/>
                </a:solidFill>
                <a:latin typeface="Arial"/>
                <a:ea typeface="Arial"/>
                <a:cs typeface="Arial"/>
                <a:sym typeface="Arial"/>
              </a:endParaRPr>
            </a:p>
          </p:txBody>
        </p:sp>
        <p:sp>
          <p:nvSpPr>
            <p:cNvPr id="1724" name="Google Shape;1724;g38b88470f6c_2_1885"/>
            <p:cNvSpPr txBox="1"/>
            <p:nvPr/>
          </p:nvSpPr>
          <p:spPr>
            <a:xfrm>
              <a:off x="4834958" y="5181164"/>
              <a:ext cx="2522100" cy="264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0" i="0" lang="en-US" sz="9600" u="none" cap="none" strike="noStrike">
                  <a:solidFill>
                    <a:schemeClr val="dk1"/>
                  </a:solidFill>
                  <a:latin typeface="Arial"/>
                  <a:ea typeface="Arial"/>
                  <a:cs typeface="Arial"/>
                  <a:sym typeface="Arial"/>
                </a:rPr>
                <a:t>s</a:t>
              </a:r>
              <a:endParaRPr b="0" i="0" sz="1400" u="none" cap="none" strike="noStrike">
                <a:solidFill>
                  <a:srgbClr val="000000"/>
                </a:solidFill>
                <a:latin typeface="Arial"/>
                <a:ea typeface="Arial"/>
                <a:cs typeface="Arial"/>
                <a:sym typeface="Arial"/>
              </a:endParaRPr>
            </a:p>
          </p:txBody>
        </p:sp>
      </p:grpSp>
      <p:sp>
        <p:nvSpPr>
          <p:cNvPr id="1725" name="Google Shape;1725;g38b88470f6c_2_1885"/>
          <p:cNvSpPr/>
          <p:nvPr/>
        </p:nvSpPr>
        <p:spPr>
          <a:xfrm flipH="1">
            <a:off x="472480" y="5105400"/>
            <a:ext cx="4580188" cy="1143436"/>
          </a:xfrm>
          <a:prstGeom prst="flowChartManualInput">
            <a:avLst/>
          </a:prstGeom>
          <a:solidFill>
            <a:srgbClr val="3876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26" name="Google Shape;1726;g38b88470f6c_2_1885"/>
          <p:cNvSpPr txBox="1"/>
          <p:nvPr>
            <p:ph idx="1" type="body"/>
          </p:nvPr>
        </p:nvSpPr>
        <p:spPr>
          <a:xfrm>
            <a:off x="472480" y="5361232"/>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Quicksand SemiBold"/>
                <a:ea typeface="Quicksand SemiBold"/>
                <a:cs typeface="Quicksand SemiBold"/>
                <a:sym typeface="Quicksand SemiBold"/>
              </a:defRPr>
            </a:lvl1pPr>
            <a:lvl2pPr indent="-330200" lvl="1" marL="914400" marR="0" algn="l">
              <a:lnSpc>
                <a:spcPct val="100000"/>
              </a:lnSpc>
              <a:spcBef>
                <a:spcPts val="1000"/>
              </a:spcBef>
              <a:spcAft>
                <a:spcPts val="0"/>
              </a:spcAft>
              <a:buClr>
                <a:schemeClr val="dk1"/>
              </a:buClr>
              <a:buSzPts val="1600"/>
              <a:buFont typeface="Arial"/>
              <a:buChar char="•"/>
              <a:defRPr b="0" i="0" sz="1600" u="none" cap="none" strike="noStrike">
                <a:solidFill>
                  <a:schemeClr val="dk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dk1"/>
              </a:buClr>
              <a:buSzPts val="1400"/>
              <a:buFont typeface="Arial"/>
              <a:buChar char="•"/>
              <a:defRPr b="0" i="0" sz="1400" u="none" cap="none" strike="noStrike">
                <a:solidFill>
                  <a:schemeClr val="dk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dk1"/>
              </a:buClr>
              <a:buSzPts val="1200"/>
              <a:buFont typeface="Arial"/>
              <a:buChar char="•"/>
              <a:defRPr b="0" i="0" sz="1200" u="none" cap="none" strike="noStrike">
                <a:solidFill>
                  <a:schemeClr val="dk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dk1"/>
              </a:buClr>
              <a:buSzPts val="1200"/>
              <a:buFont typeface="Arial"/>
              <a:buChar char="•"/>
              <a:defRPr b="0" i="0" sz="1200" u="none" cap="none" strike="noStrike">
                <a:solidFill>
                  <a:schemeClr val="dk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dk1"/>
              </a:buClr>
              <a:buSzPts val="1200"/>
              <a:buFont typeface="Arial"/>
              <a:buChar char="•"/>
              <a:defRPr b="0" i="0" sz="1200" u="none" cap="none" strike="noStrike">
                <a:solidFill>
                  <a:schemeClr val="dk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dk1"/>
              </a:buClr>
              <a:buSzPts val="1200"/>
              <a:buFont typeface="Arial"/>
              <a:buChar char="•"/>
              <a:defRPr b="0" i="0" sz="1200" u="none" cap="none" strike="noStrike">
                <a:solidFill>
                  <a:schemeClr val="dk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dk1"/>
              </a:buClr>
              <a:buSzPts val="1200"/>
              <a:buFont typeface="Arial"/>
              <a:buChar char="•"/>
              <a:defRPr b="0" i="0" sz="1200" u="none" cap="none" strike="noStrike">
                <a:solidFill>
                  <a:schemeClr val="dk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dk1"/>
              </a:buClr>
              <a:buSzPts val="1200"/>
              <a:buFont typeface="Arial"/>
              <a:buChar char="•"/>
              <a:defRPr b="0" i="0" sz="1200" u="none" cap="none" strike="noStrike">
                <a:solidFill>
                  <a:schemeClr val="dk1"/>
                </a:solidFill>
                <a:latin typeface="Quicksand"/>
                <a:ea typeface="Quicksand"/>
                <a:cs typeface="Quicksand"/>
                <a:sym typeface="Quicksand"/>
              </a:defRPr>
            </a:lvl9pPr>
          </a:lstStyle>
          <a:p/>
        </p:txBody>
      </p:sp>
      <p:sp>
        <p:nvSpPr>
          <p:cNvPr id="1727" name="Google Shape;1727;g38b88470f6c_2_1885"/>
          <p:cNvSpPr txBox="1"/>
          <p:nvPr>
            <p:ph idx="2" type="body"/>
          </p:nvPr>
        </p:nvSpPr>
        <p:spPr>
          <a:xfrm>
            <a:off x="7139332" y="5361232"/>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Quicksand SemiBold"/>
                <a:ea typeface="Quicksand SemiBold"/>
                <a:cs typeface="Quicksand SemiBold"/>
                <a:sym typeface="Quicksand SemiBold"/>
              </a:defRPr>
            </a:lvl1pPr>
            <a:lvl2pPr indent="-330200" lvl="1" marL="914400" marR="0" algn="l">
              <a:lnSpc>
                <a:spcPct val="100000"/>
              </a:lnSpc>
              <a:spcBef>
                <a:spcPts val="1000"/>
              </a:spcBef>
              <a:spcAft>
                <a:spcPts val="0"/>
              </a:spcAft>
              <a:buClr>
                <a:schemeClr val="dk1"/>
              </a:buClr>
              <a:buSzPts val="1600"/>
              <a:buFont typeface="Arial"/>
              <a:buChar char="•"/>
              <a:defRPr b="0" i="0" sz="1600" u="none" cap="none" strike="noStrike">
                <a:solidFill>
                  <a:schemeClr val="dk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dk1"/>
              </a:buClr>
              <a:buSzPts val="1400"/>
              <a:buFont typeface="Arial"/>
              <a:buChar char="•"/>
              <a:defRPr b="0" i="0" sz="1400" u="none" cap="none" strike="noStrike">
                <a:solidFill>
                  <a:schemeClr val="dk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dk1"/>
              </a:buClr>
              <a:buSzPts val="1200"/>
              <a:buFont typeface="Arial"/>
              <a:buChar char="•"/>
              <a:defRPr b="0" i="0" sz="1200" u="none" cap="none" strike="noStrike">
                <a:solidFill>
                  <a:schemeClr val="dk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dk1"/>
              </a:buClr>
              <a:buSzPts val="1200"/>
              <a:buFont typeface="Arial"/>
              <a:buChar char="•"/>
              <a:defRPr b="0" i="0" sz="1200" u="none" cap="none" strike="noStrike">
                <a:solidFill>
                  <a:schemeClr val="dk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dk1"/>
              </a:buClr>
              <a:buSzPts val="1200"/>
              <a:buFont typeface="Arial"/>
              <a:buChar char="•"/>
              <a:defRPr b="0" i="0" sz="1200" u="none" cap="none" strike="noStrike">
                <a:solidFill>
                  <a:schemeClr val="dk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dk1"/>
              </a:buClr>
              <a:buSzPts val="1200"/>
              <a:buFont typeface="Arial"/>
              <a:buChar char="•"/>
              <a:defRPr b="0" i="0" sz="1200" u="none" cap="none" strike="noStrike">
                <a:solidFill>
                  <a:schemeClr val="dk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dk1"/>
              </a:buClr>
              <a:buSzPts val="1200"/>
              <a:buFont typeface="Arial"/>
              <a:buChar char="•"/>
              <a:defRPr b="0" i="0" sz="1200" u="none" cap="none" strike="noStrike">
                <a:solidFill>
                  <a:schemeClr val="dk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dk1"/>
              </a:buClr>
              <a:buSzPts val="1200"/>
              <a:buFont typeface="Arial"/>
              <a:buChar char="•"/>
              <a:defRPr b="0" i="0" sz="1200" u="none" cap="none" strike="noStrike">
                <a:solidFill>
                  <a:schemeClr val="dk1"/>
                </a:solidFill>
                <a:latin typeface="Quicksand"/>
                <a:ea typeface="Quicksand"/>
                <a:cs typeface="Quicksand"/>
                <a:sym typeface="Quicksand"/>
              </a:defRPr>
            </a:lvl9pPr>
          </a:lstStyle>
          <a:p/>
        </p:txBody>
      </p:sp>
      <p:sp>
        <p:nvSpPr>
          <p:cNvPr id="1728" name="Google Shape;1728;g38b88470f6c_2_1885"/>
          <p:cNvSpPr txBox="1"/>
          <p:nvPr>
            <p:ph idx="3" type="body"/>
          </p:nvPr>
        </p:nvSpPr>
        <p:spPr>
          <a:xfrm>
            <a:off x="621905" y="448078"/>
            <a:ext cx="4279800" cy="4389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800"/>
              <a:buFont typeface="Arial"/>
              <a:buNone/>
              <a:defRPr b="0" i="0" sz="2800" u="none" cap="none" strike="noStrike">
                <a:solidFill>
                  <a:schemeClr val="dk1"/>
                </a:solidFill>
                <a:latin typeface="Quicksand SemiBold"/>
                <a:ea typeface="Quicksand SemiBold"/>
                <a:cs typeface="Quicksand SemiBold"/>
                <a:sym typeface="Quicksand SemiBol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729" name="Google Shape;1729;g38b88470f6c_2_1885"/>
          <p:cNvSpPr txBox="1"/>
          <p:nvPr>
            <p:ph idx="4" type="body"/>
          </p:nvPr>
        </p:nvSpPr>
        <p:spPr>
          <a:xfrm>
            <a:off x="7290195" y="448078"/>
            <a:ext cx="4279800" cy="4389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800"/>
              <a:buFont typeface="Arial"/>
              <a:buNone/>
              <a:defRPr b="0" i="0" sz="2800" u="none" cap="none" strike="noStrike">
                <a:solidFill>
                  <a:schemeClr val="dk1"/>
                </a:solidFill>
                <a:latin typeface="Quicksand SemiBold"/>
                <a:ea typeface="Quicksand SemiBold"/>
                <a:cs typeface="Quicksand SemiBold"/>
                <a:sym typeface="Quicksand SemiBol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1"/>
                                        </p:tgtEl>
                                        <p:attrNameLst>
                                          <p:attrName>style.visibility</p:attrName>
                                        </p:attrNameLst>
                                      </p:cBhvr>
                                      <p:to>
                                        <p:strVal val="visible"/>
                                      </p:to>
                                    </p:set>
                                    <p:animEffect filter="fade" transition="in">
                                      <p:cBhvr>
                                        <p:cTn dur="500"/>
                                        <p:tgtEl>
                                          <p:spTgt spid="1721"/>
                                        </p:tgtEl>
                                      </p:cBhvr>
                                    </p:animEffect>
                                  </p:childTnLst>
                                </p:cTn>
                              </p:par>
                              <p:par>
                                <p:cTn fill="hold" nodeType="withEffect" presetClass="entr" presetID="10" presetSubtype="0">
                                  <p:stCondLst>
                                    <p:cond delay="0"/>
                                  </p:stCondLst>
                                  <p:childTnLst>
                                    <p:set>
                                      <p:cBhvr>
                                        <p:cTn dur="1" fill="hold">
                                          <p:stCondLst>
                                            <p:cond delay="0"/>
                                          </p:stCondLst>
                                        </p:cTn>
                                        <p:tgtEl>
                                          <p:spTgt spid="1720"/>
                                        </p:tgtEl>
                                        <p:attrNameLst>
                                          <p:attrName>style.visibility</p:attrName>
                                        </p:attrNameLst>
                                      </p:cBhvr>
                                      <p:to>
                                        <p:strVal val="visible"/>
                                      </p:to>
                                    </p:set>
                                    <p:animEffect filter="fade" transition="in">
                                      <p:cBhvr>
                                        <p:cTn dur="500"/>
                                        <p:tgtEl>
                                          <p:spTgt spid="1720"/>
                                        </p:tgtEl>
                                      </p:cBhvr>
                                    </p:animEffect>
                                  </p:childTnLst>
                                </p:cTn>
                              </p:par>
                              <p:par>
                                <p:cTn fill="hold" nodeType="withEffect" presetClass="entr" presetID="10" presetSubtype="0">
                                  <p:stCondLst>
                                    <p:cond delay="0"/>
                                  </p:stCondLst>
                                  <p:childTnLst>
                                    <p:set>
                                      <p:cBhvr>
                                        <p:cTn dur="1" fill="hold">
                                          <p:stCondLst>
                                            <p:cond delay="0"/>
                                          </p:stCondLst>
                                        </p:cTn>
                                        <p:tgtEl>
                                          <p:spTgt spid="1725"/>
                                        </p:tgtEl>
                                        <p:attrNameLst>
                                          <p:attrName>style.visibility</p:attrName>
                                        </p:attrNameLst>
                                      </p:cBhvr>
                                      <p:to>
                                        <p:strVal val="visible"/>
                                      </p:to>
                                    </p:set>
                                    <p:animEffect filter="fade" transition="in">
                                      <p:cBhvr>
                                        <p:cTn dur="500"/>
                                        <p:tgtEl>
                                          <p:spTgt spid="172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26"/>
                                        </p:tgtEl>
                                        <p:attrNameLst>
                                          <p:attrName>style.visibility</p:attrName>
                                        </p:attrNameLst>
                                      </p:cBhvr>
                                      <p:to>
                                        <p:strVal val="visible"/>
                                      </p:to>
                                    </p:set>
                                    <p:animEffect filter="fade" transition="in">
                                      <p:cBhvr>
                                        <p:cTn dur="500"/>
                                        <p:tgtEl>
                                          <p:spTgt spid="172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27"/>
                                        </p:tgtEl>
                                        <p:attrNameLst>
                                          <p:attrName>style.visibility</p:attrName>
                                        </p:attrNameLst>
                                      </p:cBhvr>
                                      <p:to>
                                        <p:strVal val="visible"/>
                                      </p:to>
                                    </p:set>
                                    <p:animEffect filter="fade" transition="in">
                                      <p:cBhvr>
                                        <p:cTn dur="500"/>
                                        <p:tgtEl>
                                          <p:spTgt spid="172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729">
                                            <p:txEl>
                                              <p:pRg end="0" st="0"/>
                                            </p:txEl>
                                          </p:spTgt>
                                        </p:tgtEl>
                                        <p:attrNameLst>
                                          <p:attrName>style.visibility</p:attrName>
                                        </p:attrNameLst>
                                      </p:cBhvr>
                                      <p:to>
                                        <p:strVal val="visible"/>
                                      </p:to>
                                    </p:set>
                                    <p:animEffect filter="fade" transition="in">
                                      <p:cBhvr>
                                        <p:cTn dur="500"/>
                                        <p:tgtEl>
                                          <p:spTgt spid="1729">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29">
                                            <p:txEl>
                                              <p:pRg end="1" st="1"/>
                                            </p:txEl>
                                          </p:spTgt>
                                        </p:tgtEl>
                                        <p:attrNameLst>
                                          <p:attrName>style.visibility</p:attrName>
                                        </p:attrNameLst>
                                      </p:cBhvr>
                                      <p:to>
                                        <p:strVal val="visible"/>
                                      </p:to>
                                    </p:set>
                                    <p:animEffect filter="fade" transition="in">
                                      <p:cBhvr>
                                        <p:cTn dur="500"/>
                                        <p:tgtEl>
                                          <p:spTgt spid="1729">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729">
                                            <p:txEl>
                                              <p:pRg end="2" st="2"/>
                                            </p:txEl>
                                          </p:spTgt>
                                        </p:tgtEl>
                                        <p:attrNameLst>
                                          <p:attrName>style.visibility</p:attrName>
                                        </p:attrNameLst>
                                      </p:cBhvr>
                                      <p:to>
                                        <p:strVal val="visible"/>
                                      </p:to>
                                    </p:set>
                                    <p:animEffect filter="fade" transition="in">
                                      <p:cBhvr>
                                        <p:cTn dur="500"/>
                                        <p:tgtEl>
                                          <p:spTgt spid="1729">
                                            <p:txEl>
                                              <p:pRg end="2" st="2"/>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729">
                                            <p:txEl>
                                              <p:pRg end="3" st="3"/>
                                            </p:txEl>
                                          </p:spTgt>
                                        </p:tgtEl>
                                        <p:attrNameLst>
                                          <p:attrName>style.visibility</p:attrName>
                                        </p:attrNameLst>
                                      </p:cBhvr>
                                      <p:to>
                                        <p:strVal val="visible"/>
                                      </p:to>
                                    </p:set>
                                    <p:animEffect filter="fade" transition="in">
                                      <p:cBhvr>
                                        <p:cTn dur="500"/>
                                        <p:tgtEl>
                                          <p:spTgt spid="1729">
                                            <p:txEl>
                                              <p:pRg end="3" st="3"/>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729">
                                            <p:txEl>
                                              <p:pRg end="4" st="4"/>
                                            </p:txEl>
                                          </p:spTgt>
                                        </p:tgtEl>
                                        <p:attrNameLst>
                                          <p:attrName>style.visibility</p:attrName>
                                        </p:attrNameLst>
                                      </p:cBhvr>
                                      <p:to>
                                        <p:strVal val="visible"/>
                                      </p:to>
                                    </p:set>
                                    <p:animEffect filter="fade" transition="in">
                                      <p:cBhvr>
                                        <p:cTn dur="500"/>
                                        <p:tgtEl>
                                          <p:spTgt spid="1729">
                                            <p:txEl>
                                              <p:pRg end="4" st="4"/>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729">
                                            <p:txEl>
                                              <p:pRg end="5" st="5"/>
                                            </p:txEl>
                                          </p:spTgt>
                                        </p:tgtEl>
                                        <p:attrNameLst>
                                          <p:attrName>style.visibility</p:attrName>
                                        </p:attrNameLst>
                                      </p:cBhvr>
                                      <p:to>
                                        <p:strVal val="visible"/>
                                      </p:to>
                                    </p:set>
                                    <p:animEffect filter="fade" transition="in">
                                      <p:cBhvr>
                                        <p:cTn dur="500"/>
                                        <p:tgtEl>
                                          <p:spTgt spid="1729">
                                            <p:txEl>
                                              <p:pRg end="5" st="5"/>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729">
                                            <p:txEl>
                                              <p:pRg end="6" st="6"/>
                                            </p:txEl>
                                          </p:spTgt>
                                        </p:tgtEl>
                                        <p:attrNameLst>
                                          <p:attrName>style.visibility</p:attrName>
                                        </p:attrNameLst>
                                      </p:cBhvr>
                                      <p:to>
                                        <p:strVal val="visible"/>
                                      </p:to>
                                    </p:set>
                                    <p:animEffect filter="fade" transition="in">
                                      <p:cBhvr>
                                        <p:cTn dur="500"/>
                                        <p:tgtEl>
                                          <p:spTgt spid="1729">
                                            <p:txEl>
                                              <p:pRg end="6" st="6"/>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729">
                                            <p:txEl>
                                              <p:pRg end="7" st="7"/>
                                            </p:txEl>
                                          </p:spTgt>
                                        </p:tgtEl>
                                        <p:attrNameLst>
                                          <p:attrName>style.visibility</p:attrName>
                                        </p:attrNameLst>
                                      </p:cBhvr>
                                      <p:to>
                                        <p:strVal val="visible"/>
                                      </p:to>
                                    </p:set>
                                    <p:animEffect filter="fade" transition="in">
                                      <p:cBhvr>
                                        <p:cTn dur="500"/>
                                        <p:tgtEl>
                                          <p:spTgt spid="1729">
                                            <p:txEl>
                                              <p:pRg end="7" st="7"/>
                                            </p:txEl>
                                          </p:spTgt>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1729">
                                            <p:txEl>
                                              <p:pRg end="8" st="8"/>
                                            </p:txEl>
                                          </p:spTgt>
                                        </p:tgtEl>
                                        <p:attrNameLst>
                                          <p:attrName>style.visibility</p:attrName>
                                        </p:attrNameLst>
                                      </p:cBhvr>
                                      <p:to>
                                        <p:strVal val="visible"/>
                                      </p:to>
                                    </p:set>
                                    <p:animEffect filter="fade" transition="in">
                                      <p:cBhvr>
                                        <p:cTn dur="500"/>
                                        <p:tgtEl>
                                          <p:spTgt spid="1729">
                                            <p:txEl>
                                              <p:pRg end="8" st="8"/>
                                            </p:txEl>
                                          </p:spTgt>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1728">
                                            <p:txEl>
                                              <p:pRg end="0" st="0"/>
                                            </p:txEl>
                                          </p:spTgt>
                                        </p:tgtEl>
                                        <p:attrNameLst>
                                          <p:attrName>style.visibility</p:attrName>
                                        </p:attrNameLst>
                                      </p:cBhvr>
                                      <p:to>
                                        <p:strVal val="visible"/>
                                      </p:to>
                                    </p:set>
                                    <p:animEffect filter="fade" transition="in">
                                      <p:cBhvr>
                                        <p:cTn dur="500"/>
                                        <p:tgtEl>
                                          <p:spTgt spid="1728">
                                            <p:txEl>
                                              <p:pRg end="0" st="0"/>
                                            </p:txEl>
                                          </p:spTgt>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1728">
                                            <p:txEl>
                                              <p:pRg end="1" st="1"/>
                                            </p:txEl>
                                          </p:spTgt>
                                        </p:tgtEl>
                                        <p:attrNameLst>
                                          <p:attrName>style.visibility</p:attrName>
                                        </p:attrNameLst>
                                      </p:cBhvr>
                                      <p:to>
                                        <p:strVal val="visible"/>
                                      </p:to>
                                    </p:set>
                                    <p:animEffect filter="fade" transition="in">
                                      <p:cBhvr>
                                        <p:cTn dur="500"/>
                                        <p:tgtEl>
                                          <p:spTgt spid="1728">
                                            <p:txEl>
                                              <p:pRg end="1" st="1"/>
                                            </p:txEl>
                                          </p:spTgt>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1728">
                                            <p:txEl>
                                              <p:pRg end="2" st="2"/>
                                            </p:txEl>
                                          </p:spTgt>
                                        </p:tgtEl>
                                        <p:attrNameLst>
                                          <p:attrName>style.visibility</p:attrName>
                                        </p:attrNameLst>
                                      </p:cBhvr>
                                      <p:to>
                                        <p:strVal val="visible"/>
                                      </p:to>
                                    </p:set>
                                    <p:animEffect filter="fade" transition="in">
                                      <p:cBhvr>
                                        <p:cTn dur="500"/>
                                        <p:tgtEl>
                                          <p:spTgt spid="1728">
                                            <p:txEl>
                                              <p:pRg end="2" st="2"/>
                                            </p:txEl>
                                          </p:spTgt>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1728">
                                            <p:txEl>
                                              <p:pRg end="3" st="3"/>
                                            </p:txEl>
                                          </p:spTgt>
                                        </p:tgtEl>
                                        <p:attrNameLst>
                                          <p:attrName>style.visibility</p:attrName>
                                        </p:attrNameLst>
                                      </p:cBhvr>
                                      <p:to>
                                        <p:strVal val="visible"/>
                                      </p:to>
                                    </p:set>
                                    <p:animEffect filter="fade" transition="in">
                                      <p:cBhvr>
                                        <p:cTn dur="500"/>
                                        <p:tgtEl>
                                          <p:spTgt spid="1728">
                                            <p:txEl>
                                              <p:pRg end="3" st="3"/>
                                            </p:txEl>
                                          </p:spTgt>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1728">
                                            <p:txEl>
                                              <p:pRg end="4" st="4"/>
                                            </p:txEl>
                                          </p:spTgt>
                                        </p:tgtEl>
                                        <p:attrNameLst>
                                          <p:attrName>style.visibility</p:attrName>
                                        </p:attrNameLst>
                                      </p:cBhvr>
                                      <p:to>
                                        <p:strVal val="visible"/>
                                      </p:to>
                                    </p:set>
                                    <p:animEffect filter="fade" transition="in">
                                      <p:cBhvr>
                                        <p:cTn dur="500"/>
                                        <p:tgtEl>
                                          <p:spTgt spid="1728">
                                            <p:txEl>
                                              <p:pRg end="4" st="4"/>
                                            </p:txEl>
                                          </p:spTgt>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1728">
                                            <p:txEl>
                                              <p:pRg end="5" st="5"/>
                                            </p:txEl>
                                          </p:spTgt>
                                        </p:tgtEl>
                                        <p:attrNameLst>
                                          <p:attrName>style.visibility</p:attrName>
                                        </p:attrNameLst>
                                      </p:cBhvr>
                                      <p:to>
                                        <p:strVal val="visible"/>
                                      </p:to>
                                    </p:set>
                                    <p:animEffect filter="fade" transition="in">
                                      <p:cBhvr>
                                        <p:cTn dur="500"/>
                                        <p:tgtEl>
                                          <p:spTgt spid="1728">
                                            <p:txEl>
                                              <p:pRg end="5" st="5"/>
                                            </p:txEl>
                                          </p:spTgt>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1728">
                                            <p:txEl>
                                              <p:pRg end="6" st="6"/>
                                            </p:txEl>
                                          </p:spTgt>
                                        </p:tgtEl>
                                        <p:attrNameLst>
                                          <p:attrName>style.visibility</p:attrName>
                                        </p:attrNameLst>
                                      </p:cBhvr>
                                      <p:to>
                                        <p:strVal val="visible"/>
                                      </p:to>
                                    </p:set>
                                    <p:animEffect filter="fade" transition="in">
                                      <p:cBhvr>
                                        <p:cTn dur="500"/>
                                        <p:tgtEl>
                                          <p:spTgt spid="1728">
                                            <p:txEl>
                                              <p:pRg end="6" st="6"/>
                                            </p:txEl>
                                          </p:spTgt>
                                        </p:tgtEl>
                                      </p:cBhvr>
                                    </p:animEffect>
                                  </p:childTnLst>
                                </p:cTn>
                              </p:par>
                            </p:childTnLst>
                          </p:cTn>
                        </p:par>
                        <p:par>
                          <p:cTn fill="hold">
                            <p:stCondLst>
                              <p:cond delay="9500"/>
                            </p:stCondLst>
                            <p:childTnLst>
                              <p:par>
                                <p:cTn fill="hold" nodeType="afterEffect" presetClass="entr" presetID="10" presetSubtype="0">
                                  <p:stCondLst>
                                    <p:cond delay="0"/>
                                  </p:stCondLst>
                                  <p:childTnLst>
                                    <p:set>
                                      <p:cBhvr>
                                        <p:cTn dur="1" fill="hold">
                                          <p:stCondLst>
                                            <p:cond delay="0"/>
                                          </p:stCondLst>
                                        </p:cTn>
                                        <p:tgtEl>
                                          <p:spTgt spid="1728">
                                            <p:txEl>
                                              <p:pRg end="7" st="7"/>
                                            </p:txEl>
                                          </p:spTgt>
                                        </p:tgtEl>
                                        <p:attrNameLst>
                                          <p:attrName>style.visibility</p:attrName>
                                        </p:attrNameLst>
                                      </p:cBhvr>
                                      <p:to>
                                        <p:strVal val="visible"/>
                                      </p:to>
                                    </p:set>
                                    <p:animEffect filter="fade" transition="in">
                                      <p:cBhvr>
                                        <p:cTn dur="500"/>
                                        <p:tgtEl>
                                          <p:spTgt spid="1728">
                                            <p:txEl>
                                              <p:pRg end="7" st="7"/>
                                            </p:txEl>
                                          </p:spTgt>
                                        </p:tgtEl>
                                      </p:cBhvr>
                                    </p:animEffect>
                                  </p:childTnLst>
                                </p:cTn>
                              </p:par>
                            </p:childTnLst>
                          </p:cTn>
                        </p:par>
                        <p:par>
                          <p:cTn fill="hold">
                            <p:stCondLst>
                              <p:cond delay="10000"/>
                            </p:stCondLst>
                            <p:childTnLst>
                              <p:par>
                                <p:cTn fill="hold" nodeType="afterEffect" presetClass="entr" presetID="10" presetSubtype="0">
                                  <p:stCondLst>
                                    <p:cond delay="0"/>
                                  </p:stCondLst>
                                  <p:childTnLst>
                                    <p:set>
                                      <p:cBhvr>
                                        <p:cTn dur="1" fill="hold">
                                          <p:stCondLst>
                                            <p:cond delay="0"/>
                                          </p:stCondLst>
                                        </p:cTn>
                                        <p:tgtEl>
                                          <p:spTgt spid="1728">
                                            <p:txEl>
                                              <p:pRg end="8" st="8"/>
                                            </p:txEl>
                                          </p:spTgt>
                                        </p:tgtEl>
                                        <p:attrNameLst>
                                          <p:attrName>style.visibility</p:attrName>
                                        </p:attrNameLst>
                                      </p:cBhvr>
                                      <p:to>
                                        <p:strVal val="visible"/>
                                      </p:to>
                                    </p:set>
                                    <p:animEffect filter="fade" transition="in">
                                      <p:cBhvr>
                                        <p:cTn dur="500"/>
                                        <p:tgtEl>
                                          <p:spTgt spid="1728">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Topic+pic">
  <p:cSld name="Brainstorming+Topic+pic">
    <p:spTree>
      <p:nvGrpSpPr>
        <p:cNvPr id="1730" name="Shape 1730"/>
        <p:cNvGrpSpPr/>
        <p:nvPr/>
      </p:nvGrpSpPr>
      <p:grpSpPr>
        <a:xfrm>
          <a:off x="0" y="0"/>
          <a:ext cx="0" cy="0"/>
          <a:chOff x="0" y="0"/>
          <a:chExt cx="0" cy="0"/>
        </a:xfrm>
      </p:grpSpPr>
      <p:sp>
        <p:nvSpPr>
          <p:cNvPr id="1731" name="Google Shape;1731;g38b88470f6c_2_1896"/>
          <p:cNvSpPr txBox="1"/>
          <p:nvPr/>
        </p:nvSpPr>
        <p:spPr>
          <a:xfrm>
            <a:off x="294968" y="303255"/>
            <a:ext cx="56022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3600"/>
              <a:buFont typeface="Arial"/>
              <a:buNone/>
            </a:pPr>
            <a:r>
              <a:rPr b="0" i="0" lang="en-US" sz="3600" u="none" cap="none" strike="noStrike">
                <a:solidFill>
                  <a:schemeClr val="dk1"/>
                </a:solidFill>
                <a:latin typeface="Arial"/>
                <a:ea typeface="Arial"/>
                <a:cs typeface="Arial"/>
                <a:sym typeface="Arial"/>
              </a:rPr>
              <a:t>Brainstorming</a:t>
            </a:r>
            <a:endParaRPr b="0" i="0" sz="1400" u="none" cap="none" strike="noStrike">
              <a:solidFill>
                <a:srgbClr val="000000"/>
              </a:solidFill>
              <a:latin typeface="Arial"/>
              <a:ea typeface="Arial"/>
              <a:cs typeface="Arial"/>
              <a:sym typeface="Arial"/>
            </a:endParaRPr>
          </a:p>
        </p:txBody>
      </p:sp>
      <p:sp>
        <p:nvSpPr>
          <p:cNvPr id="1732" name="Google Shape;1732;g38b88470f6c_2_1896"/>
          <p:cNvSpPr txBox="1"/>
          <p:nvPr>
            <p:ph idx="1" type="body"/>
          </p:nvPr>
        </p:nvSpPr>
        <p:spPr>
          <a:xfrm>
            <a:off x="294968" y="939474"/>
            <a:ext cx="8121300" cy="1649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6000"/>
              <a:buFont typeface="Arial"/>
              <a:buNone/>
              <a:defRPr b="0" i="0" sz="60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733" name="Google Shape;1733;g38b88470f6c_2_1896"/>
          <p:cNvSpPr txBox="1"/>
          <p:nvPr>
            <p:ph idx="2" type="body"/>
          </p:nvPr>
        </p:nvSpPr>
        <p:spPr>
          <a:xfrm>
            <a:off x="294968" y="2857500"/>
            <a:ext cx="8322000" cy="35052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chemeClr val="dk1"/>
                </a:solidFill>
                <a:latin typeface="Quicksand"/>
                <a:ea typeface="Quicksand"/>
                <a:cs typeface="Quicksand"/>
                <a:sym typeface="Quicksan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1734" name="Google Shape;1734;g38b88470f6c_2_1896"/>
          <p:cNvGrpSpPr/>
          <p:nvPr/>
        </p:nvGrpSpPr>
        <p:grpSpPr>
          <a:xfrm>
            <a:off x="10613292" y="3686547"/>
            <a:ext cx="397913" cy="2441768"/>
            <a:chOff x="8734426" y="1856356"/>
            <a:chExt cx="337500" cy="2071050"/>
          </a:xfrm>
        </p:grpSpPr>
        <p:sp>
          <p:nvSpPr>
            <p:cNvPr id="1735" name="Google Shape;1735;g38b88470f6c_2_1896"/>
            <p:cNvSpPr/>
            <p:nvPr/>
          </p:nvSpPr>
          <p:spPr>
            <a:xfrm>
              <a:off x="8734426" y="1856356"/>
              <a:ext cx="337500" cy="337500"/>
            </a:xfrm>
            <a:prstGeom prst="ellipse">
              <a:avLst/>
            </a:prstGeom>
            <a:solidFill>
              <a:srgbClr val="F9D52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36" name="Google Shape;1736;g38b88470f6c_2_1896"/>
            <p:cNvSpPr/>
            <p:nvPr/>
          </p:nvSpPr>
          <p:spPr>
            <a:xfrm>
              <a:off x="8734426" y="3589906"/>
              <a:ext cx="337500" cy="337500"/>
            </a:xfrm>
            <a:prstGeom prst="ellipse">
              <a:avLst/>
            </a:prstGeom>
            <a:solidFill>
              <a:srgbClr val="F9D52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1737" name="Google Shape;1737;g38b88470f6c_2_1896"/>
          <p:cNvGrpSpPr/>
          <p:nvPr/>
        </p:nvGrpSpPr>
        <p:grpSpPr>
          <a:xfrm>
            <a:off x="10613292" y="3686547"/>
            <a:ext cx="397913" cy="2441768"/>
            <a:chOff x="8734426" y="1856356"/>
            <a:chExt cx="337500" cy="2071050"/>
          </a:xfrm>
        </p:grpSpPr>
        <p:sp>
          <p:nvSpPr>
            <p:cNvPr id="1738" name="Google Shape;1738;g38b88470f6c_2_1896"/>
            <p:cNvSpPr/>
            <p:nvPr/>
          </p:nvSpPr>
          <p:spPr>
            <a:xfrm>
              <a:off x="8734426" y="1856356"/>
              <a:ext cx="337500" cy="337500"/>
            </a:xfrm>
            <a:prstGeom prst="ellipse">
              <a:avLst/>
            </a:prstGeom>
            <a:solidFill>
              <a:srgbClr val="F9D2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39" name="Google Shape;1739;g38b88470f6c_2_1896"/>
            <p:cNvSpPr/>
            <p:nvPr/>
          </p:nvSpPr>
          <p:spPr>
            <a:xfrm>
              <a:off x="8734426" y="3589906"/>
              <a:ext cx="337500" cy="337500"/>
            </a:xfrm>
            <a:prstGeom prst="ellipse">
              <a:avLst/>
            </a:prstGeom>
            <a:solidFill>
              <a:srgbClr val="F9D2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1740" name="Google Shape;1740;g38b88470f6c_2_1896"/>
          <p:cNvGrpSpPr/>
          <p:nvPr/>
        </p:nvGrpSpPr>
        <p:grpSpPr>
          <a:xfrm>
            <a:off x="10613403" y="3686547"/>
            <a:ext cx="397913" cy="2441768"/>
            <a:chOff x="11049001" y="1856356"/>
            <a:chExt cx="337500" cy="2071050"/>
          </a:xfrm>
        </p:grpSpPr>
        <p:sp>
          <p:nvSpPr>
            <p:cNvPr id="1741" name="Google Shape;1741;g38b88470f6c_2_1896"/>
            <p:cNvSpPr/>
            <p:nvPr/>
          </p:nvSpPr>
          <p:spPr>
            <a:xfrm>
              <a:off x="11049001" y="1856356"/>
              <a:ext cx="337500" cy="337500"/>
            </a:xfrm>
            <a:prstGeom prst="ellipse">
              <a:avLst/>
            </a:prstGeom>
            <a:solidFill>
              <a:srgbClr val="FFFD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42" name="Google Shape;1742;g38b88470f6c_2_1896"/>
            <p:cNvSpPr/>
            <p:nvPr/>
          </p:nvSpPr>
          <p:spPr>
            <a:xfrm>
              <a:off x="11049001" y="3589906"/>
              <a:ext cx="337500" cy="337500"/>
            </a:xfrm>
            <a:prstGeom prst="ellipse">
              <a:avLst/>
            </a:prstGeom>
            <a:solidFill>
              <a:srgbClr val="FFFD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1743" name="Google Shape;1743;g38b88470f6c_2_1896"/>
          <p:cNvGrpSpPr/>
          <p:nvPr/>
        </p:nvGrpSpPr>
        <p:grpSpPr>
          <a:xfrm>
            <a:off x="10613403" y="3686547"/>
            <a:ext cx="397913" cy="2441768"/>
            <a:chOff x="11049001" y="1856356"/>
            <a:chExt cx="337500" cy="2071050"/>
          </a:xfrm>
        </p:grpSpPr>
        <p:sp>
          <p:nvSpPr>
            <p:cNvPr id="1744" name="Google Shape;1744;g38b88470f6c_2_1896"/>
            <p:cNvSpPr/>
            <p:nvPr/>
          </p:nvSpPr>
          <p:spPr>
            <a:xfrm>
              <a:off x="11049001" y="1856356"/>
              <a:ext cx="337500" cy="337500"/>
            </a:xfrm>
            <a:prstGeom prst="ellipse">
              <a:avLst/>
            </a:prstGeom>
            <a:solidFill>
              <a:srgbClr val="FDF2B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45" name="Google Shape;1745;g38b88470f6c_2_1896"/>
            <p:cNvSpPr/>
            <p:nvPr/>
          </p:nvSpPr>
          <p:spPr>
            <a:xfrm>
              <a:off x="11049001" y="3589906"/>
              <a:ext cx="337500" cy="337500"/>
            </a:xfrm>
            <a:prstGeom prst="ellipse">
              <a:avLst/>
            </a:prstGeom>
            <a:solidFill>
              <a:srgbClr val="FDF2B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1746" name="Google Shape;1746;g38b88470f6c_2_1896"/>
          <p:cNvGrpSpPr/>
          <p:nvPr/>
        </p:nvGrpSpPr>
        <p:grpSpPr>
          <a:xfrm>
            <a:off x="10613403" y="3686547"/>
            <a:ext cx="397913" cy="2441768"/>
            <a:chOff x="11049001" y="1856356"/>
            <a:chExt cx="337500" cy="2071050"/>
          </a:xfrm>
        </p:grpSpPr>
        <p:sp>
          <p:nvSpPr>
            <p:cNvPr id="1747" name="Google Shape;1747;g38b88470f6c_2_1896"/>
            <p:cNvSpPr/>
            <p:nvPr/>
          </p:nvSpPr>
          <p:spPr>
            <a:xfrm>
              <a:off x="11049001" y="1856356"/>
              <a:ext cx="337500" cy="337500"/>
            </a:xfrm>
            <a:prstGeom prst="ellipse">
              <a:avLst/>
            </a:prstGeom>
            <a:solidFill>
              <a:srgbClr val="FCE9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48" name="Google Shape;1748;g38b88470f6c_2_1896"/>
            <p:cNvSpPr/>
            <p:nvPr/>
          </p:nvSpPr>
          <p:spPr>
            <a:xfrm>
              <a:off x="11049001" y="3589906"/>
              <a:ext cx="337500" cy="337500"/>
            </a:xfrm>
            <a:prstGeom prst="ellipse">
              <a:avLst/>
            </a:prstGeom>
            <a:solidFill>
              <a:srgbClr val="FCE9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1749" name="Google Shape;1749;g38b88470f6c_2_1896"/>
          <p:cNvGrpSpPr/>
          <p:nvPr/>
        </p:nvGrpSpPr>
        <p:grpSpPr>
          <a:xfrm>
            <a:off x="10613403" y="3686547"/>
            <a:ext cx="397913" cy="2441768"/>
            <a:chOff x="11049001" y="1856356"/>
            <a:chExt cx="337500" cy="2071050"/>
          </a:xfrm>
        </p:grpSpPr>
        <p:sp>
          <p:nvSpPr>
            <p:cNvPr id="1750" name="Google Shape;1750;g38b88470f6c_2_1896"/>
            <p:cNvSpPr/>
            <p:nvPr/>
          </p:nvSpPr>
          <p:spPr>
            <a:xfrm>
              <a:off x="11049001" y="1856356"/>
              <a:ext cx="337500" cy="337500"/>
            </a:xfrm>
            <a:prstGeom prst="ellipse">
              <a:avLst/>
            </a:prstGeom>
            <a:solidFill>
              <a:srgbClr val="FADE5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51" name="Google Shape;1751;g38b88470f6c_2_1896"/>
            <p:cNvSpPr/>
            <p:nvPr/>
          </p:nvSpPr>
          <p:spPr>
            <a:xfrm>
              <a:off x="11049001" y="3589906"/>
              <a:ext cx="337500" cy="337500"/>
            </a:xfrm>
            <a:prstGeom prst="ellipse">
              <a:avLst/>
            </a:prstGeom>
            <a:solidFill>
              <a:srgbClr val="FADE5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1752" name="Google Shape;1752;g38b88470f6c_2_1896"/>
          <p:cNvGrpSpPr/>
          <p:nvPr/>
        </p:nvGrpSpPr>
        <p:grpSpPr>
          <a:xfrm>
            <a:off x="10613403" y="3686547"/>
            <a:ext cx="397913" cy="2441768"/>
            <a:chOff x="11049001" y="1856356"/>
            <a:chExt cx="337500" cy="2071050"/>
          </a:xfrm>
        </p:grpSpPr>
        <p:sp>
          <p:nvSpPr>
            <p:cNvPr id="1753" name="Google Shape;1753;g38b88470f6c_2_1896"/>
            <p:cNvSpPr/>
            <p:nvPr/>
          </p:nvSpPr>
          <p:spPr>
            <a:xfrm>
              <a:off x="11049001" y="1856356"/>
              <a:ext cx="337500" cy="337500"/>
            </a:xfrm>
            <a:prstGeom prst="ellipse">
              <a:avLst/>
            </a:prstGeom>
            <a:solidFill>
              <a:srgbClr val="F9D52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54" name="Google Shape;1754;g38b88470f6c_2_1896"/>
            <p:cNvSpPr/>
            <p:nvPr/>
          </p:nvSpPr>
          <p:spPr>
            <a:xfrm>
              <a:off x="11049001" y="3589906"/>
              <a:ext cx="337500" cy="337500"/>
            </a:xfrm>
            <a:prstGeom prst="ellipse">
              <a:avLst/>
            </a:prstGeom>
            <a:solidFill>
              <a:srgbClr val="F9D52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1755" name="Google Shape;1755;g38b88470f6c_2_1896"/>
          <p:cNvGrpSpPr/>
          <p:nvPr/>
        </p:nvGrpSpPr>
        <p:grpSpPr>
          <a:xfrm>
            <a:off x="10613403" y="3686547"/>
            <a:ext cx="397913" cy="2441768"/>
            <a:chOff x="11049001" y="1856356"/>
            <a:chExt cx="337500" cy="2071050"/>
          </a:xfrm>
        </p:grpSpPr>
        <p:sp>
          <p:nvSpPr>
            <p:cNvPr id="1756" name="Google Shape;1756;g38b88470f6c_2_1896"/>
            <p:cNvSpPr/>
            <p:nvPr/>
          </p:nvSpPr>
          <p:spPr>
            <a:xfrm>
              <a:off x="11049001" y="1856356"/>
              <a:ext cx="337500" cy="337500"/>
            </a:xfrm>
            <a:prstGeom prst="ellipse">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57" name="Google Shape;1757;g38b88470f6c_2_1896"/>
            <p:cNvSpPr/>
            <p:nvPr/>
          </p:nvSpPr>
          <p:spPr>
            <a:xfrm>
              <a:off x="11049001" y="3589906"/>
              <a:ext cx="337500" cy="337500"/>
            </a:xfrm>
            <a:prstGeom prst="ellipse">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31"/>
                                        </p:tgtEl>
                                        <p:attrNameLst>
                                          <p:attrName>style.visibility</p:attrName>
                                        </p:attrNameLst>
                                      </p:cBhvr>
                                      <p:to>
                                        <p:strVal val="visible"/>
                                      </p:to>
                                    </p:set>
                                    <p:animEffect filter="fade" transition="in">
                                      <p:cBhvr>
                                        <p:cTn dur="500"/>
                                        <p:tgtEl>
                                          <p:spTgt spid="173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32"/>
                                        </p:tgtEl>
                                        <p:attrNameLst>
                                          <p:attrName>style.visibility</p:attrName>
                                        </p:attrNameLst>
                                      </p:cBhvr>
                                      <p:to>
                                        <p:strVal val="visible"/>
                                      </p:to>
                                    </p:set>
                                    <p:animEffect filter="fade" transition="in">
                                      <p:cBhvr>
                                        <p:cTn dur="500"/>
                                        <p:tgtEl>
                                          <p:spTgt spid="1732"/>
                                        </p:tgtEl>
                                      </p:cBhvr>
                                    </p:animEffect>
                                  </p:childTnLst>
                                </p:cTn>
                              </p:par>
                            </p:childTnLst>
                          </p:cTn>
                        </p:par>
                        <p:par>
                          <p:cTn fill="hold">
                            <p:stCondLst>
                              <p:cond delay="1000"/>
                            </p:stCondLst>
                            <p:childTnLst>
                              <p:par>
                                <p:cTn fill="hold" nodeType="afterEffect" presetClass="emph" presetID="8" presetSubtype="0">
                                  <p:stCondLst>
                                    <p:cond delay="0"/>
                                  </p:stCondLst>
                                  <p:childTnLst>
                                    <p:animRot by="-21600000">
                                      <p:cBhvr>
                                        <p:cTn dur="2500" fill="hold"/>
                                        <p:tgtEl>
                                          <p:spTgt spid="1734"/>
                                        </p:tgtEl>
                                        <p:attrNameLst>
                                          <p:attrName>r</p:attrName>
                                        </p:attrNameLst>
                                      </p:cBhvr>
                                    </p:animRot>
                                  </p:childTnLst>
                                </p:cTn>
                              </p:par>
                              <p:par>
                                <p:cTn fill="hold" nodeType="withEffect" presetClass="emph" presetID="8" presetSubtype="0">
                                  <p:stCondLst>
                                    <p:cond delay="50"/>
                                  </p:stCondLst>
                                  <p:childTnLst>
                                    <p:animRot by="-21600000">
                                      <p:cBhvr>
                                        <p:cTn dur="2500" fill="hold"/>
                                        <p:tgtEl>
                                          <p:spTgt spid="1737"/>
                                        </p:tgtEl>
                                        <p:attrNameLst>
                                          <p:attrName>r</p:attrName>
                                        </p:attrNameLst>
                                      </p:cBhvr>
                                    </p:animRot>
                                  </p:childTnLst>
                                </p:cTn>
                              </p:par>
                              <p:par>
                                <p:cTn fill="hold" nodeType="withEffect" presetClass="emph" presetID="8" presetSubtype="0">
                                  <p:stCondLst>
                                    <p:cond delay="100"/>
                                  </p:stCondLst>
                                  <p:childTnLst>
                                    <p:animRot by="-21600000">
                                      <p:cBhvr>
                                        <p:cTn dur="2500" fill="hold"/>
                                        <p:tgtEl>
                                          <p:spTgt spid="1755"/>
                                        </p:tgtEl>
                                        <p:attrNameLst>
                                          <p:attrName>r</p:attrName>
                                        </p:attrNameLst>
                                      </p:cBhvr>
                                    </p:animRot>
                                  </p:childTnLst>
                                </p:cTn>
                              </p:par>
                              <p:par>
                                <p:cTn fill="hold" nodeType="withEffect" presetClass="emph" presetID="8" presetSubtype="0">
                                  <p:stCondLst>
                                    <p:cond delay="150"/>
                                  </p:stCondLst>
                                  <p:childTnLst>
                                    <p:animRot by="-21600000">
                                      <p:cBhvr>
                                        <p:cTn dur="2500" fill="hold"/>
                                        <p:tgtEl>
                                          <p:spTgt spid="1752"/>
                                        </p:tgtEl>
                                        <p:attrNameLst>
                                          <p:attrName>r</p:attrName>
                                        </p:attrNameLst>
                                      </p:cBhvr>
                                    </p:animRot>
                                  </p:childTnLst>
                                </p:cTn>
                              </p:par>
                              <p:par>
                                <p:cTn fill="hold" nodeType="withEffect" presetClass="emph" presetID="8" presetSubtype="0">
                                  <p:stCondLst>
                                    <p:cond delay="200"/>
                                  </p:stCondLst>
                                  <p:childTnLst>
                                    <p:animRot by="-21600000">
                                      <p:cBhvr>
                                        <p:cTn dur="2500" fill="hold"/>
                                        <p:tgtEl>
                                          <p:spTgt spid="1749"/>
                                        </p:tgtEl>
                                        <p:attrNameLst>
                                          <p:attrName>r</p:attrName>
                                        </p:attrNameLst>
                                      </p:cBhvr>
                                    </p:animRot>
                                  </p:childTnLst>
                                </p:cTn>
                              </p:par>
                              <p:par>
                                <p:cTn fill="hold" nodeType="withEffect" presetClass="emph" presetID="8" presetSubtype="0">
                                  <p:stCondLst>
                                    <p:cond delay="250"/>
                                  </p:stCondLst>
                                  <p:childTnLst>
                                    <p:animRot by="-21600000">
                                      <p:cBhvr>
                                        <p:cTn dur="2500" fill="hold"/>
                                        <p:tgtEl>
                                          <p:spTgt spid="1746"/>
                                        </p:tgtEl>
                                        <p:attrNameLst>
                                          <p:attrName>r</p:attrName>
                                        </p:attrNameLst>
                                      </p:cBhvr>
                                    </p:animRot>
                                  </p:childTnLst>
                                </p:cTn>
                              </p:par>
                              <p:par>
                                <p:cTn fill="hold" nodeType="withEffect" presetClass="emph" presetID="8" presetSubtype="0">
                                  <p:stCondLst>
                                    <p:cond delay="300"/>
                                  </p:stCondLst>
                                  <p:childTnLst>
                                    <p:animRot by="-21600000">
                                      <p:cBhvr>
                                        <p:cTn dur="2500" fill="hold"/>
                                        <p:tgtEl>
                                          <p:spTgt spid="1743"/>
                                        </p:tgtEl>
                                        <p:attrNameLst>
                                          <p:attrName>r</p:attrName>
                                        </p:attrNameLst>
                                      </p:cBhvr>
                                    </p:animRot>
                                  </p:childTnLst>
                                </p:cTn>
                              </p:par>
                              <p:par>
                                <p:cTn fill="hold" nodeType="withEffect" presetClass="emph" presetID="8" presetSubtype="0">
                                  <p:stCondLst>
                                    <p:cond delay="350"/>
                                  </p:stCondLst>
                                  <p:childTnLst>
                                    <p:animRot by="-21600000">
                                      <p:cBhvr>
                                        <p:cTn dur="2500" fill="hold"/>
                                        <p:tgtEl>
                                          <p:spTgt spid="1740"/>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p:cSld name="Learn">
    <p:spTree>
      <p:nvGrpSpPr>
        <p:cNvPr id="1758" name="Shape 1758"/>
        <p:cNvGrpSpPr/>
        <p:nvPr/>
      </p:nvGrpSpPr>
      <p:grpSpPr>
        <a:xfrm>
          <a:off x="0" y="0"/>
          <a:ext cx="0" cy="0"/>
          <a:chOff x="0" y="0"/>
          <a:chExt cx="0" cy="0"/>
        </a:xfrm>
      </p:grpSpPr>
      <p:sp>
        <p:nvSpPr>
          <p:cNvPr id="1759" name="Google Shape;1759;g38b88470f6c_2_1924"/>
          <p:cNvSpPr/>
          <p:nvPr>
            <p:ph idx="2" type="pic"/>
          </p:nvPr>
        </p:nvSpPr>
        <p:spPr>
          <a:xfrm>
            <a:off x="2114230" y="1920640"/>
            <a:ext cx="7963500" cy="4108200"/>
          </a:xfrm>
          <a:prstGeom prst="rect">
            <a:avLst/>
          </a:prstGeom>
          <a:noFill/>
          <a:ln>
            <a:noFill/>
          </a:ln>
        </p:spPr>
      </p:sp>
      <p:sp>
        <p:nvSpPr>
          <p:cNvPr id="1760" name="Google Shape;1760;g38b88470f6c_2_1924"/>
          <p:cNvSpPr txBox="1"/>
          <p:nvPr>
            <p:ph idx="1" type="body"/>
          </p:nvPr>
        </p:nvSpPr>
        <p:spPr>
          <a:xfrm>
            <a:off x="409575" y="347725"/>
            <a:ext cx="4602300" cy="1437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1761" name="Google Shape;1761;g38b88470f6c_2_1924">
            <a:hlinkClick action="ppaction://hlinkshowjump?jump=nextslide"/>
          </p:cNvPr>
          <p:cNvPicPr preferRelativeResize="0"/>
          <p:nvPr/>
        </p:nvPicPr>
        <p:blipFill rotWithShape="1">
          <a:blip r:embed="rId2">
            <a:alphaModFix/>
          </a:blip>
          <a:srcRect b="0" l="0" r="0" t="0"/>
          <a:stretch/>
        </p:blipFill>
        <p:spPr>
          <a:xfrm>
            <a:off x="10853427" y="3445697"/>
            <a:ext cx="598343" cy="1058124"/>
          </a:xfrm>
          <a:prstGeom prst="rect">
            <a:avLst/>
          </a:prstGeom>
          <a:noFill/>
          <a:ln>
            <a:noFill/>
          </a:ln>
        </p:spPr>
      </p:pic>
      <p:pic>
        <p:nvPicPr>
          <p:cNvPr id="1762" name="Google Shape;1762;g38b88470f6c_2_1924">
            <a:hlinkClick action="ppaction://hlinkshowjump?jump=previousslide"/>
          </p:cNvPr>
          <p:cNvPicPr preferRelativeResize="0"/>
          <p:nvPr/>
        </p:nvPicPr>
        <p:blipFill rotWithShape="1">
          <a:blip r:embed="rId3">
            <a:alphaModFix/>
          </a:blip>
          <a:srcRect b="0" l="0" r="0" t="0"/>
          <a:stretch/>
        </p:blipFill>
        <p:spPr>
          <a:xfrm flipH="1" rot="10800000">
            <a:off x="736648" y="3445697"/>
            <a:ext cx="601925" cy="1058124"/>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oration Complete">
  <p:cSld name="Exploration Complete">
    <p:spTree>
      <p:nvGrpSpPr>
        <p:cNvPr id="1763" name="Shape 1763"/>
        <p:cNvGrpSpPr/>
        <p:nvPr/>
      </p:nvGrpSpPr>
      <p:grpSpPr>
        <a:xfrm>
          <a:off x="0" y="0"/>
          <a:ext cx="0" cy="0"/>
          <a:chOff x="0" y="0"/>
          <a:chExt cx="0" cy="0"/>
        </a:xfrm>
      </p:grpSpPr>
      <p:sp>
        <p:nvSpPr>
          <p:cNvPr id="1764" name="Google Shape;1764;g38b88470f6c_2_1929"/>
          <p:cNvSpPr txBox="1"/>
          <p:nvPr/>
        </p:nvSpPr>
        <p:spPr>
          <a:xfrm>
            <a:off x="3532501" y="3866625"/>
            <a:ext cx="51270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US" sz="7200" u="none" cap="none" strike="noStrike">
                <a:solidFill>
                  <a:schemeClr val="dk1"/>
                </a:solidFill>
                <a:latin typeface="Arial"/>
                <a:ea typeface="Arial"/>
                <a:cs typeface="Arial"/>
                <a:sym typeface="Arial"/>
              </a:rPr>
              <a:t>completed</a:t>
            </a:r>
            <a:endParaRPr b="0" i="0" sz="6000" u="none" cap="none" strike="noStrike">
              <a:solidFill>
                <a:schemeClr val="dk1"/>
              </a:solidFill>
              <a:latin typeface="Arial"/>
              <a:ea typeface="Arial"/>
              <a:cs typeface="Arial"/>
              <a:sym typeface="Arial"/>
            </a:endParaRPr>
          </a:p>
        </p:txBody>
      </p:sp>
      <p:sp>
        <p:nvSpPr>
          <p:cNvPr id="1765" name="Google Shape;1765;g38b88470f6c_2_1929"/>
          <p:cNvSpPr txBox="1"/>
          <p:nvPr/>
        </p:nvSpPr>
        <p:spPr>
          <a:xfrm>
            <a:off x="3229201" y="2004225"/>
            <a:ext cx="5733600" cy="1862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Arial"/>
                <a:ea typeface="Arial"/>
                <a:cs typeface="Arial"/>
                <a:sym typeface="Arial"/>
              </a:rPr>
              <a:t>Expl</a:t>
            </a:r>
            <a:r>
              <a:rPr b="1" i="0" lang="en-US" sz="11500" u="none" cap="none" strike="noStrike">
                <a:solidFill>
                  <a:schemeClr val="dk1"/>
                </a:solidFill>
                <a:latin typeface="Arial"/>
                <a:ea typeface="Arial"/>
                <a:cs typeface="Arial"/>
                <a:sym typeface="Arial"/>
              </a:rPr>
              <a:t>o</a:t>
            </a:r>
            <a:r>
              <a:rPr b="1" i="0" lang="en-US" sz="6600" u="none" cap="none" strike="noStrike">
                <a:solidFill>
                  <a:schemeClr val="dk1"/>
                </a:solidFill>
                <a:latin typeface="Arial"/>
                <a:ea typeface="Arial"/>
                <a:cs typeface="Arial"/>
                <a:sym typeface="Arial"/>
              </a:rPr>
              <a:t>ration</a:t>
            </a:r>
            <a:endParaRPr b="0" i="0" sz="5400" u="none" cap="none" strike="noStrike">
              <a:solidFill>
                <a:schemeClr val="dk1"/>
              </a:solidFill>
              <a:latin typeface="Arial"/>
              <a:ea typeface="Arial"/>
              <a:cs typeface="Arial"/>
              <a:sym typeface="Arial"/>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500"/>
                                  </p:stCondLst>
                                  <p:childTnLst>
                                    <p:animEffect filter="fade" transition="out">
                                      <p:cBhvr>
                                        <p:cTn dur="1000"/>
                                        <p:tgtEl>
                                          <p:spTgt spid="1765"/>
                                        </p:tgtEl>
                                      </p:cBhvr>
                                    </p:animEffect>
                                    <p:set>
                                      <p:cBhvr>
                                        <p:cTn dur="1" fill="hold">
                                          <p:stCondLst>
                                            <p:cond delay="1000"/>
                                          </p:stCondLst>
                                        </p:cTn>
                                        <p:tgtEl>
                                          <p:spTgt spid="176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764"/>
                                        </p:tgtEl>
                                      </p:cBhvr>
                                    </p:animEffect>
                                    <p:set>
                                      <p:cBhvr>
                                        <p:cTn dur="1" fill="hold">
                                          <p:stCondLst>
                                            <p:cond delay="500"/>
                                          </p:stCondLst>
                                        </p:cTn>
                                        <p:tgtEl>
                                          <p:spTgt spid="176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Topic">
  <p:cSld name="Brainstorming+Topic">
    <p:spTree>
      <p:nvGrpSpPr>
        <p:cNvPr id="1766" name="Shape 1766"/>
        <p:cNvGrpSpPr/>
        <p:nvPr/>
      </p:nvGrpSpPr>
      <p:grpSpPr>
        <a:xfrm>
          <a:off x="0" y="0"/>
          <a:ext cx="0" cy="0"/>
          <a:chOff x="0" y="0"/>
          <a:chExt cx="0" cy="0"/>
        </a:xfrm>
      </p:grpSpPr>
      <p:grpSp>
        <p:nvGrpSpPr>
          <p:cNvPr id="1767" name="Google Shape;1767;g38b88470f6c_2_1932"/>
          <p:cNvGrpSpPr/>
          <p:nvPr/>
        </p:nvGrpSpPr>
        <p:grpSpPr>
          <a:xfrm>
            <a:off x="5926992" y="3686547"/>
            <a:ext cx="397913" cy="2441768"/>
            <a:chOff x="8734426" y="1856356"/>
            <a:chExt cx="337500" cy="2071050"/>
          </a:xfrm>
        </p:grpSpPr>
        <p:sp>
          <p:nvSpPr>
            <p:cNvPr id="1768" name="Google Shape;1768;g38b88470f6c_2_1932"/>
            <p:cNvSpPr/>
            <p:nvPr/>
          </p:nvSpPr>
          <p:spPr>
            <a:xfrm>
              <a:off x="8734426" y="1856356"/>
              <a:ext cx="337500" cy="337500"/>
            </a:xfrm>
            <a:prstGeom prst="ellipse">
              <a:avLst/>
            </a:prstGeom>
            <a:solidFill>
              <a:srgbClr val="F9D52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69" name="Google Shape;1769;g38b88470f6c_2_1932"/>
            <p:cNvSpPr/>
            <p:nvPr/>
          </p:nvSpPr>
          <p:spPr>
            <a:xfrm>
              <a:off x="8734426" y="3589906"/>
              <a:ext cx="337500" cy="337500"/>
            </a:xfrm>
            <a:prstGeom prst="ellipse">
              <a:avLst/>
            </a:prstGeom>
            <a:solidFill>
              <a:srgbClr val="F9D52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1770" name="Google Shape;1770;g38b88470f6c_2_1932"/>
          <p:cNvGrpSpPr/>
          <p:nvPr/>
        </p:nvGrpSpPr>
        <p:grpSpPr>
          <a:xfrm>
            <a:off x="5926992" y="3686547"/>
            <a:ext cx="397913" cy="2441768"/>
            <a:chOff x="8734426" y="1856356"/>
            <a:chExt cx="337500" cy="2071050"/>
          </a:xfrm>
        </p:grpSpPr>
        <p:sp>
          <p:nvSpPr>
            <p:cNvPr id="1771" name="Google Shape;1771;g38b88470f6c_2_1932"/>
            <p:cNvSpPr/>
            <p:nvPr/>
          </p:nvSpPr>
          <p:spPr>
            <a:xfrm>
              <a:off x="8734426" y="1856356"/>
              <a:ext cx="337500" cy="337500"/>
            </a:xfrm>
            <a:prstGeom prst="ellipse">
              <a:avLst/>
            </a:prstGeom>
            <a:solidFill>
              <a:srgbClr val="F9D2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72" name="Google Shape;1772;g38b88470f6c_2_1932"/>
            <p:cNvSpPr/>
            <p:nvPr/>
          </p:nvSpPr>
          <p:spPr>
            <a:xfrm>
              <a:off x="8734426" y="3589906"/>
              <a:ext cx="337500" cy="337500"/>
            </a:xfrm>
            <a:prstGeom prst="ellipse">
              <a:avLst/>
            </a:prstGeom>
            <a:solidFill>
              <a:srgbClr val="F9D2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1773" name="Google Shape;1773;g38b88470f6c_2_1932"/>
          <p:cNvGrpSpPr/>
          <p:nvPr/>
        </p:nvGrpSpPr>
        <p:grpSpPr>
          <a:xfrm>
            <a:off x="5927103" y="3686547"/>
            <a:ext cx="397913" cy="2441768"/>
            <a:chOff x="11049001" y="1856356"/>
            <a:chExt cx="337500" cy="2071050"/>
          </a:xfrm>
        </p:grpSpPr>
        <p:sp>
          <p:nvSpPr>
            <p:cNvPr id="1774" name="Google Shape;1774;g38b88470f6c_2_1932"/>
            <p:cNvSpPr/>
            <p:nvPr/>
          </p:nvSpPr>
          <p:spPr>
            <a:xfrm>
              <a:off x="11049001" y="1856356"/>
              <a:ext cx="337500" cy="337500"/>
            </a:xfrm>
            <a:prstGeom prst="ellipse">
              <a:avLst/>
            </a:prstGeom>
            <a:solidFill>
              <a:srgbClr val="FFFD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75" name="Google Shape;1775;g38b88470f6c_2_1932"/>
            <p:cNvSpPr/>
            <p:nvPr/>
          </p:nvSpPr>
          <p:spPr>
            <a:xfrm>
              <a:off x="11049001" y="3589906"/>
              <a:ext cx="337500" cy="337500"/>
            </a:xfrm>
            <a:prstGeom prst="ellipse">
              <a:avLst/>
            </a:prstGeom>
            <a:solidFill>
              <a:srgbClr val="FFFD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1776" name="Google Shape;1776;g38b88470f6c_2_1932"/>
          <p:cNvGrpSpPr/>
          <p:nvPr/>
        </p:nvGrpSpPr>
        <p:grpSpPr>
          <a:xfrm>
            <a:off x="5927103" y="3686547"/>
            <a:ext cx="397913" cy="2441768"/>
            <a:chOff x="11049001" y="1856356"/>
            <a:chExt cx="337500" cy="2071050"/>
          </a:xfrm>
        </p:grpSpPr>
        <p:sp>
          <p:nvSpPr>
            <p:cNvPr id="1777" name="Google Shape;1777;g38b88470f6c_2_1932"/>
            <p:cNvSpPr/>
            <p:nvPr/>
          </p:nvSpPr>
          <p:spPr>
            <a:xfrm>
              <a:off x="11049001" y="1856356"/>
              <a:ext cx="337500" cy="337500"/>
            </a:xfrm>
            <a:prstGeom prst="ellipse">
              <a:avLst/>
            </a:prstGeom>
            <a:solidFill>
              <a:srgbClr val="FDF2B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78" name="Google Shape;1778;g38b88470f6c_2_1932"/>
            <p:cNvSpPr/>
            <p:nvPr/>
          </p:nvSpPr>
          <p:spPr>
            <a:xfrm>
              <a:off x="11049001" y="3589906"/>
              <a:ext cx="337500" cy="337500"/>
            </a:xfrm>
            <a:prstGeom prst="ellipse">
              <a:avLst/>
            </a:prstGeom>
            <a:solidFill>
              <a:srgbClr val="FDF2B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1779" name="Google Shape;1779;g38b88470f6c_2_1932"/>
          <p:cNvGrpSpPr/>
          <p:nvPr/>
        </p:nvGrpSpPr>
        <p:grpSpPr>
          <a:xfrm>
            <a:off x="5927103" y="3686547"/>
            <a:ext cx="397913" cy="2441768"/>
            <a:chOff x="11049001" y="1856356"/>
            <a:chExt cx="337500" cy="2071050"/>
          </a:xfrm>
        </p:grpSpPr>
        <p:sp>
          <p:nvSpPr>
            <p:cNvPr id="1780" name="Google Shape;1780;g38b88470f6c_2_1932"/>
            <p:cNvSpPr/>
            <p:nvPr/>
          </p:nvSpPr>
          <p:spPr>
            <a:xfrm>
              <a:off x="11049001" y="1856356"/>
              <a:ext cx="337500" cy="337500"/>
            </a:xfrm>
            <a:prstGeom prst="ellipse">
              <a:avLst/>
            </a:prstGeom>
            <a:solidFill>
              <a:srgbClr val="FCE9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81" name="Google Shape;1781;g38b88470f6c_2_1932"/>
            <p:cNvSpPr/>
            <p:nvPr/>
          </p:nvSpPr>
          <p:spPr>
            <a:xfrm>
              <a:off x="11049001" y="3589906"/>
              <a:ext cx="337500" cy="337500"/>
            </a:xfrm>
            <a:prstGeom prst="ellipse">
              <a:avLst/>
            </a:prstGeom>
            <a:solidFill>
              <a:srgbClr val="FCE9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1782" name="Google Shape;1782;g38b88470f6c_2_1932"/>
          <p:cNvGrpSpPr/>
          <p:nvPr/>
        </p:nvGrpSpPr>
        <p:grpSpPr>
          <a:xfrm>
            <a:off x="5927103" y="3686547"/>
            <a:ext cx="397913" cy="2441768"/>
            <a:chOff x="11049001" y="1856356"/>
            <a:chExt cx="337500" cy="2071050"/>
          </a:xfrm>
        </p:grpSpPr>
        <p:sp>
          <p:nvSpPr>
            <p:cNvPr id="1783" name="Google Shape;1783;g38b88470f6c_2_1932"/>
            <p:cNvSpPr/>
            <p:nvPr/>
          </p:nvSpPr>
          <p:spPr>
            <a:xfrm>
              <a:off x="11049001" y="1856356"/>
              <a:ext cx="337500" cy="337500"/>
            </a:xfrm>
            <a:prstGeom prst="ellipse">
              <a:avLst/>
            </a:prstGeom>
            <a:solidFill>
              <a:srgbClr val="FADE5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84" name="Google Shape;1784;g38b88470f6c_2_1932"/>
            <p:cNvSpPr/>
            <p:nvPr/>
          </p:nvSpPr>
          <p:spPr>
            <a:xfrm>
              <a:off x="11049001" y="3589906"/>
              <a:ext cx="337500" cy="337500"/>
            </a:xfrm>
            <a:prstGeom prst="ellipse">
              <a:avLst/>
            </a:prstGeom>
            <a:solidFill>
              <a:srgbClr val="FADE5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1785" name="Google Shape;1785;g38b88470f6c_2_1932"/>
          <p:cNvGrpSpPr/>
          <p:nvPr/>
        </p:nvGrpSpPr>
        <p:grpSpPr>
          <a:xfrm>
            <a:off x="5927103" y="3686547"/>
            <a:ext cx="397913" cy="2441768"/>
            <a:chOff x="11049001" y="1856356"/>
            <a:chExt cx="337500" cy="2071050"/>
          </a:xfrm>
        </p:grpSpPr>
        <p:sp>
          <p:nvSpPr>
            <p:cNvPr id="1786" name="Google Shape;1786;g38b88470f6c_2_1932"/>
            <p:cNvSpPr/>
            <p:nvPr/>
          </p:nvSpPr>
          <p:spPr>
            <a:xfrm>
              <a:off x="11049001" y="1856356"/>
              <a:ext cx="337500" cy="337500"/>
            </a:xfrm>
            <a:prstGeom prst="ellipse">
              <a:avLst/>
            </a:prstGeom>
            <a:solidFill>
              <a:srgbClr val="F9D52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87" name="Google Shape;1787;g38b88470f6c_2_1932"/>
            <p:cNvSpPr/>
            <p:nvPr/>
          </p:nvSpPr>
          <p:spPr>
            <a:xfrm>
              <a:off x="11049001" y="3589906"/>
              <a:ext cx="337500" cy="337500"/>
            </a:xfrm>
            <a:prstGeom prst="ellipse">
              <a:avLst/>
            </a:prstGeom>
            <a:solidFill>
              <a:srgbClr val="F9D52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1788" name="Google Shape;1788;g38b88470f6c_2_1932"/>
          <p:cNvGrpSpPr/>
          <p:nvPr/>
        </p:nvGrpSpPr>
        <p:grpSpPr>
          <a:xfrm>
            <a:off x="5927103" y="3686547"/>
            <a:ext cx="397913" cy="2441768"/>
            <a:chOff x="11049001" y="1856356"/>
            <a:chExt cx="337500" cy="2071050"/>
          </a:xfrm>
        </p:grpSpPr>
        <p:sp>
          <p:nvSpPr>
            <p:cNvPr id="1789" name="Google Shape;1789;g38b88470f6c_2_1932"/>
            <p:cNvSpPr/>
            <p:nvPr/>
          </p:nvSpPr>
          <p:spPr>
            <a:xfrm>
              <a:off x="11049001" y="1856356"/>
              <a:ext cx="337500" cy="337500"/>
            </a:xfrm>
            <a:prstGeom prst="ellipse">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790" name="Google Shape;1790;g38b88470f6c_2_1932"/>
            <p:cNvSpPr/>
            <p:nvPr/>
          </p:nvSpPr>
          <p:spPr>
            <a:xfrm>
              <a:off x="11049001" y="3589906"/>
              <a:ext cx="337500" cy="337500"/>
            </a:xfrm>
            <a:prstGeom prst="ellipse">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1791" name="Google Shape;1791;g38b88470f6c_2_1932"/>
          <p:cNvSpPr txBox="1"/>
          <p:nvPr/>
        </p:nvSpPr>
        <p:spPr>
          <a:xfrm>
            <a:off x="3294945" y="303255"/>
            <a:ext cx="5602200" cy="792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Arial"/>
              <a:buNone/>
            </a:pPr>
            <a:r>
              <a:rPr b="0" i="0" lang="en-US" sz="3600" u="none" cap="none" strike="noStrike">
                <a:solidFill>
                  <a:schemeClr val="dk1"/>
                </a:solidFill>
                <a:latin typeface="Arial"/>
                <a:ea typeface="Arial"/>
                <a:cs typeface="Arial"/>
                <a:sym typeface="Arial"/>
              </a:rPr>
              <a:t>Brainstorming</a:t>
            </a:r>
            <a:endParaRPr b="0" i="0" sz="1400" u="none" cap="none" strike="noStrike">
              <a:solidFill>
                <a:srgbClr val="000000"/>
              </a:solidFill>
              <a:latin typeface="Arial"/>
              <a:ea typeface="Arial"/>
              <a:cs typeface="Arial"/>
              <a:sym typeface="Arial"/>
            </a:endParaRPr>
          </a:p>
        </p:txBody>
      </p:sp>
      <p:sp>
        <p:nvSpPr>
          <p:cNvPr id="1792" name="Google Shape;1792;g38b88470f6c_2_1932"/>
          <p:cNvSpPr txBox="1"/>
          <p:nvPr>
            <p:ph idx="1" type="body"/>
          </p:nvPr>
        </p:nvSpPr>
        <p:spPr>
          <a:xfrm>
            <a:off x="2035277" y="939474"/>
            <a:ext cx="8121300" cy="16491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6000"/>
              <a:buFont typeface="Arial"/>
              <a:buNone/>
              <a:defRPr b="0" i="0" sz="6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91"/>
                                        </p:tgtEl>
                                        <p:attrNameLst>
                                          <p:attrName>style.visibility</p:attrName>
                                        </p:attrNameLst>
                                      </p:cBhvr>
                                      <p:to>
                                        <p:strVal val="visible"/>
                                      </p:to>
                                    </p:set>
                                    <p:animEffect filter="fade" transition="in">
                                      <p:cBhvr>
                                        <p:cTn dur="500"/>
                                        <p:tgtEl>
                                          <p:spTgt spid="179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92"/>
                                        </p:tgtEl>
                                        <p:attrNameLst>
                                          <p:attrName>style.visibility</p:attrName>
                                        </p:attrNameLst>
                                      </p:cBhvr>
                                      <p:to>
                                        <p:strVal val="visible"/>
                                      </p:to>
                                    </p:set>
                                    <p:animEffect filter="fade" transition="in">
                                      <p:cBhvr>
                                        <p:cTn dur="500"/>
                                        <p:tgtEl>
                                          <p:spTgt spid="1792"/>
                                        </p:tgtEl>
                                      </p:cBhvr>
                                    </p:animEffect>
                                  </p:childTnLst>
                                </p:cTn>
                              </p:par>
                            </p:childTnLst>
                          </p:cTn>
                        </p:par>
                        <p:par>
                          <p:cTn fill="hold">
                            <p:stCondLst>
                              <p:cond delay="1000"/>
                            </p:stCondLst>
                            <p:childTnLst>
                              <p:par>
                                <p:cTn fill="hold" nodeType="afterEffect" presetClass="emph" presetID="8" presetSubtype="0">
                                  <p:stCondLst>
                                    <p:cond delay="0"/>
                                  </p:stCondLst>
                                  <p:childTnLst>
                                    <p:animRot by="-21600000">
                                      <p:cBhvr>
                                        <p:cTn dur="2500" fill="hold"/>
                                        <p:tgtEl>
                                          <p:spTgt spid="1767"/>
                                        </p:tgtEl>
                                        <p:attrNameLst>
                                          <p:attrName>r</p:attrName>
                                        </p:attrNameLst>
                                      </p:cBhvr>
                                    </p:animRot>
                                  </p:childTnLst>
                                </p:cTn>
                              </p:par>
                              <p:par>
                                <p:cTn fill="hold" nodeType="withEffect" presetClass="emph" presetID="8" presetSubtype="0">
                                  <p:stCondLst>
                                    <p:cond delay="50"/>
                                  </p:stCondLst>
                                  <p:childTnLst>
                                    <p:animRot by="-21600000">
                                      <p:cBhvr>
                                        <p:cTn dur="2500" fill="hold"/>
                                        <p:tgtEl>
                                          <p:spTgt spid="1770"/>
                                        </p:tgtEl>
                                        <p:attrNameLst>
                                          <p:attrName>r</p:attrName>
                                        </p:attrNameLst>
                                      </p:cBhvr>
                                    </p:animRot>
                                  </p:childTnLst>
                                </p:cTn>
                              </p:par>
                              <p:par>
                                <p:cTn fill="hold" nodeType="withEffect" presetClass="emph" presetID="8" presetSubtype="0">
                                  <p:stCondLst>
                                    <p:cond delay="100"/>
                                  </p:stCondLst>
                                  <p:childTnLst>
                                    <p:animRot by="-21600000">
                                      <p:cBhvr>
                                        <p:cTn dur="2500" fill="hold"/>
                                        <p:tgtEl>
                                          <p:spTgt spid="1788"/>
                                        </p:tgtEl>
                                        <p:attrNameLst>
                                          <p:attrName>r</p:attrName>
                                        </p:attrNameLst>
                                      </p:cBhvr>
                                    </p:animRot>
                                  </p:childTnLst>
                                </p:cTn>
                              </p:par>
                              <p:par>
                                <p:cTn fill="hold" nodeType="withEffect" presetClass="emph" presetID="8" presetSubtype="0">
                                  <p:stCondLst>
                                    <p:cond delay="150"/>
                                  </p:stCondLst>
                                  <p:childTnLst>
                                    <p:animRot by="-21600000">
                                      <p:cBhvr>
                                        <p:cTn dur="2500" fill="hold"/>
                                        <p:tgtEl>
                                          <p:spTgt spid="1785"/>
                                        </p:tgtEl>
                                        <p:attrNameLst>
                                          <p:attrName>r</p:attrName>
                                        </p:attrNameLst>
                                      </p:cBhvr>
                                    </p:animRot>
                                  </p:childTnLst>
                                </p:cTn>
                              </p:par>
                              <p:par>
                                <p:cTn fill="hold" nodeType="withEffect" presetClass="emph" presetID="8" presetSubtype="0">
                                  <p:stCondLst>
                                    <p:cond delay="200"/>
                                  </p:stCondLst>
                                  <p:childTnLst>
                                    <p:animRot by="-21600000">
                                      <p:cBhvr>
                                        <p:cTn dur="2500" fill="hold"/>
                                        <p:tgtEl>
                                          <p:spTgt spid="1782"/>
                                        </p:tgtEl>
                                        <p:attrNameLst>
                                          <p:attrName>r</p:attrName>
                                        </p:attrNameLst>
                                      </p:cBhvr>
                                    </p:animRot>
                                  </p:childTnLst>
                                </p:cTn>
                              </p:par>
                              <p:par>
                                <p:cTn fill="hold" nodeType="withEffect" presetClass="emph" presetID="8" presetSubtype="0">
                                  <p:stCondLst>
                                    <p:cond delay="250"/>
                                  </p:stCondLst>
                                  <p:childTnLst>
                                    <p:animRot by="-21600000">
                                      <p:cBhvr>
                                        <p:cTn dur="2500" fill="hold"/>
                                        <p:tgtEl>
                                          <p:spTgt spid="1779"/>
                                        </p:tgtEl>
                                        <p:attrNameLst>
                                          <p:attrName>r</p:attrName>
                                        </p:attrNameLst>
                                      </p:cBhvr>
                                    </p:animRot>
                                  </p:childTnLst>
                                </p:cTn>
                              </p:par>
                              <p:par>
                                <p:cTn fill="hold" nodeType="withEffect" presetClass="emph" presetID="8" presetSubtype="0">
                                  <p:stCondLst>
                                    <p:cond delay="300"/>
                                  </p:stCondLst>
                                  <p:childTnLst>
                                    <p:animRot by="-21600000">
                                      <p:cBhvr>
                                        <p:cTn dur="2500" fill="hold"/>
                                        <p:tgtEl>
                                          <p:spTgt spid="1776"/>
                                        </p:tgtEl>
                                        <p:attrNameLst>
                                          <p:attrName>r</p:attrName>
                                        </p:attrNameLst>
                                      </p:cBhvr>
                                    </p:animRot>
                                  </p:childTnLst>
                                </p:cTn>
                              </p:par>
                              <p:par>
                                <p:cTn fill="hold" nodeType="withEffect" presetClass="emph" presetID="8" presetSubtype="0">
                                  <p:stCondLst>
                                    <p:cond delay="350"/>
                                  </p:stCondLst>
                                  <p:childTnLst>
                                    <p:animRot by="-21600000">
                                      <p:cBhvr>
                                        <p:cTn dur="2500" fill="hold"/>
                                        <p:tgtEl>
                                          <p:spTgt spid="1773"/>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esson intro">
  <p:cSld name="1_lesson intro">
    <p:spTree>
      <p:nvGrpSpPr>
        <p:cNvPr id="1793" name="Shape 1793"/>
        <p:cNvGrpSpPr/>
        <p:nvPr/>
      </p:nvGrpSpPr>
      <p:grpSpPr>
        <a:xfrm>
          <a:off x="0" y="0"/>
          <a:ext cx="0" cy="0"/>
          <a:chOff x="0" y="0"/>
          <a:chExt cx="0" cy="0"/>
        </a:xfrm>
      </p:grpSpPr>
      <p:sp>
        <p:nvSpPr>
          <p:cNvPr id="1794" name="Google Shape;1794;g38b88470f6c_2_1959"/>
          <p:cNvSpPr txBox="1"/>
          <p:nvPr>
            <p:ph idx="1" type="body"/>
          </p:nvPr>
        </p:nvSpPr>
        <p:spPr>
          <a:xfrm>
            <a:off x="0" y="0"/>
            <a:ext cx="12192000" cy="31089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8800"/>
              <a:buFont typeface="Arial"/>
              <a:buNone/>
              <a:defRPr b="0" i="0" sz="88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795" name="Google Shape;1795;g38b88470f6c_2_1959"/>
          <p:cNvSpPr txBox="1"/>
          <p:nvPr>
            <p:ph idx="2" type="body"/>
          </p:nvPr>
        </p:nvSpPr>
        <p:spPr>
          <a:xfrm>
            <a:off x="0" y="3108960"/>
            <a:ext cx="12192000" cy="37491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8800"/>
              <a:buFont typeface="Arial"/>
              <a:buNone/>
              <a:defRPr b="0" i="0" sz="88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_1st">
  <p:cSld name="Learn_1st">
    <p:spTree>
      <p:nvGrpSpPr>
        <p:cNvPr id="1796" name="Shape 1796"/>
        <p:cNvGrpSpPr/>
        <p:nvPr/>
      </p:nvGrpSpPr>
      <p:grpSpPr>
        <a:xfrm>
          <a:off x="0" y="0"/>
          <a:ext cx="0" cy="0"/>
          <a:chOff x="0" y="0"/>
          <a:chExt cx="0" cy="0"/>
        </a:xfrm>
      </p:grpSpPr>
      <p:sp>
        <p:nvSpPr>
          <p:cNvPr id="1797" name="Google Shape;1797;g38b88470f6c_2_1962"/>
          <p:cNvSpPr/>
          <p:nvPr>
            <p:ph idx="2" type="pic"/>
          </p:nvPr>
        </p:nvSpPr>
        <p:spPr>
          <a:xfrm>
            <a:off x="2114230" y="1920640"/>
            <a:ext cx="7963500" cy="4108200"/>
          </a:xfrm>
          <a:prstGeom prst="rect">
            <a:avLst/>
          </a:prstGeom>
          <a:noFill/>
          <a:ln>
            <a:noFill/>
          </a:ln>
        </p:spPr>
      </p:sp>
      <p:sp>
        <p:nvSpPr>
          <p:cNvPr id="1798" name="Google Shape;1798;g38b88470f6c_2_1962"/>
          <p:cNvSpPr txBox="1"/>
          <p:nvPr>
            <p:ph idx="1" type="body"/>
          </p:nvPr>
        </p:nvSpPr>
        <p:spPr>
          <a:xfrm>
            <a:off x="409575" y="347725"/>
            <a:ext cx="4602300" cy="1437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1799" name="Google Shape;1799;g38b88470f6c_2_1962">
            <a:hlinkClick action="ppaction://hlinkshowjump?jump=nextslide"/>
          </p:cNvPr>
          <p:cNvPicPr preferRelativeResize="0"/>
          <p:nvPr/>
        </p:nvPicPr>
        <p:blipFill rotWithShape="1">
          <a:blip r:embed="rId2">
            <a:alphaModFix/>
          </a:blip>
          <a:srcRect b="0" l="0" r="0" t="0"/>
          <a:stretch/>
        </p:blipFill>
        <p:spPr>
          <a:xfrm>
            <a:off x="10853427" y="3445697"/>
            <a:ext cx="598343" cy="1058124"/>
          </a:xfrm>
          <a:prstGeom prst="rect">
            <a:avLst/>
          </a:prstGeom>
          <a:noFill/>
          <a:ln>
            <a:noFill/>
          </a:ln>
        </p:spPr>
      </p:pic>
    </p:spTree>
  </p:cSld>
  <p:clrMapOvr>
    <a:masterClrMapping/>
  </p:clrMapOvr>
  <p:transition spd="slow">
    <p:push/>
  </p:transition>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
    <p:spTree>
      <p:nvGrpSpPr>
        <p:cNvPr id="1800" name="Shape 1800"/>
        <p:cNvGrpSpPr/>
        <p:nvPr/>
      </p:nvGrpSpPr>
      <p:grpSpPr>
        <a:xfrm>
          <a:off x="0" y="0"/>
          <a:ext cx="0" cy="0"/>
          <a:chOff x="0" y="0"/>
          <a:chExt cx="0" cy="0"/>
        </a:xfrm>
      </p:grpSpPr>
      <p:sp>
        <p:nvSpPr>
          <p:cNvPr id="1801" name="Google Shape;1801;g38b88470f6c_2_1966"/>
          <p:cNvSpPr txBox="1"/>
          <p:nvPr/>
        </p:nvSpPr>
        <p:spPr>
          <a:xfrm>
            <a:off x="794875" y="2957438"/>
            <a:ext cx="58695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Arial"/>
                <a:ea typeface="Arial"/>
                <a:cs typeface="Arial"/>
                <a:sym typeface="Arial"/>
              </a:rPr>
              <a:t>BREAK</a:t>
            </a:r>
            <a:endParaRPr b="1" i="0" sz="4000" u="none" cap="none" strike="noStrike">
              <a:solidFill>
                <a:schemeClr val="dk1"/>
              </a:solidFill>
              <a:latin typeface="Arial"/>
              <a:ea typeface="Arial"/>
              <a:cs typeface="Arial"/>
              <a:sym typeface="Arial"/>
            </a:endParaRPr>
          </a:p>
        </p:txBody>
      </p:sp>
      <p:pic>
        <p:nvPicPr>
          <p:cNvPr id="1802" name="Google Shape;1802;g38b88470f6c_2_1966"/>
          <p:cNvPicPr preferRelativeResize="0"/>
          <p:nvPr/>
        </p:nvPicPr>
        <p:blipFill rotWithShape="1">
          <a:blip r:embed="rId2">
            <a:alphaModFix/>
          </a:blip>
          <a:srcRect b="0" l="0" r="0" t="0"/>
          <a:stretch/>
        </p:blipFill>
        <p:spPr>
          <a:xfrm>
            <a:off x="4817600" y="1120700"/>
            <a:ext cx="6773626" cy="4616599"/>
          </a:xfrm>
          <a:prstGeom prst="rect">
            <a:avLst/>
          </a:prstGeom>
          <a:noFill/>
          <a:ln>
            <a:noFill/>
          </a:ln>
        </p:spPr>
      </p:pic>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ng">
  <p:cSld name="Testing">
    <p:spTree>
      <p:nvGrpSpPr>
        <p:cNvPr id="1803" name="Shape 1803"/>
        <p:cNvGrpSpPr/>
        <p:nvPr/>
      </p:nvGrpSpPr>
      <p:grpSpPr>
        <a:xfrm>
          <a:off x="0" y="0"/>
          <a:ext cx="0" cy="0"/>
          <a:chOff x="0" y="0"/>
          <a:chExt cx="0" cy="0"/>
        </a:xfrm>
      </p:grpSpPr>
      <p:pic>
        <p:nvPicPr>
          <p:cNvPr id="1804" name="Google Shape;1804;g38b88470f6c_2_1969"/>
          <p:cNvPicPr preferRelativeResize="0"/>
          <p:nvPr/>
        </p:nvPicPr>
        <p:blipFill rotWithShape="1">
          <a:blip r:embed="rId2">
            <a:alphaModFix/>
          </a:blip>
          <a:srcRect b="0" l="0" r="0" t="0"/>
          <a:stretch/>
        </p:blipFill>
        <p:spPr>
          <a:xfrm>
            <a:off x="17460400" y="695862"/>
            <a:ext cx="741875" cy="741875"/>
          </a:xfrm>
          <a:prstGeom prst="rect">
            <a:avLst/>
          </a:prstGeom>
          <a:noFill/>
          <a:ln>
            <a:noFill/>
          </a:ln>
        </p:spPr>
      </p:pic>
      <p:sp>
        <p:nvSpPr>
          <p:cNvPr id="1805" name="Google Shape;1805;g38b88470f6c_2_1969"/>
          <p:cNvSpPr txBox="1"/>
          <p:nvPr/>
        </p:nvSpPr>
        <p:spPr>
          <a:xfrm>
            <a:off x="381000" y="512800"/>
            <a:ext cx="3324600" cy="212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6600"/>
              <a:buFont typeface="Arial"/>
              <a:buNone/>
            </a:pPr>
            <a:r>
              <a:rPr b="1" i="0" lang="en-US" sz="6600" u="none" cap="none" strike="noStrike">
                <a:solidFill>
                  <a:schemeClr val="dk1"/>
                </a:solidFill>
                <a:latin typeface="Arial"/>
                <a:ea typeface="Arial"/>
                <a:cs typeface="Arial"/>
                <a:sym typeface="Arial"/>
              </a:rPr>
              <a:t>Make &amp; Testing</a:t>
            </a:r>
            <a:endParaRPr b="0" i="0" sz="5400" u="none" cap="none" strike="noStrike">
              <a:solidFill>
                <a:schemeClr val="dk1"/>
              </a:solidFill>
              <a:latin typeface="Arial"/>
              <a:ea typeface="Arial"/>
              <a:cs typeface="Arial"/>
              <a:sym typeface="Arial"/>
            </a:endParaRPr>
          </a:p>
        </p:txBody>
      </p:sp>
      <p:sp>
        <p:nvSpPr>
          <p:cNvPr id="1806" name="Google Shape;1806;g38b88470f6c_2_1969"/>
          <p:cNvSpPr/>
          <p:nvPr/>
        </p:nvSpPr>
        <p:spPr>
          <a:xfrm rot="-1782754">
            <a:off x="10532613" y="3057460"/>
            <a:ext cx="1152318" cy="1084353"/>
          </a:xfrm>
          <a:custGeom>
            <a:rect b="b" l="l" r="r" t="t"/>
            <a:pathLst>
              <a:path extrusionOk="0" h="1972325" w="2095947">
                <a:moveTo>
                  <a:pt x="1207211" y="660929"/>
                </a:moveTo>
                <a:cubicBezTo>
                  <a:pt x="1102223" y="610125"/>
                  <a:pt x="974784" y="610474"/>
                  <a:pt x="866133" y="672956"/>
                </a:cubicBezTo>
                <a:cubicBezTo>
                  <a:pt x="865479" y="673330"/>
                  <a:pt x="864826" y="673706"/>
                  <a:pt x="864175" y="674083"/>
                </a:cubicBezTo>
                <a:cubicBezTo>
                  <a:pt x="691790" y="773974"/>
                  <a:pt x="633022" y="994696"/>
                  <a:pt x="732913" y="1167082"/>
                </a:cubicBezTo>
                <a:cubicBezTo>
                  <a:pt x="833985" y="1340254"/>
                  <a:pt x="1055902" y="1399350"/>
                  <a:pt x="1229711" y="1299375"/>
                </a:cubicBezTo>
                <a:cubicBezTo>
                  <a:pt x="1230357" y="1299008"/>
                  <a:pt x="1231003" y="1298636"/>
                  <a:pt x="1231646" y="1298264"/>
                </a:cubicBezTo>
                <a:cubicBezTo>
                  <a:pt x="1404069" y="1198404"/>
                  <a:pt x="1462894" y="977675"/>
                  <a:pt x="1363033" y="805250"/>
                </a:cubicBezTo>
                <a:cubicBezTo>
                  <a:pt x="1325114" y="740309"/>
                  <a:pt x="1270203" y="691412"/>
                  <a:pt x="1207211" y="660929"/>
                </a:cubicBezTo>
                <a:close/>
                <a:moveTo>
                  <a:pt x="1450613" y="13643"/>
                </a:moveTo>
                <a:lnTo>
                  <a:pt x="1553483" y="72713"/>
                </a:lnTo>
                <a:lnTo>
                  <a:pt x="1692983" y="152786"/>
                </a:lnTo>
                <a:cubicBezTo>
                  <a:pt x="1704136" y="159188"/>
                  <a:pt x="1713676" y="167404"/>
                  <a:pt x="1721411" y="176872"/>
                </a:cubicBezTo>
                <a:lnTo>
                  <a:pt x="1721423" y="176895"/>
                </a:lnTo>
                <a:lnTo>
                  <a:pt x="1721432" y="176902"/>
                </a:lnTo>
                <a:cubicBezTo>
                  <a:pt x="1729167" y="186369"/>
                  <a:pt x="1735094" y="197088"/>
                  <a:pt x="1739019" y="208496"/>
                </a:cubicBezTo>
                <a:lnTo>
                  <a:pt x="1743058" y="234383"/>
                </a:lnTo>
                <a:lnTo>
                  <a:pt x="1744594" y="244195"/>
                </a:lnTo>
                <a:lnTo>
                  <a:pt x="1744592" y="244208"/>
                </a:lnTo>
                <a:lnTo>
                  <a:pt x="1744594" y="244223"/>
                </a:lnTo>
                <a:lnTo>
                  <a:pt x="1743221" y="250812"/>
                </a:lnTo>
                <a:lnTo>
                  <a:pt x="1737024" y="280677"/>
                </a:lnTo>
                <a:lnTo>
                  <a:pt x="1715725" y="333022"/>
                </a:lnTo>
                <a:lnTo>
                  <a:pt x="1688065" y="401070"/>
                </a:lnTo>
                <a:lnTo>
                  <a:pt x="1682909" y="441239"/>
                </a:lnTo>
                <a:lnTo>
                  <a:pt x="1681392" y="453141"/>
                </a:lnTo>
                <a:lnTo>
                  <a:pt x="1691837" y="478722"/>
                </a:lnTo>
                <a:lnTo>
                  <a:pt x="1701254" y="501750"/>
                </a:lnTo>
                <a:lnTo>
                  <a:pt x="1750706" y="576574"/>
                </a:lnTo>
                <a:lnTo>
                  <a:pt x="1753602" y="580954"/>
                </a:lnTo>
                <a:lnTo>
                  <a:pt x="1753602" y="580955"/>
                </a:lnTo>
                <a:lnTo>
                  <a:pt x="1753622" y="580985"/>
                </a:lnTo>
                <a:lnTo>
                  <a:pt x="1764252" y="602054"/>
                </a:lnTo>
                <a:lnTo>
                  <a:pt x="1796408" y="665761"/>
                </a:lnTo>
                <a:lnTo>
                  <a:pt x="1817180" y="692444"/>
                </a:lnTo>
                <a:lnTo>
                  <a:pt x="1828498" y="706969"/>
                </a:lnTo>
                <a:lnTo>
                  <a:pt x="1847963" y="715119"/>
                </a:lnTo>
                <a:lnTo>
                  <a:pt x="1876690" y="727128"/>
                </a:lnTo>
                <a:lnTo>
                  <a:pt x="1961530" y="738943"/>
                </a:lnTo>
                <a:lnTo>
                  <a:pt x="2007293" y="745311"/>
                </a:lnTo>
                <a:lnTo>
                  <a:pt x="2007320" y="745320"/>
                </a:lnTo>
                <a:lnTo>
                  <a:pt x="2007339" y="745323"/>
                </a:lnTo>
                <a:lnTo>
                  <a:pt x="2021741" y="750093"/>
                </a:lnTo>
                <a:lnTo>
                  <a:pt x="2042582" y="756992"/>
                </a:lnTo>
                <a:lnTo>
                  <a:pt x="2042593" y="757001"/>
                </a:lnTo>
                <a:lnTo>
                  <a:pt x="2042627" y="757012"/>
                </a:lnTo>
                <a:cubicBezTo>
                  <a:pt x="2074700" y="774632"/>
                  <a:pt x="2095966" y="808707"/>
                  <a:pt x="2095947" y="847190"/>
                </a:cubicBezTo>
                <a:lnTo>
                  <a:pt x="2095844" y="1124628"/>
                </a:lnTo>
                <a:lnTo>
                  <a:pt x="2095839" y="1124651"/>
                </a:lnTo>
                <a:lnTo>
                  <a:pt x="2095839" y="1124679"/>
                </a:lnTo>
                <a:lnTo>
                  <a:pt x="2090268" y="1155030"/>
                </a:lnTo>
                <a:lnTo>
                  <a:pt x="2089139" y="1161186"/>
                </a:lnTo>
                <a:lnTo>
                  <a:pt x="2089138" y="1161188"/>
                </a:lnTo>
                <a:lnTo>
                  <a:pt x="2089134" y="1161211"/>
                </a:lnTo>
                <a:cubicBezTo>
                  <a:pt x="2084796" y="1172601"/>
                  <a:pt x="2078485" y="1183056"/>
                  <a:pt x="2070588" y="1192131"/>
                </a:cubicBezTo>
                <a:lnTo>
                  <a:pt x="2070033" y="1192579"/>
                </a:lnTo>
                <a:lnTo>
                  <a:pt x="2042512" y="1214791"/>
                </a:lnTo>
                <a:cubicBezTo>
                  <a:pt x="2031825" y="1220667"/>
                  <a:pt x="2019937" y="1224717"/>
                  <a:pt x="2007236" y="1226496"/>
                </a:cubicBezTo>
                <a:lnTo>
                  <a:pt x="1950363" y="1234404"/>
                </a:lnTo>
                <a:lnTo>
                  <a:pt x="1876427" y="1244733"/>
                </a:lnTo>
                <a:cubicBezTo>
                  <a:pt x="1858610" y="1247259"/>
                  <a:pt x="1842097" y="1254343"/>
                  <a:pt x="1828266" y="1264930"/>
                </a:cubicBezTo>
                <a:lnTo>
                  <a:pt x="1807884" y="1291126"/>
                </a:lnTo>
                <a:lnTo>
                  <a:pt x="1796202" y="1306160"/>
                </a:lnTo>
                <a:lnTo>
                  <a:pt x="1778069" y="1342140"/>
                </a:lnTo>
                <a:lnTo>
                  <a:pt x="1753411" y="1391097"/>
                </a:lnTo>
                <a:cubicBezTo>
                  <a:pt x="1737509" y="1418526"/>
                  <a:pt x="1719994" y="1445020"/>
                  <a:pt x="1700947" y="1470436"/>
                </a:cubicBezTo>
                <a:cubicBezTo>
                  <a:pt x="1690074" y="1484872"/>
                  <a:pt x="1683384" y="1501631"/>
                  <a:pt x="1681105" y="1518970"/>
                </a:cubicBezTo>
                <a:lnTo>
                  <a:pt x="1684507" y="1545650"/>
                </a:lnTo>
                <a:lnTo>
                  <a:pt x="1687757" y="1570956"/>
                </a:lnTo>
                <a:lnTo>
                  <a:pt x="1703486" y="1609731"/>
                </a:lnTo>
                <a:lnTo>
                  <a:pt x="1736629" y="1691283"/>
                </a:lnTo>
                <a:cubicBezTo>
                  <a:pt x="1741468" y="1703190"/>
                  <a:pt x="1743922" y="1715533"/>
                  <a:pt x="1744185" y="1727750"/>
                </a:cubicBezTo>
                <a:lnTo>
                  <a:pt x="1741109" y="1747380"/>
                </a:lnTo>
                <a:lnTo>
                  <a:pt x="1738594" y="1763478"/>
                </a:lnTo>
                <a:cubicBezTo>
                  <a:pt x="1734669" y="1774878"/>
                  <a:pt x="1728743" y="1785589"/>
                  <a:pt x="1721010" y="1795046"/>
                </a:cubicBezTo>
                <a:lnTo>
                  <a:pt x="1716471" y="1798887"/>
                </a:lnTo>
                <a:lnTo>
                  <a:pt x="1692599" y="1819121"/>
                </a:lnTo>
                <a:lnTo>
                  <a:pt x="1528712" y="1913256"/>
                </a:lnTo>
                <a:lnTo>
                  <a:pt x="1449996" y="1958484"/>
                </a:lnTo>
                <a:cubicBezTo>
                  <a:pt x="1427861" y="1971190"/>
                  <a:pt x="1402740" y="1974807"/>
                  <a:pt x="1379215" y="1970227"/>
                </a:cubicBezTo>
                <a:lnTo>
                  <a:pt x="1362759" y="1963890"/>
                </a:lnTo>
                <a:lnTo>
                  <a:pt x="1345679" y="1957319"/>
                </a:lnTo>
                <a:cubicBezTo>
                  <a:pt x="1335280" y="1951042"/>
                  <a:pt x="1325853" y="1942826"/>
                  <a:pt x="1317970" y="1932783"/>
                </a:cubicBezTo>
                <a:lnTo>
                  <a:pt x="1293113" y="1901114"/>
                </a:lnTo>
                <a:lnTo>
                  <a:pt x="1293131" y="1901104"/>
                </a:lnTo>
                <a:lnTo>
                  <a:pt x="1236804" y="1829375"/>
                </a:lnTo>
                <a:cubicBezTo>
                  <a:pt x="1214609" y="1801161"/>
                  <a:pt x="1179316" y="1786552"/>
                  <a:pt x="1143674" y="1790828"/>
                </a:cubicBezTo>
                <a:cubicBezTo>
                  <a:pt x="1079611" y="1798368"/>
                  <a:pt x="1014881" y="1798299"/>
                  <a:pt x="950835" y="1790624"/>
                </a:cubicBezTo>
                <a:cubicBezTo>
                  <a:pt x="915496" y="1786583"/>
                  <a:pt x="880603" y="1801226"/>
                  <a:pt x="858732" y="1829273"/>
                </a:cubicBezTo>
                <a:lnTo>
                  <a:pt x="777321" y="1932991"/>
                </a:lnTo>
                <a:cubicBezTo>
                  <a:pt x="745812" y="1973148"/>
                  <a:pt x="689606" y="1984091"/>
                  <a:pt x="645333" y="1958689"/>
                </a:cubicBezTo>
                <a:lnTo>
                  <a:pt x="402949" y="1819508"/>
                </a:lnTo>
                <a:cubicBezTo>
                  <a:pt x="358341" y="1793908"/>
                  <a:pt x="339505" y="1739290"/>
                  <a:pt x="358850" y="1691634"/>
                </a:cubicBezTo>
                <a:lnTo>
                  <a:pt x="407882" y="1571262"/>
                </a:lnTo>
                <a:cubicBezTo>
                  <a:pt x="421447" y="1537718"/>
                  <a:pt x="416414" y="1499515"/>
                  <a:pt x="394622" y="1470629"/>
                </a:cubicBezTo>
                <a:cubicBezTo>
                  <a:pt x="375710" y="1445248"/>
                  <a:pt x="358242" y="1418822"/>
                  <a:pt x="342300" y="1391478"/>
                </a:cubicBezTo>
                <a:cubicBezTo>
                  <a:pt x="326438" y="1364015"/>
                  <a:pt x="312160" y="1335667"/>
                  <a:pt x="299538" y="1306571"/>
                </a:cubicBezTo>
                <a:cubicBezTo>
                  <a:pt x="285334" y="1273497"/>
                  <a:pt x="254899" y="1250234"/>
                  <a:pt x="219257" y="1245205"/>
                </a:cubicBezTo>
                <a:lnTo>
                  <a:pt x="88608" y="1227009"/>
                </a:lnTo>
                <a:cubicBezTo>
                  <a:pt x="37788" y="1219926"/>
                  <a:pt x="-26" y="1176453"/>
                  <a:pt x="0" y="1125142"/>
                </a:cubicBezTo>
                <a:lnTo>
                  <a:pt x="104" y="847704"/>
                </a:lnTo>
                <a:cubicBezTo>
                  <a:pt x="64" y="796425"/>
                  <a:pt x="37826" y="752962"/>
                  <a:pt x="88608" y="745837"/>
                </a:cubicBezTo>
                <a:lnTo>
                  <a:pt x="219463" y="727643"/>
                </a:lnTo>
                <a:cubicBezTo>
                  <a:pt x="255113" y="722561"/>
                  <a:pt x="285541" y="699264"/>
                  <a:pt x="299745" y="666172"/>
                </a:cubicBezTo>
                <a:cubicBezTo>
                  <a:pt x="324911" y="607870"/>
                  <a:pt x="356860" y="552735"/>
                  <a:pt x="394930" y="501909"/>
                </a:cubicBezTo>
                <a:cubicBezTo>
                  <a:pt x="416666" y="473040"/>
                  <a:pt x="421697" y="434896"/>
                  <a:pt x="408190" y="401378"/>
                </a:cubicBezTo>
                <a:lnTo>
                  <a:pt x="359261" y="281008"/>
                </a:lnTo>
                <a:cubicBezTo>
                  <a:pt x="339947" y="233406"/>
                  <a:pt x="358730" y="178854"/>
                  <a:pt x="403257" y="153236"/>
                </a:cubicBezTo>
                <a:lnTo>
                  <a:pt x="645847" y="13848"/>
                </a:lnTo>
                <a:cubicBezTo>
                  <a:pt x="690151" y="-11562"/>
                  <a:pt x="746390" y="-621"/>
                  <a:pt x="777937" y="39546"/>
                </a:cubicBezTo>
                <a:lnTo>
                  <a:pt x="859143" y="142957"/>
                </a:lnTo>
                <a:cubicBezTo>
                  <a:pt x="881295" y="171167"/>
                  <a:pt x="916557" y="185778"/>
                  <a:pt x="952170" y="181504"/>
                </a:cubicBezTo>
                <a:cubicBezTo>
                  <a:pt x="1016233" y="173966"/>
                  <a:pt x="1080964" y="174033"/>
                  <a:pt x="1145011" y="181710"/>
                </a:cubicBezTo>
                <a:cubicBezTo>
                  <a:pt x="1180353" y="185791"/>
                  <a:pt x="1215265" y="171140"/>
                  <a:pt x="1237113" y="143060"/>
                </a:cubicBezTo>
                <a:lnTo>
                  <a:pt x="1318523" y="39341"/>
                </a:lnTo>
                <a:cubicBezTo>
                  <a:pt x="1350070" y="-827"/>
                  <a:pt x="1406309" y="-11769"/>
                  <a:pt x="1450613" y="13643"/>
                </a:cubicBezTo>
                <a:close/>
              </a:path>
            </a:pathLst>
          </a:custGeom>
          <a:solidFill>
            <a:srgbClr val="F5B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07" name="Google Shape;1807;g38b88470f6c_2_1969"/>
          <p:cNvSpPr/>
          <p:nvPr/>
        </p:nvSpPr>
        <p:spPr>
          <a:xfrm rot="3703889">
            <a:off x="9849664" y="1881879"/>
            <a:ext cx="1356672" cy="1289116"/>
          </a:xfrm>
          <a:custGeom>
            <a:rect b="b" l="l" r="r" t="t"/>
            <a:pathLst>
              <a:path extrusionOk="0" h="2142214" w="2254476">
                <a:moveTo>
                  <a:pt x="1156285" y="654560"/>
                </a:moveTo>
                <a:cubicBezTo>
                  <a:pt x="1075739" y="648942"/>
                  <a:pt x="992720" y="666404"/>
                  <a:pt x="917514" y="709684"/>
                </a:cubicBezTo>
                <a:cubicBezTo>
                  <a:pt x="916758" y="710116"/>
                  <a:pt x="916004" y="710550"/>
                  <a:pt x="915251" y="710986"/>
                </a:cubicBezTo>
                <a:cubicBezTo>
                  <a:pt x="716288" y="826242"/>
                  <a:pt x="648430" y="1080968"/>
                  <a:pt x="763686" y="1279931"/>
                </a:cubicBezTo>
                <a:cubicBezTo>
                  <a:pt x="880354" y="1479717"/>
                  <a:pt x="1136403" y="1547881"/>
                  <a:pt x="1336962" y="1432547"/>
                </a:cubicBezTo>
                <a:cubicBezTo>
                  <a:pt x="1337696" y="1432127"/>
                  <a:pt x="1338430" y="1431705"/>
                  <a:pt x="1339162" y="1431281"/>
                </a:cubicBezTo>
                <a:cubicBezTo>
                  <a:pt x="1538152" y="1316033"/>
                  <a:pt x="1606039" y="1061291"/>
                  <a:pt x="1490790" y="862300"/>
                </a:cubicBezTo>
                <a:cubicBezTo>
                  <a:pt x="1417902" y="737394"/>
                  <a:pt x="1290528" y="663922"/>
                  <a:pt x="1156285" y="654560"/>
                </a:cubicBezTo>
                <a:close/>
                <a:moveTo>
                  <a:pt x="1508503" y="952"/>
                </a:moveTo>
                <a:cubicBezTo>
                  <a:pt x="1517337" y="2368"/>
                  <a:pt x="1526043" y="5376"/>
                  <a:pt x="1534199" y="10057"/>
                </a:cubicBezTo>
                <a:lnTo>
                  <a:pt x="1847433" y="189853"/>
                </a:lnTo>
                <a:cubicBezTo>
                  <a:pt x="1855651" y="194570"/>
                  <a:pt x="1862680" y="200624"/>
                  <a:pt x="1868379" y="207600"/>
                </a:cubicBezTo>
                <a:lnTo>
                  <a:pt x="1868383" y="207608"/>
                </a:lnTo>
                <a:lnTo>
                  <a:pt x="1868400" y="207622"/>
                </a:lnTo>
                <a:cubicBezTo>
                  <a:pt x="1879798" y="221572"/>
                  <a:pt x="1885868" y="239215"/>
                  <a:pt x="1885466" y="257226"/>
                </a:cubicBezTo>
                <a:lnTo>
                  <a:pt x="1883185" y="268176"/>
                </a:lnTo>
                <a:lnTo>
                  <a:pt x="1879883" y="284086"/>
                </a:lnTo>
                <a:lnTo>
                  <a:pt x="1808217" y="460214"/>
                </a:lnTo>
                <a:lnTo>
                  <a:pt x="1807341" y="467032"/>
                </a:lnTo>
                <a:lnTo>
                  <a:pt x="1803261" y="498900"/>
                </a:lnTo>
                <a:cubicBezTo>
                  <a:pt x="1805013" y="511795"/>
                  <a:pt x="1810109" y="524237"/>
                  <a:pt x="1818365" y="534876"/>
                </a:cubicBezTo>
                <a:cubicBezTo>
                  <a:pt x="1843242" y="566719"/>
                  <a:pt x="1865916" y="600224"/>
                  <a:pt x="1886228" y="635156"/>
                </a:cubicBezTo>
                <a:lnTo>
                  <a:pt x="1918029" y="699976"/>
                </a:lnTo>
                <a:lnTo>
                  <a:pt x="1939635" y="743978"/>
                </a:lnTo>
                <a:cubicBezTo>
                  <a:pt x="1944752" y="756356"/>
                  <a:pt x="1952968" y="766904"/>
                  <a:pt x="1963223" y="774807"/>
                </a:cubicBezTo>
                <a:lnTo>
                  <a:pt x="1973786" y="779216"/>
                </a:lnTo>
                <a:lnTo>
                  <a:pt x="1999081" y="789741"/>
                </a:lnTo>
                <a:lnTo>
                  <a:pt x="2189188" y="816175"/>
                </a:lnTo>
                <a:cubicBezTo>
                  <a:pt x="2226620" y="821417"/>
                  <a:pt x="2254471" y="853435"/>
                  <a:pt x="2254476" y="891233"/>
                </a:cubicBezTo>
                <a:lnTo>
                  <a:pt x="2254414" y="1037795"/>
                </a:lnTo>
                <a:lnTo>
                  <a:pt x="2254353" y="1250376"/>
                </a:lnTo>
                <a:cubicBezTo>
                  <a:pt x="2254350" y="1259819"/>
                  <a:pt x="2252608" y="1268901"/>
                  <a:pt x="2249412" y="1277294"/>
                </a:cubicBezTo>
                <a:lnTo>
                  <a:pt x="2249405" y="1277305"/>
                </a:lnTo>
                <a:lnTo>
                  <a:pt x="2249405" y="1277308"/>
                </a:lnTo>
                <a:cubicBezTo>
                  <a:pt x="2239834" y="1302485"/>
                  <a:pt x="2217166" y="1321464"/>
                  <a:pt x="2189112" y="1325375"/>
                </a:cubicBezTo>
                <a:lnTo>
                  <a:pt x="1998778" y="1351959"/>
                </a:lnTo>
                <a:cubicBezTo>
                  <a:pt x="1972237" y="1355571"/>
                  <a:pt x="1949620" y="1373024"/>
                  <a:pt x="1939398" y="1397782"/>
                </a:cubicBezTo>
                <a:lnTo>
                  <a:pt x="1932528" y="1411794"/>
                </a:lnTo>
                <a:lnTo>
                  <a:pt x="1886020" y="1506686"/>
                </a:lnTo>
                <a:cubicBezTo>
                  <a:pt x="1865739" y="1541662"/>
                  <a:pt x="1843020" y="1575223"/>
                  <a:pt x="1818011" y="1607115"/>
                </a:cubicBezTo>
                <a:lnTo>
                  <a:pt x="1804699" y="1638881"/>
                </a:lnTo>
                <a:lnTo>
                  <a:pt x="1802945" y="1643074"/>
                </a:lnTo>
                <a:lnTo>
                  <a:pt x="1807922" y="1681733"/>
                </a:lnTo>
                <a:lnTo>
                  <a:pt x="1879438" y="1857700"/>
                </a:lnTo>
                <a:lnTo>
                  <a:pt x="1883021" y="1874992"/>
                </a:lnTo>
                <a:lnTo>
                  <a:pt x="1885012" y="1884551"/>
                </a:lnTo>
                <a:cubicBezTo>
                  <a:pt x="1885615" y="1911566"/>
                  <a:pt x="1871656" y="1937755"/>
                  <a:pt x="1846995" y="1951895"/>
                </a:cubicBezTo>
                <a:lnTo>
                  <a:pt x="1533583" y="2131929"/>
                </a:lnTo>
                <a:cubicBezTo>
                  <a:pt x="1525422" y="2136610"/>
                  <a:pt x="1516711" y="2139617"/>
                  <a:pt x="1507873" y="2141032"/>
                </a:cubicBezTo>
                <a:lnTo>
                  <a:pt x="1487647" y="2140688"/>
                </a:lnTo>
                <a:lnTo>
                  <a:pt x="1481410" y="2140584"/>
                </a:lnTo>
                <a:lnTo>
                  <a:pt x="1481405" y="2140582"/>
                </a:lnTo>
                <a:lnTo>
                  <a:pt x="1481395" y="2140582"/>
                </a:lnTo>
                <a:cubicBezTo>
                  <a:pt x="1464049" y="2137207"/>
                  <a:pt x="1447879" y="2127793"/>
                  <a:pt x="1436257" y="2112994"/>
                </a:cubicBezTo>
                <a:lnTo>
                  <a:pt x="1318179" y="1962575"/>
                </a:lnTo>
                <a:cubicBezTo>
                  <a:pt x="1301782" y="1941489"/>
                  <a:pt x="1275434" y="1930678"/>
                  <a:pt x="1248952" y="1934172"/>
                </a:cubicBezTo>
                <a:cubicBezTo>
                  <a:pt x="1168103" y="1945496"/>
                  <a:pt x="1086070" y="1945496"/>
                  <a:pt x="1005221" y="1934172"/>
                </a:cubicBezTo>
                <a:cubicBezTo>
                  <a:pt x="978723" y="1930591"/>
                  <a:pt x="952322" y="1941383"/>
                  <a:pt x="935919" y="1962499"/>
                </a:cubicBezTo>
                <a:lnTo>
                  <a:pt x="817537" y="2113222"/>
                </a:lnTo>
                <a:cubicBezTo>
                  <a:pt x="794330" y="2142823"/>
                  <a:pt x="752905" y="2150888"/>
                  <a:pt x="720287" y="2132157"/>
                </a:cubicBezTo>
                <a:lnTo>
                  <a:pt x="407027" y="1952350"/>
                </a:lnTo>
                <a:cubicBezTo>
                  <a:pt x="374156" y="1933488"/>
                  <a:pt x="360303" y="1893223"/>
                  <a:pt x="374610" y="1858129"/>
                </a:cubicBezTo>
                <a:lnTo>
                  <a:pt x="446260" y="1681958"/>
                </a:lnTo>
                <a:cubicBezTo>
                  <a:pt x="456494" y="1657044"/>
                  <a:pt x="452623" y="1628558"/>
                  <a:pt x="436111" y="1607279"/>
                </a:cubicBezTo>
                <a:cubicBezTo>
                  <a:pt x="411234" y="1575462"/>
                  <a:pt x="388560" y="1541982"/>
                  <a:pt x="368248" y="1507075"/>
                </a:cubicBezTo>
                <a:cubicBezTo>
                  <a:pt x="347957" y="1472072"/>
                  <a:pt x="330116" y="1435705"/>
                  <a:pt x="314851" y="1398236"/>
                </a:cubicBezTo>
                <a:cubicBezTo>
                  <a:pt x="304596" y="1373472"/>
                  <a:pt x="281955" y="1356022"/>
                  <a:pt x="255395" y="1352414"/>
                </a:cubicBezTo>
                <a:lnTo>
                  <a:pt x="65288" y="1325980"/>
                </a:lnTo>
                <a:cubicBezTo>
                  <a:pt x="27843" y="1320761"/>
                  <a:pt x="-19" y="1288729"/>
                  <a:pt x="0" y="1250922"/>
                </a:cubicBezTo>
                <a:lnTo>
                  <a:pt x="151" y="891839"/>
                </a:lnTo>
                <a:cubicBezTo>
                  <a:pt x="127" y="854072"/>
                  <a:pt x="27958" y="822071"/>
                  <a:pt x="65364" y="816856"/>
                </a:cubicBezTo>
                <a:lnTo>
                  <a:pt x="255698" y="790272"/>
                </a:lnTo>
                <a:cubicBezTo>
                  <a:pt x="282239" y="786660"/>
                  <a:pt x="304856" y="769207"/>
                  <a:pt x="315078" y="744449"/>
                </a:cubicBezTo>
                <a:cubicBezTo>
                  <a:pt x="345594" y="669350"/>
                  <a:pt x="386460" y="598886"/>
                  <a:pt x="436489" y="535104"/>
                </a:cubicBezTo>
                <a:cubicBezTo>
                  <a:pt x="452943" y="513825"/>
                  <a:pt x="456784" y="485380"/>
                  <a:pt x="446563" y="460500"/>
                </a:cubicBezTo>
                <a:lnTo>
                  <a:pt x="375064" y="284480"/>
                </a:lnTo>
                <a:cubicBezTo>
                  <a:pt x="360757" y="249409"/>
                  <a:pt x="374615" y="209163"/>
                  <a:pt x="407481" y="190335"/>
                </a:cubicBezTo>
                <a:lnTo>
                  <a:pt x="720893" y="10301"/>
                </a:lnTo>
                <a:cubicBezTo>
                  <a:pt x="753531" y="-8461"/>
                  <a:pt x="794996" y="-394"/>
                  <a:pt x="818219" y="29236"/>
                </a:cubicBezTo>
                <a:lnTo>
                  <a:pt x="936298" y="179656"/>
                </a:lnTo>
                <a:cubicBezTo>
                  <a:pt x="952682" y="200752"/>
                  <a:pt x="979051" y="211542"/>
                  <a:pt x="1005524" y="207983"/>
                </a:cubicBezTo>
                <a:cubicBezTo>
                  <a:pt x="1086379" y="196722"/>
                  <a:pt x="1168407" y="196748"/>
                  <a:pt x="1249255" y="208059"/>
                </a:cubicBezTo>
                <a:cubicBezTo>
                  <a:pt x="1275748" y="211603"/>
                  <a:pt x="1302132" y="200819"/>
                  <a:pt x="1318557" y="179732"/>
                </a:cubicBezTo>
                <a:lnTo>
                  <a:pt x="1406815" y="67363"/>
                </a:lnTo>
                <a:lnTo>
                  <a:pt x="1406791" y="67349"/>
                </a:lnTo>
                <a:lnTo>
                  <a:pt x="1436921" y="28973"/>
                </a:lnTo>
                <a:cubicBezTo>
                  <a:pt x="1454344" y="6783"/>
                  <a:pt x="1482000" y="-3296"/>
                  <a:pt x="1508503" y="952"/>
                </a:cubicBezTo>
                <a:close/>
              </a:path>
            </a:pathLst>
          </a:custGeom>
          <a:solidFill>
            <a:srgbClr val="EBEBE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08" name="Google Shape;1808;g38b88470f6c_2_1969"/>
          <p:cNvSpPr/>
          <p:nvPr/>
        </p:nvSpPr>
        <p:spPr>
          <a:xfrm rot="-3421140">
            <a:off x="10065462" y="4005339"/>
            <a:ext cx="996065" cy="937316"/>
          </a:xfrm>
          <a:custGeom>
            <a:rect b="b" l="l" r="r" t="t"/>
            <a:pathLst>
              <a:path extrusionOk="0" h="1672912" w="1777767">
                <a:moveTo>
                  <a:pt x="1156116" y="683008"/>
                </a:moveTo>
                <a:cubicBezTo>
                  <a:pt x="1070346" y="536121"/>
                  <a:pt x="882099" y="486002"/>
                  <a:pt x="734647" y="570797"/>
                </a:cubicBezTo>
                <a:cubicBezTo>
                  <a:pt x="734093" y="571114"/>
                  <a:pt x="733539" y="571433"/>
                  <a:pt x="732987" y="571753"/>
                </a:cubicBezTo>
                <a:cubicBezTo>
                  <a:pt x="586771" y="656480"/>
                  <a:pt x="536925" y="843695"/>
                  <a:pt x="621652" y="989911"/>
                </a:cubicBezTo>
                <a:cubicBezTo>
                  <a:pt x="707380" y="1136794"/>
                  <a:pt x="895609" y="1186919"/>
                  <a:pt x="1043032" y="1102122"/>
                </a:cubicBezTo>
                <a:cubicBezTo>
                  <a:pt x="1043580" y="1101810"/>
                  <a:pt x="1044128" y="1101494"/>
                  <a:pt x="1044673" y="1101179"/>
                </a:cubicBezTo>
                <a:cubicBezTo>
                  <a:pt x="1190921" y="1016478"/>
                  <a:pt x="1240816" y="829257"/>
                  <a:pt x="1156116" y="683008"/>
                </a:cubicBezTo>
                <a:close/>
                <a:moveTo>
                  <a:pt x="1772095" y="687565"/>
                </a:moveTo>
                <a:cubicBezTo>
                  <a:pt x="1775772" y="697236"/>
                  <a:pt x="1777772" y="707701"/>
                  <a:pt x="1777767" y="718581"/>
                </a:cubicBezTo>
                <a:lnTo>
                  <a:pt x="1777680" y="953902"/>
                </a:lnTo>
                <a:lnTo>
                  <a:pt x="1777676" y="953921"/>
                </a:lnTo>
                <a:lnTo>
                  <a:pt x="1777676" y="953945"/>
                </a:lnTo>
                <a:lnTo>
                  <a:pt x="1772809" y="980461"/>
                </a:lnTo>
                <a:lnTo>
                  <a:pt x="1771993" y="984910"/>
                </a:lnTo>
                <a:lnTo>
                  <a:pt x="1771992" y="984912"/>
                </a:lnTo>
                <a:lnTo>
                  <a:pt x="1771989" y="984931"/>
                </a:lnTo>
                <a:cubicBezTo>
                  <a:pt x="1768309" y="994593"/>
                  <a:pt x="1762957" y="1003460"/>
                  <a:pt x="1756258" y="1011157"/>
                </a:cubicBezTo>
                <a:lnTo>
                  <a:pt x="1756237" y="1011174"/>
                </a:lnTo>
                <a:lnTo>
                  <a:pt x="1732444" y="1030378"/>
                </a:lnTo>
                <a:cubicBezTo>
                  <a:pt x="1723379" y="1035362"/>
                  <a:pt x="1713296" y="1038797"/>
                  <a:pt x="1702523" y="1040306"/>
                </a:cubicBezTo>
                <a:lnTo>
                  <a:pt x="1653735" y="1047089"/>
                </a:lnTo>
                <a:lnTo>
                  <a:pt x="1591572" y="1055774"/>
                </a:lnTo>
                <a:cubicBezTo>
                  <a:pt x="1576459" y="1057916"/>
                  <a:pt x="1562454" y="1063925"/>
                  <a:pt x="1550723" y="1072905"/>
                </a:cubicBezTo>
                <a:lnTo>
                  <a:pt x="1533512" y="1095025"/>
                </a:lnTo>
                <a:lnTo>
                  <a:pt x="1523526" y="1107876"/>
                </a:lnTo>
                <a:lnTo>
                  <a:pt x="1507989" y="1138704"/>
                </a:lnTo>
                <a:lnTo>
                  <a:pt x="1487231" y="1179919"/>
                </a:lnTo>
                <a:cubicBezTo>
                  <a:pt x="1473742" y="1203184"/>
                  <a:pt x="1458886" y="1225656"/>
                  <a:pt x="1442731" y="1247213"/>
                </a:cubicBezTo>
                <a:cubicBezTo>
                  <a:pt x="1433508" y="1259458"/>
                  <a:pt x="1427834" y="1273673"/>
                  <a:pt x="1425901" y="1288380"/>
                </a:cubicBezTo>
                <a:lnTo>
                  <a:pt x="1428786" y="1311007"/>
                </a:lnTo>
                <a:lnTo>
                  <a:pt x="1431543" y="1332474"/>
                </a:lnTo>
                <a:lnTo>
                  <a:pt x="1444863" y="1365311"/>
                </a:lnTo>
                <a:lnTo>
                  <a:pt x="1472996" y="1434534"/>
                </a:lnTo>
                <a:cubicBezTo>
                  <a:pt x="1477101" y="1444634"/>
                  <a:pt x="1479183" y="1455103"/>
                  <a:pt x="1479405" y="1465465"/>
                </a:cubicBezTo>
                <a:lnTo>
                  <a:pt x="1476788" y="1482173"/>
                </a:lnTo>
                <a:lnTo>
                  <a:pt x="1474663" y="1495770"/>
                </a:lnTo>
                <a:cubicBezTo>
                  <a:pt x="1471333" y="1505439"/>
                  <a:pt x="1466307" y="1514524"/>
                  <a:pt x="1459748" y="1522546"/>
                </a:cubicBezTo>
                <a:lnTo>
                  <a:pt x="1455448" y="1526185"/>
                </a:lnTo>
                <a:lnTo>
                  <a:pt x="1435650" y="1542965"/>
                </a:lnTo>
                <a:lnTo>
                  <a:pt x="1296749" y="1622749"/>
                </a:lnTo>
                <a:lnTo>
                  <a:pt x="1229876" y="1661172"/>
                </a:lnTo>
                <a:cubicBezTo>
                  <a:pt x="1211102" y="1671950"/>
                  <a:pt x="1189794" y="1675017"/>
                  <a:pt x="1169841" y="1671132"/>
                </a:cubicBezTo>
                <a:lnTo>
                  <a:pt x="1155181" y="1665487"/>
                </a:lnTo>
                <a:lnTo>
                  <a:pt x="1141395" y="1660185"/>
                </a:lnTo>
                <a:cubicBezTo>
                  <a:pt x="1132575" y="1654860"/>
                  <a:pt x="1124579" y="1647892"/>
                  <a:pt x="1117893" y="1639372"/>
                </a:cubicBezTo>
                <a:lnTo>
                  <a:pt x="1096809" y="1612512"/>
                </a:lnTo>
                <a:lnTo>
                  <a:pt x="1096824" y="1612503"/>
                </a:lnTo>
                <a:lnTo>
                  <a:pt x="1049048" y="1551663"/>
                </a:lnTo>
                <a:cubicBezTo>
                  <a:pt x="1030223" y="1527733"/>
                  <a:pt x="1000287" y="1515341"/>
                  <a:pt x="970056" y="1518969"/>
                </a:cubicBezTo>
                <a:cubicBezTo>
                  <a:pt x="915718" y="1525363"/>
                  <a:pt x="860815" y="1525304"/>
                  <a:pt x="806491" y="1518795"/>
                </a:cubicBezTo>
                <a:cubicBezTo>
                  <a:pt x="776518" y="1515368"/>
                  <a:pt x="746921" y="1527788"/>
                  <a:pt x="728371" y="1551577"/>
                </a:cubicBezTo>
                <a:lnTo>
                  <a:pt x="659318" y="1639549"/>
                </a:lnTo>
                <a:cubicBezTo>
                  <a:pt x="632592" y="1673611"/>
                  <a:pt x="584919" y="1682892"/>
                  <a:pt x="547367" y="1661347"/>
                </a:cubicBezTo>
                <a:lnTo>
                  <a:pt x="341778" y="1543295"/>
                </a:lnTo>
                <a:cubicBezTo>
                  <a:pt x="303942" y="1521581"/>
                  <a:pt x="287965" y="1475254"/>
                  <a:pt x="304374" y="1434832"/>
                </a:cubicBezTo>
                <a:lnTo>
                  <a:pt x="345963" y="1332734"/>
                </a:lnTo>
                <a:cubicBezTo>
                  <a:pt x="357468" y="1304282"/>
                  <a:pt x="353198" y="1271879"/>
                  <a:pt x="334716" y="1247378"/>
                </a:cubicBezTo>
                <a:cubicBezTo>
                  <a:pt x="318674" y="1225850"/>
                  <a:pt x="303858" y="1203435"/>
                  <a:pt x="290336" y="1180242"/>
                </a:cubicBezTo>
                <a:cubicBezTo>
                  <a:pt x="276882" y="1156949"/>
                  <a:pt x="264772" y="1132904"/>
                  <a:pt x="254066" y="1108225"/>
                </a:cubicBezTo>
                <a:cubicBezTo>
                  <a:pt x="242018" y="1080172"/>
                  <a:pt x="216204" y="1060440"/>
                  <a:pt x="185972" y="1056174"/>
                </a:cubicBezTo>
                <a:lnTo>
                  <a:pt x="75156" y="1040741"/>
                </a:lnTo>
                <a:cubicBezTo>
                  <a:pt x="32051" y="1034734"/>
                  <a:pt x="-22" y="997860"/>
                  <a:pt x="0" y="954338"/>
                </a:cubicBezTo>
                <a:lnTo>
                  <a:pt x="88" y="719018"/>
                </a:lnTo>
                <a:cubicBezTo>
                  <a:pt x="54" y="675522"/>
                  <a:pt x="32084" y="638658"/>
                  <a:pt x="75156" y="632614"/>
                </a:cubicBezTo>
                <a:lnTo>
                  <a:pt x="186147" y="617182"/>
                </a:lnTo>
                <a:cubicBezTo>
                  <a:pt x="216385" y="612872"/>
                  <a:pt x="242193" y="593111"/>
                  <a:pt x="254241" y="565043"/>
                </a:cubicBezTo>
                <a:cubicBezTo>
                  <a:pt x="275587" y="515592"/>
                  <a:pt x="302686" y="468826"/>
                  <a:pt x="334977" y="425717"/>
                </a:cubicBezTo>
                <a:cubicBezTo>
                  <a:pt x="353413" y="401229"/>
                  <a:pt x="357680" y="368876"/>
                  <a:pt x="346224" y="340446"/>
                </a:cubicBezTo>
                <a:lnTo>
                  <a:pt x="304722" y="238350"/>
                </a:lnTo>
                <a:cubicBezTo>
                  <a:pt x="288340" y="197974"/>
                  <a:pt x="304272" y="151704"/>
                  <a:pt x="342039" y="129974"/>
                </a:cubicBezTo>
                <a:lnTo>
                  <a:pt x="547803" y="11746"/>
                </a:lnTo>
                <a:cubicBezTo>
                  <a:pt x="585381" y="-9807"/>
                  <a:pt x="633083" y="-526"/>
                  <a:pt x="659840" y="33544"/>
                </a:cubicBezTo>
                <a:lnTo>
                  <a:pt x="728719" y="121255"/>
                </a:lnTo>
                <a:cubicBezTo>
                  <a:pt x="747508" y="145183"/>
                  <a:pt x="777417" y="157577"/>
                  <a:pt x="807624" y="153950"/>
                </a:cubicBezTo>
                <a:cubicBezTo>
                  <a:pt x="861961" y="147557"/>
                  <a:pt x="916866" y="147615"/>
                  <a:pt x="971190" y="154126"/>
                </a:cubicBezTo>
                <a:cubicBezTo>
                  <a:pt x="1001167" y="157587"/>
                  <a:pt x="1030779" y="145160"/>
                  <a:pt x="1049310" y="121343"/>
                </a:cubicBezTo>
                <a:lnTo>
                  <a:pt x="1118362" y="33369"/>
                </a:lnTo>
                <a:cubicBezTo>
                  <a:pt x="1145119" y="-701"/>
                  <a:pt x="1192821" y="-9982"/>
                  <a:pt x="1230399" y="11572"/>
                </a:cubicBezTo>
                <a:lnTo>
                  <a:pt x="1317893" y="61813"/>
                </a:lnTo>
                <a:lnTo>
                  <a:pt x="1435976" y="129593"/>
                </a:lnTo>
                <a:cubicBezTo>
                  <a:pt x="1445436" y="135023"/>
                  <a:pt x="1453528" y="141992"/>
                  <a:pt x="1460088" y="150022"/>
                </a:cubicBezTo>
                <a:lnTo>
                  <a:pt x="1460099" y="150042"/>
                </a:lnTo>
                <a:lnTo>
                  <a:pt x="1460106" y="150047"/>
                </a:lnTo>
                <a:cubicBezTo>
                  <a:pt x="1466667" y="158077"/>
                  <a:pt x="1471694" y="167169"/>
                  <a:pt x="1475023" y="176846"/>
                </a:cubicBezTo>
                <a:lnTo>
                  <a:pt x="1478457" y="198851"/>
                </a:lnTo>
                <a:lnTo>
                  <a:pt x="1479753" y="207126"/>
                </a:lnTo>
                <a:lnTo>
                  <a:pt x="1479750" y="207136"/>
                </a:lnTo>
                <a:lnTo>
                  <a:pt x="1479752" y="207149"/>
                </a:lnTo>
                <a:lnTo>
                  <a:pt x="1478594" y="212710"/>
                </a:lnTo>
                <a:lnTo>
                  <a:pt x="1473331" y="238069"/>
                </a:lnTo>
                <a:lnTo>
                  <a:pt x="1455277" y="282441"/>
                </a:lnTo>
                <a:lnTo>
                  <a:pt x="1431805" y="340185"/>
                </a:lnTo>
                <a:lnTo>
                  <a:pt x="1427417" y="374362"/>
                </a:lnTo>
                <a:lnTo>
                  <a:pt x="1426144" y="384352"/>
                </a:lnTo>
                <a:lnTo>
                  <a:pt x="1434971" y="405967"/>
                </a:lnTo>
                <a:lnTo>
                  <a:pt x="1442992" y="425581"/>
                </a:lnTo>
                <a:cubicBezTo>
                  <a:pt x="1459107" y="447118"/>
                  <a:pt x="1473936" y="469560"/>
                  <a:pt x="1487410" y="492788"/>
                </a:cubicBezTo>
                <a:lnTo>
                  <a:pt x="1496769" y="511337"/>
                </a:lnTo>
                <a:lnTo>
                  <a:pt x="1523701" y="564694"/>
                </a:lnTo>
                <a:lnTo>
                  <a:pt x="1541138" y="587093"/>
                </a:lnTo>
                <a:lnTo>
                  <a:pt x="1550919" y="599646"/>
                </a:lnTo>
                <a:lnTo>
                  <a:pt x="1567834" y="606728"/>
                </a:lnTo>
                <a:lnTo>
                  <a:pt x="1591795" y="616746"/>
                </a:lnTo>
                <a:lnTo>
                  <a:pt x="1662829" y="626638"/>
                </a:lnTo>
                <a:lnTo>
                  <a:pt x="1702572" y="632168"/>
                </a:lnTo>
                <a:lnTo>
                  <a:pt x="1702595" y="632176"/>
                </a:lnTo>
                <a:lnTo>
                  <a:pt x="1702611" y="632178"/>
                </a:lnTo>
                <a:lnTo>
                  <a:pt x="1714021" y="635958"/>
                </a:lnTo>
                <a:lnTo>
                  <a:pt x="1732503" y="642075"/>
                </a:lnTo>
                <a:lnTo>
                  <a:pt x="1732514" y="642084"/>
                </a:lnTo>
                <a:lnTo>
                  <a:pt x="1732542" y="642093"/>
                </a:lnTo>
                <a:cubicBezTo>
                  <a:pt x="1750678" y="652056"/>
                  <a:pt x="1764740" y="668223"/>
                  <a:pt x="1772095" y="687565"/>
                </a:cubicBezTo>
                <a:close/>
              </a:path>
            </a:pathLst>
          </a:custGeom>
          <a:solidFill>
            <a:srgbClr val="EBEBE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1809" name="Google Shape;1809;g38b88470f6c_2_1969"/>
          <p:cNvPicPr preferRelativeResize="0"/>
          <p:nvPr/>
        </p:nvPicPr>
        <p:blipFill rotWithShape="1">
          <a:blip r:embed="rId3">
            <a:alphaModFix/>
          </a:blip>
          <a:srcRect b="0" l="0" r="0" t="0"/>
          <a:stretch/>
        </p:blipFill>
        <p:spPr>
          <a:xfrm>
            <a:off x="1314450" y="4805722"/>
            <a:ext cx="9105900" cy="182683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07"/>
                                        </p:tgtEl>
                                        <p:attrNameLst>
                                          <p:attrName>style.visibility</p:attrName>
                                        </p:attrNameLst>
                                      </p:cBhvr>
                                      <p:to>
                                        <p:strVal val="visible"/>
                                      </p:to>
                                    </p:set>
                                    <p:animEffect filter="fade" transition="in">
                                      <p:cBhvr>
                                        <p:cTn dur="800"/>
                                        <p:tgtEl>
                                          <p:spTgt spid="1807"/>
                                        </p:tgtEl>
                                      </p:cBhvr>
                                    </p:animEffect>
                                  </p:childTnLst>
                                </p:cTn>
                              </p:par>
                              <p:par>
                                <p:cTn fill="hold" nodeType="withEffect" presetClass="entr" presetID="10" presetSubtype="0">
                                  <p:stCondLst>
                                    <p:cond delay="0"/>
                                  </p:stCondLst>
                                  <p:childTnLst>
                                    <p:set>
                                      <p:cBhvr>
                                        <p:cTn dur="1" fill="hold">
                                          <p:stCondLst>
                                            <p:cond delay="0"/>
                                          </p:stCondLst>
                                        </p:cTn>
                                        <p:tgtEl>
                                          <p:spTgt spid="1806"/>
                                        </p:tgtEl>
                                        <p:attrNameLst>
                                          <p:attrName>style.visibility</p:attrName>
                                        </p:attrNameLst>
                                      </p:cBhvr>
                                      <p:to>
                                        <p:strVal val="visible"/>
                                      </p:to>
                                    </p:set>
                                    <p:animEffect filter="fade" transition="in">
                                      <p:cBhvr>
                                        <p:cTn dur="1000"/>
                                        <p:tgtEl>
                                          <p:spTgt spid="1806"/>
                                        </p:tgtEl>
                                      </p:cBhvr>
                                    </p:animEffect>
                                  </p:childTnLst>
                                </p:cTn>
                              </p:par>
                              <p:par>
                                <p:cTn fill="hold" nodeType="withEffect" presetClass="entr" presetID="10" presetSubtype="0">
                                  <p:stCondLst>
                                    <p:cond delay="0"/>
                                  </p:stCondLst>
                                  <p:childTnLst>
                                    <p:set>
                                      <p:cBhvr>
                                        <p:cTn dur="1" fill="hold">
                                          <p:stCondLst>
                                            <p:cond delay="0"/>
                                          </p:stCondLst>
                                        </p:cTn>
                                        <p:tgtEl>
                                          <p:spTgt spid="1808"/>
                                        </p:tgtEl>
                                        <p:attrNameLst>
                                          <p:attrName>style.visibility</p:attrName>
                                        </p:attrNameLst>
                                      </p:cBhvr>
                                      <p:to>
                                        <p:strVal val="visible"/>
                                      </p:to>
                                    </p:set>
                                    <p:animEffect filter="fade" transition="in">
                                      <p:cBhvr>
                                        <p:cTn dur="1000"/>
                                        <p:tgtEl>
                                          <p:spTgt spid="18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cription_Make">
  <p:cSld name="Description_Make">
    <p:spTree>
      <p:nvGrpSpPr>
        <p:cNvPr id="1810" name="Shape 1810"/>
        <p:cNvGrpSpPr/>
        <p:nvPr/>
      </p:nvGrpSpPr>
      <p:grpSpPr>
        <a:xfrm>
          <a:off x="0" y="0"/>
          <a:ext cx="0" cy="0"/>
          <a:chOff x="0" y="0"/>
          <a:chExt cx="0" cy="0"/>
        </a:xfrm>
      </p:grpSpPr>
      <p:sp>
        <p:nvSpPr>
          <p:cNvPr id="1811" name="Google Shape;1811;g38b88470f6c_2_1976"/>
          <p:cNvSpPr/>
          <p:nvPr/>
        </p:nvSpPr>
        <p:spPr>
          <a:xfrm>
            <a:off x="574759" y="695862"/>
            <a:ext cx="3235200" cy="2733000"/>
          </a:xfrm>
          <a:prstGeom prst="roundRect">
            <a:avLst>
              <a:gd fmla="val 16667" name="adj"/>
            </a:avLst>
          </a:prstGeom>
          <a:no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1812" name="Google Shape;1812;g38b88470f6c_2_1976"/>
          <p:cNvPicPr preferRelativeResize="0"/>
          <p:nvPr/>
        </p:nvPicPr>
        <p:blipFill rotWithShape="1">
          <a:blip r:embed="rId2">
            <a:alphaModFix/>
          </a:blip>
          <a:srcRect b="0" l="0" r="0" t="0"/>
          <a:stretch/>
        </p:blipFill>
        <p:spPr>
          <a:xfrm>
            <a:off x="185221" y="412824"/>
            <a:ext cx="2304016" cy="834212"/>
          </a:xfrm>
          <a:prstGeom prst="rect">
            <a:avLst/>
          </a:prstGeom>
          <a:noFill/>
          <a:ln>
            <a:noFill/>
          </a:ln>
        </p:spPr>
      </p:pic>
      <p:sp>
        <p:nvSpPr>
          <p:cNvPr id="1813" name="Google Shape;1813;g38b88470f6c_2_1976"/>
          <p:cNvSpPr txBox="1"/>
          <p:nvPr/>
        </p:nvSpPr>
        <p:spPr>
          <a:xfrm>
            <a:off x="-96694" y="518153"/>
            <a:ext cx="27447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Description</a:t>
            </a:r>
            <a:endParaRPr b="0" i="0" sz="1400" u="none" cap="none" strike="noStrike">
              <a:solidFill>
                <a:srgbClr val="000000"/>
              </a:solidFill>
              <a:latin typeface="Arial"/>
              <a:ea typeface="Arial"/>
              <a:cs typeface="Arial"/>
              <a:sym typeface="Arial"/>
            </a:endParaRPr>
          </a:p>
        </p:txBody>
      </p:sp>
      <p:sp>
        <p:nvSpPr>
          <p:cNvPr id="1814" name="Google Shape;1814;g38b88470f6c_2_1976"/>
          <p:cNvSpPr txBox="1"/>
          <p:nvPr>
            <p:ph idx="1" type="body"/>
          </p:nvPr>
        </p:nvSpPr>
        <p:spPr>
          <a:xfrm>
            <a:off x="609600" y="1257182"/>
            <a:ext cx="3151200" cy="1905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1800"/>
              <a:buFont typeface="Arial"/>
              <a:buNone/>
              <a:defRPr b="0" i="0" sz="18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815" name="Google Shape;1815;g38b88470f6c_2_1976"/>
          <p:cNvSpPr/>
          <p:nvPr>
            <p:ph idx="2" type="pic"/>
          </p:nvPr>
        </p:nvSpPr>
        <p:spPr>
          <a:xfrm>
            <a:off x="4549691" y="1041373"/>
            <a:ext cx="7258200" cy="3645000"/>
          </a:xfrm>
          <a:prstGeom prst="roundRect">
            <a:avLst>
              <a:gd fmla="val 12486" name="adj"/>
            </a:avLst>
          </a:prstGeom>
          <a:noFill/>
          <a:ln>
            <a:noFill/>
          </a:ln>
          <a:effectLst>
            <a:reflection blurRad="0" dir="0" dist="0" endA="300" endPos="55000" fadeDir="5400012" kx="0" rotWithShape="0" algn="bl" stA="50000" stPos="0" sy="-100000" ky="0"/>
          </a:effectLst>
        </p:spPr>
      </p:sp>
      <p:pic>
        <p:nvPicPr>
          <p:cNvPr id="1816" name="Google Shape;1816;g38b88470f6c_2_1976"/>
          <p:cNvPicPr preferRelativeResize="0"/>
          <p:nvPr/>
        </p:nvPicPr>
        <p:blipFill rotWithShape="1">
          <a:blip r:embed="rId3">
            <a:alphaModFix/>
          </a:blip>
          <a:srcRect b="0" l="0" r="0" t="0"/>
          <a:stretch/>
        </p:blipFill>
        <p:spPr>
          <a:xfrm>
            <a:off x="1314450" y="4805722"/>
            <a:ext cx="9105900" cy="1826834"/>
          </a:xfrm>
          <a:prstGeom prst="rect">
            <a:avLst/>
          </a:prstGeom>
          <a:noFill/>
          <a:ln>
            <a:noFill/>
          </a:ln>
        </p:spPr>
      </p:pic>
    </p:spTree>
  </p:cSld>
  <p:clrMapOvr>
    <a:masterClrMapping/>
  </p:clrMapOvr>
  <p:transition spd="slow">
    <p:push/>
  </p:transition>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ng Completed">
  <p:cSld name="Testing Completed">
    <p:spTree>
      <p:nvGrpSpPr>
        <p:cNvPr id="1817" name="Shape 1817"/>
        <p:cNvGrpSpPr/>
        <p:nvPr/>
      </p:nvGrpSpPr>
      <p:grpSpPr>
        <a:xfrm>
          <a:off x="0" y="0"/>
          <a:ext cx="0" cy="0"/>
          <a:chOff x="0" y="0"/>
          <a:chExt cx="0" cy="0"/>
        </a:xfrm>
      </p:grpSpPr>
      <p:sp>
        <p:nvSpPr>
          <p:cNvPr id="1818" name="Google Shape;1818;g38b88470f6c_2_1983"/>
          <p:cNvSpPr txBox="1"/>
          <p:nvPr/>
        </p:nvSpPr>
        <p:spPr>
          <a:xfrm>
            <a:off x="381000" y="157375"/>
            <a:ext cx="4836300" cy="212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Arial"/>
                <a:ea typeface="Arial"/>
                <a:cs typeface="Arial"/>
                <a:sym typeface="Arial"/>
              </a:rPr>
              <a:t>Testing</a:t>
            </a:r>
            <a:r>
              <a:rPr b="1" i="0" lang="en-US" sz="6600" u="none" cap="none" strike="noStrike">
                <a:solidFill>
                  <a:schemeClr val="dk1"/>
                </a:solidFill>
                <a:latin typeface="Arial"/>
                <a:ea typeface="Arial"/>
                <a:cs typeface="Arial"/>
                <a:sym typeface="Arial"/>
              </a:rPr>
              <a:t> Completed </a:t>
            </a:r>
            <a:endParaRPr b="0" i="0" sz="5400" u="none" cap="none" strike="noStrike">
              <a:solidFill>
                <a:schemeClr val="dk1"/>
              </a:solidFill>
              <a:latin typeface="Arial"/>
              <a:ea typeface="Arial"/>
              <a:cs typeface="Arial"/>
              <a:sym typeface="Arial"/>
            </a:endParaRPr>
          </a:p>
        </p:txBody>
      </p:sp>
      <p:sp>
        <p:nvSpPr>
          <p:cNvPr id="1819" name="Google Shape;1819;g38b88470f6c_2_1983"/>
          <p:cNvSpPr/>
          <p:nvPr/>
        </p:nvSpPr>
        <p:spPr>
          <a:xfrm rot="-1782754">
            <a:off x="10532613" y="3057460"/>
            <a:ext cx="1152318" cy="1084353"/>
          </a:xfrm>
          <a:custGeom>
            <a:rect b="b" l="l" r="r" t="t"/>
            <a:pathLst>
              <a:path extrusionOk="0" h="1972325" w="2095947">
                <a:moveTo>
                  <a:pt x="1207211" y="660929"/>
                </a:moveTo>
                <a:cubicBezTo>
                  <a:pt x="1102223" y="610125"/>
                  <a:pt x="974784" y="610474"/>
                  <a:pt x="866133" y="672956"/>
                </a:cubicBezTo>
                <a:cubicBezTo>
                  <a:pt x="865479" y="673330"/>
                  <a:pt x="864826" y="673706"/>
                  <a:pt x="864175" y="674083"/>
                </a:cubicBezTo>
                <a:cubicBezTo>
                  <a:pt x="691790" y="773974"/>
                  <a:pt x="633022" y="994696"/>
                  <a:pt x="732913" y="1167082"/>
                </a:cubicBezTo>
                <a:cubicBezTo>
                  <a:pt x="833985" y="1340254"/>
                  <a:pt x="1055902" y="1399350"/>
                  <a:pt x="1229711" y="1299375"/>
                </a:cubicBezTo>
                <a:cubicBezTo>
                  <a:pt x="1230357" y="1299008"/>
                  <a:pt x="1231003" y="1298636"/>
                  <a:pt x="1231646" y="1298264"/>
                </a:cubicBezTo>
                <a:cubicBezTo>
                  <a:pt x="1404069" y="1198404"/>
                  <a:pt x="1462894" y="977675"/>
                  <a:pt x="1363033" y="805250"/>
                </a:cubicBezTo>
                <a:cubicBezTo>
                  <a:pt x="1325114" y="740309"/>
                  <a:pt x="1270203" y="691412"/>
                  <a:pt x="1207211" y="660929"/>
                </a:cubicBezTo>
                <a:close/>
                <a:moveTo>
                  <a:pt x="1450613" y="13643"/>
                </a:moveTo>
                <a:lnTo>
                  <a:pt x="1553483" y="72713"/>
                </a:lnTo>
                <a:lnTo>
                  <a:pt x="1692983" y="152786"/>
                </a:lnTo>
                <a:cubicBezTo>
                  <a:pt x="1704136" y="159188"/>
                  <a:pt x="1713676" y="167404"/>
                  <a:pt x="1721411" y="176872"/>
                </a:cubicBezTo>
                <a:lnTo>
                  <a:pt x="1721423" y="176895"/>
                </a:lnTo>
                <a:lnTo>
                  <a:pt x="1721432" y="176902"/>
                </a:lnTo>
                <a:cubicBezTo>
                  <a:pt x="1729167" y="186369"/>
                  <a:pt x="1735094" y="197088"/>
                  <a:pt x="1739019" y="208496"/>
                </a:cubicBezTo>
                <a:lnTo>
                  <a:pt x="1743058" y="234383"/>
                </a:lnTo>
                <a:lnTo>
                  <a:pt x="1744594" y="244195"/>
                </a:lnTo>
                <a:lnTo>
                  <a:pt x="1744592" y="244208"/>
                </a:lnTo>
                <a:lnTo>
                  <a:pt x="1744594" y="244223"/>
                </a:lnTo>
                <a:lnTo>
                  <a:pt x="1743221" y="250812"/>
                </a:lnTo>
                <a:lnTo>
                  <a:pt x="1737024" y="280677"/>
                </a:lnTo>
                <a:lnTo>
                  <a:pt x="1715725" y="333022"/>
                </a:lnTo>
                <a:lnTo>
                  <a:pt x="1688065" y="401070"/>
                </a:lnTo>
                <a:lnTo>
                  <a:pt x="1682909" y="441239"/>
                </a:lnTo>
                <a:lnTo>
                  <a:pt x="1681392" y="453141"/>
                </a:lnTo>
                <a:lnTo>
                  <a:pt x="1691837" y="478722"/>
                </a:lnTo>
                <a:lnTo>
                  <a:pt x="1701254" y="501750"/>
                </a:lnTo>
                <a:lnTo>
                  <a:pt x="1750706" y="576574"/>
                </a:lnTo>
                <a:lnTo>
                  <a:pt x="1753602" y="580954"/>
                </a:lnTo>
                <a:lnTo>
                  <a:pt x="1753602" y="580955"/>
                </a:lnTo>
                <a:lnTo>
                  <a:pt x="1753622" y="580985"/>
                </a:lnTo>
                <a:lnTo>
                  <a:pt x="1764252" y="602054"/>
                </a:lnTo>
                <a:lnTo>
                  <a:pt x="1796408" y="665761"/>
                </a:lnTo>
                <a:lnTo>
                  <a:pt x="1817180" y="692444"/>
                </a:lnTo>
                <a:lnTo>
                  <a:pt x="1828498" y="706969"/>
                </a:lnTo>
                <a:lnTo>
                  <a:pt x="1847963" y="715119"/>
                </a:lnTo>
                <a:lnTo>
                  <a:pt x="1876690" y="727128"/>
                </a:lnTo>
                <a:lnTo>
                  <a:pt x="1961530" y="738943"/>
                </a:lnTo>
                <a:lnTo>
                  <a:pt x="2007293" y="745311"/>
                </a:lnTo>
                <a:lnTo>
                  <a:pt x="2007320" y="745320"/>
                </a:lnTo>
                <a:lnTo>
                  <a:pt x="2007339" y="745323"/>
                </a:lnTo>
                <a:lnTo>
                  <a:pt x="2021741" y="750093"/>
                </a:lnTo>
                <a:lnTo>
                  <a:pt x="2042582" y="756992"/>
                </a:lnTo>
                <a:lnTo>
                  <a:pt x="2042593" y="757001"/>
                </a:lnTo>
                <a:lnTo>
                  <a:pt x="2042627" y="757012"/>
                </a:lnTo>
                <a:cubicBezTo>
                  <a:pt x="2074700" y="774632"/>
                  <a:pt x="2095966" y="808707"/>
                  <a:pt x="2095947" y="847190"/>
                </a:cubicBezTo>
                <a:lnTo>
                  <a:pt x="2095844" y="1124628"/>
                </a:lnTo>
                <a:lnTo>
                  <a:pt x="2095839" y="1124651"/>
                </a:lnTo>
                <a:lnTo>
                  <a:pt x="2095839" y="1124679"/>
                </a:lnTo>
                <a:lnTo>
                  <a:pt x="2090268" y="1155030"/>
                </a:lnTo>
                <a:lnTo>
                  <a:pt x="2089139" y="1161186"/>
                </a:lnTo>
                <a:lnTo>
                  <a:pt x="2089138" y="1161188"/>
                </a:lnTo>
                <a:lnTo>
                  <a:pt x="2089134" y="1161211"/>
                </a:lnTo>
                <a:cubicBezTo>
                  <a:pt x="2084796" y="1172601"/>
                  <a:pt x="2078485" y="1183056"/>
                  <a:pt x="2070588" y="1192131"/>
                </a:cubicBezTo>
                <a:lnTo>
                  <a:pt x="2070033" y="1192579"/>
                </a:lnTo>
                <a:lnTo>
                  <a:pt x="2042512" y="1214791"/>
                </a:lnTo>
                <a:cubicBezTo>
                  <a:pt x="2031825" y="1220667"/>
                  <a:pt x="2019937" y="1224717"/>
                  <a:pt x="2007236" y="1226496"/>
                </a:cubicBezTo>
                <a:lnTo>
                  <a:pt x="1950363" y="1234404"/>
                </a:lnTo>
                <a:lnTo>
                  <a:pt x="1876427" y="1244733"/>
                </a:lnTo>
                <a:cubicBezTo>
                  <a:pt x="1858610" y="1247259"/>
                  <a:pt x="1842097" y="1254343"/>
                  <a:pt x="1828266" y="1264930"/>
                </a:cubicBezTo>
                <a:lnTo>
                  <a:pt x="1807884" y="1291126"/>
                </a:lnTo>
                <a:lnTo>
                  <a:pt x="1796202" y="1306160"/>
                </a:lnTo>
                <a:lnTo>
                  <a:pt x="1778069" y="1342140"/>
                </a:lnTo>
                <a:lnTo>
                  <a:pt x="1753411" y="1391097"/>
                </a:lnTo>
                <a:cubicBezTo>
                  <a:pt x="1737509" y="1418526"/>
                  <a:pt x="1719994" y="1445020"/>
                  <a:pt x="1700947" y="1470436"/>
                </a:cubicBezTo>
                <a:cubicBezTo>
                  <a:pt x="1690074" y="1484872"/>
                  <a:pt x="1683384" y="1501631"/>
                  <a:pt x="1681105" y="1518970"/>
                </a:cubicBezTo>
                <a:lnTo>
                  <a:pt x="1684507" y="1545650"/>
                </a:lnTo>
                <a:lnTo>
                  <a:pt x="1687757" y="1570956"/>
                </a:lnTo>
                <a:lnTo>
                  <a:pt x="1703486" y="1609731"/>
                </a:lnTo>
                <a:lnTo>
                  <a:pt x="1736629" y="1691283"/>
                </a:lnTo>
                <a:cubicBezTo>
                  <a:pt x="1741468" y="1703190"/>
                  <a:pt x="1743922" y="1715533"/>
                  <a:pt x="1744185" y="1727750"/>
                </a:cubicBezTo>
                <a:lnTo>
                  <a:pt x="1741109" y="1747380"/>
                </a:lnTo>
                <a:lnTo>
                  <a:pt x="1738594" y="1763478"/>
                </a:lnTo>
                <a:cubicBezTo>
                  <a:pt x="1734669" y="1774878"/>
                  <a:pt x="1728743" y="1785589"/>
                  <a:pt x="1721010" y="1795046"/>
                </a:cubicBezTo>
                <a:lnTo>
                  <a:pt x="1716471" y="1798887"/>
                </a:lnTo>
                <a:lnTo>
                  <a:pt x="1692599" y="1819121"/>
                </a:lnTo>
                <a:lnTo>
                  <a:pt x="1528712" y="1913256"/>
                </a:lnTo>
                <a:lnTo>
                  <a:pt x="1449996" y="1958484"/>
                </a:lnTo>
                <a:cubicBezTo>
                  <a:pt x="1427861" y="1971190"/>
                  <a:pt x="1402740" y="1974807"/>
                  <a:pt x="1379215" y="1970227"/>
                </a:cubicBezTo>
                <a:lnTo>
                  <a:pt x="1362759" y="1963890"/>
                </a:lnTo>
                <a:lnTo>
                  <a:pt x="1345679" y="1957319"/>
                </a:lnTo>
                <a:cubicBezTo>
                  <a:pt x="1335280" y="1951042"/>
                  <a:pt x="1325853" y="1942826"/>
                  <a:pt x="1317970" y="1932783"/>
                </a:cubicBezTo>
                <a:lnTo>
                  <a:pt x="1293113" y="1901114"/>
                </a:lnTo>
                <a:lnTo>
                  <a:pt x="1293131" y="1901104"/>
                </a:lnTo>
                <a:lnTo>
                  <a:pt x="1236804" y="1829375"/>
                </a:lnTo>
                <a:cubicBezTo>
                  <a:pt x="1214609" y="1801161"/>
                  <a:pt x="1179316" y="1786552"/>
                  <a:pt x="1143674" y="1790828"/>
                </a:cubicBezTo>
                <a:cubicBezTo>
                  <a:pt x="1079611" y="1798368"/>
                  <a:pt x="1014881" y="1798299"/>
                  <a:pt x="950835" y="1790624"/>
                </a:cubicBezTo>
                <a:cubicBezTo>
                  <a:pt x="915496" y="1786583"/>
                  <a:pt x="880603" y="1801226"/>
                  <a:pt x="858732" y="1829273"/>
                </a:cubicBezTo>
                <a:lnTo>
                  <a:pt x="777321" y="1932991"/>
                </a:lnTo>
                <a:cubicBezTo>
                  <a:pt x="745812" y="1973148"/>
                  <a:pt x="689606" y="1984091"/>
                  <a:pt x="645333" y="1958689"/>
                </a:cubicBezTo>
                <a:lnTo>
                  <a:pt x="402949" y="1819508"/>
                </a:lnTo>
                <a:cubicBezTo>
                  <a:pt x="358341" y="1793908"/>
                  <a:pt x="339505" y="1739290"/>
                  <a:pt x="358850" y="1691634"/>
                </a:cubicBezTo>
                <a:lnTo>
                  <a:pt x="407882" y="1571262"/>
                </a:lnTo>
                <a:cubicBezTo>
                  <a:pt x="421447" y="1537718"/>
                  <a:pt x="416414" y="1499515"/>
                  <a:pt x="394622" y="1470629"/>
                </a:cubicBezTo>
                <a:cubicBezTo>
                  <a:pt x="375710" y="1445248"/>
                  <a:pt x="358242" y="1418822"/>
                  <a:pt x="342300" y="1391478"/>
                </a:cubicBezTo>
                <a:cubicBezTo>
                  <a:pt x="326438" y="1364015"/>
                  <a:pt x="312160" y="1335667"/>
                  <a:pt x="299538" y="1306571"/>
                </a:cubicBezTo>
                <a:cubicBezTo>
                  <a:pt x="285334" y="1273497"/>
                  <a:pt x="254899" y="1250234"/>
                  <a:pt x="219257" y="1245205"/>
                </a:cubicBezTo>
                <a:lnTo>
                  <a:pt x="88608" y="1227009"/>
                </a:lnTo>
                <a:cubicBezTo>
                  <a:pt x="37788" y="1219926"/>
                  <a:pt x="-26" y="1176453"/>
                  <a:pt x="0" y="1125142"/>
                </a:cubicBezTo>
                <a:lnTo>
                  <a:pt x="104" y="847704"/>
                </a:lnTo>
                <a:cubicBezTo>
                  <a:pt x="64" y="796425"/>
                  <a:pt x="37826" y="752962"/>
                  <a:pt x="88608" y="745837"/>
                </a:cubicBezTo>
                <a:lnTo>
                  <a:pt x="219463" y="727643"/>
                </a:lnTo>
                <a:cubicBezTo>
                  <a:pt x="255113" y="722561"/>
                  <a:pt x="285541" y="699264"/>
                  <a:pt x="299745" y="666172"/>
                </a:cubicBezTo>
                <a:cubicBezTo>
                  <a:pt x="324911" y="607870"/>
                  <a:pt x="356860" y="552735"/>
                  <a:pt x="394930" y="501909"/>
                </a:cubicBezTo>
                <a:cubicBezTo>
                  <a:pt x="416666" y="473040"/>
                  <a:pt x="421697" y="434896"/>
                  <a:pt x="408190" y="401378"/>
                </a:cubicBezTo>
                <a:lnTo>
                  <a:pt x="359261" y="281008"/>
                </a:lnTo>
                <a:cubicBezTo>
                  <a:pt x="339947" y="233406"/>
                  <a:pt x="358730" y="178854"/>
                  <a:pt x="403257" y="153236"/>
                </a:cubicBezTo>
                <a:lnTo>
                  <a:pt x="645847" y="13848"/>
                </a:lnTo>
                <a:cubicBezTo>
                  <a:pt x="690151" y="-11562"/>
                  <a:pt x="746390" y="-621"/>
                  <a:pt x="777937" y="39546"/>
                </a:cubicBezTo>
                <a:lnTo>
                  <a:pt x="859143" y="142957"/>
                </a:lnTo>
                <a:cubicBezTo>
                  <a:pt x="881295" y="171167"/>
                  <a:pt x="916557" y="185778"/>
                  <a:pt x="952170" y="181504"/>
                </a:cubicBezTo>
                <a:cubicBezTo>
                  <a:pt x="1016233" y="173966"/>
                  <a:pt x="1080964" y="174033"/>
                  <a:pt x="1145011" y="181710"/>
                </a:cubicBezTo>
                <a:cubicBezTo>
                  <a:pt x="1180353" y="185791"/>
                  <a:pt x="1215265" y="171140"/>
                  <a:pt x="1237113" y="143060"/>
                </a:cubicBezTo>
                <a:lnTo>
                  <a:pt x="1318523" y="39341"/>
                </a:lnTo>
                <a:cubicBezTo>
                  <a:pt x="1350070" y="-827"/>
                  <a:pt x="1406309" y="-11769"/>
                  <a:pt x="1450613" y="13643"/>
                </a:cubicBezTo>
                <a:close/>
              </a:path>
            </a:pathLst>
          </a:custGeom>
          <a:solidFill>
            <a:srgbClr val="F5B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20" name="Google Shape;1820;g38b88470f6c_2_1983"/>
          <p:cNvSpPr/>
          <p:nvPr/>
        </p:nvSpPr>
        <p:spPr>
          <a:xfrm rot="3703889">
            <a:off x="9849664" y="1881879"/>
            <a:ext cx="1356672" cy="1289116"/>
          </a:xfrm>
          <a:custGeom>
            <a:rect b="b" l="l" r="r" t="t"/>
            <a:pathLst>
              <a:path extrusionOk="0" h="2142214" w="2254476">
                <a:moveTo>
                  <a:pt x="1156285" y="654560"/>
                </a:moveTo>
                <a:cubicBezTo>
                  <a:pt x="1075739" y="648942"/>
                  <a:pt x="992720" y="666404"/>
                  <a:pt x="917514" y="709684"/>
                </a:cubicBezTo>
                <a:cubicBezTo>
                  <a:pt x="916758" y="710116"/>
                  <a:pt x="916004" y="710550"/>
                  <a:pt x="915251" y="710986"/>
                </a:cubicBezTo>
                <a:cubicBezTo>
                  <a:pt x="716288" y="826242"/>
                  <a:pt x="648430" y="1080968"/>
                  <a:pt x="763686" y="1279931"/>
                </a:cubicBezTo>
                <a:cubicBezTo>
                  <a:pt x="880354" y="1479717"/>
                  <a:pt x="1136403" y="1547881"/>
                  <a:pt x="1336962" y="1432547"/>
                </a:cubicBezTo>
                <a:cubicBezTo>
                  <a:pt x="1337696" y="1432127"/>
                  <a:pt x="1338430" y="1431705"/>
                  <a:pt x="1339162" y="1431281"/>
                </a:cubicBezTo>
                <a:cubicBezTo>
                  <a:pt x="1538152" y="1316033"/>
                  <a:pt x="1606039" y="1061291"/>
                  <a:pt x="1490790" y="862300"/>
                </a:cubicBezTo>
                <a:cubicBezTo>
                  <a:pt x="1417902" y="737394"/>
                  <a:pt x="1290528" y="663922"/>
                  <a:pt x="1156285" y="654560"/>
                </a:cubicBezTo>
                <a:close/>
                <a:moveTo>
                  <a:pt x="1508503" y="952"/>
                </a:moveTo>
                <a:cubicBezTo>
                  <a:pt x="1517337" y="2368"/>
                  <a:pt x="1526043" y="5376"/>
                  <a:pt x="1534199" y="10057"/>
                </a:cubicBezTo>
                <a:lnTo>
                  <a:pt x="1847433" y="189853"/>
                </a:lnTo>
                <a:cubicBezTo>
                  <a:pt x="1855651" y="194570"/>
                  <a:pt x="1862680" y="200624"/>
                  <a:pt x="1868379" y="207600"/>
                </a:cubicBezTo>
                <a:lnTo>
                  <a:pt x="1868383" y="207608"/>
                </a:lnTo>
                <a:lnTo>
                  <a:pt x="1868400" y="207622"/>
                </a:lnTo>
                <a:cubicBezTo>
                  <a:pt x="1879798" y="221572"/>
                  <a:pt x="1885868" y="239215"/>
                  <a:pt x="1885466" y="257226"/>
                </a:cubicBezTo>
                <a:lnTo>
                  <a:pt x="1883185" y="268176"/>
                </a:lnTo>
                <a:lnTo>
                  <a:pt x="1879883" y="284086"/>
                </a:lnTo>
                <a:lnTo>
                  <a:pt x="1808217" y="460214"/>
                </a:lnTo>
                <a:lnTo>
                  <a:pt x="1807341" y="467032"/>
                </a:lnTo>
                <a:lnTo>
                  <a:pt x="1803261" y="498900"/>
                </a:lnTo>
                <a:cubicBezTo>
                  <a:pt x="1805013" y="511795"/>
                  <a:pt x="1810109" y="524237"/>
                  <a:pt x="1818365" y="534876"/>
                </a:cubicBezTo>
                <a:cubicBezTo>
                  <a:pt x="1843242" y="566719"/>
                  <a:pt x="1865916" y="600224"/>
                  <a:pt x="1886228" y="635156"/>
                </a:cubicBezTo>
                <a:lnTo>
                  <a:pt x="1918029" y="699976"/>
                </a:lnTo>
                <a:lnTo>
                  <a:pt x="1939635" y="743978"/>
                </a:lnTo>
                <a:cubicBezTo>
                  <a:pt x="1944752" y="756356"/>
                  <a:pt x="1952968" y="766904"/>
                  <a:pt x="1963223" y="774807"/>
                </a:cubicBezTo>
                <a:lnTo>
                  <a:pt x="1973786" y="779216"/>
                </a:lnTo>
                <a:lnTo>
                  <a:pt x="1999081" y="789741"/>
                </a:lnTo>
                <a:lnTo>
                  <a:pt x="2189188" y="816175"/>
                </a:lnTo>
                <a:cubicBezTo>
                  <a:pt x="2226620" y="821417"/>
                  <a:pt x="2254471" y="853435"/>
                  <a:pt x="2254476" y="891233"/>
                </a:cubicBezTo>
                <a:lnTo>
                  <a:pt x="2254414" y="1037795"/>
                </a:lnTo>
                <a:lnTo>
                  <a:pt x="2254353" y="1250376"/>
                </a:lnTo>
                <a:cubicBezTo>
                  <a:pt x="2254350" y="1259819"/>
                  <a:pt x="2252608" y="1268901"/>
                  <a:pt x="2249412" y="1277294"/>
                </a:cubicBezTo>
                <a:lnTo>
                  <a:pt x="2249405" y="1277305"/>
                </a:lnTo>
                <a:lnTo>
                  <a:pt x="2249405" y="1277308"/>
                </a:lnTo>
                <a:cubicBezTo>
                  <a:pt x="2239834" y="1302485"/>
                  <a:pt x="2217166" y="1321464"/>
                  <a:pt x="2189112" y="1325375"/>
                </a:cubicBezTo>
                <a:lnTo>
                  <a:pt x="1998778" y="1351959"/>
                </a:lnTo>
                <a:cubicBezTo>
                  <a:pt x="1972237" y="1355571"/>
                  <a:pt x="1949620" y="1373024"/>
                  <a:pt x="1939398" y="1397782"/>
                </a:cubicBezTo>
                <a:lnTo>
                  <a:pt x="1932528" y="1411794"/>
                </a:lnTo>
                <a:lnTo>
                  <a:pt x="1886020" y="1506686"/>
                </a:lnTo>
                <a:cubicBezTo>
                  <a:pt x="1865739" y="1541662"/>
                  <a:pt x="1843020" y="1575223"/>
                  <a:pt x="1818011" y="1607115"/>
                </a:cubicBezTo>
                <a:lnTo>
                  <a:pt x="1804699" y="1638881"/>
                </a:lnTo>
                <a:lnTo>
                  <a:pt x="1802945" y="1643074"/>
                </a:lnTo>
                <a:lnTo>
                  <a:pt x="1807922" y="1681733"/>
                </a:lnTo>
                <a:lnTo>
                  <a:pt x="1879438" y="1857700"/>
                </a:lnTo>
                <a:lnTo>
                  <a:pt x="1883021" y="1874992"/>
                </a:lnTo>
                <a:lnTo>
                  <a:pt x="1885012" y="1884551"/>
                </a:lnTo>
                <a:cubicBezTo>
                  <a:pt x="1885615" y="1911566"/>
                  <a:pt x="1871656" y="1937755"/>
                  <a:pt x="1846995" y="1951895"/>
                </a:cubicBezTo>
                <a:lnTo>
                  <a:pt x="1533583" y="2131929"/>
                </a:lnTo>
                <a:cubicBezTo>
                  <a:pt x="1525422" y="2136610"/>
                  <a:pt x="1516711" y="2139617"/>
                  <a:pt x="1507873" y="2141032"/>
                </a:cubicBezTo>
                <a:lnTo>
                  <a:pt x="1487647" y="2140688"/>
                </a:lnTo>
                <a:lnTo>
                  <a:pt x="1481410" y="2140584"/>
                </a:lnTo>
                <a:lnTo>
                  <a:pt x="1481405" y="2140582"/>
                </a:lnTo>
                <a:lnTo>
                  <a:pt x="1481395" y="2140582"/>
                </a:lnTo>
                <a:cubicBezTo>
                  <a:pt x="1464049" y="2137207"/>
                  <a:pt x="1447879" y="2127793"/>
                  <a:pt x="1436257" y="2112994"/>
                </a:cubicBezTo>
                <a:lnTo>
                  <a:pt x="1318179" y="1962575"/>
                </a:lnTo>
                <a:cubicBezTo>
                  <a:pt x="1301782" y="1941489"/>
                  <a:pt x="1275434" y="1930678"/>
                  <a:pt x="1248952" y="1934172"/>
                </a:cubicBezTo>
                <a:cubicBezTo>
                  <a:pt x="1168103" y="1945496"/>
                  <a:pt x="1086070" y="1945496"/>
                  <a:pt x="1005221" y="1934172"/>
                </a:cubicBezTo>
                <a:cubicBezTo>
                  <a:pt x="978723" y="1930591"/>
                  <a:pt x="952322" y="1941383"/>
                  <a:pt x="935919" y="1962499"/>
                </a:cubicBezTo>
                <a:lnTo>
                  <a:pt x="817537" y="2113222"/>
                </a:lnTo>
                <a:cubicBezTo>
                  <a:pt x="794330" y="2142823"/>
                  <a:pt x="752905" y="2150888"/>
                  <a:pt x="720287" y="2132157"/>
                </a:cubicBezTo>
                <a:lnTo>
                  <a:pt x="407027" y="1952350"/>
                </a:lnTo>
                <a:cubicBezTo>
                  <a:pt x="374156" y="1933488"/>
                  <a:pt x="360303" y="1893223"/>
                  <a:pt x="374610" y="1858129"/>
                </a:cubicBezTo>
                <a:lnTo>
                  <a:pt x="446260" y="1681958"/>
                </a:lnTo>
                <a:cubicBezTo>
                  <a:pt x="456494" y="1657044"/>
                  <a:pt x="452623" y="1628558"/>
                  <a:pt x="436111" y="1607279"/>
                </a:cubicBezTo>
                <a:cubicBezTo>
                  <a:pt x="411234" y="1575462"/>
                  <a:pt x="388560" y="1541982"/>
                  <a:pt x="368248" y="1507075"/>
                </a:cubicBezTo>
                <a:cubicBezTo>
                  <a:pt x="347957" y="1472072"/>
                  <a:pt x="330116" y="1435705"/>
                  <a:pt x="314851" y="1398236"/>
                </a:cubicBezTo>
                <a:cubicBezTo>
                  <a:pt x="304596" y="1373472"/>
                  <a:pt x="281955" y="1356022"/>
                  <a:pt x="255395" y="1352414"/>
                </a:cubicBezTo>
                <a:lnTo>
                  <a:pt x="65288" y="1325980"/>
                </a:lnTo>
                <a:cubicBezTo>
                  <a:pt x="27843" y="1320761"/>
                  <a:pt x="-19" y="1288729"/>
                  <a:pt x="0" y="1250922"/>
                </a:cubicBezTo>
                <a:lnTo>
                  <a:pt x="151" y="891839"/>
                </a:lnTo>
                <a:cubicBezTo>
                  <a:pt x="127" y="854072"/>
                  <a:pt x="27958" y="822071"/>
                  <a:pt x="65364" y="816856"/>
                </a:cubicBezTo>
                <a:lnTo>
                  <a:pt x="255698" y="790272"/>
                </a:lnTo>
                <a:cubicBezTo>
                  <a:pt x="282239" y="786660"/>
                  <a:pt x="304856" y="769207"/>
                  <a:pt x="315078" y="744449"/>
                </a:cubicBezTo>
                <a:cubicBezTo>
                  <a:pt x="345594" y="669350"/>
                  <a:pt x="386460" y="598886"/>
                  <a:pt x="436489" y="535104"/>
                </a:cubicBezTo>
                <a:cubicBezTo>
                  <a:pt x="452943" y="513825"/>
                  <a:pt x="456784" y="485380"/>
                  <a:pt x="446563" y="460500"/>
                </a:cubicBezTo>
                <a:lnTo>
                  <a:pt x="375064" y="284480"/>
                </a:lnTo>
                <a:cubicBezTo>
                  <a:pt x="360757" y="249409"/>
                  <a:pt x="374615" y="209163"/>
                  <a:pt x="407481" y="190335"/>
                </a:cubicBezTo>
                <a:lnTo>
                  <a:pt x="720893" y="10301"/>
                </a:lnTo>
                <a:cubicBezTo>
                  <a:pt x="753531" y="-8461"/>
                  <a:pt x="794996" y="-394"/>
                  <a:pt x="818219" y="29236"/>
                </a:cubicBezTo>
                <a:lnTo>
                  <a:pt x="936298" y="179656"/>
                </a:lnTo>
                <a:cubicBezTo>
                  <a:pt x="952682" y="200752"/>
                  <a:pt x="979051" y="211542"/>
                  <a:pt x="1005524" y="207983"/>
                </a:cubicBezTo>
                <a:cubicBezTo>
                  <a:pt x="1086379" y="196722"/>
                  <a:pt x="1168407" y="196748"/>
                  <a:pt x="1249255" y="208059"/>
                </a:cubicBezTo>
                <a:cubicBezTo>
                  <a:pt x="1275748" y="211603"/>
                  <a:pt x="1302132" y="200819"/>
                  <a:pt x="1318557" y="179732"/>
                </a:cubicBezTo>
                <a:lnTo>
                  <a:pt x="1406815" y="67363"/>
                </a:lnTo>
                <a:lnTo>
                  <a:pt x="1406791" y="67349"/>
                </a:lnTo>
                <a:lnTo>
                  <a:pt x="1436921" y="28973"/>
                </a:lnTo>
                <a:cubicBezTo>
                  <a:pt x="1454344" y="6783"/>
                  <a:pt x="1482000" y="-3296"/>
                  <a:pt x="1508503" y="952"/>
                </a:cubicBezTo>
                <a:close/>
              </a:path>
            </a:pathLst>
          </a:custGeom>
          <a:solidFill>
            <a:srgbClr val="EBEBE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21" name="Google Shape;1821;g38b88470f6c_2_1983"/>
          <p:cNvSpPr/>
          <p:nvPr/>
        </p:nvSpPr>
        <p:spPr>
          <a:xfrm rot="-3421140">
            <a:off x="10065462" y="4005339"/>
            <a:ext cx="996065" cy="937316"/>
          </a:xfrm>
          <a:custGeom>
            <a:rect b="b" l="l" r="r" t="t"/>
            <a:pathLst>
              <a:path extrusionOk="0" h="1672912" w="1777767">
                <a:moveTo>
                  <a:pt x="1156116" y="683008"/>
                </a:moveTo>
                <a:cubicBezTo>
                  <a:pt x="1070346" y="536121"/>
                  <a:pt x="882099" y="486002"/>
                  <a:pt x="734647" y="570797"/>
                </a:cubicBezTo>
                <a:cubicBezTo>
                  <a:pt x="734093" y="571114"/>
                  <a:pt x="733539" y="571433"/>
                  <a:pt x="732987" y="571753"/>
                </a:cubicBezTo>
                <a:cubicBezTo>
                  <a:pt x="586771" y="656480"/>
                  <a:pt x="536925" y="843695"/>
                  <a:pt x="621652" y="989911"/>
                </a:cubicBezTo>
                <a:cubicBezTo>
                  <a:pt x="707380" y="1136794"/>
                  <a:pt x="895609" y="1186919"/>
                  <a:pt x="1043032" y="1102122"/>
                </a:cubicBezTo>
                <a:cubicBezTo>
                  <a:pt x="1043580" y="1101810"/>
                  <a:pt x="1044128" y="1101494"/>
                  <a:pt x="1044673" y="1101179"/>
                </a:cubicBezTo>
                <a:cubicBezTo>
                  <a:pt x="1190921" y="1016478"/>
                  <a:pt x="1240816" y="829257"/>
                  <a:pt x="1156116" y="683008"/>
                </a:cubicBezTo>
                <a:close/>
                <a:moveTo>
                  <a:pt x="1772095" y="687565"/>
                </a:moveTo>
                <a:cubicBezTo>
                  <a:pt x="1775772" y="697236"/>
                  <a:pt x="1777772" y="707701"/>
                  <a:pt x="1777767" y="718581"/>
                </a:cubicBezTo>
                <a:lnTo>
                  <a:pt x="1777680" y="953902"/>
                </a:lnTo>
                <a:lnTo>
                  <a:pt x="1777676" y="953921"/>
                </a:lnTo>
                <a:lnTo>
                  <a:pt x="1777676" y="953945"/>
                </a:lnTo>
                <a:lnTo>
                  <a:pt x="1772809" y="980461"/>
                </a:lnTo>
                <a:lnTo>
                  <a:pt x="1771993" y="984910"/>
                </a:lnTo>
                <a:lnTo>
                  <a:pt x="1771992" y="984912"/>
                </a:lnTo>
                <a:lnTo>
                  <a:pt x="1771989" y="984931"/>
                </a:lnTo>
                <a:cubicBezTo>
                  <a:pt x="1768309" y="994593"/>
                  <a:pt x="1762957" y="1003460"/>
                  <a:pt x="1756258" y="1011157"/>
                </a:cubicBezTo>
                <a:lnTo>
                  <a:pt x="1756237" y="1011174"/>
                </a:lnTo>
                <a:lnTo>
                  <a:pt x="1732444" y="1030378"/>
                </a:lnTo>
                <a:cubicBezTo>
                  <a:pt x="1723379" y="1035362"/>
                  <a:pt x="1713296" y="1038797"/>
                  <a:pt x="1702523" y="1040306"/>
                </a:cubicBezTo>
                <a:lnTo>
                  <a:pt x="1653735" y="1047089"/>
                </a:lnTo>
                <a:lnTo>
                  <a:pt x="1591572" y="1055774"/>
                </a:lnTo>
                <a:cubicBezTo>
                  <a:pt x="1576459" y="1057916"/>
                  <a:pt x="1562454" y="1063925"/>
                  <a:pt x="1550723" y="1072905"/>
                </a:cubicBezTo>
                <a:lnTo>
                  <a:pt x="1533512" y="1095025"/>
                </a:lnTo>
                <a:lnTo>
                  <a:pt x="1523526" y="1107876"/>
                </a:lnTo>
                <a:lnTo>
                  <a:pt x="1507989" y="1138704"/>
                </a:lnTo>
                <a:lnTo>
                  <a:pt x="1487231" y="1179919"/>
                </a:lnTo>
                <a:cubicBezTo>
                  <a:pt x="1473742" y="1203184"/>
                  <a:pt x="1458886" y="1225656"/>
                  <a:pt x="1442731" y="1247213"/>
                </a:cubicBezTo>
                <a:cubicBezTo>
                  <a:pt x="1433508" y="1259458"/>
                  <a:pt x="1427834" y="1273673"/>
                  <a:pt x="1425901" y="1288380"/>
                </a:cubicBezTo>
                <a:lnTo>
                  <a:pt x="1428786" y="1311007"/>
                </a:lnTo>
                <a:lnTo>
                  <a:pt x="1431543" y="1332474"/>
                </a:lnTo>
                <a:lnTo>
                  <a:pt x="1444863" y="1365311"/>
                </a:lnTo>
                <a:lnTo>
                  <a:pt x="1472996" y="1434534"/>
                </a:lnTo>
                <a:cubicBezTo>
                  <a:pt x="1477101" y="1444634"/>
                  <a:pt x="1479183" y="1455103"/>
                  <a:pt x="1479405" y="1465465"/>
                </a:cubicBezTo>
                <a:lnTo>
                  <a:pt x="1476788" y="1482173"/>
                </a:lnTo>
                <a:lnTo>
                  <a:pt x="1474663" y="1495770"/>
                </a:lnTo>
                <a:cubicBezTo>
                  <a:pt x="1471333" y="1505439"/>
                  <a:pt x="1466307" y="1514524"/>
                  <a:pt x="1459748" y="1522546"/>
                </a:cubicBezTo>
                <a:lnTo>
                  <a:pt x="1455448" y="1526185"/>
                </a:lnTo>
                <a:lnTo>
                  <a:pt x="1435650" y="1542965"/>
                </a:lnTo>
                <a:lnTo>
                  <a:pt x="1296749" y="1622749"/>
                </a:lnTo>
                <a:lnTo>
                  <a:pt x="1229876" y="1661172"/>
                </a:lnTo>
                <a:cubicBezTo>
                  <a:pt x="1211102" y="1671950"/>
                  <a:pt x="1189794" y="1675017"/>
                  <a:pt x="1169841" y="1671132"/>
                </a:cubicBezTo>
                <a:lnTo>
                  <a:pt x="1155181" y="1665487"/>
                </a:lnTo>
                <a:lnTo>
                  <a:pt x="1141395" y="1660185"/>
                </a:lnTo>
                <a:cubicBezTo>
                  <a:pt x="1132575" y="1654860"/>
                  <a:pt x="1124579" y="1647892"/>
                  <a:pt x="1117893" y="1639372"/>
                </a:cubicBezTo>
                <a:lnTo>
                  <a:pt x="1096809" y="1612512"/>
                </a:lnTo>
                <a:lnTo>
                  <a:pt x="1096824" y="1612503"/>
                </a:lnTo>
                <a:lnTo>
                  <a:pt x="1049048" y="1551663"/>
                </a:lnTo>
                <a:cubicBezTo>
                  <a:pt x="1030223" y="1527733"/>
                  <a:pt x="1000287" y="1515341"/>
                  <a:pt x="970056" y="1518969"/>
                </a:cubicBezTo>
                <a:cubicBezTo>
                  <a:pt x="915718" y="1525363"/>
                  <a:pt x="860815" y="1525304"/>
                  <a:pt x="806491" y="1518795"/>
                </a:cubicBezTo>
                <a:cubicBezTo>
                  <a:pt x="776518" y="1515368"/>
                  <a:pt x="746921" y="1527788"/>
                  <a:pt x="728371" y="1551577"/>
                </a:cubicBezTo>
                <a:lnTo>
                  <a:pt x="659318" y="1639549"/>
                </a:lnTo>
                <a:cubicBezTo>
                  <a:pt x="632592" y="1673611"/>
                  <a:pt x="584919" y="1682892"/>
                  <a:pt x="547367" y="1661347"/>
                </a:cubicBezTo>
                <a:lnTo>
                  <a:pt x="341778" y="1543295"/>
                </a:lnTo>
                <a:cubicBezTo>
                  <a:pt x="303942" y="1521581"/>
                  <a:pt x="287965" y="1475254"/>
                  <a:pt x="304374" y="1434832"/>
                </a:cubicBezTo>
                <a:lnTo>
                  <a:pt x="345963" y="1332734"/>
                </a:lnTo>
                <a:cubicBezTo>
                  <a:pt x="357468" y="1304282"/>
                  <a:pt x="353198" y="1271879"/>
                  <a:pt x="334716" y="1247378"/>
                </a:cubicBezTo>
                <a:cubicBezTo>
                  <a:pt x="318674" y="1225850"/>
                  <a:pt x="303858" y="1203435"/>
                  <a:pt x="290336" y="1180242"/>
                </a:cubicBezTo>
                <a:cubicBezTo>
                  <a:pt x="276882" y="1156949"/>
                  <a:pt x="264772" y="1132904"/>
                  <a:pt x="254066" y="1108225"/>
                </a:cubicBezTo>
                <a:cubicBezTo>
                  <a:pt x="242018" y="1080172"/>
                  <a:pt x="216204" y="1060440"/>
                  <a:pt x="185972" y="1056174"/>
                </a:cubicBezTo>
                <a:lnTo>
                  <a:pt x="75156" y="1040741"/>
                </a:lnTo>
                <a:cubicBezTo>
                  <a:pt x="32051" y="1034734"/>
                  <a:pt x="-22" y="997860"/>
                  <a:pt x="0" y="954338"/>
                </a:cubicBezTo>
                <a:lnTo>
                  <a:pt x="88" y="719018"/>
                </a:lnTo>
                <a:cubicBezTo>
                  <a:pt x="54" y="675522"/>
                  <a:pt x="32084" y="638658"/>
                  <a:pt x="75156" y="632614"/>
                </a:cubicBezTo>
                <a:lnTo>
                  <a:pt x="186147" y="617182"/>
                </a:lnTo>
                <a:cubicBezTo>
                  <a:pt x="216385" y="612872"/>
                  <a:pt x="242193" y="593111"/>
                  <a:pt x="254241" y="565043"/>
                </a:cubicBezTo>
                <a:cubicBezTo>
                  <a:pt x="275587" y="515592"/>
                  <a:pt x="302686" y="468826"/>
                  <a:pt x="334977" y="425717"/>
                </a:cubicBezTo>
                <a:cubicBezTo>
                  <a:pt x="353413" y="401229"/>
                  <a:pt x="357680" y="368876"/>
                  <a:pt x="346224" y="340446"/>
                </a:cubicBezTo>
                <a:lnTo>
                  <a:pt x="304722" y="238350"/>
                </a:lnTo>
                <a:cubicBezTo>
                  <a:pt x="288340" y="197974"/>
                  <a:pt x="304272" y="151704"/>
                  <a:pt x="342039" y="129974"/>
                </a:cubicBezTo>
                <a:lnTo>
                  <a:pt x="547803" y="11746"/>
                </a:lnTo>
                <a:cubicBezTo>
                  <a:pt x="585381" y="-9807"/>
                  <a:pt x="633083" y="-526"/>
                  <a:pt x="659840" y="33544"/>
                </a:cubicBezTo>
                <a:lnTo>
                  <a:pt x="728719" y="121255"/>
                </a:lnTo>
                <a:cubicBezTo>
                  <a:pt x="747508" y="145183"/>
                  <a:pt x="777417" y="157577"/>
                  <a:pt x="807624" y="153950"/>
                </a:cubicBezTo>
                <a:cubicBezTo>
                  <a:pt x="861961" y="147557"/>
                  <a:pt x="916866" y="147615"/>
                  <a:pt x="971190" y="154126"/>
                </a:cubicBezTo>
                <a:cubicBezTo>
                  <a:pt x="1001167" y="157587"/>
                  <a:pt x="1030779" y="145160"/>
                  <a:pt x="1049310" y="121343"/>
                </a:cubicBezTo>
                <a:lnTo>
                  <a:pt x="1118362" y="33369"/>
                </a:lnTo>
                <a:cubicBezTo>
                  <a:pt x="1145119" y="-701"/>
                  <a:pt x="1192821" y="-9982"/>
                  <a:pt x="1230399" y="11572"/>
                </a:cubicBezTo>
                <a:lnTo>
                  <a:pt x="1317893" y="61813"/>
                </a:lnTo>
                <a:lnTo>
                  <a:pt x="1435976" y="129593"/>
                </a:lnTo>
                <a:cubicBezTo>
                  <a:pt x="1445436" y="135023"/>
                  <a:pt x="1453528" y="141992"/>
                  <a:pt x="1460088" y="150022"/>
                </a:cubicBezTo>
                <a:lnTo>
                  <a:pt x="1460099" y="150042"/>
                </a:lnTo>
                <a:lnTo>
                  <a:pt x="1460106" y="150047"/>
                </a:lnTo>
                <a:cubicBezTo>
                  <a:pt x="1466667" y="158077"/>
                  <a:pt x="1471694" y="167169"/>
                  <a:pt x="1475023" y="176846"/>
                </a:cubicBezTo>
                <a:lnTo>
                  <a:pt x="1478457" y="198851"/>
                </a:lnTo>
                <a:lnTo>
                  <a:pt x="1479753" y="207126"/>
                </a:lnTo>
                <a:lnTo>
                  <a:pt x="1479750" y="207136"/>
                </a:lnTo>
                <a:lnTo>
                  <a:pt x="1479752" y="207149"/>
                </a:lnTo>
                <a:lnTo>
                  <a:pt x="1478594" y="212710"/>
                </a:lnTo>
                <a:lnTo>
                  <a:pt x="1473331" y="238069"/>
                </a:lnTo>
                <a:lnTo>
                  <a:pt x="1455277" y="282441"/>
                </a:lnTo>
                <a:lnTo>
                  <a:pt x="1431805" y="340185"/>
                </a:lnTo>
                <a:lnTo>
                  <a:pt x="1427417" y="374362"/>
                </a:lnTo>
                <a:lnTo>
                  <a:pt x="1426144" y="384352"/>
                </a:lnTo>
                <a:lnTo>
                  <a:pt x="1434971" y="405967"/>
                </a:lnTo>
                <a:lnTo>
                  <a:pt x="1442992" y="425581"/>
                </a:lnTo>
                <a:cubicBezTo>
                  <a:pt x="1459107" y="447118"/>
                  <a:pt x="1473936" y="469560"/>
                  <a:pt x="1487410" y="492788"/>
                </a:cubicBezTo>
                <a:lnTo>
                  <a:pt x="1496769" y="511337"/>
                </a:lnTo>
                <a:lnTo>
                  <a:pt x="1523701" y="564694"/>
                </a:lnTo>
                <a:lnTo>
                  <a:pt x="1541138" y="587093"/>
                </a:lnTo>
                <a:lnTo>
                  <a:pt x="1550919" y="599646"/>
                </a:lnTo>
                <a:lnTo>
                  <a:pt x="1567834" y="606728"/>
                </a:lnTo>
                <a:lnTo>
                  <a:pt x="1591795" y="616746"/>
                </a:lnTo>
                <a:lnTo>
                  <a:pt x="1662829" y="626638"/>
                </a:lnTo>
                <a:lnTo>
                  <a:pt x="1702572" y="632168"/>
                </a:lnTo>
                <a:lnTo>
                  <a:pt x="1702595" y="632176"/>
                </a:lnTo>
                <a:lnTo>
                  <a:pt x="1702611" y="632178"/>
                </a:lnTo>
                <a:lnTo>
                  <a:pt x="1714021" y="635958"/>
                </a:lnTo>
                <a:lnTo>
                  <a:pt x="1732503" y="642075"/>
                </a:lnTo>
                <a:lnTo>
                  <a:pt x="1732514" y="642084"/>
                </a:lnTo>
                <a:lnTo>
                  <a:pt x="1732542" y="642093"/>
                </a:lnTo>
                <a:cubicBezTo>
                  <a:pt x="1750678" y="652056"/>
                  <a:pt x="1764740" y="668223"/>
                  <a:pt x="1772095" y="687565"/>
                </a:cubicBezTo>
                <a:close/>
              </a:path>
            </a:pathLst>
          </a:custGeom>
          <a:solidFill>
            <a:srgbClr val="EBEBE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1822" name="Google Shape;1822;g38b88470f6c_2_1983"/>
          <p:cNvPicPr preferRelativeResize="0"/>
          <p:nvPr/>
        </p:nvPicPr>
        <p:blipFill rotWithShape="1">
          <a:blip r:embed="rId2">
            <a:alphaModFix/>
          </a:blip>
          <a:srcRect b="0" l="0" r="0" t="0"/>
          <a:stretch/>
        </p:blipFill>
        <p:spPr>
          <a:xfrm>
            <a:off x="1314450" y="4805722"/>
            <a:ext cx="9105900" cy="1826834"/>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mph" presetID="8" presetSubtype="0">
                                  <p:stCondLst>
                                    <p:cond delay="0"/>
                                  </p:stCondLst>
                                  <p:childTnLst>
                                    <p:animRot by="-21600000">
                                      <p:cBhvr>
                                        <p:cTn dur="5000" fill="hold"/>
                                        <p:tgtEl>
                                          <p:spTgt spid="1820"/>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1819"/>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182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5">
  <p:cSld name="Section 5">
    <p:spTree>
      <p:nvGrpSpPr>
        <p:cNvPr id="1823" name="Shape 1823"/>
        <p:cNvGrpSpPr/>
        <p:nvPr/>
      </p:nvGrpSpPr>
      <p:grpSpPr>
        <a:xfrm>
          <a:off x="0" y="0"/>
          <a:ext cx="0" cy="0"/>
          <a:chOff x="0" y="0"/>
          <a:chExt cx="0" cy="0"/>
        </a:xfrm>
      </p:grpSpPr>
      <p:pic>
        <p:nvPicPr>
          <p:cNvPr id="1824" name="Google Shape;1824;g38b88470f6c_2_1989"/>
          <p:cNvPicPr preferRelativeResize="0"/>
          <p:nvPr/>
        </p:nvPicPr>
        <p:blipFill rotWithShape="1">
          <a:blip r:embed="rId2">
            <a:alphaModFix/>
          </a:blip>
          <a:srcRect b="0" l="0" r="0" t="0"/>
          <a:stretch/>
        </p:blipFill>
        <p:spPr>
          <a:xfrm>
            <a:off x="1314450" y="4805722"/>
            <a:ext cx="9105900" cy="1826834"/>
          </a:xfrm>
          <a:prstGeom prst="rect">
            <a:avLst/>
          </a:prstGeom>
          <a:noFill/>
          <a:ln>
            <a:noFill/>
          </a:ln>
        </p:spPr>
      </p:pic>
    </p:spTree>
  </p:cSld>
  <p:clrMapOvr>
    <a:masterClrMapping/>
  </p:clrMapOvr>
  <p:transition spd="slow">
    <p:push/>
  </p:transition>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st Q&amp;A">
  <p:cSld name="1st Q&amp;A">
    <p:spTree>
      <p:nvGrpSpPr>
        <p:cNvPr id="1825" name="Shape 1825"/>
        <p:cNvGrpSpPr/>
        <p:nvPr/>
      </p:nvGrpSpPr>
      <p:grpSpPr>
        <a:xfrm>
          <a:off x="0" y="0"/>
          <a:ext cx="0" cy="0"/>
          <a:chOff x="0" y="0"/>
          <a:chExt cx="0" cy="0"/>
        </a:xfrm>
      </p:grpSpPr>
      <p:pic>
        <p:nvPicPr>
          <p:cNvPr id="1826" name="Google Shape;1826;g38b88470f6c_2_1991"/>
          <p:cNvPicPr preferRelativeResize="0"/>
          <p:nvPr/>
        </p:nvPicPr>
        <p:blipFill rotWithShape="1">
          <a:blip r:embed="rId2">
            <a:alphaModFix/>
          </a:blip>
          <a:srcRect b="0" l="0" r="0" t="0"/>
          <a:stretch/>
        </p:blipFill>
        <p:spPr>
          <a:xfrm>
            <a:off x="185221" y="412824"/>
            <a:ext cx="2304016" cy="834212"/>
          </a:xfrm>
          <a:prstGeom prst="rect">
            <a:avLst/>
          </a:prstGeom>
          <a:noFill/>
          <a:ln>
            <a:noFill/>
          </a:ln>
        </p:spPr>
      </p:pic>
      <p:sp>
        <p:nvSpPr>
          <p:cNvPr id="1827" name="Google Shape;1827;g38b88470f6c_2_1991"/>
          <p:cNvSpPr txBox="1"/>
          <p:nvPr/>
        </p:nvSpPr>
        <p:spPr>
          <a:xfrm>
            <a:off x="608418" y="499442"/>
            <a:ext cx="14577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3F3F3F"/>
                </a:solidFill>
                <a:latin typeface="Arial"/>
                <a:ea typeface="Arial"/>
                <a:cs typeface="Arial"/>
                <a:sym typeface="Arial"/>
              </a:rPr>
              <a:t>Q &amp; A</a:t>
            </a:r>
            <a:endParaRPr b="0" i="0" sz="1400" u="none" cap="none" strike="noStrike">
              <a:solidFill>
                <a:srgbClr val="000000"/>
              </a:solidFill>
              <a:latin typeface="Arial"/>
              <a:ea typeface="Arial"/>
              <a:cs typeface="Arial"/>
              <a:sym typeface="Arial"/>
            </a:endParaRPr>
          </a:p>
        </p:txBody>
      </p:sp>
      <p:pic>
        <p:nvPicPr>
          <p:cNvPr id="1828" name="Google Shape;1828;g38b88470f6c_2_1991"/>
          <p:cNvPicPr preferRelativeResize="0"/>
          <p:nvPr/>
        </p:nvPicPr>
        <p:blipFill rotWithShape="1">
          <a:blip r:embed="rId3">
            <a:alphaModFix/>
          </a:blip>
          <a:srcRect b="0" l="0" r="0" t="0"/>
          <a:stretch/>
        </p:blipFill>
        <p:spPr>
          <a:xfrm>
            <a:off x="10733465" y="4271491"/>
            <a:ext cx="715585" cy="1013745"/>
          </a:xfrm>
          <a:prstGeom prst="rect">
            <a:avLst/>
          </a:prstGeom>
          <a:noFill/>
          <a:ln>
            <a:noFill/>
          </a:ln>
        </p:spPr>
      </p:pic>
      <p:pic>
        <p:nvPicPr>
          <p:cNvPr id="1829" name="Google Shape;1829;g38b88470f6c_2_1991"/>
          <p:cNvPicPr preferRelativeResize="0"/>
          <p:nvPr/>
        </p:nvPicPr>
        <p:blipFill rotWithShape="1">
          <a:blip r:embed="rId4">
            <a:alphaModFix/>
          </a:blip>
          <a:srcRect b="0" l="0" r="0" t="0"/>
          <a:stretch/>
        </p:blipFill>
        <p:spPr>
          <a:xfrm>
            <a:off x="1314450" y="4805722"/>
            <a:ext cx="9105900" cy="1826834"/>
          </a:xfrm>
          <a:prstGeom prst="rect">
            <a:avLst/>
          </a:prstGeom>
          <a:noFill/>
          <a:ln>
            <a:noFill/>
          </a:ln>
        </p:spPr>
      </p:pic>
    </p:spTree>
  </p:cSld>
  <p:clrMapOvr>
    <a:masterClrMapping/>
  </p:clrMapOvr>
  <p:transition spd="slow">
    <p:push/>
  </p:transition>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_section">
  <p:cSld name="Task_section">
    <p:spTree>
      <p:nvGrpSpPr>
        <p:cNvPr id="1830" name="Shape 1830"/>
        <p:cNvGrpSpPr/>
        <p:nvPr/>
      </p:nvGrpSpPr>
      <p:grpSpPr>
        <a:xfrm>
          <a:off x="0" y="0"/>
          <a:ext cx="0" cy="0"/>
          <a:chOff x="0" y="0"/>
          <a:chExt cx="0" cy="0"/>
        </a:xfrm>
      </p:grpSpPr>
      <p:pic>
        <p:nvPicPr>
          <p:cNvPr id="1831" name="Google Shape;1831;g38b88470f6c_2_1996"/>
          <p:cNvPicPr preferRelativeResize="0"/>
          <p:nvPr/>
        </p:nvPicPr>
        <p:blipFill rotWithShape="1">
          <a:blip r:embed="rId2">
            <a:alphaModFix/>
          </a:blip>
          <a:srcRect b="0" l="0" r="0" t="0"/>
          <a:stretch/>
        </p:blipFill>
        <p:spPr>
          <a:xfrm>
            <a:off x="185221" y="412824"/>
            <a:ext cx="2304016" cy="834212"/>
          </a:xfrm>
          <a:prstGeom prst="rect">
            <a:avLst/>
          </a:prstGeom>
          <a:noFill/>
          <a:ln>
            <a:noFill/>
          </a:ln>
        </p:spPr>
      </p:pic>
      <p:sp>
        <p:nvSpPr>
          <p:cNvPr id="1832" name="Google Shape;1832;g38b88470f6c_2_1996"/>
          <p:cNvSpPr txBox="1"/>
          <p:nvPr/>
        </p:nvSpPr>
        <p:spPr>
          <a:xfrm>
            <a:off x="355627" y="536325"/>
            <a:ext cx="19632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0" lang="en-US" sz="2400" u="none" cap="none" strike="noStrike">
                <a:solidFill>
                  <a:srgbClr val="3F3F3F"/>
                </a:solidFill>
                <a:latin typeface="Arial"/>
                <a:ea typeface="Arial"/>
                <a:cs typeface="Arial"/>
                <a:sym typeface="Arial"/>
              </a:rPr>
              <a:t>Assignment</a:t>
            </a:r>
            <a:endParaRPr b="0" i="0" sz="1400" u="none" cap="none" strike="noStrike">
              <a:solidFill>
                <a:srgbClr val="000000"/>
              </a:solidFill>
              <a:latin typeface="Arial"/>
              <a:ea typeface="Arial"/>
              <a:cs typeface="Arial"/>
              <a:sym typeface="Arial"/>
            </a:endParaRPr>
          </a:p>
        </p:txBody>
      </p:sp>
      <p:pic>
        <p:nvPicPr>
          <p:cNvPr id="1833" name="Google Shape;1833;g38b88470f6c_2_1996"/>
          <p:cNvPicPr preferRelativeResize="0"/>
          <p:nvPr/>
        </p:nvPicPr>
        <p:blipFill rotWithShape="1">
          <a:blip r:embed="rId3">
            <a:alphaModFix/>
          </a:blip>
          <a:srcRect b="0" l="0" r="0" t="0"/>
          <a:stretch/>
        </p:blipFill>
        <p:spPr>
          <a:xfrm>
            <a:off x="1314450" y="4805722"/>
            <a:ext cx="9105900" cy="1826834"/>
          </a:xfrm>
          <a:prstGeom prst="rect">
            <a:avLst/>
          </a:prstGeom>
          <a:noFill/>
          <a:ln>
            <a:noFill/>
          </a:ln>
        </p:spPr>
      </p:pic>
    </p:spTree>
  </p:cSld>
  <p:clrMapOvr>
    <a:masterClrMapping/>
  </p:clrMapOvr>
  <p:transition spd="slow">
    <p:push/>
  </p:transition>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COMPLETED">
  <p:cSld name="SESSION COMPLETED">
    <p:spTree>
      <p:nvGrpSpPr>
        <p:cNvPr id="1834" name="Shape 1834"/>
        <p:cNvGrpSpPr/>
        <p:nvPr/>
      </p:nvGrpSpPr>
      <p:grpSpPr>
        <a:xfrm>
          <a:off x="0" y="0"/>
          <a:ext cx="0" cy="0"/>
          <a:chOff x="0" y="0"/>
          <a:chExt cx="0" cy="0"/>
        </a:xfrm>
      </p:grpSpPr>
      <p:sp>
        <p:nvSpPr>
          <p:cNvPr id="1835" name="Google Shape;1835;g38b88470f6c_2_2000"/>
          <p:cNvSpPr/>
          <p:nvPr/>
        </p:nvSpPr>
        <p:spPr>
          <a:xfrm rot="-1671989">
            <a:off x="6649801" y="5111207"/>
            <a:ext cx="1016018" cy="9334190"/>
          </a:xfrm>
          <a:prstGeom prst="ellipse">
            <a:avLst/>
          </a:prstGeom>
          <a:solidFill>
            <a:srgbClr val="05FDFF">
              <a:alpha val="286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36" name="Google Shape;1836;g38b88470f6c_2_2000"/>
          <p:cNvSpPr/>
          <p:nvPr/>
        </p:nvSpPr>
        <p:spPr>
          <a:xfrm rot="-1671989">
            <a:off x="6354833" y="5937117"/>
            <a:ext cx="1016018" cy="9334190"/>
          </a:xfrm>
          <a:prstGeom prst="ellipse">
            <a:avLst/>
          </a:prstGeom>
          <a:solidFill>
            <a:srgbClr val="05FDFF">
              <a:alpha val="286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37" name="Google Shape;1837;g38b88470f6c_2_2000"/>
          <p:cNvSpPr/>
          <p:nvPr/>
        </p:nvSpPr>
        <p:spPr>
          <a:xfrm rot="-1671989">
            <a:off x="7835728" y="5278480"/>
            <a:ext cx="1016018" cy="9334190"/>
          </a:xfrm>
          <a:prstGeom prst="ellipse">
            <a:avLst/>
          </a:prstGeom>
          <a:solidFill>
            <a:srgbClr val="05FDFF">
              <a:alpha val="286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38" name="Google Shape;1838;g38b88470f6c_2_2000"/>
          <p:cNvSpPr/>
          <p:nvPr/>
        </p:nvSpPr>
        <p:spPr>
          <a:xfrm flipH="1" rot="1671989">
            <a:off x="4220682" y="5362116"/>
            <a:ext cx="1016018" cy="9334190"/>
          </a:xfrm>
          <a:prstGeom prst="ellipse">
            <a:avLst/>
          </a:prstGeom>
          <a:solidFill>
            <a:srgbClr val="05FDFF">
              <a:alpha val="286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39" name="Google Shape;1839;g38b88470f6c_2_2000"/>
          <p:cNvSpPr/>
          <p:nvPr/>
        </p:nvSpPr>
        <p:spPr>
          <a:xfrm flipH="1" rot="1671989">
            <a:off x="3121894" y="5775071"/>
            <a:ext cx="1016018" cy="9334190"/>
          </a:xfrm>
          <a:prstGeom prst="ellipse">
            <a:avLst/>
          </a:prstGeom>
          <a:solidFill>
            <a:srgbClr val="05FDFF">
              <a:alpha val="286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40" name="Google Shape;1840;g38b88470f6c_2_2000"/>
          <p:cNvSpPr/>
          <p:nvPr/>
        </p:nvSpPr>
        <p:spPr>
          <a:xfrm flipH="1" rot="1671989">
            <a:off x="4738390" y="5937117"/>
            <a:ext cx="1016018" cy="9334190"/>
          </a:xfrm>
          <a:prstGeom prst="ellipse">
            <a:avLst/>
          </a:prstGeom>
          <a:solidFill>
            <a:srgbClr val="05FDFF">
              <a:alpha val="286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41" name="Google Shape;1841;g38b88470f6c_2_2000"/>
          <p:cNvSpPr txBox="1"/>
          <p:nvPr/>
        </p:nvSpPr>
        <p:spPr>
          <a:xfrm>
            <a:off x="3955439" y="2145041"/>
            <a:ext cx="4281000" cy="66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4800"/>
              <a:buFont typeface="Arial"/>
              <a:buNone/>
            </a:pPr>
            <a:r>
              <a:rPr b="0" i="0" lang="en-US" sz="4800" u="none" cap="none" strike="noStrike">
                <a:solidFill>
                  <a:schemeClr val="dk1"/>
                </a:solidFill>
                <a:latin typeface="Kdam Thmor Pro"/>
                <a:ea typeface="Kdam Thmor Pro"/>
                <a:cs typeface="Kdam Thmor Pro"/>
                <a:sym typeface="Kdam Thmor Pro"/>
              </a:rPr>
              <a:t>Session</a:t>
            </a:r>
            <a:endParaRPr b="0" i="0" sz="1400" u="none" cap="none" strike="noStrike">
              <a:solidFill>
                <a:srgbClr val="000000"/>
              </a:solidFill>
              <a:latin typeface="Arial"/>
              <a:ea typeface="Arial"/>
              <a:cs typeface="Arial"/>
              <a:sym typeface="Arial"/>
            </a:endParaRPr>
          </a:p>
        </p:txBody>
      </p:sp>
      <p:sp>
        <p:nvSpPr>
          <p:cNvPr id="1842" name="Google Shape;1842;g38b88470f6c_2_2000"/>
          <p:cNvSpPr txBox="1"/>
          <p:nvPr/>
        </p:nvSpPr>
        <p:spPr>
          <a:xfrm>
            <a:off x="3955439" y="2839068"/>
            <a:ext cx="4281000" cy="120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6000"/>
              <a:buFont typeface="Arial"/>
              <a:buNone/>
            </a:pPr>
            <a:r>
              <a:rPr b="0" i="0" lang="en-US" sz="6000" u="none" cap="none" strike="noStrike">
                <a:solidFill>
                  <a:schemeClr val="dk1"/>
                </a:solidFill>
                <a:latin typeface="Kdam Thmor Pro"/>
                <a:ea typeface="Kdam Thmor Pro"/>
                <a:cs typeface="Kdam Thmor Pro"/>
                <a:sym typeface="Kdam Thmor Pro"/>
              </a:rPr>
              <a:t>Completed </a:t>
            </a:r>
            <a:endParaRPr b="0" i="0" sz="1400" u="none" cap="none" strike="noStrike">
              <a:solidFill>
                <a:srgbClr val="000000"/>
              </a:solidFill>
              <a:latin typeface="Arial"/>
              <a:ea typeface="Arial"/>
              <a:cs typeface="Arial"/>
              <a:sym typeface="Arial"/>
            </a:endParaRPr>
          </a:p>
        </p:txBody>
      </p:sp>
      <p:sp>
        <p:nvSpPr>
          <p:cNvPr id="1843" name="Google Shape;1843;g38b88470f6c_2_2000"/>
          <p:cNvSpPr/>
          <p:nvPr/>
        </p:nvSpPr>
        <p:spPr>
          <a:xfrm>
            <a:off x="-629232" y="1812082"/>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784"/>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37"/>
                                        </p:tgtEl>
                                        <p:attrNameLst>
                                          <p:attrName>style.visibility</p:attrName>
                                        </p:attrNameLst>
                                      </p:cBhvr>
                                      <p:to>
                                        <p:strVal val="visible"/>
                                      </p:to>
                                    </p:set>
                                    <p:anim calcmode="lin" valueType="num">
                                      <p:cBhvr additive="base">
                                        <p:cTn dur="500"/>
                                        <p:tgtEl>
                                          <p:spTgt spid="183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35"/>
                                        </p:tgtEl>
                                        <p:attrNameLst>
                                          <p:attrName>style.visibility</p:attrName>
                                        </p:attrNameLst>
                                      </p:cBhvr>
                                      <p:to>
                                        <p:strVal val="visible"/>
                                      </p:to>
                                    </p:set>
                                    <p:anim calcmode="lin" valueType="num">
                                      <p:cBhvr additive="base">
                                        <p:cTn dur="500"/>
                                        <p:tgtEl>
                                          <p:spTgt spid="183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36"/>
                                        </p:tgtEl>
                                        <p:attrNameLst>
                                          <p:attrName>style.visibility</p:attrName>
                                        </p:attrNameLst>
                                      </p:cBhvr>
                                      <p:to>
                                        <p:strVal val="visible"/>
                                      </p:to>
                                    </p:set>
                                    <p:anim calcmode="lin" valueType="num">
                                      <p:cBhvr additive="base">
                                        <p:cTn dur="500"/>
                                        <p:tgtEl>
                                          <p:spTgt spid="183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40"/>
                                        </p:tgtEl>
                                        <p:attrNameLst>
                                          <p:attrName>style.visibility</p:attrName>
                                        </p:attrNameLst>
                                      </p:cBhvr>
                                      <p:to>
                                        <p:strVal val="visible"/>
                                      </p:to>
                                    </p:set>
                                    <p:anim calcmode="lin" valueType="num">
                                      <p:cBhvr additive="base">
                                        <p:cTn dur="500"/>
                                        <p:tgtEl>
                                          <p:spTgt spid="184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38"/>
                                        </p:tgtEl>
                                        <p:attrNameLst>
                                          <p:attrName>style.visibility</p:attrName>
                                        </p:attrNameLst>
                                      </p:cBhvr>
                                      <p:to>
                                        <p:strVal val="visible"/>
                                      </p:to>
                                    </p:set>
                                    <p:anim calcmode="lin" valueType="num">
                                      <p:cBhvr additive="base">
                                        <p:cTn dur="500"/>
                                        <p:tgtEl>
                                          <p:spTgt spid="183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39"/>
                                        </p:tgtEl>
                                        <p:attrNameLst>
                                          <p:attrName>style.visibility</p:attrName>
                                        </p:attrNameLst>
                                      </p:cBhvr>
                                      <p:to>
                                        <p:strVal val="visible"/>
                                      </p:to>
                                    </p:set>
                                    <p:anim calcmode="lin" valueType="num">
                                      <p:cBhvr additive="base">
                                        <p:cTn dur="500"/>
                                        <p:tgtEl>
                                          <p:spTgt spid="1839"/>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1843"/>
                                        </p:tgtEl>
                                        <p:attrNameLst>
                                          <p:attrName>style.visibility</p:attrName>
                                        </p:attrNameLst>
                                      </p:cBhvr>
                                      <p:to>
                                        <p:strVal val="visible"/>
                                      </p:to>
                                    </p:set>
                                    <p:animEffect filter="fade" transition="in">
                                      <p:cBhvr>
                                        <p:cTn dur="500"/>
                                        <p:tgtEl>
                                          <p:spTgt spid="1843"/>
                                        </p:tgtEl>
                                      </p:cBhvr>
                                    </p:animEffect>
                                  </p:childTnLst>
                                </p:cTn>
                              </p:par>
                              <p:par>
                                <p:cTn fill="hold" nodeType="withEffect" presetClass="entr" presetID="10" presetSubtype="0">
                                  <p:stCondLst>
                                    <p:cond delay="0"/>
                                  </p:stCondLst>
                                  <p:childTnLst>
                                    <p:set>
                                      <p:cBhvr>
                                        <p:cTn dur="1" fill="hold">
                                          <p:stCondLst>
                                            <p:cond delay="0"/>
                                          </p:stCondLst>
                                        </p:cTn>
                                        <p:tgtEl>
                                          <p:spTgt spid="1843"/>
                                        </p:tgtEl>
                                        <p:attrNameLst>
                                          <p:attrName>style.visibility</p:attrName>
                                        </p:attrNameLst>
                                      </p:cBhvr>
                                      <p:to>
                                        <p:strVal val="visible"/>
                                      </p:to>
                                    </p:set>
                                    <p:animEffect filter="fade" transition="in">
                                      <p:cBhvr>
                                        <p:cTn dur="500"/>
                                        <p:tgtEl>
                                          <p:spTgt spid="1843"/>
                                        </p:tgtEl>
                                      </p:cBhvr>
                                    </p:animEffect>
                                  </p:childTnLst>
                                </p:cTn>
                              </p:par>
                            </p:childTnLst>
                          </p:cTn>
                        </p:par>
                        <p:par>
                          <p:cTn fill="hold">
                            <p:stCondLst>
                              <p:cond delay="500"/>
                            </p:stCondLst>
                            <p:childTnLst>
                              <p:par>
                                <p:cTn fill="hold" nodeType="afterEffect" presetClass="entr" presetID="10" presetSubtype="0">
                                  <p:stCondLst>
                                    <p:cond delay="600"/>
                                  </p:stCondLst>
                                  <p:childTnLst>
                                    <p:set>
                                      <p:cBhvr>
                                        <p:cTn dur="1" fill="hold">
                                          <p:stCondLst>
                                            <p:cond delay="0"/>
                                          </p:stCondLst>
                                        </p:cTn>
                                        <p:tgtEl>
                                          <p:spTgt spid="1841"/>
                                        </p:tgtEl>
                                        <p:attrNameLst>
                                          <p:attrName>style.visibility</p:attrName>
                                        </p:attrNameLst>
                                      </p:cBhvr>
                                      <p:to>
                                        <p:strVal val="visible"/>
                                      </p:to>
                                    </p:set>
                                    <p:animEffect filter="fade" transition="in">
                                      <p:cBhvr>
                                        <p:cTn dur="500"/>
                                        <p:tgtEl>
                                          <p:spTgt spid="1841"/>
                                        </p:tgtEl>
                                      </p:cBhvr>
                                    </p:animEffect>
                                  </p:childTnLst>
                                </p:cTn>
                              </p:par>
                              <p:par>
                                <p:cTn fill="hold" nodeType="withEffect" presetClass="entr" presetID="10" presetSubtype="0">
                                  <p:stCondLst>
                                    <p:cond delay="400"/>
                                  </p:stCondLst>
                                  <p:childTnLst>
                                    <p:set>
                                      <p:cBhvr>
                                        <p:cTn dur="1" fill="hold">
                                          <p:stCondLst>
                                            <p:cond delay="0"/>
                                          </p:stCondLst>
                                        </p:cTn>
                                        <p:tgtEl>
                                          <p:spTgt spid="1842"/>
                                        </p:tgtEl>
                                        <p:attrNameLst>
                                          <p:attrName>style.visibility</p:attrName>
                                        </p:attrNameLst>
                                      </p:cBhvr>
                                      <p:to>
                                        <p:strVal val="visible"/>
                                      </p:to>
                                    </p:set>
                                    <p:animEffect filter="fade" transition="in">
                                      <p:cBhvr>
                                        <p:cTn dur="500"/>
                                        <p:tgtEl>
                                          <p:spTgt spid="1842"/>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1843"/>
                                        </p:tgtEl>
                                      </p:cBhvr>
                                    </p:animEffect>
                                    <p:set>
                                      <p:cBhvr>
                                        <p:cTn dur="1" fill="hold">
                                          <p:stCondLst>
                                            <p:cond delay="500"/>
                                          </p:stCondLst>
                                        </p:cTn>
                                        <p:tgtEl>
                                          <p:spTgt spid="184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st Step">
  <p:cSld name="1st Step">
    <p:spTree>
      <p:nvGrpSpPr>
        <p:cNvPr id="1844" name="Shape 1844"/>
        <p:cNvGrpSpPr/>
        <p:nvPr/>
      </p:nvGrpSpPr>
      <p:grpSpPr>
        <a:xfrm>
          <a:off x="0" y="0"/>
          <a:ext cx="0" cy="0"/>
          <a:chOff x="0" y="0"/>
          <a:chExt cx="0" cy="0"/>
        </a:xfrm>
      </p:grpSpPr>
      <p:pic>
        <p:nvPicPr>
          <p:cNvPr id="1845" name="Google Shape;1845;g38b88470f6c_2_2010"/>
          <p:cNvPicPr preferRelativeResize="0"/>
          <p:nvPr/>
        </p:nvPicPr>
        <p:blipFill rotWithShape="1">
          <a:blip r:embed="rId2">
            <a:alphaModFix/>
          </a:blip>
          <a:srcRect b="0" l="0" r="0" t="0"/>
          <a:stretch/>
        </p:blipFill>
        <p:spPr>
          <a:xfrm>
            <a:off x="6753225" y="2466973"/>
            <a:ext cx="857250" cy="981075"/>
          </a:xfrm>
          <a:prstGeom prst="rect">
            <a:avLst/>
          </a:prstGeom>
          <a:noFill/>
          <a:ln>
            <a:noFill/>
          </a:ln>
        </p:spPr>
      </p:pic>
      <p:pic>
        <p:nvPicPr>
          <p:cNvPr id="1846" name="Google Shape;1846;g38b88470f6c_2_2010"/>
          <p:cNvPicPr preferRelativeResize="0"/>
          <p:nvPr/>
        </p:nvPicPr>
        <p:blipFill rotWithShape="1">
          <a:blip r:embed="rId3">
            <a:alphaModFix/>
          </a:blip>
          <a:srcRect b="0" l="0" r="0" t="0"/>
          <a:stretch/>
        </p:blipFill>
        <p:spPr>
          <a:xfrm>
            <a:off x="561975" y="2714624"/>
            <a:ext cx="628650" cy="714375"/>
          </a:xfrm>
          <a:prstGeom prst="rect">
            <a:avLst/>
          </a:prstGeom>
          <a:noFill/>
          <a:ln>
            <a:noFill/>
          </a:ln>
        </p:spPr>
      </p:pic>
      <p:pic>
        <p:nvPicPr>
          <p:cNvPr id="1847" name="Google Shape;1847;g38b88470f6c_2_2010"/>
          <p:cNvPicPr preferRelativeResize="0"/>
          <p:nvPr/>
        </p:nvPicPr>
        <p:blipFill rotWithShape="1">
          <a:blip r:embed="rId4">
            <a:alphaModFix/>
          </a:blip>
          <a:srcRect b="0" l="0" r="0" t="0"/>
          <a:stretch/>
        </p:blipFill>
        <p:spPr>
          <a:xfrm>
            <a:off x="8872540" y="1832187"/>
            <a:ext cx="404810" cy="463337"/>
          </a:xfrm>
          <a:prstGeom prst="rect">
            <a:avLst/>
          </a:prstGeom>
          <a:noFill/>
          <a:ln>
            <a:noFill/>
          </a:ln>
        </p:spPr>
      </p:pic>
      <p:pic>
        <p:nvPicPr>
          <p:cNvPr id="1848" name="Google Shape;1848;g38b88470f6c_2_2010"/>
          <p:cNvPicPr preferRelativeResize="0"/>
          <p:nvPr/>
        </p:nvPicPr>
        <p:blipFill rotWithShape="1">
          <a:blip r:embed="rId5">
            <a:alphaModFix/>
          </a:blip>
          <a:srcRect b="0" l="0" r="0" t="0"/>
          <a:stretch/>
        </p:blipFill>
        <p:spPr>
          <a:xfrm>
            <a:off x="10606087" y="323849"/>
            <a:ext cx="1152525" cy="1314451"/>
          </a:xfrm>
          <a:prstGeom prst="rect">
            <a:avLst/>
          </a:prstGeom>
          <a:noFill/>
          <a:ln>
            <a:noFill/>
          </a:ln>
        </p:spPr>
      </p:pic>
      <p:pic>
        <p:nvPicPr>
          <p:cNvPr id="1849" name="Google Shape;1849;g38b88470f6c_2_2010"/>
          <p:cNvPicPr preferRelativeResize="0"/>
          <p:nvPr/>
        </p:nvPicPr>
        <p:blipFill rotWithShape="1">
          <a:blip r:embed="rId3">
            <a:alphaModFix/>
          </a:blip>
          <a:srcRect b="0" l="0" r="0" t="0"/>
          <a:stretch/>
        </p:blipFill>
        <p:spPr>
          <a:xfrm>
            <a:off x="4697413" y="1220890"/>
            <a:ext cx="628650" cy="714375"/>
          </a:xfrm>
          <a:prstGeom prst="rect">
            <a:avLst/>
          </a:prstGeom>
          <a:noFill/>
          <a:ln>
            <a:noFill/>
          </a:ln>
        </p:spPr>
      </p:pic>
      <p:sp>
        <p:nvSpPr>
          <p:cNvPr id="1850" name="Google Shape;1850;g38b88470f6c_2_2010"/>
          <p:cNvSpPr txBox="1"/>
          <p:nvPr>
            <p:ph idx="1" type="body"/>
          </p:nvPr>
        </p:nvSpPr>
        <p:spPr>
          <a:xfrm>
            <a:off x="1233888" y="1303477"/>
            <a:ext cx="852900" cy="3735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000"/>
              <a:buFont typeface="Arial"/>
              <a:buNone/>
              <a:defRPr b="0" i="0" sz="20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851" name="Google Shape;1851;g38b88470f6c_2_2010"/>
          <p:cNvSpPr/>
          <p:nvPr/>
        </p:nvSpPr>
        <p:spPr>
          <a:xfrm>
            <a:off x="554917" y="839036"/>
            <a:ext cx="1566135" cy="877046"/>
          </a:xfrm>
          <a:custGeom>
            <a:rect b="b" l="l" r="r" t="t"/>
            <a:pathLst>
              <a:path extrusionOk="0" h="374007" w="1749871">
                <a:moveTo>
                  <a:pt x="0" y="0"/>
                </a:moveTo>
                <a:lnTo>
                  <a:pt x="1749871" y="0"/>
                </a:lnTo>
                <a:lnTo>
                  <a:pt x="1749871" y="232698"/>
                </a:lnTo>
                <a:cubicBezTo>
                  <a:pt x="1749871" y="310741"/>
                  <a:pt x="1686605" y="374007"/>
                  <a:pt x="1608562" y="374007"/>
                </a:cubicBezTo>
                <a:lnTo>
                  <a:pt x="141309" y="374007"/>
                </a:lnTo>
                <a:cubicBezTo>
                  <a:pt x="63266" y="374007"/>
                  <a:pt x="0" y="310741"/>
                  <a:pt x="0" y="232698"/>
                </a:cubicBezTo>
                <a:lnTo>
                  <a:pt x="0" y="0"/>
                </a:lnTo>
                <a:close/>
              </a:path>
            </a:pathLst>
          </a:custGeom>
          <a:no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52" name="Google Shape;1852;g38b88470f6c_2_2010"/>
          <p:cNvSpPr txBox="1"/>
          <p:nvPr/>
        </p:nvSpPr>
        <p:spPr>
          <a:xfrm>
            <a:off x="554917" y="1201489"/>
            <a:ext cx="18183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en-US" sz="2000" u="none" cap="none" strike="noStrike">
                <a:solidFill>
                  <a:srgbClr val="3F3F3F"/>
                </a:solidFill>
                <a:latin typeface="Arial"/>
                <a:ea typeface="Arial"/>
                <a:cs typeface="Arial"/>
                <a:sym typeface="Arial"/>
              </a:rPr>
              <a:t>Step</a:t>
            </a:r>
            <a:endParaRPr b="0" i="0" sz="1400" u="none" cap="none" strike="noStrike">
              <a:solidFill>
                <a:srgbClr val="000000"/>
              </a:solidFill>
              <a:latin typeface="Arial"/>
              <a:ea typeface="Arial"/>
              <a:cs typeface="Arial"/>
              <a:sym typeface="Arial"/>
            </a:endParaRPr>
          </a:p>
        </p:txBody>
      </p:sp>
      <p:sp>
        <p:nvSpPr>
          <p:cNvPr id="1853" name="Google Shape;1853;g38b88470f6c_2_2010"/>
          <p:cNvSpPr/>
          <p:nvPr>
            <p:ph idx="2" type="pic"/>
          </p:nvPr>
        </p:nvSpPr>
        <p:spPr>
          <a:xfrm>
            <a:off x="2476500" y="1982961"/>
            <a:ext cx="7239000" cy="3767700"/>
          </a:xfrm>
          <a:prstGeom prst="rect">
            <a:avLst/>
          </a:prstGeom>
          <a:noFill/>
          <a:ln>
            <a:noFill/>
          </a:ln>
        </p:spPr>
      </p:sp>
      <p:sp>
        <p:nvSpPr>
          <p:cNvPr id="1854" name="Google Shape;1854;g38b88470f6c_2_2010"/>
          <p:cNvSpPr/>
          <p:nvPr/>
        </p:nvSpPr>
        <p:spPr>
          <a:xfrm>
            <a:off x="1006218" y="5888210"/>
            <a:ext cx="10179600" cy="622200"/>
          </a:xfrm>
          <a:prstGeom prst="roundRect">
            <a:avLst>
              <a:gd fmla="val 26163" name="adj"/>
            </a:avLst>
          </a:prstGeom>
          <a:solidFill>
            <a:srgbClr val="06192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55" name="Google Shape;1855;g38b88470f6c_2_2010"/>
          <p:cNvSpPr txBox="1"/>
          <p:nvPr>
            <p:ph idx="3" type="body"/>
          </p:nvPr>
        </p:nvSpPr>
        <p:spPr>
          <a:xfrm>
            <a:off x="1338902" y="5977473"/>
            <a:ext cx="9680400" cy="4614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1856" name="Google Shape;1856;g38b88470f6c_2_2010"/>
          <p:cNvPicPr preferRelativeResize="0"/>
          <p:nvPr/>
        </p:nvPicPr>
        <p:blipFill rotWithShape="1">
          <a:blip r:embed="rId6">
            <a:alphaModFix/>
          </a:blip>
          <a:srcRect b="0" l="0" r="0" t="0"/>
          <a:stretch/>
        </p:blipFill>
        <p:spPr>
          <a:xfrm>
            <a:off x="185221" y="412824"/>
            <a:ext cx="2304016" cy="834212"/>
          </a:xfrm>
          <a:prstGeom prst="rect">
            <a:avLst/>
          </a:prstGeom>
          <a:noFill/>
          <a:ln>
            <a:noFill/>
          </a:ln>
        </p:spPr>
      </p:pic>
      <p:sp>
        <p:nvSpPr>
          <p:cNvPr id="1857" name="Google Shape;1857;g38b88470f6c_2_2010"/>
          <p:cNvSpPr txBox="1"/>
          <p:nvPr/>
        </p:nvSpPr>
        <p:spPr>
          <a:xfrm>
            <a:off x="75990" y="520841"/>
            <a:ext cx="25224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 steps</a:t>
            </a:r>
            <a:endParaRPr b="0" i="0" sz="1400" u="none" cap="none" strike="noStrike">
              <a:solidFill>
                <a:srgbClr val="000000"/>
              </a:solidFill>
              <a:latin typeface="Arial"/>
              <a:ea typeface="Arial"/>
              <a:cs typeface="Arial"/>
              <a:sym typeface="Arial"/>
            </a:endParaRPr>
          </a:p>
        </p:txBody>
      </p:sp>
      <p:pic>
        <p:nvPicPr>
          <p:cNvPr id="1858" name="Google Shape;1858;g38b88470f6c_2_2010">
            <a:hlinkClick action="ppaction://hlinkshowjump?jump=nextslide"/>
          </p:cNvPr>
          <p:cNvPicPr preferRelativeResize="0"/>
          <p:nvPr/>
        </p:nvPicPr>
        <p:blipFill rotWithShape="1">
          <a:blip r:embed="rId7">
            <a:alphaModFix/>
          </a:blip>
          <a:srcRect b="0" l="0" r="0" t="0"/>
          <a:stretch/>
        </p:blipFill>
        <p:spPr>
          <a:xfrm>
            <a:off x="10853427" y="3445697"/>
            <a:ext cx="598343" cy="1058124"/>
          </a:xfrm>
          <a:prstGeom prst="rect">
            <a:avLst/>
          </a:prstGeom>
          <a:noFill/>
          <a:ln>
            <a:noFill/>
          </a:ln>
        </p:spPr>
      </p:pic>
    </p:spTree>
  </p:cSld>
  <p:clrMapOvr>
    <a:masterClrMapping/>
  </p:clrMapOvr>
  <p:transition spd="slow">
    <p:push/>
  </p:transition>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Steps">
    <p:spTree>
      <p:nvGrpSpPr>
        <p:cNvPr id="1859" name="Shape 1859"/>
        <p:cNvGrpSpPr/>
        <p:nvPr/>
      </p:nvGrpSpPr>
      <p:grpSpPr>
        <a:xfrm>
          <a:off x="0" y="0"/>
          <a:ext cx="0" cy="0"/>
          <a:chOff x="0" y="0"/>
          <a:chExt cx="0" cy="0"/>
        </a:xfrm>
      </p:grpSpPr>
      <p:pic>
        <p:nvPicPr>
          <p:cNvPr id="1860" name="Google Shape;1860;g38b88470f6c_2_2025"/>
          <p:cNvPicPr preferRelativeResize="0"/>
          <p:nvPr/>
        </p:nvPicPr>
        <p:blipFill rotWithShape="1">
          <a:blip r:embed="rId2">
            <a:alphaModFix/>
          </a:blip>
          <a:srcRect b="0" l="0" r="0" t="0"/>
          <a:stretch/>
        </p:blipFill>
        <p:spPr>
          <a:xfrm>
            <a:off x="6753225" y="2466973"/>
            <a:ext cx="857250" cy="981075"/>
          </a:xfrm>
          <a:prstGeom prst="rect">
            <a:avLst/>
          </a:prstGeom>
          <a:noFill/>
          <a:ln>
            <a:noFill/>
          </a:ln>
        </p:spPr>
      </p:pic>
      <p:pic>
        <p:nvPicPr>
          <p:cNvPr id="1861" name="Google Shape;1861;g38b88470f6c_2_2025"/>
          <p:cNvPicPr preferRelativeResize="0"/>
          <p:nvPr/>
        </p:nvPicPr>
        <p:blipFill rotWithShape="1">
          <a:blip r:embed="rId3">
            <a:alphaModFix/>
          </a:blip>
          <a:srcRect b="0" l="0" r="0" t="0"/>
          <a:stretch/>
        </p:blipFill>
        <p:spPr>
          <a:xfrm>
            <a:off x="561975" y="2714624"/>
            <a:ext cx="628650" cy="714375"/>
          </a:xfrm>
          <a:prstGeom prst="rect">
            <a:avLst/>
          </a:prstGeom>
          <a:noFill/>
          <a:ln>
            <a:noFill/>
          </a:ln>
        </p:spPr>
      </p:pic>
      <p:pic>
        <p:nvPicPr>
          <p:cNvPr id="1862" name="Google Shape;1862;g38b88470f6c_2_2025"/>
          <p:cNvPicPr preferRelativeResize="0"/>
          <p:nvPr/>
        </p:nvPicPr>
        <p:blipFill rotWithShape="1">
          <a:blip r:embed="rId4">
            <a:alphaModFix/>
          </a:blip>
          <a:srcRect b="0" l="0" r="0" t="0"/>
          <a:stretch/>
        </p:blipFill>
        <p:spPr>
          <a:xfrm>
            <a:off x="8872540" y="1832187"/>
            <a:ext cx="404810" cy="463337"/>
          </a:xfrm>
          <a:prstGeom prst="rect">
            <a:avLst/>
          </a:prstGeom>
          <a:noFill/>
          <a:ln>
            <a:noFill/>
          </a:ln>
        </p:spPr>
      </p:pic>
      <p:pic>
        <p:nvPicPr>
          <p:cNvPr id="1863" name="Google Shape;1863;g38b88470f6c_2_2025"/>
          <p:cNvPicPr preferRelativeResize="0"/>
          <p:nvPr/>
        </p:nvPicPr>
        <p:blipFill rotWithShape="1">
          <a:blip r:embed="rId5">
            <a:alphaModFix/>
          </a:blip>
          <a:srcRect b="0" l="0" r="0" t="0"/>
          <a:stretch/>
        </p:blipFill>
        <p:spPr>
          <a:xfrm>
            <a:off x="10606087" y="323849"/>
            <a:ext cx="1152525" cy="1314451"/>
          </a:xfrm>
          <a:prstGeom prst="rect">
            <a:avLst/>
          </a:prstGeom>
          <a:noFill/>
          <a:ln>
            <a:noFill/>
          </a:ln>
        </p:spPr>
      </p:pic>
      <p:pic>
        <p:nvPicPr>
          <p:cNvPr id="1864" name="Google Shape;1864;g38b88470f6c_2_2025"/>
          <p:cNvPicPr preferRelativeResize="0"/>
          <p:nvPr/>
        </p:nvPicPr>
        <p:blipFill rotWithShape="1">
          <a:blip r:embed="rId3">
            <a:alphaModFix/>
          </a:blip>
          <a:srcRect b="0" l="0" r="0" t="0"/>
          <a:stretch/>
        </p:blipFill>
        <p:spPr>
          <a:xfrm>
            <a:off x="4697413" y="1220890"/>
            <a:ext cx="628650" cy="714375"/>
          </a:xfrm>
          <a:prstGeom prst="rect">
            <a:avLst/>
          </a:prstGeom>
          <a:noFill/>
          <a:ln>
            <a:noFill/>
          </a:ln>
        </p:spPr>
      </p:pic>
      <p:sp>
        <p:nvSpPr>
          <p:cNvPr id="1865" name="Google Shape;1865;g38b88470f6c_2_2025"/>
          <p:cNvSpPr/>
          <p:nvPr>
            <p:ph idx="2" type="pic"/>
          </p:nvPr>
        </p:nvSpPr>
        <p:spPr>
          <a:xfrm>
            <a:off x="2476500" y="1982961"/>
            <a:ext cx="7239000" cy="3767700"/>
          </a:xfrm>
          <a:prstGeom prst="rect">
            <a:avLst/>
          </a:prstGeom>
          <a:noFill/>
          <a:ln>
            <a:noFill/>
          </a:ln>
        </p:spPr>
      </p:sp>
      <p:sp>
        <p:nvSpPr>
          <p:cNvPr id="1866" name="Google Shape;1866;g38b88470f6c_2_2025"/>
          <p:cNvSpPr/>
          <p:nvPr/>
        </p:nvSpPr>
        <p:spPr>
          <a:xfrm>
            <a:off x="1006218" y="5888210"/>
            <a:ext cx="10179600" cy="622200"/>
          </a:xfrm>
          <a:prstGeom prst="roundRect">
            <a:avLst>
              <a:gd fmla="val 26163" name="adj"/>
            </a:avLst>
          </a:prstGeom>
          <a:solidFill>
            <a:srgbClr val="06192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67" name="Google Shape;1867;g38b88470f6c_2_2025"/>
          <p:cNvSpPr txBox="1"/>
          <p:nvPr>
            <p:ph idx="1" type="body"/>
          </p:nvPr>
        </p:nvSpPr>
        <p:spPr>
          <a:xfrm>
            <a:off x="1338902" y="5977473"/>
            <a:ext cx="9680400" cy="4614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868" name="Google Shape;1868;g38b88470f6c_2_2025"/>
          <p:cNvSpPr txBox="1"/>
          <p:nvPr>
            <p:ph idx="3" type="body"/>
          </p:nvPr>
        </p:nvSpPr>
        <p:spPr>
          <a:xfrm>
            <a:off x="1233888" y="1303477"/>
            <a:ext cx="852900" cy="3735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000"/>
              <a:buFont typeface="Arial"/>
              <a:buNone/>
              <a:defRPr b="0" i="0" sz="20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1869" name="Google Shape;1869;g38b88470f6c_2_2025"/>
          <p:cNvSpPr/>
          <p:nvPr/>
        </p:nvSpPr>
        <p:spPr>
          <a:xfrm>
            <a:off x="554917" y="839036"/>
            <a:ext cx="1566135" cy="877046"/>
          </a:xfrm>
          <a:custGeom>
            <a:rect b="b" l="l" r="r" t="t"/>
            <a:pathLst>
              <a:path extrusionOk="0" h="374007" w="1749871">
                <a:moveTo>
                  <a:pt x="0" y="0"/>
                </a:moveTo>
                <a:lnTo>
                  <a:pt x="1749871" y="0"/>
                </a:lnTo>
                <a:lnTo>
                  <a:pt x="1749871" y="232698"/>
                </a:lnTo>
                <a:cubicBezTo>
                  <a:pt x="1749871" y="310741"/>
                  <a:pt x="1686605" y="374007"/>
                  <a:pt x="1608562" y="374007"/>
                </a:cubicBezTo>
                <a:lnTo>
                  <a:pt x="141309" y="374007"/>
                </a:lnTo>
                <a:cubicBezTo>
                  <a:pt x="63266" y="374007"/>
                  <a:pt x="0" y="310741"/>
                  <a:pt x="0" y="232698"/>
                </a:cubicBezTo>
                <a:lnTo>
                  <a:pt x="0" y="0"/>
                </a:lnTo>
                <a:close/>
              </a:path>
            </a:pathLst>
          </a:custGeom>
          <a:no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70" name="Google Shape;1870;g38b88470f6c_2_2025"/>
          <p:cNvSpPr txBox="1"/>
          <p:nvPr/>
        </p:nvSpPr>
        <p:spPr>
          <a:xfrm>
            <a:off x="554917" y="1201489"/>
            <a:ext cx="18183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en-US" sz="2000" u="none" cap="none" strike="noStrike">
                <a:solidFill>
                  <a:srgbClr val="3F3F3F"/>
                </a:solidFill>
                <a:latin typeface="Arial"/>
                <a:ea typeface="Arial"/>
                <a:cs typeface="Arial"/>
                <a:sym typeface="Arial"/>
              </a:rPr>
              <a:t>Step</a:t>
            </a:r>
            <a:endParaRPr b="0" i="0" sz="1400" u="none" cap="none" strike="noStrike">
              <a:solidFill>
                <a:srgbClr val="000000"/>
              </a:solidFill>
              <a:latin typeface="Arial"/>
              <a:ea typeface="Arial"/>
              <a:cs typeface="Arial"/>
              <a:sym typeface="Arial"/>
            </a:endParaRPr>
          </a:p>
        </p:txBody>
      </p:sp>
      <p:pic>
        <p:nvPicPr>
          <p:cNvPr id="1871" name="Google Shape;1871;g38b88470f6c_2_2025"/>
          <p:cNvPicPr preferRelativeResize="0"/>
          <p:nvPr/>
        </p:nvPicPr>
        <p:blipFill rotWithShape="1">
          <a:blip r:embed="rId6">
            <a:alphaModFix/>
          </a:blip>
          <a:srcRect b="0" l="0" r="0" t="0"/>
          <a:stretch/>
        </p:blipFill>
        <p:spPr>
          <a:xfrm>
            <a:off x="185221" y="412824"/>
            <a:ext cx="2304016" cy="834212"/>
          </a:xfrm>
          <a:prstGeom prst="rect">
            <a:avLst/>
          </a:prstGeom>
          <a:noFill/>
          <a:ln>
            <a:noFill/>
          </a:ln>
        </p:spPr>
      </p:pic>
      <p:sp>
        <p:nvSpPr>
          <p:cNvPr id="1872" name="Google Shape;1872;g38b88470f6c_2_2025"/>
          <p:cNvSpPr txBox="1"/>
          <p:nvPr/>
        </p:nvSpPr>
        <p:spPr>
          <a:xfrm>
            <a:off x="75990" y="520841"/>
            <a:ext cx="25224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 steps</a:t>
            </a:r>
            <a:endParaRPr b="0" i="0" sz="1400" u="none" cap="none" strike="noStrike">
              <a:solidFill>
                <a:srgbClr val="000000"/>
              </a:solidFill>
              <a:latin typeface="Arial"/>
              <a:ea typeface="Arial"/>
              <a:cs typeface="Arial"/>
              <a:sym typeface="Arial"/>
            </a:endParaRPr>
          </a:p>
        </p:txBody>
      </p:sp>
      <p:pic>
        <p:nvPicPr>
          <p:cNvPr id="1873" name="Google Shape;1873;g38b88470f6c_2_2025">
            <a:hlinkClick action="ppaction://hlinkshowjump?jump=nextslide"/>
          </p:cNvPr>
          <p:cNvPicPr preferRelativeResize="0"/>
          <p:nvPr/>
        </p:nvPicPr>
        <p:blipFill rotWithShape="1">
          <a:blip r:embed="rId7">
            <a:alphaModFix/>
          </a:blip>
          <a:srcRect b="0" l="0" r="0" t="0"/>
          <a:stretch/>
        </p:blipFill>
        <p:spPr>
          <a:xfrm>
            <a:off x="10853427" y="3445697"/>
            <a:ext cx="598343" cy="1058124"/>
          </a:xfrm>
          <a:prstGeom prst="rect">
            <a:avLst/>
          </a:prstGeom>
          <a:noFill/>
          <a:ln>
            <a:noFill/>
          </a:ln>
        </p:spPr>
      </p:pic>
      <p:pic>
        <p:nvPicPr>
          <p:cNvPr id="1874" name="Google Shape;1874;g38b88470f6c_2_2025">
            <a:hlinkClick action="ppaction://hlinkshowjump?jump=previousslide"/>
          </p:cNvPr>
          <p:cNvPicPr preferRelativeResize="0"/>
          <p:nvPr/>
        </p:nvPicPr>
        <p:blipFill rotWithShape="1">
          <a:blip r:embed="rId8">
            <a:alphaModFix/>
          </a:blip>
          <a:srcRect b="0" l="0" r="0" t="0"/>
          <a:stretch/>
        </p:blipFill>
        <p:spPr>
          <a:xfrm flipH="1" rot="10800000">
            <a:off x="736648" y="3445697"/>
            <a:ext cx="601925" cy="105812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875" name="Shape 1875"/>
        <p:cNvGrpSpPr/>
        <p:nvPr/>
      </p:nvGrpSpPr>
      <p:grpSpPr>
        <a:xfrm>
          <a:off x="0" y="0"/>
          <a:ext cx="0" cy="0"/>
          <a:chOff x="0" y="0"/>
          <a:chExt cx="0" cy="0"/>
        </a:xfrm>
      </p:grpSpPr>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5 1">
  <p:cSld name="Section 5_1">
    <p:spTree>
      <p:nvGrpSpPr>
        <p:cNvPr id="1876" name="Shape 1876"/>
        <p:cNvGrpSpPr/>
        <p:nvPr/>
      </p:nvGrpSpPr>
      <p:grpSpPr>
        <a:xfrm>
          <a:off x="0" y="0"/>
          <a:ext cx="0" cy="0"/>
          <a:chOff x="0" y="0"/>
          <a:chExt cx="0" cy="0"/>
        </a:xfrm>
      </p:grpSpPr>
      <p:pic>
        <p:nvPicPr>
          <p:cNvPr id="1877" name="Google Shape;1877;g38b88470f6c_2_2042"/>
          <p:cNvPicPr preferRelativeResize="0"/>
          <p:nvPr/>
        </p:nvPicPr>
        <p:blipFill rotWithShape="1">
          <a:blip r:embed="rId2">
            <a:alphaModFix/>
          </a:blip>
          <a:srcRect b="0" l="0" r="0" t="0"/>
          <a:stretch/>
        </p:blipFill>
        <p:spPr>
          <a:xfrm>
            <a:off x="185221" y="412824"/>
            <a:ext cx="2304016" cy="834212"/>
          </a:xfrm>
          <a:prstGeom prst="rect">
            <a:avLst/>
          </a:prstGeom>
          <a:noFill/>
          <a:ln>
            <a:noFill/>
          </a:ln>
        </p:spPr>
      </p:pic>
      <p:sp>
        <p:nvSpPr>
          <p:cNvPr id="1878" name="Google Shape;1878;g38b88470f6c_2_2042"/>
          <p:cNvSpPr txBox="1"/>
          <p:nvPr/>
        </p:nvSpPr>
        <p:spPr>
          <a:xfrm>
            <a:off x="608419" y="499442"/>
            <a:ext cx="14577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3F3F3F"/>
                </a:solidFill>
                <a:latin typeface="Arial"/>
                <a:ea typeface="Arial"/>
                <a:cs typeface="Arial"/>
                <a:sym typeface="Arial"/>
              </a:rPr>
              <a:t>Q&amp;A</a:t>
            </a:r>
            <a:endParaRPr b="0" i="0" sz="1400" u="none" cap="none" strike="noStrike">
              <a:solidFill>
                <a:srgbClr val="000000"/>
              </a:solidFill>
              <a:latin typeface="Arial"/>
              <a:ea typeface="Arial"/>
              <a:cs typeface="Arial"/>
              <a:sym typeface="Arial"/>
            </a:endParaRPr>
          </a:p>
        </p:txBody>
      </p:sp>
      <p:pic>
        <p:nvPicPr>
          <p:cNvPr id="1879" name="Google Shape;1879;g38b88470f6c_2_2042"/>
          <p:cNvPicPr preferRelativeResize="0"/>
          <p:nvPr/>
        </p:nvPicPr>
        <p:blipFill rotWithShape="1">
          <a:blip r:embed="rId3">
            <a:alphaModFix/>
          </a:blip>
          <a:srcRect b="0" l="0" r="0" t="0"/>
          <a:stretch/>
        </p:blipFill>
        <p:spPr>
          <a:xfrm>
            <a:off x="1314450" y="4805722"/>
            <a:ext cx="9105900" cy="1826834"/>
          </a:xfrm>
          <a:prstGeom prst="rect">
            <a:avLst/>
          </a:prstGeom>
          <a:noFill/>
          <a:ln>
            <a:noFill/>
          </a:ln>
        </p:spPr>
      </p:pic>
    </p:spTree>
  </p:cSld>
  <p:clrMapOvr>
    <a:masterClrMapping/>
  </p:clrMapOvr>
  <p:transition spd="slow">
    <p:push/>
  </p:transition>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ssion Completed">
  <p:cSld name="Mission Completed">
    <p:spTree>
      <p:nvGrpSpPr>
        <p:cNvPr id="1880" name="Shape 1880"/>
        <p:cNvGrpSpPr/>
        <p:nvPr/>
      </p:nvGrpSpPr>
      <p:grpSpPr>
        <a:xfrm>
          <a:off x="0" y="0"/>
          <a:ext cx="0" cy="0"/>
          <a:chOff x="0" y="0"/>
          <a:chExt cx="0" cy="0"/>
        </a:xfrm>
      </p:grpSpPr>
      <p:sp>
        <p:nvSpPr>
          <p:cNvPr id="1881" name="Google Shape;1881;g38b88470f6c_2_2046"/>
          <p:cNvSpPr/>
          <p:nvPr/>
        </p:nvSpPr>
        <p:spPr>
          <a:xfrm rot="-3172813">
            <a:off x="7189083" y="1632322"/>
            <a:ext cx="10758042" cy="10758042"/>
          </a:xfrm>
          <a:prstGeom prst="ellipse">
            <a:avLst/>
          </a:prstGeom>
          <a:noFill/>
          <a:ln cap="rnd" cmpd="thickThin" w="57150">
            <a:solidFill>
              <a:srgbClr val="EEF5FF">
                <a:alpha val="89410"/>
              </a:srgbClr>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82" name="Google Shape;1882;g38b88470f6c_2_2046"/>
          <p:cNvSpPr/>
          <p:nvPr/>
        </p:nvSpPr>
        <p:spPr>
          <a:xfrm rot="-4231585">
            <a:off x="8164056" y="2607290"/>
            <a:ext cx="8808169" cy="8808169"/>
          </a:xfrm>
          <a:prstGeom prst="ellipse">
            <a:avLst/>
          </a:prstGeom>
          <a:noFill/>
          <a:ln cap="rnd" cmpd="tri" w="117475">
            <a:solidFill>
              <a:srgbClr val="EEF5FF">
                <a:alpha val="90200"/>
              </a:srgbClr>
            </a:solidFill>
            <a:prstDash val="lgDashDot"/>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83" name="Google Shape;1883;g38b88470f6c_2_2046"/>
          <p:cNvSpPr/>
          <p:nvPr/>
        </p:nvSpPr>
        <p:spPr>
          <a:xfrm rot="-5225929">
            <a:off x="8982069" y="3425395"/>
            <a:ext cx="7171992" cy="7171992"/>
          </a:xfrm>
          <a:prstGeom prst="ellipse">
            <a:avLst/>
          </a:prstGeom>
          <a:noFill/>
          <a:ln cap="flat" cmpd="tri" w="57150">
            <a:solidFill>
              <a:srgbClr val="EEF5FF">
                <a:alpha val="90200"/>
              </a:srgbClr>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84" name="Google Shape;1884;g38b88470f6c_2_2046"/>
          <p:cNvSpPr/>
          <p:nvPr/>
        </p:nvSpPr>
        <p:spPr>
          <a:xfrm rot="-6064937">
            <a:off x="9606564" y="4049991"/>
            <a:ext cx="5922950" cy="5922950"/>
          </a:xfrm>
          <a:prstGeom prst="ellipse">
            <a:avLst/>
          </a:prstGeom>
          <a:noFill/>
          <a:ln cap="rnd" cmpd="tri" w="92075">
            <a:solidFill>
              <a:srgbClr val="FFFFFF">
                <a:alpha val="87060"/>
              </a:srgbClr>
            </a:solidFill>
            <a:prstDash val="dashDot"/>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85" name="Google Shape;1885;g38b88470f6c_2_2046"/>
          <p:cNvSpPr/>
          <p:nvPr/>
        </p:nvSpPr>
        <p:spPr>
          <a:xfrm rot="-7123608">
            <a:off x="10210019" y="4653400"/>
            <a:ext cx="4716272" cy="4716272"/>
          </a:xfrm>
          <a:prstGeom prst="ellipse">
            <a:avLst/>
          </a:prstGeom>
          <a:noFill/>
          <a:ln cap="rnd" cmpd="tri" w="38100">
            <a:solidFill>
              <a:srgbClr val="FFFFFF">
                <a:alpha val="92160"/>
              </a:srgbClr>
            </a:solidFill>
            <a:prstDash val="lgDashDot"/>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86" name="Google Shape;1886;g38b88470f6c_2_2046"/>
          <p:cNvSpPr/>
          <p:nvPr/>
        </p:nvSpPr>
        <p:spPr>
          <a:xfrm rot="-8118146">
            <a:off x="10699190" y="5142712"/>
            <a:ext cx="3737606" cy="3737606"/>
          </a:xfrm>
          <a:prstGeom prst="ellipse">
            <a:avLst/>
          </a:prstGeom>
          <a:noFill/>
          <a:ln cap="rnd" cmpd="tri" w="76200">
            <a:solidFill>
              <a:srgbClr val="FFFFFF">
                <a:alpha val="92160"/>
              </a:srgbClr>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87" name="Google Shape;1887;g38b88470f6c_2_2046"/>
          <p:cNvSpPr/>
          <p:nvPr/>
        </p:nvSpPr>
        <p:spPr>
          <a:xfrm rot="-3172750">
            <a:off x="101115" y="-5455598"/>
            <a:ext cx="24934139" cy="24934139"/>
          </a:xfrm>
          <a:prstGeom prst="ellipse">
            <a:avLst/>
          </a:prstGeom>
          <a:noFill/>
          <a:ln cap="rnd" cmpd="tri" w="117475">
            <a:solidFill>
              <a:srgbClr val="EEF5FF">
                <a:alpha val="60000"/>
              </a:srgbClr>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88" name="Google Shape;1888;g38b88470f6c_2_2046"/>
          <p:cNvSpPr/>
          <p:nvPr/>
        </p:nvSpPr>
        <p:spPr>
          <a:xfrm rot="-4231541">
            <a:off x="1472856" y="-4083852"/>
            <a:ext cx="22190602" cy="22190602"/>
          </a:xfrm>
          <a:prstGeom prst="ellipse">
            <a:avLst/>
          </a:prstGeom>
          <a:noFill/>
          <a:ln cap="rnd" cmpd="tri" w="76200">
            <a:solidFill>
              <a:srgbClr val="FFFFFF">
                <a:alpha val="80390"/>
              </a:srgbClr>
            </a:solidFill>
            <a:prstDash val="dashDot"/>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89" name="Google Shape;1889;g38b88470f6c_2_2046"/>
          <p:cNvSpPr/>
          <p:nvPr/>
        </p:nvSpPr>
        <p:spPr>
          <a:xfrm rot="-5225892">
            <a:off x="2784250" y="-2772502"/>
            <a:ext cx="19567690" cy="19567690"/>
          </a:xfrm>
          <a:prstGeom prst="ellipse">
            <a:avLst/>
          </a:prstGeom>
          <a:noFill/>
          <a:ln cap="rnd" cmpd="tri" w="117475">
            <a:solidFill>
              <a:srgbClr val="EEF5FF">
                <a:alpha val="48240"/>
              </a:srgbClr>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90" name="Google Shape;1890;g38b88470f6c_2_2046"/>
          <p:cNvSpPr/>
          <p:nvPr/>
        </p:nvSpPr>
        <p:spPr>
          <a:xfrm rot="-6064893">
            <a:off x="3889171" y="-1667603"/>
            <a:ext cx="17357946" cy="17357946"/>
          </a:xfrm>
          <a:prstGeom prst="ellipse">
            <a:avLst/>
          </a:prstGeom>
          <a:noFill/>
          <a:ln cap="rnd" cmpd="tri" w="76200">
            <a:solidFill>
              <a:srgbClr val="FFFFFF">
                <a:alpha val="77250"/>
              </a:srgbClr>
            </a:solidFill>
            <a:prstDash val="dashDot"/>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91" name="Google Shape;1891;g38b88470f6c_2_2046"/>
          <p:cNvSpPr/>
          <p:nvPr/>
        </p:nvSpPr>
        <p:spPr>
          <a:xfrm rot="-7123655">
            <a:off x="5066028" y="-490484"/>
            <a:ext cx="15004192" cy="15004192"/>
          </a:xfrm>
          <a:prstGeom prst="ellipse">
            <a:avLst/>
          </a:prstGeom>
          <a:noFill/>
          <a:ln cap="rnd" cmpd="tri" w="92075">
            <a:solidFill>
              <a:srgbClr val="FFFFFF">
                <a:alpha val="75290"/>
              </a:srgbClr>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92" name="Google Shape;1892;g38b88470f6c_2_2046"/>
          <p:cNvSpPr/>
          <p:nvPr/>
        </p:nvSpPr>
        <p:spPr>
          <a:xfrm rot="-8117998">
            <a:off x="6206603" y="649949"/>
            <a:ext cx="12723005" cy="12723005"/>
          </a:xfrm>
          <a:prstGeom prst="ellipse">
            <a:avLst/>
          </a:prstGeom>
          <a:noFill/>
          <a:ln cap="rnd" cmpd="tri" w="76200">
            <a:solidFill>
              <a:srgbClr val="FFFFFF">
                <a:alpha val="75290"/>
              </a:srgbClr>
            </a:solidFill>
            <a:prstDash val="dashDot"/>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93" name="Google Shape;1893;g38b88470f6c_2_2046"/>
          <p:cNvSpPr/>
          <p:nvPr/>
        </p:nvSpPr>
        <p:spPr>
          <a:xfrm rot="-8117886">
            <a:off x="11181867" y="5625174"/>
            <a:ext cx="2772603" cy="2772603"/>
          </a:xfrm>
          <a:prstGeom prst="ellipse">
            <a:avLst/>
          </a:prstGeom>
          <a:noFill/>
          <a:ln cap="rnd" cmpd="tri" w="28575">
            <a:solidFill>
              <a:srgbClr val="FFFFFF">
                <a:alpha val="92160"/>
              </a:srgbClr>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94" name="Google Shape;1894;g38b88470f6c_2_2046"/>
          <p:cNvSpPr/>
          <p:nvPr/>
        </p:nvSpPr>
        <p:spPr>
          <a:xfrm rot="-8118002">
            <a:off x="11555370" y="5998637"/>
            <a:ext cx="2025464" cy="2025464"/>
          </a:xfrm>
          <a:prstGeom prst="ellipse">
            <a:avLst/>
          </a:prstGeom>
          <a:noFill/>
          <a:ln cap="rnd" cmpd="tri" w="92075">
            <a:solidFill>
              <a:srgbClr val="FFFFFF">
                <a:alpha val="92160"/>
              </a:srgbClr>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95" name="Google Shape;1895;g38b88470f6c_2_2046"/>
          <p:cNvSpPr/>
          <p:nvPr/>
        </p:nvSpPr>
        <p:spPr>
          <a:xfrm rot="-8118236">
            <a:off x="11908195" y="6351667"/>
            <a:ext cx="1319692" cy="1319692"/>
          </a:xfrm>
          <a:prstGeom prst="ellipse">
            <a:avLst/>
          </a:prstGeom>
          <a:noFill/>
          <a:ln cap="rnd" cmpd="tri" w="38100">
            <a:solidFill>
              <a:srgbClr val="FFFFFF">
                <a:alpha val="92160"/>
              </a:srgbClr>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96" name="Google Shape;1896;g38b88470f6c_2_2046"/>
          <p:cNvSpPr/>
          <p:nvPr/>
        </p:nvSpPr>
        <p:spPr>
          <a:xfrm rot="-3172742">
            <a:off x="-1356635" y="-6986399"/>
            <a:ext cx="27631825" cy="27631825"/>
          </a:xfrm>
          <a:prstGeom prst="ellipse">
            <a:avLst/>
          </a:prstGeom>
          <a:noFill/>
          <a:ln cap="rnd" cmpd="tri" w="76200">
            <a:solidFill>
              <a:srgbClr val="EEF5FF"/>
            </a:solidFill>
            <a:prstDash val="lgDashDot"/>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97" name="Google Shape;1897;g38b88470f6c_2_2046"/>
          <p:cNvSpPr txBox="1"/>
          <p:nvPr/>
        </p:nvSpPr>
        <p:spPr>
          <a:xfrm>
            <a:off x="3968150" y="2281604"/>
            <a:ext cx="4297500" cy="212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0" i="0" lang="en-US" sz="6600" u="none" cap="none" strike="noStrike">
                <a:solidFill>
                  <a:srgbClr val="262626"/>
                </a:solidFill>
                <a:latin typeface="Arial"/>
                <a:ea typeface="Arial"/>
                <a:cs typeface="Arial"/>
                <a:sym typeface="Arial"/>
              </a:rPr>
              <a:t>Mission completed</a:t>
            </a:r>
            <a:endParaRPr b="0" i="0" sz="1400" u="none" cap="none" strike="noStrike">
              <a:solidFill>
                <a:srgbClr val="000000"/>
              </a:solidFill>
              <a:latin typeface="Arial"/>
              <a:ea typeface="Arial"/>
              <a:cs typeface="Arial"/>
              <a:sym typeface="Arial"/>
            </a:endParaRPr>
          </a:p>
        </p:txBody>
      </p:sp>
      <p:sp>
        <p:nvSpPr>
          <p:cNvPr id="1898" name="Google Shape;1898;g38b88470f6c_2_2046"/>
          <p:cNvSpPr/>
          <p:nvPr/>
        </p:nvSpPr>
        <p:spPr>
          <a:xfrm>
            <a:off x="1554299" y="5641552"/>
            <a:ext cx="9083403" cy="466344"/>
          </a:xfrm>
          <a:custGeom>
            <a:rect b="b" l="l" r="r" t="t"/>
            <a:pathLst>
              <a:path extrusionOk="0" h="466344" w="9083403">
                <a:moveTo>
                  <a:pt x="233172" y="0"/>
                </a:moveTo>
                <a:lnTo>
                  <a:pt x="247000" y="1394"/>
                </a:lnTo>
                <a:lnTo>
                  <a:pt x="8836403" y="1394"/>
                </a:lnTo>
                <a:lnTo>
                  <a:pt x="8850231" y="0"/>
                </a:lnTo>
                <a:cubicBezTo>
                  <a:pt x="8979008" y="0"/>
                  <a:pt x="9083403" y="104395"/>
                  <a:pt x="9083403" y="233172"/>
                </a:cubicBezTo>
                <a:cubicBezTo>
                  <a:pt x="9083403" y="361949"/>
                  <a:pt x="8979008" y="466344"/>
                  <a:pt x="8850231" y="466344"/>
                </a:cubicBezTo>
                <a:lnTo>
                  <a:pt x="233172" y="466344"/>
                </a:lnTo>
                <a:cubicBezTo>
                  <a:pt x="104395" y="466344"/>
                  <a:pt x="0" y="361949"/>
                  <a:pt x="0" y="233172"/>
                </a:cubicBezTo>
                <a:cubicBezTo>
                  <a:pt x="0" y="104395"/>
                  <a:pt x="104395" y="0"/>
                  <a:pt x="233172" y="0"/>
                </a:cubicBezTo>
                <a:close/>
              </a:path>
            </a:pathLst>
          </a:custGeom>
          <a:solidFill>
            <a:srgbClr val="F9CC12"/>
          </a:solidFill>
          <a:ln cap="rnd" cmpd="sng" w="19050">
            <a:solidFill>
              <a:srgbClr val="FBAB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899" name="Google Shape;1899;g38b88470f6c_2_2046"/>
          <p:cNvSpPr/>
          <p:nvPr/>
        </p:nvSpPr>
        <p:spPr>
          <a:xfrm>
            <a:off x="1554299" y="5653835"/>
            <a:ext cx="9083403" cy="466344"/>
          </a:xfrm>
          <a:custGeom>
            <a:rect b="b" l="l" r="r" t="t"/>
            <a:pathLst>
              <a:path extrusionOk="0" h="466344" w="9083403">
                <a:moveTo>
                  <a:pt x="233172" y="0"/>
                </a:moveTo>
                <a:lnTo>
                  <a:pt x="247000" y="1394"/>
                </a:lnTo>
                <a:lnTo>
                  <a:pt x="8836403" y="1394"/>
                </a:lnTo>
                <a:lnTo>
                  <a:pt x="8850231" y="0"/>
                </a:lnTo>
                <a:cubicBezTo>
                  <a:pt x="8979008" y="0"/>
                  <a:pt x="9083403" y="104395"/>
                  <a:pt x="9083403" y="233172"/>
                </a:cubicBezTo>
                <a:cubicBezTo>
                  <a:pt x="9083403" y="361949"/>
                  <a:pt x="8979008" y="466344"/>
                  <a:pt x="8850231" y="466344"/>
                </a:cubicBezTo>
                <a:lnTo>
                  <a:pt x="233172" y="466344"/>
                </a:lnTo>
                <a:cubicBezTo>
                  <a:pt x="104395" y="466344"/>
                  <a:pt x="0" y="361949"/>
                  <a:pt x="0" y="233172"/>
                </a:cubicBezTo>
                <a:cubicBezTo>
                  <a:pt x="0" y="104395"/>
                  <a:pt x="104395" y="0"/>
                  <a:pt x="233172" y="0"/>
                </a:cubicBezTo>
                <a:close/>
              </a:path>
            </a:pathLst>
          </a:custGeom>
          <a:solidFill>
            <a:srgbClr val="F5BF00"/>
          </a:solidFill>
          <a:ln cap="flat" cmpd="sng" w="571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7">
                                            <p:txEl>
                                              <p:pRg end="0" st="0"/>
                                            </p:txEl>
                                          </p:spTgt>
                                        </p:tgtEl>
                                        <p:attrNameLst>
                                          <p:attrName>style.visibility</p:attrName>
                                        </p:attrNameLst>
                                      </p:cBhvr>
                                      <p:to>
                                        <p:strVal val="visible"/>
                                      </p:to>
                                    </p:set>
                                    <p:animEffect filter="fade" transition="in">
                                      <p:cBhvr>
                                        <p:cTn dur="227"/>
                                        <p:tgtEl>
                                          <p:spTgt spid="1897">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898"/>
                                        </p:tgtEl>
                                        <p:attrNameLst>
                                          <p:attrName>style.visibility</p:attrName>
                                        </p:attrNameLst>
                                      </p:cBhvr>
                                      <p:to>
                                        <p:strVal val="visible"/>
                                      </p:to>
                                    </p:set>
                                    <p:animEffect filter="fade" transition="in">
                                      <p:cBhvr>
                                        <p:cTn dur="1000"/>
                                        <p:tgtEl>
                                          <p:spTgt spid="1898"/>
                                        </p:tgtEl>
                                      </p:cBhvr>
                                    </p:animEffect>
                                  </p:childTnLst>
                                </p:cTn>
                              </p:par>
                            </p:childTnLst>
                          </p:cTn>
                        </p:par>
                        <p:par>
                          <p:cTn fill="hold">
                            <p:stCondLst>
                              <p:cond delay="1000"/>
                            </p:stCondLst>
                            <p:childTnLst>
                              <p:par>
                                <p:cTn fill="hold" nodeType="afterEffect" presetClass="exit" presetID="10" presetSubtype="0">
                                  <p:stCondLst>
                                    <p:cond delay="250"/>
                                  </p:stCondLst>
                                  <p:childTnLst>
                                    <p:animEffect filter="fade" transition="out">
                                      <p:cBhvr>
                                        <p:cTn dur="2000"/>
                                        <p:tgtEl>
                                          <p:spTgt spid="1897">
                                            <p:txEl>
                                              <p:pRg end="0" st="0"/>
                                            </p:txEl>
                                          </p:spTgt>
                                        </p:tgtEl>
                                      </p:cBhvr>
                                    </p:animEffect>
                                    <p:set>
                                      <p:cBhvr>
                                        <p:cTn dur="1" fill="hold">
                                          <p:stCondLst>
                                            <p:cond delay="2000"/>
                                          </p:stCondLst>
                                        </p:cTn>
                                        <p:tgtEl>
                                          <p:spTgt spid="1897">
                                            <p:txEl>
                                              <p:pRg end="0" st="0"/>
                                            </p:txEl>
                                          </p:spTgt>
                                        </p:tgtEl>
                                        <p:attrNameLst>
                                          <p:attrName>style.visibility</p:attrName>
                                        </p:attrNameLst>
                                      </p:cBhvr>
                                      <p:to>
                                        <p:strVal val="hidden"/>
                                      </p:to>
                                    </p:set>
                                  </p:childTnLst>
                                </p:cTn>
                              </p:par>
                              <p:par>
                                <p:cTn fill="hold" nodeType="withEffect" presetClass="exit" presetID="10" presetSubtype="0">
                                  <p:stCondLst>
                                    <p:cond delay="250"/>
                                  </p:stCondLst>
                                  <p:childTnLst>
                                    <p:animEffect filter="fade" transition="out">
                                      <p:cBhvr>
                                        <p:cTn dur="1000"/>
                                        <p:tgtEl>
                                          <p:spTgt spid="1898"/>
                                        </p:tgtEl>
                                      </p:cBhvr>
                                    </p:animEffect>
                                    <p:set>
                                      <p:cBhvr>
                                        <p:cTn dur="1" fill="hold">
                                          <p:stCondLst>
                                            <p:cond delay="1000"/>
                                          </p:stCondLst>
                                        </p:cTn>
                                        <p:tgtEl>
                                          <p:spTgt spid="1898"/>
                                        </p:tgtEl>
                                        <p:attrNameLst>
                                          <p:attrName>style.visibility</p:attrName>
                                        </p:attrNameLst>
                                      </p:cBhvr>
                                      <p:to>
                                        <p:strVal val="hidden"/>
                                      </p:to>
                                    </p:set>
                                  </p:childTnLst>
                                </p:cTn>
                              </p:par>
                              <p:par>
                                <p:cTn fill="hold" nodeType="withEffect" presetClass="exit" presetID="10" presetSubtype="0">
                                  <p:stCondLst>
                                    <p:cond delay="250"/>
                                  </p:stCondLst>
                                  <p:childTnLst>
                                    <p:animEffect filter="fade" transition="out">
                                      <p:cBhvr>
                                        <p:cTn dur="1000"/>
                                        <p:tgtEl>
                                          <p:spTgt spid="1899"/>
                                        </p:tgtEl>
                                      </p:cBhvr>
                                    </p:animEffect>
                                    <p:set>
                                      <p:cBhvr>
                                        <p:cTn dur="1" fill="hold">
                                          <p:stCondLst>
                                            <p:cond delay="1000"/>
                                          </p:stCondLst>
                                        </p:cTn>
                                        <p:tgtEl>
                                          <p:spTgt spid="1899"/>
                                        </p:tgtEl>
                                        <p:attrNameLst>
                                          <p:attrName>style.visibility</p:attrName>
                                        </p:attrNameLst>
                                      </p:cBhvr>
                                      <p:to>
                                        <p:strVal val="hidden"/>
                                      </p:to>
                                    </p:se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886"/>
                                        </p:tgtEl>
                                        <p:attrNameLst>
                                          <p:attrName>style.visibility</p:attrName>
                                        </p:attrNameLst>
                                      </p:cBhvr>
                                      <p:to>
                                        <p:strVal val="visible"/>
                                      </p:to>
                                    </p:set>
                                    <p:animEffect filter="fade" transition="in">
                                      <p:cBhvr>
                                        <p:cTn dur="500"/>
                                        <p:tgtEl>
                                          <p:spTgt spid="1886"/>
                                        </p:tgtEl>
                                      </p:cBhvr>
                                    </p:animEffect>
                                  </p:childTnLst>
                                </p:cTn>
                              </p:par>
                              <p:par>
                                <p:cTn fill="hold" nodeType="withEffect" presetClass="entr" presetID="10" presetSubtype="0">
                                  <p:stCondLst>
                                    <p:cond delay="0"/>
                                  </p:stCondLst>
                                  <p:childTnLst>
                                    <p:set>
                                      <p:cBhvr>
                                        <p:cTn dur="1" fill="hold">
                                          <p:stCondLst>
                                            <p:cond delay="0"/>
                                          </p:stCondLst>
                                        </p:cTn>
                                        <p:tgtEl>
                                          <p:spTgt spid="1885"/>
                                        </p:tgtEl>
                                        <p:attrNameLst>
                                          <p:attrName>style.visibility</p:attrName>
                                        </p:attrNameLst>
                                      </p:cBhvr>
                                      <p:to>
                                        <p:strVal val="visible"/>
                                      </p:to>
                                    </p:set>
                                    <p:animEffect filter="fade" transition="in">
                                      <p:cBhvr>
                                        <p:cTn dur="500"/>
                                        <p:tgtEl>
                                          <p:spTgt spid="1885"/>
                                        </p:tgtEl>
                                      </p:cBhvr>
                                    </p:animEffect>
                                  </p:childTnLst>
                                </p:cTn>
                              </p:par>
                              <p:par>
                                <p:cTn fill="hold" nodeType="withEffect" presetClass="entr" presetID="10" presetSubtype="0">
                                  <p:stCondLst>
                                    <p:cond delay="0"/>
                                  </p:stCondLst>
                                  <p:childTnLst>
                                    <p:set>
                                      <p:cBhvr>
                                        <p:cTn dur="1" fill="hold">
                                          <p:stCondLst>
                                            <p:cond delay="0"/>
                                          </p:stCondLst>
                                        </p:cTn>
                                        <p:tgtEl>
                                          <p:spTgt spid="1884"/>
                                        </p:tgtEl>
                                        <p:attrNameLst>
                                          <p:attrName>style.visibility</p:attrName>
                                        </p:attrNameLst>
                                      </p:cBhvr>
                                      <p:to>
                                        <p:strVal val="visible"/>
                                      </p:to>
                                    </p:set>
                                    <p:animEffect filter="fade" transition="in">
                                      <p:cBhvr>
                                        <p:cTn dur="500"/>
                                        <p:tgtEl>
                                          <p:spTgt spid="1884"/>
                                        </p:tgtEl>
                                      </p:cBhvr>
                                    </p:animEffect>
                                  </p:childTnLst>
                                </p:cTn>
                              </p:par>
                              <p:par>
                                <p:cTn fill="hold" nodeType="withEffect" presetClass="entr" presetID="10" presetSubtype="0">
                                  <p:stCondLst>
                                    <p:cond delay="0"/>
                                  </p:stCondLst>
                                  <p:childTnLst>
                                    <p:set>
                                      <p:cBhvr>
                                        <p:cTn dur="1" fill="hold">
                                          <p:stCondLst>
                                            <p:cond delay="0"/>
                                          </p:stCondLst>
                                        </p:cTn>
                                        <p:tgtEl>
                                          <p:spTgt spid="1883"/>
                                        </p:tgtEl>
                                        <p:attrNameLst>
                                          <p:attrName>style.visibility</p:attrName>
                                        </p:attrNameLst>
                                      </p:cBhvr>
                                      <p:to>
                                        <p:strVal val="visible"/>
                                      </p:to>
                                    </p:set>
                                    <p:animEffect filter="fade" transition="in">
                                      <p:cBhvr>
                                        <p:cTn dur="500"/>
                                        <p:tgtEl>
                                          <p:spTgt spid="1883"/>
                                        </p:tgtEl>
                                      </p:cBhvr>
                                    </p:animEffect>
                                  </p:childTnLst>
                                </p:cTn>
                              </p:par>
                              <p:par>
                                <p:cTn fill="hold" nodeType="withEffect" presetClass="entr" presetID="10" presetSubtype="0">
                                  <p:stCondLst>
                                    <p:cond delay="0"/>
                                  </p:stCondLst>
                                  <p:childTnLst>
                                    <p:set>
                                      <p:cBhvr>
                                        <p:cTn dur="1" fill="hold">
                                          <p:stCondLst>
                                            <p:cond delay="0"/>
                                          </p:stCondLst>
                                        </p:cTn>
                                        <p:tgtEl>
                                          <p:spTgt spid="1882"/>
                                        </p:tgtEl>
                                        <p:attrNameLst>
                                          <p:attrName>style.visibility</p:attrName>
                                        </p:attrNameLst>
                                      </p:cBhvr>
                                      <p:to>
                                        <p:strVal val="visible"/>
                                      </p:to>
                                    </p:set>
                                    <p:animEffect filter="fade" transition="in">
                                      <p:cBhvr>
                                        <p:cTn dur="500"/>
                                        <p:tgtEl>
                                          <p:spTgt spid="1882"/>
                                        </p:tgtEl>
                                      </p:cBhvr>
                                    </p:animEffect>
                                  </p:childTnLst>
                                </p:cTn>
                              </p:par>
                              <p:par>
                                <p:cTn fill="hold" nodeType="withEffect" presetClass="entr" presetID="10" presetSubtype="0">
                                  <p:stCondLst>
                                    <p:cond delay="0"/>
                                  </p:stCondLst>
                                  <p:childTnLst>
                                    <p:set>
                                      <p:cBhvr>
                                        <p:cTn dur="1" fill="hold">
                                          <p:stCondLst>
                                            <p:cond delay="0"/>
                                          </p:stCondLst>
                                        </p:cTn>
                                        <p:tgtEl>
                                          <p:spTgt spid="1881"/>
                                        </p:tgtEl>
                                        <p:attrNameLst>
                                          <p:attrName>style.visibility</p:attrName>
                                        </p:attrNameLst>
                                      </p:cBhvr>
                                      <p:to>
                                        <p:strVal val="visible"/>
                                      </p:to>
                                    </p:set>
                                    <p:animEffect filter="fade" transition="in">
                                      <p:cBhvr>
                                        <p:cTn dur="500"/>
                                        <p:tgtEl>
                                          <p:spTgt spid="1881"/>
                                        </p:tgtEl>
                                      </p:cBhvr>
                                    </p:animEffect>
                                  </p:childTnLst>
                                </p:cTn>
                              </p:par>
                              <p:par>
                                <p:cTn fill="hold" nodeType="withEffect" presetClass="entr" presetID="10" presetSubtype="0">
                                  <p:stCondLst>
                                    <p:cond delay="0"/>
                                  </p:stCondLst>
                                  <p:childTnLst>
                                    <p:set>
                                      <p:cBhvr>
                                        <p:cTn dur="1" fill="hold">
                                          <p:stCondLst>
                                            <p:cond delay="0"/>
                                          </p:stCondLst>
                                        </p:cTn>
                                        <p:tgtEl>
                                          <p:spTgt spid="1892"/>
                                        </p:tgtEl>
                                        <p:attrNameLst>
                                          <p:attrName>style.visibility</p:attrName>
                                        </p:attrNameLst>
                                      </p:cBhvr>
                                      <p:to>
                                        <p:strVal val="visible"/>
                                      </p:to>
                                    </p:set>
                                    <p:animEffect filter="fade" transition="in">
                                      <p:cBhvr>
                                        <p:cTn dur="500"/>
                                        <p:tgtEl>
                                          <p:spTgt spid="1892"/>
                                        </p:tgtEl>
                                      </p:cBhvr>
                                    </p:animEffect>
                                  </p:childTnLst>
                                </p:cTn>
                              </p:par>
                              <p:par>
                                <p:cTn fill="hold" nodeType="withEffect" presetClass="entr" presetID="10" presetSubtype="0">
                                  <p:stCondLst>
                                    <p:cond delay="0"/>
                                  </p:stCondLst>
                                  <p:childTnLst>
                                    <p:set>
                                      <p:cBhvr>
                                        <p:cTn dur="1" fill="hold">
                                          <p:stCondLst>
                                            <p:cond delay="0"/>
                                          </p:stCondLst>
                                        </p:cTn>
                                        <p:tgtEl>
                                          <p:spTgt spid="1891"/>
                                        </p:tgtEl>
                                        <p:attrNameLst>
                                          <p:attrName>style.visibility</p:attrName>
                                        </p:attrNameLst>
                                      </p:cBhvr>
                                      <p:to>
                                        <p:strVal val="visible"/>
                                      </p:to>
                                    </p:set>
                                    <p:animEffect filter="fade" transition="in">
                                      <p:cBhvr>
                                        <p:cTn dur="500"/>
                                        <p:tgtEl>
                                          <p:spTgt spid="1891"/>
                                        </p:tgtEl>
                                      </p:cBhvr>
                                    </p:animEffect>
                                  </p:childTnLst>
                                </p:cTn>
                              </p:par>
                              <p:par>
                                <p:cTn fill="hold" nodeType="withEffect" presetClass="entr" presetID="10" presetSubtype="0">
                                  <p:stCondLst>
                                    <p:cond delay="0"/>
                                  </p:stCondLst>
                                  <p:childTnLst>
                                    <p:set>
                                      <p:cBhvr>
                                        <p:cTn dur="1" fill="hold">
                                          <p:stCondLst>
                                            <p:cond delay="0"/>
                                          </p:stCondLst>
                                        </p:cTn>
                                        <p:tgtEl>
                                          <p:spTgt spid="1890"/>
                                        </p:tgtEl>
                                        <p:attrNameLst>
                                          <p:attrName>style.visibility</p:attrName>
                                        </p:attrNameLst>
                                      </p:cBhvr>
                                      <p:to>
                                        <p:strVal val="visible"/>
                                      </p:to>
                                    </p:set>
                                    <p:animEffect filter="fade" transition="in">
                                      <p:cBhvr>
                                        <p:cTn dur="5000"/>
                                        <p:tgtEl>
                                          <p:spTgt spid="1890"/>
                                        </p:tgtEl>
                                      </p:cBhvr>
                                    </p:animEffect>
                                  </p:childTnLst>
                                </p:cTn>
                              </p:par>
                              <p:par>
                                <p:cTn fill="hold" nodeType="withEffect" presetClass="entr" presetID="10" presetSubtype="0">
                                  <p:stCondLst>
                                    <p:cond delay="0"/>
                                  </p:stCondLst>
                                  <p:childTnLst>
                                    <p:set>
                                      <p:cBhvr>
                                        <p:cTn dur="1" fill="hold">
                                          <p:stCondLst>
                                            <p:cond delay="0"/>
                                          </p:stCondLst>
                                        </p:cTn>
                                        <p:tgtEl>
                                          <p:spTgt spid="1889"/>
                                        </p:tgtEl>
                                        <p:attrNameLst>
                                          <p:attrName>style.visibility</p:attrName>
                                        </p:attrNameLst>
                                      </p:cBhvr>
                                      <p:to>
                                        <p:strVal val="visible"/>
                                      </p:to>
                                    </p:set>
                                    <p:animEffect filter="fade" transition="in">
                                      <p:cBhvr>
                                        <p:cTn dur="500"/>
                                        <p:tgtEl>
                                          <p:spTgt spid="1889"/>
                                        </p:tgtEl>
                                      </p:cBhvr>
                                    </p:animEffect>
                                  </p:childTnLst>
                                </p:cTn>
                              </p:par>
                              <p:par>
                                <p:cTn fill="hold" nodeType="withEffect" presetClass="entr" presetID="10" presetSubtype="0">
                                  <p:stCondLst>
                                    <p:cond delay="0"/>
                                  </p:stCondLst>
                                  <p:childTnLst>
                                    <p:set>
                                      <p:cBhvr>
                                        <p:cTn dur="1" fill="hold">
                                          <p:stCondLst>
                                            <p:cond delay="0"/>
                                          </p:stCondLst>
                                        </p:cTn>
                                        <p:tgtEl>
                                          <p:spTgt spid="1888"/>
                                        </p:tgtEl>
                                        <p:attrNameLst>
                                          <p:attrName>style.visibility</p:attrName>
                                        </p:attrNameLst>
                                      </p:cBhvr>
                                      <p:to>
                                        <p:strVal val="visible"/>
                                      </p:to>
                                    </p:set>
                                    <p:animEffect filter="fade" transition="in">
                                      <p:cBhvr>
                                        <p:cTn dur="5000"/>
                                        <p:tgtEl>
                                          <p:spTgt spid="1888"/>
                                        </p:tgtEl>
                                      </p:cBhvr>
                                    </p:animEffect>
                                  </p:childTnLst>
                                </p:cTn>
                              </p:par>
                              <p:par>
                                <p:cTn fill="hold" nodeType="withEffect" presetClass="entr" presetID="10" presetSubtype="0">
                                  <p:stCondLst>
                                    <p:cond delay="0"/>
                                  </p:stCondLst>
                                  <p:childTnLst>
                                    <p:set>
                                      <p:cBhvr>
                                        <p:cTn dur="1" fill="hold">
                                          <p:stCondLst>
                                            <p:cond delay="0"/>
                                          </p:stCondLst>
                                        </p:cTn>
                                        <p:tgtEl>
                                          <p:spTgt spid="1887"/>
                                        </p:tgtEl>
                                        <p:attrNameLst>
                                          <p:attrName>style.visibility</p:attrName>
                                        </p:attrNameLst>
                                      </p:cBhvr>
                                      <p:to>
                                        <p:strVal val="visible"/>
                                      </p:to>
                                    </p:set>
                                    <p:animEffect filter="fade" transition="in">
                                      <p:cBhvr>
                                        <p:cTn dur="500"/>
                                        <p:tgtEl>
                                          <p:spTgt spid="1887"/>
                                        </p:tgtEl>
                                      </p:cBhvr>
                                    </p:animEffect>
                                  </p:childTnLst>
                                </p:cTn>
                              </p:par>
                              <p:par>
                                <p:cTn fill="hold" nodeType="withEffect" presetClass="entr" presetID="10" presetSubtype="0">
                                  <p:stCondLst>
                                    <p:cond delay="0"/>
                                  </p:stCondLst>
                                  <p:childTnLst>
                                    <p:set>
                                      <p:cBhvr>
                                        <p:cTn dur="1" fill="hold">
                                          <p:stCondLst>
                                            <p:cond delay="0"/>
                                          </p:stCondLst>
                                        </p:cTn>
                                        <p:tgtEl>
                                          <p:spTgt spid="1893"/>
                                        </p:tgtEl>
                                        <p:attrNameLst>
                                          <p:attrName>style.visibility</p:attrName>
                                        </p:attrNameLst>
                                      </p:cBhvr>
                                      <p:to>
                                        <p:strVal val="visible"/>
                                      </p:to>
                                    </p:set>
                                    <p:animEffect filter="fade" transition="in">
                                      <p:cBhvr>
                                        <p:cTn dur="500"/>
                                        <p:tgtEl>
                                          <p:spTgt spid="1893"/>
                                        </p:tgtEl>
                                      </p:cBhvr>
                                    </p:animEffect>
                                  </p:childTnLst>
                                </p:cTn>
                              </p:par>
                              <p:par>
                                <p:cTn fill="hold" nodeType="withEffect" presetClass="entr" presetID="10" presetSubtype="0">
                                  <p:stCondLst>
                                    <p:cond delay="0"/>
                                  </p:stCondLst>
                                  <p:childTnLst>
                                    <p:set>
                                      <p:cBhvr>
                                        <p:cTn dur="1" fill="hold">
                                          <p:stCondLst>
                                            <p:cond delay="0"/>
                                          </p:stCondLst>
                                        </p:cTn>
                                        <p:tgtEl>
                                          <p:spTgt spid="1894"/>
                                        </p:tgtEl>
                                        <p:attrNameLst>
                                          <p:attrName>style.visibility</p:attrName>
                                        </p:attrNameLst>
                                      </p:cBhvr>
                                      <p:to>
                                        <p:strVal val="visible"/>
                                      </p:to>
                                    </p:set>
                                    <p:animEffect filter="fade" transition="in">
                                      <p:cBhvr>
                                        <p:cTn dur="500"/>
                                        <p:tgtEl>
                                          <p:spTgt spid="1894"/>
                                        </p:tgtEl>
                                      </p:cBhvr>
                                    </p:animEffect>
                                  </p:childTnLst>
                                </p:cTn>
                              </p:par>
                              <p:par>
                                <p:cTn fill="hold" nodeType="withEffect" presetClass="entr" presetID="10" presetSubtype="0">
                                  <p:stCondLst>
                                    <p:cond delay="0"/>
                                  </p:stCondLst>
                                  <p:childTnLst>
                                    <p:set>
                                      <p:cBhvr>
                                        <p:cTn dur="1" fill="hold">
                                          <p:stCondLst>
                                            <p:cond delay="0"/>
                                          </p:stCondLst>
                                        </p:cTn>
                                        <p:tgtEl>
                                          <p:spTgt spid="1895"/>
                                        </p:tgtEl>
                                        <p:attrNameLst>
                                          <p:attrName>style.visibility</p:attrName>
                                        </p:attrNameLst>
                                      </p:cBhvr>
                                      <p:to>
                                        <p:strVal val="visible"/>
                                      </p:to>
                                    </p:set>
                                    <p:animEffect filter="fade" transition="in">
                                      <p:cBhvr>
                                        <p:cTn dur="500"/>
                                        <p:tgtEl>
                                          <p:spTgt spid="1895"/>
                                        </p:tgtEl>
                                      </p:cBhvr>
                                    </p:animEffect>
                                  </p:childTnLst>
                                </p:cTn>
                              </p:par>
                              <p:par>
                                <p:cTn fill="hold" nodeType="withEffect" presetClass="entr" presetID="10" presetSubtype="0">
                                  <p:stCondLst>
                                    <p:cond delay="0"/>
                                  </p:stCondLst>
                                  <p:childTnLst>
                                    <p:set>
                                      <p:cBhvr>
                                        <p:cTn dur="1" fill="hold">
                                          <p:stCondLst>
                                            <p:cond delay="0"/>
                                          </p:stCondLst>
                                        </p:cTn>
                                        <p:tgtEl>
                                          <p:spTgt spid="1896"/>
                                        </p:tgtEl>
                                        <p:attrNameLst>
                                          <p:attrName>style.visibility</p:attrName>
                                        </p:attrNameLst>
                                      </p:cBhvr>
                                      <p:to>
                                        <p:strVal val="visible"/>
                                      </p:to>
                                    </p:set>
                                    <p:animEffect filter="fade" transition="in">
                                      <p:cBhvr>
                                        <p:cTn dur="500"/>
                                        <p:tgtEl>
                                          <p:spTgt spid="1896"/>
                                        </p:tgtEl>
                                      </p:cBhvr>
                                    </p:animEffect>
                                  </p:childTnLst>
                                </p:cTn>
                              </p:par>
                              <p:par>
                                <p:cTn fill="hold" nodeType="withEffect" presetClass="emph" presetID="8" presetSubtype="0">
                                  <p:stCondLst>
                                    <p:cond delay="0"/>
                                  </p:stCondLst>
                                  <p:childTnLst>
                                    <p:animRot by="-21600000">
                                      <p:cBhvr>
                                        <p:cTn dur="5000" fill="hold"/>
                                        <p:tgtEl>
                                          <p:spTgt spid="1886"/>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1885"/>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1884"/>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1883"/>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1882"/>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1881"/>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1892"/>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1891"/>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1890"/>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1889"/>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1888"/>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1887"/>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93"/>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94"/>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95"/>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189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nets-1st-lesson ONLY">
  <p:cSld name="Planets-1st-lesson ONLY">
    <p:bg>
      <p:bgPr>
        <a:solidFill>
          <a:srgbClr val="002060"/>
        </a:solidFill>
      </p:bgPr>
    </p:bg>
    <p:spTree>
      <p:nvGrpSpPr>
        <p:cNvPr id="1900" name="Shape 1900"/>
        <p:cNvGrpSpPr/>
        <p:nvPr/>
      </p:nvGrpSpPr>
      <p:grpSpPr>
        <a:xfrm>
          <a:off x="0" y="0"/>
          <a:ext cx="0" cy="0"/>
          <a:chOff x="0" y="0"/>
          <a:chExt cx="0" cy="0"/>
        </a:xfrm>
      </p:grpSpPr>
      <p:grpSp>
        <p:nvGrpSpPr>
          <p:cNvPr id="1901" name="Google Shape;1901;g38b88470f6c_2_2066"/>
          <p:cNvGrpSpPr/>
          <p:nvPr/>
        </p:nvGrpSpPr>
        <p:grpSpPr>
          <a:xfrm>
            <a:off x="-489108" y="-1744898"/>
            <a:ext cx="13632010" cy="9214800"/>
            <a:chOff x="-489108" y="-1744898"/>
            <a:chExt cx="13632010" cy="9214800"/>
          </a:xfrm>
        </p:grpSpPr>
        <p:grpSp>
          <p:nvGrpSpPr>
            <p:cNvPr id="1902" name="Google Shape;1902;g38b88470f6c_2_2066"/>
            <p:cNvGrpSpPr/>
            <p:nvPr/>
          </p:nvGrpSpPr>
          <p:grpSpPr>
            <a:xfrm>
              <a:off x="-489108" y="-1744898"/>
              <a:ext cx="13632010" cy="9214800"/>
              <a:chOff x="-271394" y="-419858"/>
              <a:chExt cx="13632010" cy="9214800"/>
            </a:xfrm>
          </p:grpSpPr>
          <p:pic>
            <p:nvPicPr>
              <p:cNvPr id="1903" name="Google Shape;1903;g38b88470f6c_2_2066"/>
              <p:cNvPicPr preferRelativeResize="0"/>
              <p:nvPr/>
            </p:nvPicPr>
            <p:blipFill rotWithShape="1">
              <a:blip r:embed="rId2">
                <a:alphaModFix/>
              </a:blip>
              <a:srcRect b="0" l="0" r="0" t="0"/>
              <a:stretch/>
            </p:blipFill>
            <p:spPr>
              <a:xfrm>
                <a:off x="-66810" y="-419858"/>
                <a:ext cx="3411623" cy="3151890"/>
              </a:xfrm>
              <a:prstGeom prst="rect">
                <a:avLst/>
              </a:prstGeom>
              <a:noFill/>
              <a:ln>
                <a:noFill/>
              </a:ln>
            </p:spPr>
          </p:pic>
          <p:grpSp>
            <p:nvGrpSpPr>
              <p:cNvPr id="1904" name="Google Shape;1904;g38b88470f6c_2_2066"/>
              <p:cNvGrpSpPr/>
              <p:nvPr/>
            </p:nvGrpSpPr>
            <p:grpSpPr>
              <a:xfrm>
                <a:off x="-271394" y="530031"/>
                <a:ext cx="13632010" cy="8264911"/>
                <a:chOff x="-851966" y="-535848"/>
                <a:chExt cx="13632010" cy="8264911"/>
              </a:xfrm>
            </p:grpSpPr>
            <p:pic>
              <p:nvPicPr>
                <p:cNvPr id="1905" name="Google Shape;1905;g38b88470f6c_2_2066"/>
                <p:cNvPicPr preferRelativeResize="0"/>
                <p:nvPr/>
              </p:nvPicPr>
              <p:blipFill rotWithShape="1">
                <a:blip r:embed="rId2">
                  <a:alphaModFix/>
                </a:blip>
                <a:srcRect b="0" l="0" r="0" t="0"/>
                <a:stretch/>
              </p:blipFill>
              <p:spPr>
                <a:xfrm>
                  <a:off x="2897040" y="-78002"/>
                  <a:ext cx="3411623" cy="3151890"/>
                </a:xfrm>
                <a:prstGeom prst="rect">
                  <a:avLst/>
                </a:prstGeom>
                <a:noFill/>
                <a:ln>
                  <a:noFill/>
                </a:ln>
              </p:spPr>
            </p:pic>
            <p:pic>
              <p:nvPicPr>
                <p:cNvPr id="1906" name="Google Shape;1906;g38b88470f6c_2_2066"/>
                <p:cNvPicPr preferRelativeResize="0"/>
                <p:nvPr/>
              </p:nvPicPr>
              <p:blipFill rotWithShape="1">
                <a:blip r:embed="rId2">
                  <a:alphaModFix/>
                </a:blip>
                <a:srcRect b="0" l="0" r="0" t="0"/>
                <a:stretch/>
              </p:blipFill>
              <p:spPr>
                <a:xfrm>
                  <a:off x="5830672" y="210310"/>
                  <a:ext cx="3411623" cy="3151890"/>
                </a:xfrm>
                <a:prstGeom prst="rect">
                  <a:avLst/>
                </a:prstGeom>
                <a:noFill/>
                <a:ln>
                  <a:noFill/>
                </a:ln>
              </p:spPr>
            </p:pic>
            <p:pic>
              <p:nvPicPr>
                <p:cNvPr id="1907" name="Google Shape;1907;g38b88470f6c_2_2066"/>
                <p:cNvPicPr preferRelativeResize="0"/>
                <p:nvPr/>
              </p:nvPicPr>
              <p:blipFill rotWithShape="1">
                <a:blip r:embed="rId2">
                  <a:alphaModFix/>
                </a:blip>
                <a:srcRect b="0" l="0" r="0" t="0"/>
                <a:stretch/>
              </p:blipFill>
              <p:spPr>
                <a:xfrm>
                  <a:off x="8720015" y="-159341"/>
                  <a:ext cx="3411623" cy="3151890"/>
                </a:xfrm>
                <a:prstGeom prst="rect">
                  <a:avLst/>
                </a:prstGeom>
                <a:noFill/>
                <a:ln>
                  <a:noFill/>
                </a:ln>
              </p:spPr>
            </p:pic>
            <p:pic>
              <p:nvPicPr>
                <p:cNvPr id="1908" name="Google Shape;1908;g38b88470f6c_2_2066"/>
                <p:cNvPicPr preferRelativeResize="0"/>
                <p:nvPr/>
              </p:nvPicPr>
              <p:blipFill rotWithShape="1">
                <a:blip r:embed="rId2">
                  <a:alphaModFix/>
                </a:blip>
                <a:srcRect b="0" l="0" r="0" t="0"/>
                <a:stretch/>
              </p:blipFill>
              <p:spPr>
                <a:xfrm>
                  <a:off x="4755624" y="3437502"/>
                  <a:ext cx="3411623" cy="3151890"/>
                </a:xfrm>
                <a:prstGeom prst="rect">
                  <a:avLst/>
                </a:prstGeom>
                <a:noFill/>
                <a:ln>
                  <a:noFill/>
                </a:ln>
              </p:spPr>
            </p:pic>
            <p:pic>
              <p:nvPicPr>
                <p:cNvPr id="1909" name="Google Shape;1909;g38b88470f6c_2_2066"/>
                <p:cNvPicPr preferRelativeResize="0"/>
                <p:nvPr/>
              </p:nvPicPr>
              <p:blipFill rotWithShape="1">
                <a:blip r:embed="rId2">
                  <a:alphaModFix/>
                </a:blip>
                <a:srcRect b="0" l="0" r="0" t="0"/>
                <a:stretch/>
              </p:blipFill>
              <p:spPr>
                <a:xfrm>
                  <a:off x="732828" y="3300834"/>
                  <a:ext cx="3411623" cy="3151890"/>
                </a:xfrm>
                <a:prstGeom prst="rect">
                  <a:avLst/>
                </a:prstGeom>
                <a:noFill/>
                <a:ln>
                  <a:noFill/>
                </a:ln>
              </p:spPr>
            </p:pic>
            <p:pic>
              <p:nvPicPr>
                <p:cNvPr id="1910" name="Google Shape;1910;g38b88470f6c_2_2066"/>
                <p:cNvPicPr preferRelativeResize="0"/>
                <p:nvPr/>
              </p:nvPicPr>
              <p:blipFill rotWithShape="1">
                <a:blip r:embed="rId2">
                  <a:alphaModFix/>
                </a:blip>
                <a:srcRect b="0" l="0" r="0" t="0"/>
                <a:stretch/>
              </p:blipFill>
              <p:spPr>
                <a:xfrm>
                  <a:off x="-213796" y="3326826"/>
                  <a:ext cx="3411623" cy="3151890"/>
                </a:xfrm>
                <a:prstGeom prst="rect">
                  <a:avLst/>
                </a:prstGeom>
                <a:noFill/>
                <a:ln>
                  <a:noFill/>
                </a:ln>
              </p:spPr>
            </p:pic>
            <p:pic>
              <p:nvPicPr>
                <p:cNvPr id="1911" name="Google Shape;1911;g38b88470f6c_2_2066"/>
                <p:cNvPicPr preferRelativeResize="0"/>
                <p:nvPr/>
              </p:nvPicPr>
              <p:blipFill rotWithShape="1">
                <a:blip r:embed="rId2">
                  <a:alphaModFix/>
                </a:blip>
                <a:srcRect b="0" l="0" r="0" t="0"/>
                <a:stretch/>
              </p:blipFill>
              <p:spPr>
                <a:xfrm>
                  <a:off x="-851966" y="-535848"/>
                  <a:ext cx="3411623" cy="3151890"/>
                </a:xfrm>
                <a:prstGeom prst="rect">
                  <a:avLst/>
                </a:prstGeom>
                <a:noFill/>
                <a:ln>
                  <a:noFill/>
                </a:ln>
              </p:spPr>
            </p:pic>
            <p:pic>
              <p:nvPicPr>
                <p:cNvPr id="1912" name="Google Shape;1912;g38b88470f6c_2_2066"/>
                <p:cNvPicPr preferRelativeResize="0"/>
                <p:nvPr/>
              </p:nvPicPr>
              <p:blipFill rotWithShape="1">
                <a:blip r:embed="rId2">
                  <a:alphaModFix/>
                </a:blip>
                <a:srcRect b="0" l="0" r="0" t="0"/>
                <a:stretch/>
              </p:blipFill>
              <p:spPr>
                <a:xfrm>
                  <a:off x="1250625" y="1425284"/>
                  <a:ext cx="3411623" cy="3151890"/>
                </a:xfrm>
                <a:prstGeom prst="rect">
                  <a:avLst/>
                </a:prstGeom>
                <a:noFill/>
                <a:ln>
                  <a:noFill/>
                </a:ln>
              </p:spPr>
            </p:pic>
            <p:pic>
              <p:nvPicPr>
                <p:cNvPr id="1913" name="Google Shape;1913;g38b88470f6c_2_2066"/>
                <p:cNvPicPr preferRelativeResize="0"/>
                <p:nvPr/>
              </p:nvPicPr>
              <p:blipFill rotWithShape="1">
                <a:blip r:embed="rId2">
                  <a:alphaModFix/>
                </a:blip>
                <a:srcRect b="0" l="0" r="0" t="0"/>
                <a:stretch/>
              </p:blipFill>
              <p:spPr>
                <a:xfrm>
                  <a:off x="3314398" y="1960533"/>
                  <a:ext cx="3411623" cy="3151890"/>
                </a:xfrm>
                <a:prstGeom prst="rect">
                  <a:avLst/>
                </a:prstGeom>
                <a:noFill/>
                <a:ln>
                  <a:noFill/>
                </a:ln>
              </p:spPr>
            </p:pic>
            <p:pic>
              <p:nvPicPr>
                <p:cNvPr id="1914" name="Google Shape;1914;g38b88470f6c_2_2066"/>
                <p:cNvPicPr preferRelativeResize="0"/>
                <p:nvPr/>
              </p:nvPicPr>
              <p:blipFill rotWithShape="1">
                <a:blip r:embed="rId2">
                  <a:alphaModFix/>
                </a:blip>
                <a:srcRect b="0" l="0" r="0" t="0"/>
                <a:stretch/>
              </p:blipFill>
              <p:spPr>
                <a:xfrm>
                  <a:off x="6946686" y="2155905"/>
                  <a:ext cx="3411623" cy="3151890"/>
                </a:xfrm>
                <a:prstGeom prst="rect">
                  <a:avLst/>
                </a:prstGeom>
                <a:noFill/>
                <a:ln>
                  <a:noFill/>
                </a:ln>
              </p:spPr>
            </p:pic>
            <p:pic>
              <p:nvPicPr>
                <p:cNvPr id="1915" name="Google Shape;1915;g38b88470f6c_2_2066"/>
                <p:cNvPicPr preferRelativeResize="0"/>
                <p:nvPr/>
              </p:nvPicPr>
              <p:blipFill rotWithShape="1">
                <a:blip r:embed="rId2">
                  <a:alphaModFix/>
                </a:blip>
                <a:srcRect b="0" l="0" r="0" t="0"/>
                <a:stretch/>
              </p:blipFill>
              <p:spPr>
                <a:xfrm>
                  <a:off x="3811346" y="4127329"/>
                  <a:ext cx="3411623" cy="3151890"/>
                </a:xfrm>
                <a:prstGeom prst="rect">
                  <a:avLst/>
                </a:prstGeom>
                <a:noFill/>
                <a:ln>
                  <a:noFill/>
                </a:ln>
              </p:spPr>
            </p:pic>
            <p:pic>
              <p:nvPicPr>
                <p:cNvPr id="1916" name="Google Shape;1916;g38b88470f6c_2_2066"/>
                <p:cNvPicPr preferRelativeResize="0"/>
                <p:nvPr/>
              </p:nvPicPr>
              <p:blipFill rotWithShape="1">
                <a:blip r:embed="rId2">
                  <a:alphaModFix/>
                </a:blip>
                <a:srcRect b="0" l="0" r="0" t="0"/>
                <a:stretch/>
              </p:blipFill>
              <p:spPr>
                <a:xfrm>
                  <a:off x="9368421" y="4577173"/>
                  <a:ext cx="3411623" cy="3151890"/>
                </a:xfrm>
                <a:prstGeom prst="rect">
                  <a:avLst/>
                </a:prstGeom>
                <a:noFill/>
                <a:ln>
                  <a:noFill/>
                </a:ln>
              </p:spPr>
            </p:pic>
          </p:grpSp>
        </p:grpSp>
        <p:pic>
          <p:nvPicPr>
            <p:cNvPr id="1917" name="Google Shape;1917;g38b88470f6c_2_2066"/>
            <p:cNvPicPr preferRelativeResize="0"/>
            <p:nvPr/>
          </p:nvPicPr>
          <p:blipFill rotWithShape="1">
            <a:blip r:embed="rId3">
              <a:alphaModFix/>
            </a:blip>
            <a:srcRect b="0" l="0" r="0" t="0"/>
            <a:stretch/>
          </p:blipFill>
          <p:spPr>
            <a:xfrm>
              <a:off x="11221412" y="-103700"/>
              <a:ext cx="741875" cy="741875"/>
            </a:xfrm>
            <a:prstGeom prst="rect">
              <a:avLst/>
            </a:prstGeom>
            <a:noFill/>
            <a:ln>
              <a:noFill/>
            </a:ln>
          </p:spPr>
        </p:pic>
      </p:grpSp>
      <p:sp>
        <p:nvSpPr>
          <p:cNvPr id="1918" name="Google Shape;1918;g38b88470f6c_2_2066"/>
          <p:cNvSpPr/>
          <p:nvPr/>
        </p:nvSpPr>
        <p:spPr>
          <a:xfrm>
            <a:off x="-513408" y="2524712"/>
            <a:ext cx="4149300" cy="4319400"/>
          </a:xfrm>
          <a:prstGeom prst="arc">
            <a:avLst>
              <a:gd fmla="val 16200000" name="adj1"/>
              <a:gd fmla="val 26260" name="adj2"/>
            </a:avLst>
          </a:prstGeom>
          <a:noFill/>
          <a:ln cap="flat" cmpd="sng" w="5715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919" name="Google Shape;1919;g38b88470f6c_2_2066"/>
          <p:cNvSpPr txBox="1"/>
          <p:nvPr/>
        </p:nvSpPr>
        <p:spPr>
          <a:xfrm>
            <a:off x="118434" y="143349"/>
            <a:ext cx="23325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FD7D00"/>
                </a:solidFill>
                <a:latin typeface="Arial"/>
                <a:ea typeface="Arial"/>
                <a:cs typeface="Arial"/>
                <a:sym typeface="Arial"/>
              </a:rPr>
              <a:t>ISCHOOL</a:t>
            </a:r>
            <a:r>
              <a:rPr b="0" i="0" lang="en-US" sz="2800" u="none" cap="none" strike="noStrike">
                <a:solidFill>
                  <a:srgbClr val="FFC000"/>
                </a:solidFill>
                <a:latin typeface="Arial"/>
                <a:ea typeface="Arial"/>
                <a:cs typeface="Arial"/>
                <a:sym typeface="Arial"/>
              </a:rPr>
              <a:t> </a:t>
            </a:r>
            <a:r>
              <a:rPr b="0" i="0" lang="en-US" sz="2000" u="none" cap="none" strike="noStrike">
                <a:solidFill>
                  <a:schemeClr val="dk2"/>
                </a:solidFill>
                <a:latin typeface="Arial"/>
                <a:ea typeface="Arial"/>
                <a:cs typeface="Arial"/>
                <a:sym typeface="Arial"/>
              </a:rPr>
              <a:t>ADVENTURE</a:t>
            </a:r>
            <a:endParaRPr b="0" i="0" sz="2800" u="none" cap="none" strike="noStrike">
              <a:solidFill>
                <a:schemeClr val="dk2"/>
              </a:solidFill>
              <a:latin typeface="Arial"/>
              <a:ea typeface="Arial"/>
              <a:cs typeface="Arial"/>
              <a:sym typeface="Arial"/>
            </a:endParaRPr>
          </a:p>
        </p:txBody>
      </p:sp>
      <p:sp>
        <p:nvSpPr>
          <p:cNvPr id="1920" name="Google Shape;1920;g38b88470f6c_2_2066"/>
          <p:cNvSpPr txBox="1"/>
          <p:nvPr/>
        </p:nvSpPr>
        <p:spPr>
          <a:xfrm>
            <a:off x="228075" y="3752490"/>
            <a:ext cx="2373600" cy="800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Coding Fundamentals with Ai</a:t>
            </a:r>
            <a:br>
              <a:rPr b="0" i="0" lang="en-US" sz="1800" u="none" cap="none" strike="noStrike">
                <a:solidFill>
                  <a:schemeClr val="lt1"/>
                </a:solidFill>
                <a:latin typeface="Arial"/>
                <a:ea typeface="Arial"/>
                <a:cs typeface="Arial"/>
                <a:sym typeface="Arial"/>
              </a:rPr>
            </a:br>
            <a:r>
              <a:rPr b="0" i="0" lang="en-US" sz="1000" u="none" cap="none" strike="noStrike">
                <a:solidFill>
                  <a:srgbClr val="FDF090"/>
                </a:solidFill>
                <a:latin typeface="Arial"/>
                <a:ea typeface="Arial"/>
                <a:cs typeface="Arial"/>
                <a:sym typeface="Arial"/>
              </a:rPr>
              <a:t>PLANET</a:t>
            </a:r>
            <a:endParaRPr b="0" i="0" sz="1800" u="none" cap="none" strike="noStrike">
              <a:solidFill>
                <a:srgbClr val="FDF090"/>
              </a:solidFill>
              <a:latin typeface="Arial"/>
              <a:ea typeface="Arial"/>
              <a:cs typeface="Arial"/>
              <a:sym typeface="Arial"/>
            </a:endParaRPr>
          </a:p>
        </p:txBody>
      </p:sp>
      <p:sp>
        <p:nvSpPr>
          <p:cNvPr id="1921" name="Google Shape;1921;g38b88470f6c_2_2066"/>
          <p:cNvSpPr txBox="1"/>
          <p:nvPr/>
        </p:nvSpPr>
        <p:spPr>
          <a:xfrm>
            <a:off x="2198446" y="6276305"/>
            <a:ext cx="39516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Game and Chatbot Development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7ED321"/>
                </a:solidFill>
                <a:latin typeface="Arial"/>
                <a:ea typeface="Arial"/>
                <a:cs typeface="Arial"/>
                <a:sym typeface="Arial"/>
              </a:rPr>
              <a:t>PLANET</a:t>
            </a:r>
            <a:endParaRPr b="0" i="0" sz="1800" u="none" cap="none" strike="noStrike">
              <a:solidFill>
                <a:srgbClr val="7ED321"/>
              </a:solidFill>
              <a:latin typeface="Arial"/>
              <a:ea typeface="Arial"/>
              <a:cs typeface="Arial"/>
              <a:sym typeface="Arial"/>
            </a:endParaRPr>
          </a:p>
        </p:txBody>
      </p:sp>
      <p:sp>
        <p:nvSpPr>
          <p:cNvPr id="1922" name="Google Shape;1922;g38b88470f6c_2_2066"/>
          <p:cNvSpPr txBox="1"/>
          <p:nvPr/>
        </p:nvSpPr>
        <p:spPr>
          <a:xfrm>
            <a:off x="6733281" y="3848528"/>
            <a:ext cx="2060400" cy="800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2D Game Design and Development </a:t>
            </a:r>
            <a:br>
              <a:rPr b="0" i="0" lang="en-US" sz="1800" u="none" cap="none" strike="noStrike">
                <a:solidFill>
                  <a:schemeClr val="lt1"/>
                </a:solidFill>
                <a:latin typeface="Arial"/>
                <a:ea typeface="Arial"/>
                <a:cs typeface="Arial"/>
                <a:sym typeface="Arial"/>
              </a:rPr>
            </a:br>
            <a:r>
              <a:rPr b="0" i="0" lang="en-US" sz="1000" u="none" cap="none" strike="noStrike">
                <a:solidFill>
                  <a:srgbClr val="E25C5C"/>
                </a:solidFill>
                <a:latin typeface="Arial"/>
                <a:ea typeface="Arial"/>
                <a:cs typeface="Arial"/>
                <a:sym typeface="Arial"/>
              </a:rPr>
              <a:t>PLANET</a:t>
            </a:r>
            <a:endParaRPr b="0" i="0" sz="1800" u="none" cap="none" strike="noStrike">
              <a:solidFill>
                <a:srgbClr val="E25C5C"/>
              </a:solidFill>
              <a:latin typeface="Arial"/>
              <a:ea typeface="Arial"/>
              <a:cs typeface="Arial"/>
              <a:sym typeface="Arial"/>
            </a:endParaRPr>
          </a:p>
        </p:txBody>
      </p:sp>
      <p:pic>
        <p:nvPicPr>
          <p:cNvPr id="1923" name="Google Shape;1923;g38b88470f6c_2_2066"/>
          <p:cNvPicPr preferRelativeResize="0"/>
          <p:nvPr/>
        </p:nvPicPr>
        <p:blipFill rotWithShape="1">
          <a:blip r:embed="rId4">
            <a:alphaModFix/>
          </a:blip>
          <a:srcRect b="0" l="0" r="0" t="0"/>
          <a:stretch/>
        </p:blipFill>
        <p:spPr>
          <a:xfrm>
            <a:off x="250156" y="1371726"/>
            <a:ext cx="2176081" cy="2176081"/>
          </a:xfrm>
          <a:prstGeom prst="rect">
            <a:avLst/>
          </a:prstGeom>
          <a:noFill/>
          <a:ln>
            <a:noFill/>
          </a:ln>
        </p:spPr>
      </p:pic>
      <p:pic>
        <p:nvPicPr>
          <p:cNvPr id="1924" name="Google Shape;1924;g38b88470f6c_2_2066"/>
          <p:cNvPicPr preferRelativeResize="0"/>
          <p:nvPr/>
        </p:nvPicPr>
        <p:blipFill rotWithShape="1">
          <a:blip r:embed="rId5">
            <a:alphaModFix/>
          </a:blip>
          <a:srcRect b="0" l="0" r="0" t="0"/>
          <a:stretch/>
        </p:blipFill>
        <p:spPr>
          <a:xfrm>
            <a:off x="9718455" y="3737877"/>
            <a:ext cx="2224443" cy="2302724"/>
          </a:xfrm>
          <a:prstGeom prst="rect">
            <a:avLst/>
          </a:prstGeom>
          <a:noFill/>
          <a:ln>
            <a:noFill/>
          </a:ln>
        </p:spPr>
      </p:pic>
      <p:sp>
        <p:nvSpPr>
          <p:cNvPr id="1925" name="Google Shape;1925;g38b88470f6c_2_2066"/>
          <p:cNvSpPr/>
          <p:nvPr/>
        </p:nvSpPr>
        <p:spPr>
          <a:xfrm>
            <a:off x="9757849" y="3803717"/>
            <a:ext cx="2099100" cy="2099100"/>
          </a:xfrm>
          <a:prstGeom prst="ellipse">
            <a:avLst/>
          </a:prstGeom>
          <a:solidFill>
            <a:schemeClr val="dk1"/>
          </a:solidFill>
          <a:ln cap="rnd" cmpd="sng" w="19050">
            <a:solidFill>
              <a:srgbClr val="BABA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926" name="Google Shape;1926;g38b88470f6c_2_2066"/>
          <p:cNvSpPr txBox="1"/>
          <p:nvPr/>
        </p:nvSpPr>
        <p:spPr>
          <a:xfrm>
            <a:off x="9715997" y="6040601"/>
            <a:ext cx="2326800" cy="800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Website Design and Development</a:t>
            </a:r>
            <a:br>
              <a:rPr b="0" i="0" lang="en-US" sz="1800" u="none" cap="none" strike="noStrike">
                <a:solidFill>
                  <a:schemeClr val="lt1"/>
                </a:solidFill>
                <a:latin typeface="Arial"/>
                <a:ea typeface="Arial"/>
                <a:cs typeface="Arial"/>
                <a:sym typeface="Arial"/>
              </a:rPr>
            </a:br>
            <a:r>
              <a:rPr b="0" i="0" lang="en-US" sz="1000" u="none" cap="none" strike="noStrike">
                <a:solidFill>
                  <a:srgbClr val="F5BF00"/>
                </a:solidFill>
                <a:latin typeface="Arial"/>
                <a:ea typeface="Arial"/>
                <a:cs typeface="Arial"/>
                <a:sym typeface="Arial"/>
              </a:rPr>
              <a:t>PLANET</a:t>
            </a:r>
            <a:endParaRPr b="0" i="0" sz="1800" u="none" cap="none" strike="noStrike">
              <a:solidFill>
                <a:srgbClr val="F5BF00"/>
              </a:solidFill>
              <a:latin typeface="Arial"/>
              <a:ea typeface="Arial"/>
              <a:cs typeface="Arial"/>
              <a:sym typeface="Arial"/>
            </a:endParaRPr>
          </a:p>
        </p:txBody>
      </p:sp>
      <p:pic>
        <p:nvPicPr>
          <p:cNvPr id="1927" name="Google Shape;1927;g38b88470f6c_2_2066"/>
          <p:cNvPicPr preferRelativeResize="0"/>
          <p:nvPr/>
        </p:nvPicPr>
        <p:blipFill rotWithShape="1">
          <a:blip r:embed="rId6">
            <a:alphaModFix/>
          </a:blip>
          <a:srcRect b="0" l="0" r="0" t="0"/>
          <a:stretch/>
        </p:blipFill>
        <p:spPr>
          <a:xfrm>
            <a:off x="2569903" y="3612460"/>
            <a:ext cx="3341865" cy="2673492"/>
          </a:xfrm>
          <a:prstGeom prst="rect">
            <a:avLst/>
          </a:prstGeom>
          <a:noFill/>
          <a:ln>
            <a:noFill/>
          </a:ln>
        </p:spPr>
      </p:pic>
      <p:pic>
        <p:nvPicPr>
          <p:cNvPr id="1928" name="Google Shape;1928;g38b88470f6c_2_2066"/>
          <p:cNvPicPr preferRelativeResize="0"/>
          <p:nvPr/>
        </p:nvPicPr>
        <p:blipFill rotWithShape="1">
          <a:blip r:embed="rId7">
            <a:alphaModFix/>
          </a:blip>
          <a:srcRect b="0" l="0" r="0" t="0"/>
          <a:stretch/>
        </p:blipFill>
        <p:spPr>
          <a:xfrm>
            <a:off x="6449661" y="1298934"/>
            <a:ext cx="2582180" cy="2575274"/>
          </a:xfrm>
          <a:prstGeom prst="rect">
            <a:avLst/>
          </a:prstGeom>
          <a:noFill/>
          <a:ln>
            <a:noFill/>
          </a:ln>
        </p:spPr>
      </p:pic>
      <p:pic>
        <p:nvPicPr>
          <p:cNvPr id="1929" name="Google Shape;1929;g38b88470f6c_2_2066"/>
          <p:cNvPicPr preferRelativeResize="0"/>
          <p:nvPr/>
        </p:nvPicPr>
        <p:blipFill rotWithShape="1">
          <a:blip r:embed="rId6">
            <a:alphaModFix/>
          </a:blip>
          <a:srcRect b="0" l="0" r="0" t="0"/>
          <a:stretch/>
        </p:blipFill>
        <p:spPr>
          <a:xfrm>
            <a:off x="2569903" y="3599258"/>
            <a:ext cx="3341865" cy="2673492"/>
          </a:xfrm>
          <a:prstGeom prst="rect">
            <a:avLst/>
          </a:prstGeom>
          <a:noFill/>
          <a:ln>
            <a:noFill/>
          </a:ln>
        </p:spPr>
      </p:pic>
      <p:sp>
        <p:nvSpPr>
          <p:cNvPr id="1930" name="Google Shape;1930;g38b88470f6c_2_2066"/>
          <p:cNvSpPr/>
          <p:nvPr/>
        </p:nvSpPr>
        <p:spPr>
          <a:xfrm>
            <a:off x="2990474" y="3834761"/>
            <a:ext cx="2220900" cy="2220900"/>
          </a:xfrm>
          <a:prstGeom prst="ellipse">
            <a:avLst/>
          </a:prstGeom>
          <a:solidFill>
            <a:schemeClr val="dk1"/>
          </a:solidFill>
          <a:ln cap="rnd" cmpd="sng" w="19050">
            <a:solidFill>
              <a:srgbClr val="BABA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931" name="Google Shape;1931;g38b88470f6c_2_2066"/>
          <p:cNvSpPr/>
          <p:nvPr/>
        </p:nvSpPr>
        <p:spPr>
          <a:xfrm>
            <a:off x="6533471" y="1436801"/>
            <a:ext cx="2264100" cy="2264100"/>
          </a:xfrm>
          <a:prstGeom prst="ellipse">
            <a:avLst/>
          </a:prstGeom>
          <a:solidFill>
            <a:schemeClr val="dk1"/>
          </a:solidFill>
          <a:ln cap="rnd" cmpd="sng" w="19050">
            <a:solidFill>
              <a:srgbClr val="BABA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18"/>
                                        </p:tgtEl>
                                        <p:attrNameLst>
                                          <p:attrName>style.visibility</p:attrName>
                                        </p:attrNameLst>
                                      </p:cBhvr>
                                      <p:to>
                                        <p:strVal val="visible"/>
                                      </p:to>
                                    </p:set>
                                    <p:animEffect filter="fade" transition="in">
                                      <p:cBhvr>
                                        <p:cTn dur="500"/>
                                        <p:tgtEl>
                                          <p:spTgt spid="1918"/>
                                        </p:tgtEl>
                                      </p:cBhvr>
                                    </p:animEffect>
                                  </p:childTnLst>
                                </p:cTn>
                              </p:par>
                            </p:childTnLst>
                          </p:cTn>
                        </p:par>
                        <p:par>
                          <p:cTn fill="hold">
                            <p:stCondLst>
                              <p:cond delay="500"/>
                            </p:stCondLst>
                            <p:childTnLst>
                              <p:par>
                                <p:cTn fill="hold" nodeType="afterEffect" presetClass="exit" presetID="23" presetSubtype="32">
                                  <p:stCondLst>
                                    <p:cond delay="0"/>
                                  </p:stCondLst>
                                  <p:childTnLst>
                                    <p:anim calcmode="lin" valueType="num">
                                      <p:cBhvr additive="base">
                                        <p:cTn dur="500"/>
                                        <p:tgtEl>
                                          <p:spTgt spid="1930"/>
                                        </p:tgtEl>
                                        <p:attrNameLst>
                                          <p:attrName>ppt_w</p:attrName>
                                        </p:attrNameLst>
                                      </p:cBhvr>
                                      <p:tavLst>
                                        <p:tav fmla="" tm="0">
                                          <p:val>
                                            <p:strVal val="#ppt_w"/>
                                          </p:val>
                                        </p:tav>
                                        <p:tav fmla="" tm="100000">
                                          <p:val>
                                            <p:strVal val="0"/>
                                          </p:val>
                                        </p:tav>
                                      </p:tavLst>
                                    </p:anim>
                                    <p:anim calcmode="lin" valueType="num">
                                      <p:cBhvr additive="base">
                                        <p:cTn dur="500"/>
                                        <p:tgtEl>
                                          <p:spTgt spid="1930"/>
                                        </p:tgtEl>
                                        <p:attrNameLst>
                                          <p:attrName>ppt_h</p:attrName>
                                        </p:attrNameLst>
                                      </p:cBhvr>
                                      <p:tavLst>
                                        <p:tav fmla="" tm="0">
                                          <p:val>
                                            <p:strVal val="#ppt_h"/>
                                          </p:val>
                                        </p:tav>
                                        <p:tav fmla="" tm="100000">
                                          <p:val>
                                            <p:strVal val="0"/>
                                          </p:val>
                                        </p:tav>
                                      </p:tavLst>
                                    </p:anim>
                                    <p:set>
                                      <p:cBhvr>
                                        <p:cTn dur="1" fill="hold">
                                          <p:stCondLst>
                                            <p:cond delay="500"/>
                                          </p:stCondLst>
                                        </p:cTn>
                                        <p:tgtEl>
                                          <p:spTgt spid="193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929"/>
                                        </p:tgtEl>
                                        <p:attrNameLst>
                                          <p:attrName>style.visibility</p:attrName>
                                        </p:attrNameLst>
                                      </p:cBhvr>
                                      <p:to>
                                        <p:strVal val="visible"/>
                                      </p:to>
                                    </p:set>
                                    <p:animEffect filter="fade" transition="in">
                                      <p:cBhvr>
                                        <p:cTn dur="2000"/>
                                        <p:tgtEl>
                                          <p:spTgt spid="1929"/>
                                        </p:tgtEl>
                                      </p:cBhvr>
                                    </p:animEffect>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1927"/>
                                        </p:tgtEl>
                                        <p:attrNameLst>
                                          <p:attrName>style.visibility</p:attrName>
                                        </p:attrNameLst>
                                      </p:cBhvr>
                                      <p:to>
                                        <p:strVal val="visible"/>
                                      </p:to>
                                    </p:set>
                                    <p:anim calcmode="lin" valueType="num">
                                      <p:cBhvr additive="base">
                                        <p:cTn dur="500"/>
                                        <p:tgtEl>
                                          <p:spTgt spid="1927"/>
                                        </p:tgtEl>
                                        <p:attrNameLst>
                                          <p:attrName>ppt_w</p:attrName>
                                        </p:attrNameLst>
                                      </p:cBhvr>
                                      <p:tavLst>
                                        <p:tav fmla="" tm="0">
                                          <p:val>
                                            <p:strVal val="0"/>
                                          </p:val>
                                        </p:tav>
                                        <p:tav fmla="" tm="100000">
                                          <p:val>
                                            <p:strVal val="#ppt_w"/>
                                          </p:val>
                                        </p:tav>
                                      </p:tavLst>
                                    </p:anim>
                                    <p:anim calcmode="lin" valueType="num">
                                      <p:cBhvr additive="base">
                                        <p:cTn dur="500"/>
                                        <p:tgtEl>
                                          <p:spTgt spid="192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nets">
  <p:cSld name="Planets">
    <p:bg>
      <p:bgPr>
        <a:solidFill>
          <a:srgbClr val="002060"/>
        </a:solidFill>
      </p:bgPr>
    </p:bg>
    <p:spTree>
      <p:nvGrpSpPr>
        <p:cNvPr id="1932" name="Shape 1932"/>
        <p:cNvGrpSpPr/>
        <p:nvPr/>
      </p:nvGrpSpPr>
      <p:grpSpPr>
        <a:xfrm>
          <a:off x="0" y="0"/>
          <a:ext cx="0" cy="0"/>
          <a:chOff x="0" y="0"/>
          <a:chExt cx="0" cy="0"/>
        </a:xfrm>
      </p:grpSpPr>
      <p:grpSp>
        <p:nvGrpSpPr>
          <p:cNvPr id="1933" name="Google Shape;1933;g38b88470f6c_2_2098"/>
          <p:cNvGrpSpPr/>
          <p:nvPr/>
        </p:nvGrpSpPr>
        <p:grpSpPr>
          <a:xfrm>
            <a:off x="-489108" y="-1744898"/>
            <a:ext cx="13632010" cy="9214800"/>
            <a:chOff x="-489108" y="-1744898"/>
            <a:chExt cx="13632010" cy="9214800"/>
          </a:xfrm>
        </p:grpSpPr>
        <p:grpSp>
          <p:nvGrpSpPr>
            <p:cNvPr id="1934" name="Google Shape;1934;g38b88470f6c_2_2098"/>
            <p:cNvGrpSpPr/>
            <p:nvPr/>
          </p:nvGrpSpPr>
          <p:grpSpPr>
            <a:xfrm>
              <a:off x="-489108" y="-1744898"/>
              <a:ext cx="13632010" cy="9214800"/>
              <a:chOff x="-271394" y="-419858"/>
              <a:chExt cx="13632010" cy="9214800"/>
            </a:xfrm>
          </p:grpSpPr>
          <p:pic>
            <p:nvPicPr>
              <p:cNvPr id="1935" name="Google Shape;1935;g38b88470f6c_2_2098"/>
              <p:cNvPicPr preferRelativeResize="0"/>
              <p:nvPr/>
            </p:nvPicPr>
            <p:blipFill rotWithShape="1">
              <a:blip r:embed="rId2">
                <a:alphaModFix/>
              </a:blip>
              <a:srcRect b="0" l="0" r="0" t="0"/>
              <a:stretch/>
            </p:blipFill>
            <p:spPr>
              <a:xfrm>
                <a:off x="-66810" y="-419858"/>
                <a:ext cx="3411623" cy="3151890"/>
              </a:xfrm>
              <a:prstGeom prst="rect">
                <a:avLst/>
              </a:prstGeom>
              <a:noFill/>
              <a:ln>
                <a:noFill/>
              </a:ln>
            </p:spPr>
          </p:pic>
          <p:grpSp>
            <p:nvGrpSpPr>
              <p:cNvPr id="1936" name="Google Shape;1936;g38b88470f6c_2_2098"/>
              <p:cNvGrpSpPr/>
              <p:nvPr/>
            </p:nvGrpSpPr>
            <p:grpSpPr>
              <a:xfrm>
                <a:off x="-271394" y="530031"/>
                <a:ext cx="13632010" cy="8264911"/>
                <a:chOff x="-851966" y="-535848"/>
                <a:chExt cx="13632010" cy="8264911"/>
              </a:xfrm>
            </p:grpSpPr>
            <p:pic>
              <p:nvPicPr>
                <p:cNvPr id="1937" name="Google Shape;1937;g38b88470f6c_2_2098"/>
                <p:cNvPicPr preferRelativeResize="0"/>
                <p:nvPr/>
              </p:nvPicPr>
              <p:blipFill rotWithShape="1">
                <a:blip r:embed="rId2">
                  <a:alphaModFix/>
                </a:blip>
                <a:srcRect b="0" l="0" r="0" t="0"/>
                <a:stretch/>
              </p:blipFill>
              <p:spPr>
                <a:xfrm>
                  <a:off x="2897040" y="-78002"/>
                  <a:ext cx="3411623" cy="3151890"/>
                </a:xfrm>
                <a:prstGeom prst="rect">
                  <a:avLst/>
                </a:prstGeom>
                <a:noFill/>
                <a:ln>
                  <a:noFill/>
                </a:ln>
              </p:spPr>
            </p:pic>
            <p:pic>
              <p:nvPicPr>
                <p:cNvPr id="1938" name="Google Shape;1938;g38b88470f6c_2_2098"/>
                <p:cNvPicPr preferRelativeResize="0"/>
                <p:nvPr/>
              </p:nvPicPr>
              <p:blipFill rotWithShape="1">
                <a:blip r:embed="rId2">
                  <a:alphaModFix/>
                </a:blip>
                <a:srcRect b="0" l="0" r="0" t="0"/>
                <a:stretch/>
              </p:blipFill>
              <p:spPr>
                <a:xfrm>
                  <a:off x="5830672" y="210310"/>
                  <a:ext cx="3411623" cy="3151890"/>
                </a:xfrm>
                <a:prstGeom prst="rect">
                  <a:avLst/>
                </a:prstGeom>
                <a:noFill/>
                <a:ln>
                  <a:noFill/>
                </a:ln>
              </p:spPr>
            </p:pic>
            <p:pic>
              <p:nvPicPr>
                <p:cNvPr id="1939" name="Google Shape;1939;g38b88470f6c_2_2098"/>
                <p:cNvPicPr preferRelativeResize="0"/>
                <p:nvPr/>
              </p:nvPicPr>
              <p:blipFill rotWithShape="1">
                <a:blip r:embed="rId2">
                  <a:alphaModFix/>
                </a:blip>
                <a:srcRect b="0" l="0" r="0" t="0"/>
                <a:stretch/>
              </p:blipFill>
              <p:spPr>
                <a:xfrm>
                  <a:off x="8720015" y="-159341"/>
                  <a:ext cx="3411623" cy="3151890"/>
                </a:xfrm>
                <a:prstGeom prst="rect">
                  <a:avLst/>
                </a:prstGeom>
                <a:noFill/>
                <a:ln>
                  <a:noFill/>
                </a:ln>
              </p:spPr>
            </p:pic>
            <p:pic>
              <p:nvPicPr>
                <p:cNvPr id="1940" name="Google Shape;1940;g38b88470f6c_2_2098"/>
                <p:cNvPicPr preferRelativeResize="0"/>
                <p:nvPr/>
              </p:nvPicPr>
              <p:blipFill rotWithShape="1">
                <a:blip r:embed="rId2">
                  <a:alphaModFix/>
                </a:blip>
                <a:srcRect b="0" l="0" r="0" t="0"/>
                <a:stretch/>
              </p:blipFill>
              <p:spPr>
                <a:xfrm>
                  <a:off x="4755624" y="3437502"/>
                  <a:ext cx="3411623" cy="3151890"/>
                </a:xfrm>
                <a:prstGeom prst="rect">
                  <a:avLst/>
                </a:prstGeom>
                <a:noFill/>
                <a:ln>
                  <a:noFill/>
                </a:ln>
              </p:spPr>
            </p:pic>
            <p:pic>
              <p:nvPicPr>
                <p:cNvPr id="1941" name="Google Shape;1941;g38b88470f6c_2_2098"/>
                <p:cNvPicPr preferRelativeResize="0"/>
                <p:nvPr/>
              </p:nvPicPr>
              <p:blipFill rotWithShape="1">
                <a:blip r:embed="rId2">
                  <a:alphaModFix/>
                </a:blip>
                <a:srcRect b="0" l="0" r="0" t="0"/>
                <a:stretch/>
              </p:blipFill>
              <p:spPr>
                <a:xfrm>
                  <a:off x="732828" y="3300834"/>
                  <a:ext cx="3411623" cy="3151890"/>
                </a:xfrm>
                <a:prstGeom prst="rect">
                  <a:avLst/>
                </a:prstGeom>
                <a:noFill/>
                <a:ln>
                  <a:noFill/>
                </a:ln>
              </p:spPr>
            </p:pic>
            <p:pic>
              <p:nvPicPr>
                <p:cNvPr id="1942" name="Google Shape;1942;g38b88470f6c_2_2098"/>
                <p:cNvPicPr preferRelativeResize="0"/>
                <p:nvPr/>
              </p:nvPicPr>
              <p:blipFill rotWithShape="1">
                <a:blip r:embed="rId2">
                  <a:alphaModFix/>
                </a:blip>
                <a:srcRect b="0" l="0" r="0" t="0"/>
                <a:stretch/>
              </p:blipFill>
              <p:spPr>
                <a:xfrm>
                  <a:off x="-213796" y="3326826"/>
                  <a:ext cx="3411623" cy="3151890"/>
                </a:xfrm>
                <a:prstGeom prst="rect">
                  <a:avLst/>
                </a:prstGeom>
                <a:noFill/>
                <a:ln>
                  <a:noFill/>
                </a:ln>
              </p:spPr>
            </p:pic>
            <p:pic>
              <p:nvPicPr>
                <p:cNvPr id="1943" name="Google Shape;1943;g38b88470f6c_2_2098"/>
                <p:cNvPicPr preferRelativeResize="0"/>
                <p:nvPr/>
              </p:nvPicPr>
              <p:blipFill rotWithShape="1">
                <a:blip r:embed="rId2">
                  <a:alphaModFix/>
                </a:blip>
                <a:srcRect b="0" l="0" r="0" t="0"/>
                <a:stretch/>
              </p:blipFill>
              <p:spPr>
                <a:xfrm>
                  <a:off x="-851966" y="-535848"/>
                  <a:ext cx="3411623" cy="3151890"/>
                </a:xfrm>
                <a:prstGeom prst="rect">
                  <a:avLst/>
                </a:prstGeom>
                <a:noFill/>
                <a:ln>
                  <a:noFill/>
                </a:ln>
              </p:spPr>
            </p:pic>
            <p:pic>
              <p:nvPicPr>
                <p:cNvPr id="1944" name="Google Shape;1944;g38b88470f6c_2_2098"/>
                <p:cNvPicPr preferRelativeResize="0"/>
                <p:nvPr/>
              </p:nvPicPr>
              <p:blipFill rotWithShape="1">
                <a:blip r:embed="rId2">
                  <a:alphaModFix/>
                </a:blip>
                <a:srcRect b="0" l="0" r="0" t="0"/>
                <a:stretch/>
              </p:blipFill>
              <p:spPr>
                <a:xfrm>
                  <a:off x="1250625" y="1425284"/>
                  <a:ext cx="3411623" cy="3151890"/>
                </a:xfrm>
                <a:prstGeom prst="rect">
                  <a:avLst/>
                </a:prstGeom>
                <a:noFill/>
                <a:ln>
                  <a:noFill/>
                </a:ln>
              </p:spPr>
            </p:pic>
            <p:pic>
              <p:nvPicPr>
                <p:cNvPr id="1945" name="Google Shape;1945;g38b88470f6c_2_2098"/>
                <p:cNvPicPr preferRelativeResize="0"/>
                <p:nvPr/>
              </p:nvPicPr>
              <p:blipFill rotWithShape="1">
                <a:blip r:embed="rId2">
                  <a:alphaModFix/>
                </a:blip>
                <a:srcRect b="0" l="0" r="0" t="0"/>
                <a:stretch/>
              </p:blipFill>
              <p:spPr>
                <a:xfrm>
                  <a:off x="3314398" y="1960533"/>
                  <a:ext cx="3411623" cy="3151890"/>
                </a:xfrm>
                <a:prstGeom prst="rect">
                  <a:avLst/>
                </a:prstGeom>
                <a:noFill/>
                <a:ln>
                  <a:noFill/>
                </a:ln>
              </p:spPr>
            </p:pic>
            <p:pic>
              <p:nvPicPr>
                <p:cNvPr id="1946" name="Google Shape;1946;g38b88470f6c_2_2098"/>
                <p:cNvPicPr preferRelativeResize="0"/>
                <p:nvPr/>
              </p:nvPicPr>
              <p:blipFill rotWithShape="1">
                <a:blip r:embed="rId2">
                  <a:alphaModFix/>
                </a:blip>
                <a:srcRect b="0" l="0" r="0" t="0"/>
                <a:stretch/>
              </p:blipFill>
              <p:spPr>
                <a:xfrm>
                  <a:off x="6946686" y="2155905"/>
                  <a:ext cx="3411623" cy="3151890"/>
                </a:xfrm>
                <a:prstGeom prst="rect">
                  <a:avLst/>
                </a:prstGeom>
                <a:noFill/>
                <a:ln>
                  <a:noFill/>
                </a:ln>
              </p:spPr>
            </p:pic>
            <p:pic>
              <p:nvPicPr>
                <p:cNvPr id="1947" name="Google Shape;1947;g38b88470f6c_2_2098"/>
                <p:cNvPicPr preferRelativeResize="0"/>
                <p:nvPr/>
              </p:nvPicPr>
              <p:blipFill rotWithShape="1">
                <a:blip r:embed="rId2">
                  <a:alphaModFix/>
                </a:blip>
                <a:srcRect b="0" l="0" r="0" t="0"/>
                <a:stretch/>
              </p:blipFill>
              <p:spPr>
                <a:xfrm>
                  <a:off x="3811346" y="4127329"/>
                  <a:ext cx="3411623" cy="3151890"/>
                </a:xfrm>
                <a:prstGeom prst="rect">
                  <a:avLst/>
                </a:prstGeom>
                <a:noFill/>
                <a:ln>
                  <a:noFill/>
                </a:ln>
              </p:spPr>
            </p:pic>
            <p:pic>
              <p:nvPicPr>
                <p:cNvPr id="1948" name="Google Shape;1948;g38b88470f6c_2_2098"/>
                <p:cNvPicPr preferRelativeResize="0"/>
                <p:nvPr/>
              </p:nvPicPr>
              <p:blipFill rotWithShape="1">
                <a:blip r:embed="rId2">
                  <a:alphaModFix/>
                </a:blip>
                <a:srcRect b="0" l="0" r="0" t="0"/>
                <a:stretch/>
              </p:blipFill>
              <p:spPr>
                <a:xfrm>
                  <a:off x="9368421" y="4577173"/>
                  <a:ext cx="3411623" cy="3151890"/>
                </a:xfrm>
                <a:prstGeom prst="rect">
                  <a:avLst/>
                </a:prstGeom>
                <a:noFill/>
                <a:ln>
                  <a:noFill/>
                </a:ln>
              </p:spPr>
            </p:pic>
          </p:grpSp>
        </p:grpSp>
        <p:pic>
          <p:nvPicPr>
            <p:cNvPr id="1949" name="Google Shape;1949;g38b88470f6c_2_2098"/>
            <p:cNvPicPr preferRelativeResize="0"/>
            <p:nvPr/>
          </p:nvPicPr>
          <p:blipFill rotWithShape="1">
            <a:blip r:embed="rId3">
              <a:alphaModFix/>
            </a:blip>
            <a:srcRect b="0" l="0" r="0" t="0"/>
            <a:stretch/>
          </p:blipFill>
          <p:spPr>
            <a:xfrm>
              <a:off x="11221412" y="-103700"/>
              <a:ext cx="741875" cy="741875"/>
            </a:xfrm>
            <a:prstGeom prst="rect">
              <a:avLst/>
            </a:prstGeom>
            <a:noFill/>
            <a:ln>
              <a:noFill/>
            </a:ln>
          </p:spPr>
        </p:pic>
      </p:grpSp>
      <p:sp>
        <p:nvSpPr>
          <p:cNvPr id="1950" name="Google Shape;1950;g38b88470f6c_2_2098"/>
          <p:cNvSpPr/>
          <p:nvPr/>
        </p:nvSpPr>
        <p:spPr>
          <a:xfrm>
            <a:off x="-513408" y="2524712"/>
            <a:ext cx="4149300" cy="4319400"/>
          </a:xfrm>
          <a:prstGeom prst="arc">
            <a:avLst>
              <a:gd fmla="val 16200000" name="adj1"/>
              <a:gd fmla="val 26260" name="adj2"/>
            </a:avLst>
          </a:prstGeom>
          <a:noFill/>
          <a:ln cap="flat" cmpd="sng" w="5715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951" name="Google Shape;1951;g38b88470f6c_2_2098"/>
          <p:cNvSpPr txBox="1"/>
          <p:nvPr/>
        </p:nvSpPr>
        <p:spPr>
          <a:xfrm>
            <a:off x="118434" y="143349"/>
            <a:ext cx="23325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FD7D00"/>
                </a:solidFill>
                <a:latin typeface="Arial"/>
                <a:ea typeface="Arial"/>
                <a:cs typeface="Arial"/>
                <a:sym typeface="Arial"/>
              </a:rPr>
              <a:t>ISCHOOL</a:t>
            </a:r>
            <a:r>
              <a:rPr b="0" i="0" lang="en-US" sz="2800" u="none" cap="none" strike="noStrike">
                <a:solidFill>
                  <a:srgbClr val="FFC000"/>
                </a:solidFill>
                <a:latin typeface="Arial"/>
                <a:ea typeface="Arial"/>
                <a:cs typeface="Arial"/>
                <a:sym typeface="Arial"/>
              </a:rPr>
              <a:t> </a:t>
            </a:r>
            <a:r>
              <a:rPr b="0" i="0" lang="en-US" sz="2000" u="none" cap="none" strike="noStrike">
                <a:solidFill>
                  <a:schemeClr val="dk2"/>
                </a:solidFill>
                <a:latin typeface="Arial"/>
                <a:ea typeface="Arial"/>
                <a:cs typeface="Arial"/>
                <a:sym typeface="Arial"/>
              </a:rPr>
              <a:t>ADVENTURE</a:t>
            </a:r>
            <a:endParaRPr b="0" i="0" sz="2800" u="none" cap="none" strike="noStrike">
              <a:solidFill>
                <a:schemeClr val="dk2"/>
              </a:solidFill>
              <a:latin typeface="Arial"/>
              <a:ea typeface="Arial"/>
              <a:cs typeface="Arial"/>
              <a:sym typeface="Arial"/>
            </a:endParaRPr>
          </a:p>
        </p:txBody>
      </p:sp>
      <p:sp>
        <p:nvSpPr>
          <p:cNvPr id="1952" name="Google Shape;1952;g38b88470f6c_2_2098"/>
          <p:cNvSpPr txBox="1"/>
          <p:nvPr/>
        </p:nvSpPr>
        <p:spPr>
          <a:xfrm>
            <a:off x="228075" y="3752490"/>
            <a:ext cx="2373600" cy="800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Coding Fundamentals with Ai</a:t>
            </a:r>
            <a:br>
              <a:rPr b="0" i="0" lang="en-US" sz="1800" u="none" cap="none" strike="noStrike">
                <a:solidFill>
                  <a:schemeClr val="lt1"/>
                </a:solidFill>
                <a:latin typeface="Arial"/>
                <a:ea typeface="Arial"/>
                <a:cs typeface="Arial"/>
                <a:sym typeface="Arial"/>
              </a:rPr>
            </a:br>
            <a:r>
              <a:rPr b="0" i="0" lang="en-US" sz="1000" u="none" cap="none" strike="noStrike">
                <a:solidFill>
                  <a:srgbClr val="FDF090"/>
                </a:solidFill>
                <a:latin typeface="Arial"/>
                <a:ea typeface="Arial"/>
                <a:cs typeface="Arial"/>
                <a:sym typeface="Arial"/>
              </a:rPr>
              <a:t>PLANET</a:t>
            </a:r>
            <a:endParaRPr b="0" i="0" sz="1800" u="none" cap="none" strike="noStrike">
              <a:solidFill>
                <a:srgbClr val="FDF090"/>
              </a:solidFill>
              <a:latin typeface="Arial"/>
              <a:ea typeface="Arial"/>
              <a:cs typeface="Arial"/>
              <a:sym typeface="Arial"/>
            </a:endParaRPr>
          </a:p>
        </p:txBody>
      </p:sp>
      <p:sp>
        <p:nvSpPr>
          <p:cNvPr id="1953" name="Google Shape;1953;g38b88470f6c_2_2098"/>
          <p:cNvSpPr txBox="1"/>
          <p:nvPr/>
        </p:nvSpPr>
        <p:spPr>
          <a:xfrm>
            <a:off x="2198446" y="6276305"/>
            <a:ext cx="39516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Game and Chatbot Development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7ED321"/>
                </a:solidFill>
                <a:latin typeface="Arial"/>
                <a:ea typeface="Arial"/>
                <a:cs typeface="Arial"/>
                <a:sym typeface="Arial"/>
              </a:rPr>
              <a:t>PLANET</a:t>
            </a:r>
            <a:endParaRPr b="0" i="0" sz="1800" u="none" cap="none" strike="noStrike">
              <a:solidFill>
                <a:srgbClr val="7ED321"/>
              </a:solidFill>
              <a:latin typeface="Arial"/>
              <a:ea typeface="Arial"/>
              <a:cs typeface="Arial"/>
              <a:sym typeface="Arial"/>
            </a:endParaRPr>
          </a:p>
        </p:txBody>
      </p:sp>
      <p:sp>
        <p:nvSpPr>
          <p:cNvPr id="1954" name="Google Shape;1954;g38b88470f6c_2_2098"/>
          <p:cNvSpPr txBox="1"/>
          <p:nvPr/>
        </p:nvSpPr>
        <p:spPr>
          <a:xfrm>
            <a:off x="6733281" y="3848528"/>
            <a:ext cx="2060400" cy="800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2D Game Design and Development </a:t>
            </a:r>
            <a:br>
              <a:rPr b="0" i="0" lang="en-US" sz="1800" u="none" cap="none" strike="noStrike">
                <a:solidFill>
                  <a:schemeClr val="lt1"/>
                </a:solidFill>
                <a:latin typeface="Arial"/>
                <a:ea typeface="Arial"/>
                <a:cs typeface="Arial"/>
                <a:sym typeface="Arial"/>
              </a:rPr>
            </a:br>
            <a:r>
              <a:rPr b="0" i="0" lang="en-US" sz="1000" u="none" cap="none" strike="noStrike">
                <a:solidFill>
                  <a:srgbClr val="E25C5C"/>
                </a:solidFill>
                <a:latin typeface="Arial"/>
                <a:ea typeface="Arial"/>
                <a:cs typeface="Arial"/>
                <a:sym typeface="Arial"/>
              </a:rPr>
              <a:t>PLANET</a:t>
            </a:r>
            <a:endParaRPr b="0" i="0" sz="1800" u="none" cap="none" strike="noStrike">
              <a:solidFill>
                <a:srgbClr val="E25C5C"/>
              </a:solidFill>
              <a:latin typeface="Arial"/>
              <a:ea typeface="Arial"/>
              <a:cs typeface="Arial"/>
              <a:sym typeface="Arial"/>
            </a:endParaRPr>
          </a:p>
        </p:txBody>
      </p:sp>
      <p:pic>
        <p:nvPicPr>
          <p:cNvPr id="1955" name="Google Shape;1955;g38b88470f6c_2_2098"/>
          <p:cNvPicPr preferRelativeResize="0"/>
          <p:nvPr/>
        </p:nvPicPr>
        <p:blipFill rotWithShape="1">
          <a:blip r:embed="rId4">
            <a:alphaModFix/>
          </a:blip>
          <a:srcRect b="0" l="0" r="0" t="0"/>
          <a:stretch/>
        </p:blipFill>
        <p:spPr>
          <a:xfrm>
            <a:off x="250156" y="1371726"/>
            <a:ext cx="2176081" cy="2176081"/>
          </a:xfrm>
          <a:prstGeom prst="rect">
            <a:avLst/>
          </a:prstGeom>
          <a:noFill/>
          <a:ln>
            <a:noFill/>
          </a:ln>
        </p:spPr>
      </p:pic>
      <p:pic>
        <p:nvPicPr>
          <p:cNvPr id="1956" name="Google Shape;1956;g38b88470f6c_2_2098"/>
          <p:cNvPicPr preferRelativeResize="0"/>
          <p:nvPr/>
        </p:nvPicPr>
        <p:blipFill rotWithShape="1">
          <a:blip r:embed="rId5">
            <a:alphaModFix/>
          </a:blip>
          <a:srcRect b="0" l="0" r="0" t="0"/>
          <a:stretch/>
        </p:blipFill>
        <p:spPr>
          <a:xfrm>
            <a:off x="9718455" y="3737877"/>
            <a:ext cx="2224443" cy="2302724"/>
          </a:xfrm>
          <a:prstGeom prst="rect">
            <a:avLst/>
          </a:prstGeom>
          <a:noFill/>
          <a:ln>
            <a:noFill/>
          </a:ln>
        </p:spPr>
      </p:pic>
      <p:sp>
        <p:nvSpPr>
          <p:cNvPr id="1957" name="Google Shape;1957;g38b88470f6c_2_2098"/>
          <p:cNvSpPr/>
          <p:nvPr/>
        </p:nvSpPr>
        <p:spPr>
          <a:xfrm>
            <a:off x="9757849" y="3803717"/>
            <a:ext cx="2099100" cy="2099100"/>
          </a:xfrm>
          <a:prstGeom prst="ellipse">
            <a:avLst/>
          </a:prstGeom>
          <a:solidFill>
            <a:schemeClr val="dk1"/>
          </a:solidFill>
          <a:ln cap="rnd" cmpd="sng" w="19050">
            <a:solidFill>
              <a:srgbClr val="BABA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1958" name="Google Shape;1958;g38b88470f6c_2_2098"/>
          <p:cNvSpPr txBox="1"/>
          <p:nvPr/>
        </p:nvSpPr>
        <p:spPr>
          <a:xfrm>
            <a:off x="9715997" y="6040601"/>
            <a:ext cx="2326800" cy="800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Website Design and Development</a:t>
            </a:r>
            <a:br>
              <a:rPr b="0" i="0" lang="en-US" sz="1800" u="none" cap="none" strike="noStrike">
                <a:solidFill>
                  <a:schemeClr val="lt1"/>
                </a:solidFill>
                <a:latin typeface="Arial"/>
                <a:ea typeface="Arial"/>
                <a:cs typeface="Arial"/>
                <a:sym typeface="Arial"/>
              </a:rPr>
            </a:br>
            <a:r>
              <a:rPr b="0" i="0" lang="en-US" sz="1000" u="none" cap="none" strike="noStrike">
                <a:solidFill>
                  <a:srgbClr val="F5BF00"/>
                </a:solidFill>
                <a:latin typeface="Arial"/>
                <a:ea typeface="Arial"/>
                <a:cs typeface="Arial"/>
                <a:sym typeface="Arial"/>
              </a:rPr>
              <a:t>PLANET</a:t>
            </a:r>
            <a:endParaRPr b="0" i="0" sz="1800" u="none" cap="none" strike="noStrike">
              <a:solidFill>
                <a:srgbClr val="F5BF00"/>
              </a:solidFill>
              <a:latin typeface="Arial"/>
              <a:ea typeface="Arial"/>
              <a:cs typeface="Arial"/>
              <a:sym typeface="Arial"/>
            </a:endParaRPr>
          </a:p>
        </p:txBody>
      </p:sp>
      <p:pic>
        <p:nvPicPr>
          <p:cNvPr id="1959" name="Google Shape;1959;g38b88470f6c_2_2098"/>
          <p:cNvPicPr preferRelativeResize="0"/>
          <p:nvPr/>
        </p:nvPicPr>
        <p:blipFill rotWithShape="1">
          <a:blip r:embed="rId6">
            <a:alphaModFix/>
          </a:blip>
          <a:srcRect b="0" l="0" r="0" t="0"/>
          <a:stretch/>
        </p:blipFill>
        <p:spPr>
          <a:xfrm>
            <a:off x="2569903" y="3612460"/>
            <a:ext cx="3341865" cy="2673492"/>
          </a:xfrm>
          <a:prstGeom prst="rect">
            <a:avLst/>
          </a:prstGeom>
          <a:noFill/>
          <a:ln>
            <a:noFill/>
          </a:ln>
        </p:spPr>
      </p:pic>
      <p:pic>
        <p:nvPicPr>
          <p:cNvPr id="1960" name="Google Shape;1960;g38b88470f6c_2_2098"/>
          <p:cNvPicPr preferRelativeResize="0"/>
          <p:nvPr/>
        </p:nvPicPr>
        <p:blipFill rotWithShape="1">
          <a:blip r:embed="rId7">
            <a:alphaModFix/>
          </a:blip>
          <a:srcRect b="0" l="0" r="0" t="0"/>
          <a:stretch/>
        </p:blipFill>
        <p:spPr>
          <a:xfrm>
            <a:off x="6449661" y="1298934"/>
            <a:ext cx="2582180" cy="2575274"/>
          </a:xfrm>
          <a:prstGeom prst="rect">
            <a:avLst/>
          </a:prstGeom>
          <a:noFill/>
          <a:ln>
            <a:noFill/>
          </a:ln>
        </p:spPr>
      </p:pic>
      <p:pic>
        <p:nvPicPr>
          <p:cNvPr id="1961" name="Google Shape;1961;g38b88470f6c_2_2098"/>
          <p:cNvPicPr preferRelativeResize="0"/>
          <p:nvPr/>
        </p:nvPicPr>
        <p:blipFill rotWithShape="1">
          <a:blip r:embed="rId6">
            <a:alphaModFix/>
          </a:blip>
          <a:srcRect b="0" l="0" r="0" t="0"/>
          <a:stretch/>
        </p:blipFill>
        <p:spPr>
          <a:xfrm>
            <a:off x="2569903" y="3599258"/>
            <a:ext cx="3341865" cy="2673492"/>
          </a:xfrm>
          <a:prstGeom prst="rect">
            <a:avLst/>
          </a:prstGeom>
          <a:noFill/>
          <a:ln>
            <a:noFill/>
          </a:ln>
        </p:spPr>
      </p:pic>
      <p:sp>
        <p:nvSpPr>
          <p:cNvPr id="1962" name="Google Shape;1962;g38b88470f6c_2_2098"/>
          <p:cNvSpPr/>
          <p:nvPr/>
        </p:nvSpPr>
        <p:spPr>
          <a:xfrm>
            <a:off x="6533471" y="1436801"/>
            <a:ext cx="2264100" cy="2264100"/>
          </a:xfrm>
          <a:prstGeom prst="ellipse">
            <a:avLst/>
          </a:prstGeom>
          <a:solidFill>
            <a:schemeClr val="dk1"/>
          </a:solidFill>
          <a:ln cap="rnd" cmpd="sng" w="19050">
            <a:solidFill>
              <a:srgbClr val="BABA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review">
  <p:cSld name="Task review">
    <p:spTree>
      <p:nvGrpSpPr>
        <p:cNvPr id="1963" name="Shape 1963"/>
        <p:cNvGrpSpPr/>
        <p:nvPr/>
      </p:nvGrpSpPr>
      <p:grpSpPr>
        <a:xfrm>
          <a:off x="0" y="0"/>
          <a:ext cx="0" cy="0"/>
          <a:chOff x="0" y="0"/>
          <a:chExt cx="0" cy="0"/>
        </a:xfrm>
      </p:grpSpPr>
      <p:pic>
        <p:nvPicPr>
          <p:cNvPr id="1964" name="Google Shape;1964;g38b88470f6c_2_2129"/>
          <p:cNvPicPr preferRelativeResize="0"/>
          <p:nvPr/>
        </p:nvPicPr>
        <p:blipFill rotWithShape="1">
          <a:blip r:embed="rId2">
            <a:alphaModFix/>
          </a:blip>
          <a:srcRect b="0" l="0" r="0" t="0"/>
          <a:stretch/>
        </p:blipFill>
        <p:spPr>
          <a:xfrm>
            <a:off x="4323839" y="1134587"/>
            <a:ext cx="3791460" cy="3529014"/>
          </a:xfrm>
          <a:prstGeom prst="rect">
            <a:avLst/>
          </a:prstGeom>
          <a:noFill/>
          <a:ln>
            <a:noFill/>
          </a:ln>
        </p:spPr>
      </p:pic>
      <p:pic>
        <p:nvPicPr>
          <p:cNvPr id="1965" name="Google Shape;1965;g38b88470f6c_2_2129"/>
          <p:cNvPicPr preferRelativeResize="0"/>
          <p:nvPr/>
        </p:nvPicPr>
        <p:blipFill rotWithShape="1">
          <a:blip r:embed="rId3">
            <a:alphaModFix/>
          </a:blip>
          <a:srcRect b="0" l="0" r="0" t="0"/>
          <a:stretch/>
        </p:blipFill>
        <p:spPr>
          <a:xfrm>
            <a:off x="185221" y="412824"/>
            <a:ext cx="2304016" cy="834212"/>
          </a:xfrm>
          <a:prstGeom prst="rect">
            <a:avLst/>
          </a:prstGeom>
          <a:noFill/>
          <a:ln>
            <a:noFill/>
          </a:ln>
        </p:spPr>
      </p:pic>
      <p:sp>
        <p:nvSpPr>
          <p:cNvPr id="1966" name="Google Shape;1966;g38b88470f6c_2_2129"/>
          <p:cNvSpPr txBox="1"/>
          <p:nvPr/>
        </p:nvSpPr>
        <p:spPr>
          <a:xfrm>
            <a:off x="-57318" y="510452"/>
            <a:ext cx="2641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Task review</a:t>
            </a:r>
            <a:endParaRPr b="0" i="0" sz="1400" u="none" cap="none" strike="noStrike">
              <a:solidFill>
                <a:srgbClr val="000000"/>
              </a:solidFill>
              <a:latin typeface="Arial"/>
              <a:ea typeface="Arial"/>
              <a:cs typeface="Arial"/>
              <a:sym typeface="Arial"/>
            </a:endParaRPr>
          </a:p>
        </p:txBody>
      </p:sp>
      <p:sp>
        <p:nvSpPr>
          <p:cNvPr id="1967" name="Google Shape;1967;g38b88470f6c_2_2129"/>
          <p:cNvSpPr txBox="1"/>
          <p:nvPr/>
        </p:nvSpPr>
        <p:spPr>
          <a:xfrm>
            <a:off x="5360628" y="1554284"/>
            <a:ext cx="3183600" cy="2899800"/>
          </a:xfrm>
          <a:prstGeom prst="rect">
            <a:avLst/>
          </a:prstGeom>
          <a:noFill/>
          <a:ln>
            <a:noFill/>
          </a:ln>
        </p:spPr>
        <p:txBody>
          <a:bodyPr anchorCtr="0" anchor="ctr" bIns="45700" lIns="91425" spcFirstLastPara="1" rIns="91425" wrap="square" tIns="45700">
            <a:spAutoFit/>
          </a:bodyPr>
          <a:lstStyle/>
          <a:p>
            <a:pPr indent="0" lvl="0" marL="0" marR="0" rtl="0" algn="l">
              <a:lnSpc>
                <a:spcPct val="220000"/>
              </a:lnSpc>
              <a:spcBef>
                <a:spcPts val="0"/>
              </a:spcBef>
              <a:spcAft>
                <a:spcPts val="0"/>
              </a:spcAft>
              <a:buClr>
                <a:srgbClr val="000000"/>
              </a:buClr>
              <a:buSzPts val="2400"/>
              <a:buFont typeface="Arial"/>
              <a:buNone/>
            </a:pPr>
            <a:r>
              <a:rPr b="1" i="0" lang="en-US" sz="2400" u="none" cap="none" strike="noStrike">
                <a:solidFill>
                  <a:srgbClr val="3F3F3F"/>
                </a:solidFill>
                <a:latin typeface="Arial"/>
                <a:ea typeface="Arial"/>
                <a:cs typeface="Arial"/>
                <a:sym typeface="Arial"/>
              </a:rPr>
              <a:t>Task No. 1</a:t>
            </a:r>
            <a:endParaRPr b="0" i="0" sz="1400" u="none" cap="none" strike="noStrike">
              <a:solidFill>
                <a:srgbClr val="000000"/>
              </a:solidFill>
              <a:latin typeface="Arial"/>
              <a:ea typeface="Arial"/>
              <a:cs typeface="Arial"/>
              <a:sym typeface="Arial"/>
            </a:endParaRPr>
          </a:p>
          <a:p>
            <a:pPr indent="0" lvl="0" marL="0" marR="0" rtl="0" algn="l">
              <a:lnSpc>
                <a:spcPct val="220000"/>
              </a:lnSpc>
              <a:spcBef>
                <a:spcPts val="0"/>
              </a:spcBef>
              <a:spcAft>
                <a:spcPts val="0"/>
              </a:spcAft>
              <a:buClr>
                <a:srgbClr val="000000"/>
              </a:buClr>
              <a:buSzPts val="2400"/>
              <a:buFont typeface="Arial"/>
              <a:buNone/>
            </a:pPr>
            <a:r>
              <a:rPr b="1" i="0" lang="en-US" sz="2400" u="none" cap="none" strike="noStrike">
                <a:solidFill>
                  <a:srgbClr val="3F3F3F"/>
                </a:solidFill>
                <a:latin typeface="Arial"/>
                <a:ea typeface="Arial"/>
                <a:cs typeface="Arial"/>
                <a:sym typeface="Arial"/>
              </a:rPr>
              <a:t>Task No. 2</a:t>
            </a:r>
            <a:endParaRPr b="0" i="0" sz="1400" u="none" cap="none" strike="noStrike">
              <a:solidFill>
                <a:srgbClr val="000000"/>
              </a:solidFill>
              <a:latin typeface="Arial"/>
              <a:ea typeface="Arial"/>
              <a:cs typeface="Arial"/>
              <a:sym typeface="Arial"/>
            </a:endParaRPr>
          </a:p>
          <a:p>
            <a:pPr indent="0" lvl="0" marL="0" marR="0" rtl="0" algn="l">
              <a:lnSpc>
                <a:spcPct val="220000"/>
              </a:lnSpc>
              <a:spcBef>
                <a:spcPts val="0"/>
              </a:spcBef>
              <a:spcAft>
                <a:spcPts val="0"/>
              </a:spcAft>
              <a:buClr>
                <a:srgbClr val="000000"/>
              </a:buClr>
              <a:buSzPts val="2400"/>
              <a:buFont typeface="Arial"/>
              <a:buNone/>
            </a:pPr>
            <a:r>
              <a:rPr b="1" i="0" lang="en-US" sz="2400" u="none" cap="none" strike="noStrike">
                <a:solidFill>
                  <a:srgbClr val="3F3F3F"/>
                </a:solidFill>
                <a:latin typeface="Arial"/>
                <a:ea typeface="Arial"/>
                <a:cs typeface="Arial"/>
                <a:sym typeface="Arial"/>
              </a:rPr>
              <a:t>Task No. 3</a:t>
            </a:r>
            <a:endParaRPr b="0" i="0" sz="1400" u="none" cap="none" strike="noStrike">
              <a:solidFill>
                <a:srgbClr val="000000"/>
              </a:solidFill>
              <a:latin typeface="Arial"/>
              <a:ea typeface="Arial"/>
              <a:cs typeface="Arial"/>
              <a:sym typeface="Arial"/>
            </a:endParaRPr>
          </a:p>
          <a:p>
            <a:pPr indent="0" lvl="0" marL="0" marR="0" rtl="0" algn="l">
              <a:lnSpc>
                <a:spcPct val="220000"/>
              </a:lnSpc>
              <a:spcBef>
                <a:spcPts val="0"/>
              </a:spcBef>
              <a:spcAft>
                <a:spcPts val="0"/>
              </a:spcAft>
              <a:buClr>
                <a:srgbClr val="000000"/>
              </a:buClr>
              <a:buSzPts val="2400"/>
              <a:buFont typeface="Arial"/>
              <a:buNone/>
            </a:pPr>
            <a:r>
              <a:t/>
            </a:r>
            <a:endParaRPr b="1" i="0" sz="2400" u="none" cap="none" strike="noStrike">
              <a:solidFill>
                <a:srgbClr val="3F3F3F"/>
              </a:solidFill>
              <a:latin typeface="Arial"/>
              <a:ea typeface="Arial"/>
              <a:cs typeface="Arial"/>
              <a:sym typeface="Arial"/>
            </a:endParaRPr>
          </a:p>
        </p:txBody>
      </p:sp>
      <p:sp>
        <p:nvSpPr>
          <p:cNvPr id="1968" name="Google Shape;1968;g38b88470f6c_2_2129"/>
          <p:cNvSpPr/>
          <p:nvPr/>
        </p:nvSpPr>
        <p:spPr>
          <a:xfrm>
            <a:off x="4608776" y="1900701"/>
            <a:ext cx="594000" cy="447300"/>
          </a:xfrm>
          <a:prstGeom prst="roundRect">
            <a:avLst>
              <a:gd fmla="val 16667" name="adj"/>
            </a:avLst>
          </a:prstGeom>
          <a:solidFill>
            <a:srgbClr val="E8B50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9CC12"/>
              </a:solidFill>
              <a:latin typeface="Quicksand"/>
              <a:ea typeface="Quicksand"/>
              <a:cs typeface="Quicksand"/>
              <a:sym typeface="Quicksand"/>
            </a:endParaRPr>
          </a:p>
        </p:txBody>
      </p:sp>
      <p:pic>
        <p:nvPicPr>
          <p:cNvPr descr="Checkmark" id="1969" name="Google Shape;1969;g38b88470f6c_2_2129"/>
          <p:cNvPicPr preferRelativeResize="0"/>
          <p:nvPr/>
        </p:nvPicPr>
        <p:blipFill rotWithShape="1">
          <a:blip r:embed="rId4">
            <a:alphaModFix/>
          </a:blip>
          <a:srcRect b="0" l="0" r="0" t="0"/>
          <a:stretch/>
        </p:blipFill>
        <p:spPr>
          <a:xfrm rot="-225187">
            <a:off x="4702937" y="1574104"/>
            <a:ext cx="628438" cy="914400"/>
          </a:xfrm>
          <a:prstGeom prst="rect">
            <a:avLst/>
          </a:prstGeom>
          <a:noFill/>
          <a:ln>
            <a:noFill/>
          </a:ln>
          <a:effectLst>
            <a:outerShdw blurRad="50800" rotWithShape="0" algn="tl" dir="2700000" dist="38100">
              <a:srgbClr val="000000">
                <a:alpha val="40000"/>
              </a:srgbClr>
            </a:outerShdw>
          </a:effectLst>
        </p:spPr>
      </p:pic>
      <p:sp>
        <p:nvSpPr>
          <p:cNvPr id="1970" name="Google Shape;1970;g38b88470f6c_2_2129"/>
          <p:cNvSpPr/>
          <p:nvPr/>
        </p:nvSpPr>
        <p:spPr>
          <a:xfrm>
            <a:off x="4608776" y="2694178"/>
            <a:ext cx="594000" cy="447300"/>
          </a:xfrm>
          <a:prstGeom prst="roundRect">
            <a:avLst>
              <a:gd fmla="val 16667" name="adj"/>
            </a:avLst>
          </a:prstGeom>
          <a:solidFill>
            <a:srgbClr val="E8B50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9CC12"/>
              </a:solidFill>
              <a:latin typeface="Quicksand"/>
              <a:ea typeface="Quicksand"/>
              <a:cs typeface="Quicksand"/>
              <a:sym typeface="Quicksand"/>
            </a:endParaRPr>
          </a:p>
        </p:txBody>
      </p:sp>
      <p:pic>
        <p:nvPicPr>
          <p:cNvPr descr="Checkmark" id="1971" name="Google Shape;1971;g38b88470f6c_2_2129"/>
          <p:cNvPicPr preferRelativeResize="0"/>
          <p:nvPr/>
        </p:nvPicPr>
        <p:blipFill rotWithShape="1">
          <a:blip r:embed="rId4">
            <a:alphaModFix/>
          </a:blip>
          <a:srcRect b="0" l="0" r="0" t="0"/>
          <a:stretch/>
        </p:blipFill>
        <p:spPr>
          <a:xfrm rot="-225187">
            <a:off x="4702937" y="2367581"/>
            <a:ext cx="628438" cy="914400"/>
          </a:xfrm>
          <a:prstGeom prst="rect">
            <a:avLst/>
          </a:prstGeom>
          <a:noFill/>
          <a:ln>
            <a:noFill/>
          </a:ln>
          <a:effectLst>
            <a:outerShdw blurRad="50800" rotWithShape="0" algn="tl" dir="2700000" dist="38100">
              <a:srgbClr val="000000">
                <a:alpha val="40000"/>
              </a:srgbClr>
            </a:outerShdw>
          </a:effectLst>
        </p:spPr>
      </p:pic>
      <p:sp>
        <p:nvSpPr>
          <p:cNvPr id="1972" name="Google Shape;1972;g38b88470f6c_2_2129"/>
          <p:cNvSpPr/>
          <p:nvPr/>
        </p:nvSpPr>
        <p:spPr>
          <a:xfrm>
            <a:off x="4608775" y="3487057"/>
            <a:ext cx="594000" cy="447300"/>
          </a:xfrm>
          <a:prstGeom prst="roundRect">
            <a:avLst>
              <a:gd fmla="val 16667" name="adj"/>
            </a:avLst>
          </a:prstGeom>
          <a:solidFill>
            <a:srgbClr val="E8B50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9CC12"/>
              </a:solidFill>
              <a:latin typeface="Quicksand"/>
              <a:ea typeface="Quicksand"/>
              <a:cs typeface="Quicksand"/>
              <a:sym typeface="Quicksand"/>
            </a:endParaRPr>
          </a:p>
        </p:txBody>
      </p:sp>
      <p:pic>
        <p:nvPicPr>
          <p:cNvPr descr="Checkmark" id="1973" name="Google Shape;1973;g38b88470f6c_2_2129"/>
          <p:cNvPicPr preferRelativeResize="0"/>
          <p:nvPr/>
        </p:nvPicPr>
        <p:blipFill rotWithShape="1">
          <a:blip r:embed="rId4">
            <a:alphaModFix/>
          </a:blip>
          <a:srcRect b="0" l="0" r="0" t="0"/>
          <a:stretch/>
        </p:blipFill>
        <p:spPr>
          <a:xfrm rot="-225187">
            <a:off x="4702936" y="3160460"/>
            <a:ext cx="628438" cy="914400"/>
          </a:xfrm>
          <a:prstGeom prst="rect">
            <a:avLst/>
          </a:prstGeom>
          <a:noFill/>
          <a:ln>
            <a:noFill/>
          </a:ln>
          <a:effectLst>
            <a:outerShdw blurRad="50800" rotWithShape="0" algn="tl" dir="2700000" dist="38100">
              <a:srgbClr val="000000">
                <a:alpha val="40000"/>
              </a:srgbClr>
            </a:outerShdw>
          </a:effectLst>
        </p:spPr>
      </p:pic>
      <p:pic>
        <p:nvPicPr>
          <p:cNvPr id="1974" name="Google Shape;1974;g38b88470f6c_2_2129"/>
          <p:cNvPicPr preferRelativeResize="0"/>
          <p:nvPr/>
        </p:nvPicPr>
        <p:blipFill rotWithShape="1">
          <a:blip r:embed="rId5">
            <a:alphaModFix/>
          </a:blip>
          <a:srcRect b="0" l="0" r="0" t="0"/>
          <a:stretch/>
        </p:blipFill>
        <p:spPr>
          <a:xfrm>
            <a:off x="1543050" y="5034322"/>
            <a:ext cx="9105900" cy="1826834"/>
          </a:xfrm>
          <a:prstGeom prst="rect">
            <a:avLst/>
          </a:prstGeom>
          <a:noFill/>
          <a:ln>
            <a:noFill/>
          </a:ln>
        </p:spPr>
      </p:pic>
      <p:pic>
        <p:nvPicPr>
          <p:cNvPr id="1975" name="Google Shape;1975;g38b88470f6c_2_2129"/>
          <p:cNvPicPr preferRelativeResize="0"/>
          <p:nvPr/>
        </p:nvPicPr>
        <p:blipFill rotWithShape="1">
          <a:blip r:embed="rId6">
            <a:alphaModFix/>
          </a:blip>
          <a:srcRect b="0" l="0" r="0" t="0"/>
          <a:stretch/>
        </p:blipFill>
        <p:spPr>
          <a:xfrm>
            <a:off x="10941019" y="229761"/>
            <a:ext cx="996981" cy="73307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7"/>
                                        </p:tgtEl>
                                        <p:attrNameLst>
                                          <p:attrName>style.visibility</p:attrName>
                                        </p:attrNameLst>
                                      </p:cBhvr>
                                      <p:to>
                                        <p:strVal val="visible"/>
                                      </p:to>
                                    </p:set>
                                    <p:animEffect filter="fade" transition="in">
                                      <p:cBhvr>
                                        <p:cTn dur="500"/>
                                        <p:tgtEl>
                                          <p:spTgt spid="196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69"/>
                                        </p:tgtEl>
                                        <p:attrNameLst>
                                          <p:attrName>style.visibility</p:attrName>
                                        </p:attrNameLst>
                                      </p:cBhvr>
                                      <p:to>
                                        <p:strVal val="visible"/>
                                      </p:to>
                                    </p:set>
                                    <p:animEffect filter="fade" transition="in">
                                      <p:cBhvr>
                                        <p:cTn dur="500"/>
                                        <p:tgtEl>
                                          <p:spTgt spid="196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71"/>
                                        </p:tgtEl>
                                        <p:attrNameLst>
                                          <p:attrName>style.visibility</p:attrName>
                                        </p:attrNameLst>
                                      </p:cBhvr>
                                      <p:to>
                                        <p:strVal val="visible"/>
                                      </p:to>
                                    </p:set>
                                    <p:animEffect filter="fade" transition="in">
                                      <p:cBhvr>
                                        <p:cTn dur="500"/>
                                        <p:tgtEl>
                                          <p:spTgt spid="197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973"/>
                                        </p:tgtEl>
                                        <p:attrNameLst>
                                          <p:attrName>style.visibility</p:attrName>
                                        </p:attrNameLst>
                                      </p:cBhvr>
                                      <p:to>
                                        <p:strVal val="visible"/>
                                      </p:to>
                                    </p:set>
                                    <p:animEffect filter="fade" transition="in">
                                      <p:cBhvr>
                                        <p:cTn dur="500"/>
                                        <p:tgtEl>
                                          <p:spTgt spid="19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Review (E)">
  <p:cSld name="Task Review (E)">
    <p:spTree>
      <p:nvGrpSpPr>
        <p:cNvPr id="1976" name="Shape 1976"/>
        <p:cNvGrpSpPr/>
        <p:nvPr/>
      </p:nvGrpSpPr>
      <p:grpSpPr>
        <a:xfrm>
          <a:off x="0" y="0"/>
          <a:ext cx="0" cy="0"/>
          <a:chOff x="0" y="0"/>
          <a:chExt cx="0" cy="0"/>
        </a:xfrm>
      </p:grpSpPr>
      <p:pic>
        <p:nvPicPr>
          <p:cNvPr id="1977" name="Google Shape;1977;g38b88470f6c_2_2142"/>
          <p:cNvPicPr preferRelativeResize="0"/>
          <p:nvPr/>
        </p:nvPicPr>
        <p:blipFill rotWithShape="1">
          <a:blip r:embed="rId2">
            <a:alphaModFix/>
          </a:blip>
          <a:srcRect b="0" l="0" r="0" t="0"/>
          <a:stretch/>
        </p:blipFill>
        <p:spPr>
          <a:xfrm>
            <a:off x="4323839" y="1134587"/>
            <a:ext cx="3791460" cy="3529014"/>
          </a:xfrm>
          <a:prstGeom prst="rect">
            <a:avLst/>
          </a:prstGeom>
          <a:noFill/>
          <a:ln>
            <a:noFill/>
          </a:ln>
        </p:spPr>
      </p:pic>
      <p:sp>
        <p:nvSpPr>
          <p:cNvPr id="1978" name="Google Shape;1978;g38b88470f6c_2_2142"/>
          <p:cNvSpPr/>
          <p:nvPr/>
        </p:nvSpPr>
        <p:spPr>
          <a:xfrm>
            <a:off x="4479235" y="1725103"/>
            <a:ext cx="507900" cy="382500"/>
          </a:xfrm>
          <a:prstGeom prst="roundRect">
            <a:avLst>
              <a:gd fmla="val 16667" name="adj"/>
            </a:avLst>
          </a:prstGeom>
          <a:solidFill>
            <a:srgbClr val="E8B50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9CC12"/>
              </a:solidFill>
              <a:latin typeface="Quicksand"/>
              <a:ea typeface="Quicksand"/>
              <a:cs typeface="Quicksand"/>
              <a:sym typeface="Quicksand"/>
            </a:endParaRPr>
          </a:p>
        </p:txBody>
      </p:sp>
      <p:pic>
        <p:nvPicPr>
          <p:cNvPr descr="Checkmark" id="1979" name="Google Shape;1979;g38b88470f6c_2_2142"/>
          <p:cNvPicPr preferRelativeResize="0"/>
          <p:nvPr/>
        </p:nvPicPr>
        <p:blipFill rotWithShape="1">
          <a:blip r:embed="rId3">
            <a:alphaModFix/>
          </a:blip>
          <a:srcRect b="0" l="0" r="0" t="0"/>
          <a:stretch/>
        </p:blipFill>
        <p:spPr>
          <a:xfrm rot="-225188">
            <a:off x="4569158" y="1401628"/>
            <a:ext cx="537405" cy="781944"/>
          </a:xfrm>
          <a:prstGeom prst="rect">
            <a:avLst/>
          </a:prstGeom>
          <a:noFill/>
          <a:ln>
            <a:noFill/>
          </a:ln>
          <a:effectLst>
            <a:outerShdw blurRad="50800" rotWithShape="0" algn="tl" dir="2700000" dist="38100">
              <a:srgbClr val="000000">
                <a:alpha val="40000"/>
              </a:srgbClr>
            </a:outerShdw>
          </a:effectLst>
        </p:spPr>
      </p:pic>
      <p:sp>
        <p:nvSpPr>
          <p:cNvPr id="1980" name="Google Shape;1980;g38b88470f6c_2_2142"/>
          <p:cNvSpPr txBox="1"/>
          <p:nvPr>
            <p:ph idx="1" type="body"/>
          </p:nvPr>
        </p:nvSpPr>
        <p:spPr>
          <a:xfrm>
            <a:off x="5190490" y="1760269"/>
            <a:ext cx="2280300" cy="20877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1981" name="Google Shape;1981;g38b88470f6c_2_2142"/>
          <p:cNvPicPr preferRelativeResize="0"/>
          <p:nvPr/>
        </p:nvPicPr>
        <p:blipFill rotWithShape="1">
          <a:blip r:embed="rId4">
            <a:alphaModFix/>
          </a:blip>
          <a:srcRect b="0" l="0" r="0" t="0"/>
          <a:stretch/>
        </p:blipFill>
        <p:spPr>
          <a:xfrm>
            <a:off x="1543050" y="5034322"/>
            <a:ext cx="9105900" cy="1826834"/>
          </a:xfrm>
          <a:prstGeom prst="rect">
            <a:avLst/>
          </a:prstGeom>
          <a:noFill/>
          <a:ln>
            <a:noFill/>
          </a:ln>
        </p:spPr>
      </p:pic>
      <p:pic>
        <p:nvPicPr>
          <p:cNvPr id="1982" name="Google Shape;1982;g38b88470f6c_2_2142"/>
          <p:cNvPicPr preferRelativeResize="0"/>
          <p:nvPr/>
        </p:nvPicPr>
        <p:blipFill rotWithShape="1">
          <a:blip r:embed="rId5">
            <a:alphaModFix/>
          </a:blip>
          <a:srcRect b="0" l="0" r="0" t="0"/>
          <a:stretch/>
        </p:blipFill>
        <p:spPr>
          <a:xfrm>
            <a:off x="185221" y="412824"/>
            <a:ext cx="2304016" cy="834212"/>
          </a:xfrm>
          <a:prstGeom prst="rect">
            <a:avLst/>
          </a:prstGeom>
          <a:noFill/>
          <a:ln>
            <a:noFill/>
          </a:ln>
        </p:spPr>
      </p:pic>
      <p:sp>
        <p:nvSpPr>
          <p:cNvPr id="1983" name="Google Shape;1983;g38b88470f6c_2_2142"/>
          <p:cNvSpPr txBox="1"/>
          <p:nvPr/>
        </p:nvSpPr>
        <p:spPr>
          <a:xfrm>
            <a:off x="-57318" y="510452"/>
            <a:ext cx="2641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Task review</a:t>
            </a:r>
            <a:endParaRPr b="0" i="0" sz="1400" u="none" cap="none" strike="noStrike">
              <a:solidFill>
                <a:srgbClr val="000000"/>
              </a:solidFill>
              <a:latin typeface="Arial"/>
              <a:ea typeface="Arial"/>
              <a:cs typeface="Arial"/>
              <a:sym typeface="Arial"/>
            </a:endParaRPr>
          </a:p>
        </p:txBody>
      </p:sp>
      <p:pic>
        <p:nvPicPr>
          <p:cNvPr id="1984" name="Google Shape;1984;g38b88470f6c_2_2142"/>
          <p:cNvPicPr preferRelativeResize="0"/>
          <p:nvPr/>
        </p:nvPicPr>
        <p:blipFill rotWithShape="1">
          <a:blip r:embed="rId6">
            <a:alphaModFix/>
          </a:blip>
          <a:srcRect b="0" l="0" r="0" t="0"/>
          <a:stretch/>
        </p:blipFill>
        <p:spPr>
          <a:xfrm>
            <a:off x="10941019" y="229761"/>
            <a:ext cx="996981" cy="73307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80"/>
                                        </p:tgtEl>
                                        <p:attrNameLst>
                                          <p:attrName>style.visibility</p:attrName>
                                        </p:attrNameLst>
                                      </p:cBhvr>
                                      <p:to>
                                        <p:strVal val="visible"/>
                                      </p:to>
                                    </p:set>
                                    <p:animEffect filter="fade" transition="in">
                                      <p:cBhvr>
                                        <p:cTn dur="500"/>
                                        <p:tgtEl>
                                          <p:spTgt spid="19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9"/>
                                        </p:tgtEl>
                                        <p:attrNameLst>
                                          <p:attrName>style.visibility</p:attrName>
                                        </p:attrNameLst>
                                      </p:cBhvr>
                                      <p:to>
                                        <p:strVal val="visible"/>
                                      </p:to>
                                    </p:set>
                                    <p:animEffect filter="fade" transition="in">
                                      <p:cBhvr>
                                        <p:cTn dur="500"/>
                                        <p:tgtEl>
                                          <p:spTgt spid="19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_1st ">
  <p:cSld name="Recap_1st ">
    <p:spTree>
      <p:nvGrpSpPr>
        <p:cNvPr id="1985" name="Shape 1985"/>
        <p:cNvGrpSpPr/>
        <p:nvPr/>
      </p:nvGrpSpPr>
      <p:grpSpPr>
        <a:xfrm>
          <a:off x="0" y="0"/>
          <a:ext cx="0" cy="0"/>
          <a:chOff x="0" y="0"/>
          <a:chExt cx="0" cy="0"/>
        </a:xfrm>
      </p:grpSpPr>
      <p:pic>
        <p:nvPicPr>
          <p:cNvPr id="1986" name="Google Shape;1986;g38b88470f6c_2_2151"/>
          <p:cNvPicPr preferRelativeResize="0"/>
          <p:nvPr/>
        </p:nvPicPr>
        <p:blipFill rotWithShape="1">
          <a:blip r:embed="rId2">
            <a:alphaModFix/>
          </a:blip>
          <a:srcRect b="0" l="0" r="0" t="0"/>
          <a:stretch/>
        </p:blipFill>
        <p:spPr>
          <a:xfrm>
            <a:off x="4323839" y="962834"/>
            <a:ext cx="3791460" cy="3742214"/>
          </a:xfrm>
          <a:prstGeom prst="rect">
            <a:avLst/>
          </a:prstGeom>
          <a:noFill/>
          <a:ln>
            <a:noFill/>
          </a:ln>
        </p:spPr>
      </p:pic>
      <p:pic>
        <p:nvPicPr>
          <p:cNvPr id="1987" name="Google Shape;1987;g38b88470f6c_2_2151"/>
          <p:cNvPicPr preferRelativeResize="0"/>
          <p:nvPr/>
        </p:nvPicPr>
        <p:blipFill rotWithShape="1">
          <a:blip r:embed="rId3">
            <a:alphaModFix/>
          </a:blip>
          <a:srcRect b="0" l="0" r="0" t="0"/>
          <a:stretch/>
        </p:blipFill>
        <p:spPr>
          <a:xfrm>
            <a:off x="4943993" y="391130"/>
            <a:ext cx="2304016" cy="834212"/>
          </a:xfrm>
          <a:prstGeom prst="rect">
            <a:avLst/>
          </a:prstGeom>
          <a:noFill/>
          <a:ln>
            <a:noFill/>
          </a:ln>
        </p:spPr>
      </p:pic>
      <p:pic>
        <p:nvPicPr>
          <p:cNvPr id="1988" name="Google Shape;1988;g38b88470f6c_2_2151">
            <a:hlinkClick action="ppaction://hlinkshowjump?jump=nextslide"/>
          </p:cNvPr>
          <p:cNvPicPr preferRelativeResize="0"/>
          <p:nvPr/>
        </p:nvPicPr>
        <p:blipFill rotWithShape="1">
          <a:blip r:embed="rId4">
            <a:alphaModFix/>
          </a:blip>
          <a:srcRect b="0" l="0" r="0" t="0"/>
          <a:stretch/>
        </p:blipFill>
        <p:spPr>
          <a:xfrm>
            <a:off x="8429543" y="2537504"/>
            <a:ext cx="335254" cy="592871"/>
          </a:xfrm>
          <a:prstGeom prst="rect">
            <a:avLst/>
          </a:prstGeom>
          <a:noFill/>
          <a:ln>
            <a:noFill/>
          </a:ln>
        </p:spPr>
      </p:pic>
      <p:sp>
        <p:nvSpPr>
          <p:cNvPr id="1989" name="Google Shape;1989;g38b88470f6c_2_2151"/>
          <p:cNvSpPr txBox="1"/>
          <p:nvPr/>
        </p:nvSpPr>
        <p:spPr>
          <a:xfrm>
            <a:off x="5118178" y="444878"/>
            <a:ext cx="1896600" cy="1077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3F3F3F"/>
                </a:solidFill>
                <a:latin typeface="Arial"/>
                <a:ea typeface="Arial"/>
                <a:cs typeface="Arial"/>
                <a:sym typeface="Arial"/>
              </a:rPr>
              <a:t>Checkup</a:t>
            </a:r>
            <a:endParaRPr b="1" i="0" sz="3600" u="none" cap="none" strike="noStrike">
              <a:solidFill>
                <a:srgbClr val="3F3F3F"/>
              </a:solidFill>
              <a:latin typeface="Arial"/>
              <a:ea typeface="Arial"/>
              <a:cs typeface="Arial"/>
              <a:sym typeface="Arial"/>
            </a:endParaRPr>
          </a:p>
        </p:txBody>
      </p:sp>
      <p:sp>
        <p:nvSpPr>
          <p:cNvPr id="1990" name="Google Shape;1990;g38b88470f6c_2_2151"/>
          <p:cNvSpPr/>
          <p:nvPr>
            <p:ph idx="2" type="pic"/>
          </p:nvPr>
        </p:nvSpPr>
        <p:spPr>
          <a:xfrm>
            <a:off x="4981446" y="1349643"/>
            <a:ext cx="2170200" cy="2168400"/>
          </a:xfrm>
          <a:prstGeom prst="ellipse">
            <a:avLst/>
          </a:prstGeom>
          <a:noFill/>
          <a:ln>
            <a:noFill/>
          </a:ln>
        </p:spPr>
      </p:sp>
      <p:sp>
        <p:nvSpPr>
          <p:cNvPr id="1991" name="Google Shape;1991;g38b88470f6c_2_2151"/>
          <p:cNvSpPr txBox="1"/>
          <p:nvPr>
            <p:ph idx="1" type="body"/>
          </p:nvPr>
        </p:nvSpPr>
        <p:spPr>
          <a:xfrm>
            <a:off x="4495801" y="3711564"/>
            <a:ext cx="3255600" cy="6510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400"/>
              <a:buFont typeface="Arial"/>
              <a:buNone/>
              <a:defRPr b="0" i="0" sz="24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1992" name="Google Shape;1992;g38b88470f6c_2_2151"/>
          <p:cNvPicPr preferRelativeResize="0"/>
          <p:nvPr/>
        </p:nvPicPr>
        <p:blipFill rotWithShape="1">
          <a:blip r:embed="rId5">
            <a:alphaModFix/>
          </a:blip>
          <a:srcRect b="0" l="0" r="0" t="0"/>
          <a:stretch/>
        </p:blipFill>
        <p:spPr>
          <a:xfrm>
            <a:off x="1543050" y="5034322"/>
            <a:ext cx="9105900" cy="1826834"/>
          </a:xfrm>
          <a:prstGeom prst="rect">
            <a:avLst/>
          </a:prstGeom>
          <a:noFill/>
          <a:ln>
            <a:noFill/>
          </a:ln>
        </p:spPr>
      </p:pic>
      <p:pic>
        <p:nvPicPr>
          <p:cNvPr id="1993" name="Google Shape;1993;g38b88470f6c_2_2151"/>
          <p:cNvPicPr preferRelativeResize="0"/>
          <p:nvPr/>
        </p:nvPicPr>
        <p:blipFill rotWithShape="1">
          <a:blip r:embed="rId6">
            <a:alphaModFix/>
          </a:blip>
          <a:srcRect b="0" l="0" r="0" t="0"/>
          <a:stretch/>
        </p:blipFill>
        <p:spPr>
          <a:xfrm>
            <a:off x="10941019" y="229761"/>
            <a:ext cx="996981" cy="733073"/>
          </a:xfrm>
          <a:prstGeom prst="rect">
            <a:avLst/>
          </a:prstGeom>
          <a:noFill/>
          <a:ln>
            <a:noFill/>
          </a:ln>
        </p:spPr>
      </p:pic>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p:cSld name="Recap">
    <p:spTree>
      <p:nvGrpSpPr>
        <p:cNvPr id="1994" name="Shape 1994"/>
        <p:cNvGrpSpPr/>
        <p:nvPr/>
      </p:nvGrpSpPr>
      <p:grpSpPr>
        <a:xfrm>
          <a:off x="0" y="0"/>
          <a:ext cx="0" cy="0"/>
          <a:chOff x="0" y="0"/>
          <a:chExt cx="0" cy="0"/>
        </a:xfrm>
      </p:grpSpPr>
      <p:pic>
        <p:nvPicPr>
          <p:cNvPr id="1995" name="Google Shape;1995;g38b88470f6c_2_2160">
            <a:hlinkClick action="ppaction://hlinkshowjump?jump=previousslide"/>
          </p:cNvPr>
          <p:cNvPicPr preferRelativeResize="0"/>
          <p:nvPr/>
        </p:nvPicPr>
        <p:blipFill rotWithShape="1">
          <a:blip r:embed="rId2">
            <a:alphaModFix/>
          </a:blip>
          <a:srcRect b="0" l="0" r="0" t="0"/>
          <a:stretch/>
        </p:blipFill>
        <p:spPr>
          <a:xfrm flipH="1" rot="10800000">
            <a:off x="3657774" y="2537503"/>
            <a:ext cx="337261" cy="592871"/>
          </a:xfrm>
          <a:prstGeom prst="rect">
            <a:avLst/>
          </a:prstGeom>
          <a:noFill/>
          <a:ln>
            <a:noFill/>
          </a:ln>
        </p:spPr>
      </p:pic>
      <p:pic>
        <p:nvPicPr>
          <p:cNvPr id="1996" name="Google Shape;1996;g38b88470f6c_2_2160"/>
          <p:cNvPicPr preferRelativeResize="0"/>
          <p:nvPr/>
        </p:nvPicPr>
        <p:blipFill rotWithShape="1">
          <a:blip r:embed="rId3">
            <a:alphaModFix/>
          </a:blip>
          <a:srcRect b="0" l="0" r="0" t="0"/>
          <a:stretch/>
        </p:blipFill>
        <p:spPr>
          <a:xfrm>
            <a:off x="1543050" y="5034322"/>
            <a:ext cx="9105900" cy="1826834"/>
          </a:xfrm>
          <a:prstGeom prst="rect">
            <a:avLst/>
          </a:prstGeom>
          <a:noFill/>
          <a:ln>
            <a:noFill/>
          </a:ln>
        </p:spPr>
      </p:pic>
      <p:pic>
        <p:nvPicPr>
          <p:cNvPr id="1997" name="Google Shape;1997;g38b88470f6c_2_2160"/>
          <p:cNvPicPr preferRelativeResize="0"/>
          <p:nvPr/>
        </p:nvPicPr>
        <p:blipFill rotWithShape="1">
          <a:blip r:embed="rId4">
            <a:alphaModFix/>
          </a:blip>
          <a:srcRect b="0" l="0" r="0" t="0"/>
          <a:stretch/>
        </p:blipFill>
        <p:spPr>
          <a:xfrm>
            <a:off x="4323839" y="962834"/>
            <a:ext cx="3791460" cy="3742214"/>
          </a:xfrm>
          <a:prstGeom prst="rect">
            <a:avLst/>
          </a:prstGeom>
          <a:noFill/>
          <a:ln>
            <a:noFill/>
          </a:ln>
        </p:spPr>
      </p:pic>
      <p:pic>
        <p:nvPicPr>
          <p:cNvPr id="1998" name="Google Shape;1998;g38b88470f6c_2_2160"/>
          <p:cNvPicPr preferRelativeResize="0"/>
          <p:nvPr/>
        </p:nvPicPr>
        <p:blipFill rotWithShape="1">
          <a:blip r:embed="rId5">
            <a:alphaModFix/>
          </a:blip>
          <a:srcRect b="0" l="0" r="0" t="0"/>
          <a:stretch/>
        </p:blipFill>
        <p:spPr>
          <a:xfrm>
            <a:off x="4943993" y="391130"/>
            <a:ext cx="2304016" cy="834212"/>
          </a:xfrm>
          <a:prstGeom prst="rect">
            <a:avLst/>
          </a:prstGeom>
          <a:noFill/>
          <a:ln>
            <a:noFill/>
          </a:ln>
        </p:spPr>
      </p:pic>
      <p:pic>
        <p:nvPicPr>
          <p:cNvPr id="1999" name="Google Shape;1999;g38b88470f6c_2_2160">
            <a:hlinkClick action="ppaction://hlinkshowjump?jump=nextslide"/>
          </p:cNvPr>
          <p:cNvPicPr preferRelativeResize="0"/>
          <p:nvPr/>
        </p:nvPicPr>
        <p:blipFill rotWithShape="1">
          <a:blip r:embed="rId6">
            <a:alphaModFix/>
          </a:blip>
          <a:srcRect b="0" l="0" r="0" t="0"/>
          <a:stretch/>
        </p:blipFill>
        <p:spPr>
          <a:xfrm>
            <a:off x="8429543" y="2537504"/>
            <a:ext cx="335254" cy="592871"/>
          </a:xfrm>
          <a:prstGeom prst="rect">
            <a:avLst/>
          </a:prstGeom>
          <a:noFill/>
          <a:ln>
            <a:noFill/>
          </a:ln>
        </p:spPr>
      </p:pic>
      <p:sp>
        <p:nvSpPr>
          <p:cNvPr id="2000" name="Google Shape;2000;g38b88470f6c_2_2160"/>
          <p:cNvSpPr txBox="1"/>
          <p:nvPr/>
        </p:nvSpPr>
        <p:spPr>
          <a:xfrm>
            <a:off x="5118178" y="444878"/>
            <a:ext cx="18966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3F3F3F"/>
                </a:solidFill>
                <a:latin typeface="Arial"/>
                <a:ea typeface="Arial"/>
                <a:cs typeface="Arial"/>
                <a:sym typeface="Arial"/>
              </a:rPr>
              <a:t>checkup</a:t>
            </a:r>
            <a:endParaRPr b="1" i="0" sz="3600" u="none" cap="none" strike="noStrike">
              <a:solidFill>
                <a:srgbClr val="3F3F3F"/>
              </a:solidFill>
              <a:latin typeface="Arial"/>
              <a:ea typeface="Arial"/>
              <a:cs typeface="Arial"/>
              <a:sym typeface="Arial"/>
            </a:endParaRPr>
          </a:p>
        </p:txBody>
      </p:sp>
      <p:sp>
        <p:nvSpPr>
          <p:cNvPr id="2001" name="Google Shape;2001;g38b88470f6c_2_2160"/>
          <p:cNvSpPr/>
          <p:nvPr>
            <p:ph idx="2" type="pic"/>
          </p:nvPr>
        </p:nvSpPr>
        <p:spPr>
          <a:xfrm>
            <a:off x="4981446" y="1349643"/>
            <a:ext cx="2170200" cy="2168400"/>
          </a:xfrm>
          <a:prstGeom prst="ellipse">
            <a:avLst/>
          </a:prstGeom>
          <a:noFill/>
          <a:ln>
            <a:noFill/>
          </a:ln>
        </p:spPr>
      </p:sp>
      <p:sp>
        <p:nvSpPr>
          <p:cNvPr id="2002" name="Google Shape;2002;g38b88470f6c_2_2160"/>
          <p:cNvSpPr txBox="1"/>
          <p:nvPr>
            <p:ph idx="1" type="body"/>
          </p:nvPr>
        </p:nvSpPr>
        <p:spPr>
          <a:xfrm>
            <a:off x="4495801" y="3711564"/>
            <a:ext cx="3255600" cy="6510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400"/>
              <a:buFont typeface="Arial"/>
              <a:buNone/>
              <a:defRPr b="0" i="0" sz="24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2003" name="Google Shape;2003;g38b88470f6c_2_2160"/>
          <p:cNvPicPr preferRelativeResize="0"/>
          <p:nvPr/>
        </p:nvPicPr>
        <p:blipFill rotWithShape="1">
          <a:blip r:embed="rId7">
            <a:alphaModFix/>
          </a:blip>
          <a:srcRect b="0" l="0" r="0" t="0"/>
          <a:stretch/>
        </p:blipFill>
        <p:spPr>
          <a:xfrm>
            <a:off x="10941019" y="229761"/>
            <a:ext cx="996981" cy="733073"/>
          </a:xfrm>
          <a:prstGeom prst="rect">
            <a:avLst/>
          </a:prstGeom>
          <a:noFill/>
          <a:ln>
            <a:noFill/>
          </a:ln>
        </p:spPr>
      </p:pic>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Recap">
  <p:cSld name="1_Recap">
    <p:spTree>
      <p:nvGrpSpPr>
        <p:cNvPr id="2004" name="Shape 2004"/>
        <p:cNvGrpSpPr/>
        <p:nvPr/>
      </p:nvGrpSpPr>
      <p:grpSpPr>
        <a:xfrm>
          <a:off x="0" y="0"/>
          <a:ext cx="0" cy="0"/>
          <a:chOff x="0" y="0"/>
          <a:chExt cx="0" cy="0"/>
        </a:xfrm>
      </p:grpSpPr>
      <p:pic>
        <p:nvPicPr>
          <p:cNvPr id="2005" name="Google Shape;2005;g38b88470f6c_2_2170"/>
          <p:cNvPicPr preferRelativeResize="0"/>
          <p:nvPr/>
        </p:nvPicPr>
        <p:blipFill rotWithShape="1">
          <a:blip r:embed="rId2">
            <a:alphaModFix/>
          </a:blip>
          <a:srcRect b="0" l="0" r="0" t="0"/>
          <a:stretch/>
        </p:blipFill>
        <p:spPr>
          <a:xfrm>
            <a:off x="1543050" y="5034322"/>
            <a:ext cx="9105900" cy="1826834"/>
          </a:xfrm>
          <a:prstGeom prst="rect">
            <a:avLst/>
          </a:prstGeom>
          <a:noFill/>
          <a:ln>
            <a:noFill/>
          </a:ln>
        </p:spPr>
      </p:pic>
      <p:pic>
        <p:nvPicPr>
          <p:cNvPr id="2006" name="Google Shape;2006;g38b88470f6c_2_2170">
            <a:hlinkClick action="ppaction://hlinkshowjump?jump=previousslide"/>
          </p:cNvPr>
          <p:cNvPicPr preferRelativeResize="0"/>
          <p:nvPr/>
        </p:nvPicPr>
        <p:blipFill rotWithShape="1">
          <a:blip r:embed="rId3">
            <a:alphaModFix/>
          </a:blip>
          <a:srcRect b="0" l="0" r="0" t="0"/>
          <a:stretch/>
        </p:blipFill>
        <p:spPr>
          <a:xfrm flipH="1" rot="10800000">
            <a:off x="3657774" y="2537503"/>
            <a:ext cx="337261" cy="592871"/>
          </a:xfrm>
          <a:prstGeom prst="rect">
            <a:avLst/>
          </a:prstGeom>
          <a:noFill/>
          <a:ln>
            <a:noFill/>
          </a:ln>
        </p:spPr>
      </p:pic>
      <p:pic>
        <p:nvPicPr>
          <p:cNvPr id="2007" name="Google Shape;2007;g38b88470f6c_2_2170"/>
          <p:cNvPicPr preferRelativeResize="0"/>
          <p:nvPr/>
        </p:nvPicPr>
        <p:blipFill rotWithShape="1">
          <a:blip r:embed="rId4">
            <a:alphaModFix/>
          </a:blip>
          <a:srcRect b="0" l="0" r="0" t="0"/>
          <a:stretch/>
        </p:blipFill>
        <p:spPr>
          <a:xfrm>
            <a:off x="4323839" y="962834"/>
            <a:ext cx="3791460" cy="3742214"/>
          </a:xfrm>
          <a:prstGeom prst="rect">
            <a:avLst/>
          </a:prstGeom>
          <a:noFill/>
          <a:ln>
            <a:noFill/>
          </a:ln>
        </p:spPr>
      </p:pic>
      <p:pic>
        <p:nvPicPr>
          <p:cNvPr id="2008" name="Google Shape;2008;g38b88470f6c_2_2170"/>
          <p:cNvPicPr preferRelativeResize="0"/>
          <p:nvPr/>
        </p:nvPicPr>
        <p:blipFill rotWithShape="1">
          <a:blip r:embed="rId5">
            <a:alphaModFix/>
          </a:blip>
          <a:srcRect b="0" l="0" r="0" t="0"/>
          <a:stretch/>
        </p:blipFill>
        <p:spPr>
          <a:xfrm>
            <a:off x="4943993" y="391130"/>
            <a:ext cx="2304016" cy="834212"/>
          </a:xfrm>
          <a:prstGeom prst="rect">
            <a:avLst/>
          </a:prstGeom>
          <a:noFill/>
          <a:ln>
            <a:noFill/>
          </a:ln>
        </p:spPr>
      </p:pic>
      <p:pic>
        <p:nvPicPr>
          <p:cNvPr id="2009" name="Google Shape;2009;g38b88470f6c_2_2170">
            <a:hlinkClick action="ppaction://hlinkshowjump?jump=nextslide"/>
          </p:cNvPr>
          <p:cNvPicPr preferRelativeResize="0"/>
          <p:nvPr/>
        </p:nvPicPr>
        <p:blipFill rotWithShape="1">
          <a:blip r:embed="rId6">
            <a:alphaModFix/>
          </a:blip>
          <a:srcRect b="0" l="0" r="0" t="0"/>
          <a:stretch/>
        </p:blipFill>
        <p:spPr>
          <a:xfrm>
            <a:off x="8429543" y="2537504"/>
            <a:ext cx="335254" cy="592871"/>
          </a:xfrm>
          <a:prstGeom prst="rect">
            <a:avLst/>
          </a:prstGeom>
          <a:noFill/>
          <a:ln>
            <a:noFill/>
          </a:ln>
        </p:spPr>
      </p:pic>
      <p:sp>
        <p:nvSpPr>
          <p:cNvPr id="2010" name="Google Shape;2010;g38b88470f6c_2_2170"/>
          <p:cNvSpPr txBox="1"/>
          <p:nvPr/>
        </p:nvSpPr>
        <p:spPr>
          <a:xfrm>
            <a:off x="5118178" y="444878"/>
            <a:ext cx="18966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3F3F3F"/>
                </a:solidFill>
                <a:latin typeface="Arial"/>
                <a:ea typeface="Arial"/>
                <a:cs typeface="Arial"/>
                <a:sym typeface="Arial"/>
              </a:rPr>
              <a:t>checkup</a:t>
            </a:r>
            <a:endParaRPr b="1" i="0" sz="3600" u="none" cap="none" strike="noStrike">
              <a:solidFill>
                <a:srgbClr val="3F3F3F"/>
              </a:solidFill>
              <a:latin typeface="Arial"/>
              <a:ea typeface="Arial"/>
              <a:cs typeface="Arial"/>
              <a:sym typeface="Arial"/>
            </a:endParaRPr>
          </a:p>
        </p:txBody>
      </p:sp>
      <p:sp>
        <p:nvSpPr>
          <p:cNvPr id="2011" name="Google Shape;2011;g38b88470f6c_2_2170"/>
          <p:cNvSpPr/>
          <p:nvPr>
            <p:ph idx="2" type="pic"/>
          </p:nvPr>
        </p:nvSpPr>
        <p:spPr>
          <a:xfrm>
            <a:off x="4981446" y="1349643"/>
            <a:ext cx="2170200" cy="2168400"/>
          </a:xfrm>
          <a:prstGeom prst="ellipse">
            <a:avLst/>
          </a:prstGeom>
          <a:noFill/>
          <a:ln>
            <a:noFill/>
          </a:ln>
        </p:spPr>
      </p:sp>
      <p:sp>
        <p:nvSpPr>
          <p:cNvPr id="2012" name="Google Shape;2012;g38b88470f6c_2_2170"/>
          <p:cNvSpPr txBox="1"/>
          <p:nvPr>
            <p:ph idx="1" type="body"/>
          </p:nvPr>
        </p:nvSpPr>
        <p:spPr>
          <a:xfrm>
            <a:off x="4495801" y="3711564"/>
            <a:ext cx="3255600" cy="6510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400"/>
              <a:buFont typeface="Arial"/>
              <a:buNone/>
              <a:defRPr b="0" i="0" sz="24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2013" name="Google Shape;2013;g38b88470f6c_2_2170"/>
          <p:cNvPicPr preferRelativeResize="0"/>
          <p:nvPr/>
        </p:nvPicPr>
        <p:blipFill rotWithShape="1">
          <a:blip r:embed="rId7">
            <a:alphaModFix/>
          </a:blip>
          <a:srcRect b="0" l="0" r="0" t="0"/>
          <a:stretch/>
        </p:blipFill>
        <p:spPr>
          <a:xfrm>
            <a:off x="10941019" y="229761"/>
            <a:ext cx="996981" cy="733073"/>
          </a:xfrm>
          <a:prstGeom prst="rect">
            <a:avLst/>
          </a:prstGeom>
          <a:noFill/>
          <a:ln>
            <a:noFill/>
          </a:ln>
        </p:spPr>
      </p:pic>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intro">
  <p:cSld name="lesson intro">
    <p:spTree>
      <p:nvGrpSpPr>
        <p:cNvPr id="2014" name="Shape 2014"/>
        <p:cNvGrpSpPr/>
        <p:nvPr/>
      </p:nvGrpSpPr>
      <p:grpSpPr>
        <a:xfrm>
          <a:off x="0" y="0"/>
          <a:ext cx="0" cy="0"/>
          <a:chOff x="0" y="0"/>
          <a:chExt cx="0" cy="0"/>
        </a:xfrm>
      </p:grpSpPr>
      <p:sp>
        <p:nvSpPr>
          <p:cNvPr id="2015" name="Google Shape;2015;g38b88470f6c_2_2180"/>
          <p:cNvSpPr txBox="1"/>
          <p:nvPr>
            <p:ph idx="1" type="body"/>
          </p:nvPr>
        </p:nvSpPr>
        <p:spPr>
          <a:xfrm>
            <a:off x="0" y="0"/>
            <a:ext cx="12192000" cy="68580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8800"/>
              <a:buFont typeface="Arial"/>
              <a:buNone/>
              <a:defRPr b="0" i="0" sz="88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_1st_Text">
  <p:cSld name="Learn_1st_Text">
    <p:spTree>
      <p:nvGrpSpPr>
        <p:cNvPr id="2016" name="Shape 2016"/>
        <p:cNvGrpSpPr/>
        <p:nvPr/>
      </p:nvGrpSpPr>
      <p:grpSpPr>
        <a:xfrm>
          <a:off x="0" y="0"/>
          <a:ext cx="0" cy="0"/>
          <a:chOff x="0" y="0"/>
          <a:chExt cx="0" cy="0"/>
        </a:xfrm>
      </p:grpSpPr>
      <p:sp>
        <p:nvSpPr>
          <p:cNvPr id="2017" name="Google Shape;2017;g38b88470f6c_2_2182"/>
          <p:cNvSpPr/>
          <p:nvPr>
            <p:ph idx="2" type="pic"/>
          </p:nvPr>
        </p:nvSpPr>
        <p:spPr>
          <a:xfrm>
            <a:off x="2476500" y="1982961"/>
            <a:ext cx="7239000" cy="3767700"/>
          </a:xfrm>
          <a:prstGeom prst="rect">
            <a:avLst/>
          </a:prstGeom>
          <a:noFill/>
          <a:ln>
            <a:noFill/>
          </a:ln>
        </p:spPr>
      </p:sp>
      <p:sp>
        <p:nvSpPr>
          <p:cNvPr id="2018" name="Google Shape;2018;g38b88470f6c_2_2182"/>
          <p:cNvSpPr/>
          <p:nvPr/>
        </p:nvSpPr>
        <p:spPr>
          <a:xfrm>
            <a:off x="1006218" y="5888210"/>
            <a:ext cx="10179600" cy="622200"/>
          </a:xfrm>
          <a:prstGeom prst="roundRect">
            <a:avLst>
              <a:gd fmla="val 26163" name="adj"/>
            </a:avLst>
          </a:prstGeom>
          <a:solidFill>
            <a:srgbClr val="06192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019" name="Google Shape;2019;g38b88470f6c_2_2182"/>
          <p:cNvSpPr txBox="1"/>
          <p:nvPr>
            <p:ph idx="1" type="body"/>
          </p:nvPr>
        </p:nvSpPr>
        <p:spPr>
          <a:xfrm>
            <a:off x="409575" y="347725"/>
            <a:ext cx="4602300" cy="1437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020" name="Google Shape;2020;g38b88470f6c_2_2182"/>
          <p:cNvSpPr txBox="1"/>
          <p:nvPr>
            <p:ph idx="3" type="body"/>
          </p:nvPr>
        </p:nvSpPr>
        <p:spPr>
          <a:xfrm>
            <a:off x="1338902" y="5977473"/>
            <a:ext cx="9680400" cy="4614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2021" name="Google Shape;2021;g38b88470f6c_2_2182">
            <a:hlinkClick action="ppaction://hlinkshowjump?jump=nextslide"/>
          </p:cNvPr>
          <p:cNvPicPr preferRelativeResize="0"/>
          <p:nvPr/>
        </p:nvPicPr>
        <p:blipFill rotWithShape="1">
          <a:blip r:embed="rId2">
            <a:alphaModFix/>
          </a:blip>
          <a:srcRect b="0" l="0" r="0" t="0"/>
          <a:stretch/>
        </p:blipFill>
        <p:spPr>
          <a:xfrm>
            <a:off x="10853427" y="3445697"/>
            <a:ext cx="598343" cy="1058124"/>
          </a:xfrm>
          <a:prstGeom prst="rect">
            <a:avLst/>
          </a:prstGeom>
          <a:noFill/>
          <a:ln>
            <a:noFill/>
          </a:ln>
        </p:spPr>
      </p:pic>
    </p:spTree>
  </p:cSld>
  <p:clrMapOvr>
    <a:masterClrMapping/>
  </p:clrMapOvr>
  <p:transition spd="slow">
    <p:push/>
  </p:transition>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Text">
  <p:cSld name="Learn+ Text">
    <p:spTree>
      <p:nvGrpSpPr>
        <p:cNvPr id="2022" name="Shape 2022"/>
        <p:cNvGrpSpPr/>
        <p:nvPr/>
      </p:nvGrpSpPr>
      <p:grpSpPr>
        <a:xfrm>
          <a:off x="0" y="0"/>
          <a:ext cx="0" cy="0"/>
          <a:chOff x="0" y="0"/>
          <a:chExt cx="0" cy="0"/>
        </a:xfrm>
      </p:grpSpPr>
      <p:sp>
        <p:nvSpPr>
          <p:cNvPr id="2023" name="Google Shape;2023;g38b88470f6c_2_2188"/>
          <p:cNvSpPr/>
          <p:nvPr>
            <p:ph idx="2" type="pic"/>
          </p:nvPr>
        </p:nvSpPr>
        <p:spPr>
          <a:xfrm>
            <a:off x="2476500" y="1982961"/>
            <a:ext cx="7239000" cy="3767700"/>
          </a:xfrm>
          <a:prstGeom prst="rect">
            <a:avLst/>
          </a:prstGeom>
          <a:noFill/>
          <a:ln>
            <a:noFill/>
          </a:ln>
        </p:spPr>
      </p:sp>
      <p:sp>
        <p:nvSpPr>
          <p:cNvPr id="2024" name="Google Shape;2024;g38b88470f6c_2_2188"/>
          <p:cNvSpPr/>
          <p:nvPr/>
        </p:nvSpPr>
        <p:spPr>
          <a:xfrm>
            <a:off x="1006218" y="5888210"/>
            <a:ext cx="10179600" cy="622200"/>
          </a:xfrm>
          <a:prstGeom prst="roundRect">
            <a:avLst>
              <a:gd fmla="val 26163" name="adj"/>
            </a:avLst>
          </a:prstGeom>
          <a:solidFill>
            <a:srgbClr val="06192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025" name="Google Shape;2025;g38b88470f6c_2_2188"/>
          <p:cNvSpPr txBox="1"/>
          <p:nvPr>
            <p:ph idx="1" type="body"/>
          </p:nvPr>
        </p:nvSpPr>
        <p:spPr>
          <a:xfrm>
            <a:off x="409575" y="347725"/>
            <a:ext cx="4602300" cy="1437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026" name="Google Shape;2026;g38b88470f6c_2_2188"/>
          <p:cNvSpPr txBox="1"/>
          <p:nvPr>
            <p:ph idx="3" type="body"/>
          </p:nvPr>
        </p:nvSpPr>
        <p:spPr>
          <a:xfrm>
            <a:off x="1338902" y="5977473"/>
            <a:ext cx="9680400" cy="4614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2027" name="Google Shape;2027;g38b88470f6c_2_2188">
            <a:hlinkClick action="ppaction://hlinkshowjump?jump=nextslide"/>
          </p:cNvPr>
          <p:cNvPicPr preferRelativeResize="0"/>
          <p:nvPr/>
        </p:nvPicPr>
        <p:blipFill rotWithShape="1">
          <a:blip r:embed="rId2">
            <a:alphaModFix/>
          </a:blip>
          <a:srcRect b="0" l="0" r="0" t="0"/>
          <a:stretch/>
        </p:blipFill>
        <p:spPr>
          <a:xfrm>
            <a:off x="10853427" y="3445697"/>
            <a:ext cx="598343" cy="1058124"/>
          </a:xfrm>
          <a:prstGeom prst="rect">
            <a:avLst/>
          </a:prstGeom>
          <a:noFill/>
          <a:ln>
            <a:noFill/>
          </a:ln>
        </p:spPr>
      </p:pic>
      <p:pic>
        <p:nvPicPr>
          <p:cNvPr id="2028" name="Google Shape;2028;g38b88470f6c_2_2188">
            <a:hlinkClick action="ppaction://hlinkshowjump?jump=previousslide"/>
          </p:cNvPr>
          <p:cNvPicPr preferRelativeResize="0"/>
          <p:nvPr/>
        </p:nvPicPr>
        <p:blipFill rotWithShape="1">
          <a:blip r:embed="rId3">
            <a:alphaModFix/>
          </a:blip>
          <a:srcRect b="0" l="0" r="0" t="0"/>
          <a:stretch/>
        </p:blipFill>
        <p:spPr>
          <a:xfrm flipH="1" rot="10800000">
            <a:off x="736648" y="3445697"/>
            <a:ext cx="601925" cy="1058124"/>
          </a:xfrm>
          <a:prstGeom prst="rect">
            <a:avLst/>
          </a:prstGeom>
          <a:noFill/>
          <a:ln>
            <a:noFill/>
          </a:ln>
        </p:spPr>
      </p:pic>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_1st_Keywords">
  <p:cSld name="Learn_1st_Keywords">
    <p:spTree>
      <p:nvGrpSpPr>
        <p:cNvPr id="2029" name="Shape 2029"/>
        <p:cNvGrpSpPr/>
        <p:nvPr/>
      </p:nvGrpSpPr>
      <p:grpSpPr>
        <a:xfrm>
          <a:off x="0" y="0"/>
          <a:ext cx="0" cy="0"/>
          <a:chOff x="0" y="0"/>
          <a:chExt cx="0" cy="0"/>
        </a:xfrm>
      </p:grpSpPr>
      <p:sp>
        <p:nvSpPr>
          <p:cNvPr id="2030" name="Google Shape;2030;g38b88470f6c_2_2195"/>
          <p:cNvSpPr/>
          <p:nvPr>
            <p:ph idx="2" type="pic"/>
          </p:nvPr>
        </p:nvSpPr>
        <p:spPr>
          <a:xfrm>
            <a:off x="2476500" y="1982961"/>
            <a:ext cx="7239000" cy="3767700"/>
          </a:xfrm>
          <a:prstGeom prst="rect">
            <a:avLst/>
          </a:prstGeom>
          <a:noFill/>
          <a:ln>
            <a:noFill/>
          </a:ln>
        </p:spPr>
      </p:sp>
      <p:sp>
        <p:nvSpPr>
          <p:cNvPr id="2031" name="Google Shape;2031;g38b88470f6c_2_2195"/>
          <p:cNvSpPr txBox="1"/>
          <p:nvPr>
            <p:ph idx="1" type="body"/>
          </p:nvPr>
        </p:nvSpPr>
        <p:spPr>
          <a:xfrm>
            <a:off x="409575" y="347725"/>
            <a:ext cx="4602300" cy="1437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032" name="Google Shape;2032;g38b88470f6c_2_2195"/>
          <p:cNvSpPr/>
          <p:nvPr/>
        </p:nvSpPr>
        <p:spPr>
          <a:xfrm>
            <a:off x="458852" y="5888209"/>
            <a:ext cx="3306300" cy="622200"/>
          </a:xfrm>
          <a:prstGeom prst="roundRect">
            <a:avLst>
              <a:gd fmla="val 28230" name="adj"/>
            </a:avLst>
          </a:prstGeom>
          <a:solidFill>
            <a:srgbClr val="06192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033" name="Google Shape;2033;g38b88470f6c_2_2195"/>
          <p:cNvSpPr/>
          <p:nvPr/>
        </p:nvSpPr>
        <p:spPr>
          <a:xfrm>
            <a:off x="4442847" y="5888209"/>
            <a:ext cx="3306300" cy="622200"/>
          </a:xfrm>
          <a:prstGeom prst="roundRect">
            <a:avLst>
              <a:gd fmla="val 28230" name="adj"/>
            </a:avLst>
          </a:prstGeom>
          <a:solidFill>
            <a:srgbClr val="06192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034" name="Google Shape;2034;g38b88470f6c_2_2195"/>
          <p:cNvSpPr/>
          <p:nvPr/>
        </p:nvSpPr>
        <p:spPr>
          <a:xfrm>
            <a:off x="8426842" y="5888209"/>
            <a:ext cx="3306300" cy="622200"/>
          </a:xfrm>
          <a:prstGeom prst="roundRect">
            <a:avLst>
              <a:gd fmla="val 28230" name="adj"/>
            </a:avLst>
          </a:prstGeom>
          <a:solidFill>
            <a:srgbClr val="06192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035" name="Google Shape;2035;g38b88470f6c_2_2195"/>
          <p:cNvSpPr txBox="1"/>
          <p:nvPr>
            <p:ph idx="3" type="body"/>
          </p:nvPr>
        </p:nvSpPr>
        <p:spPr>
          <a:xfrm>
            <a:off x="673100" y="5968528"/>
            <a:ext cx="2876100" cy="4614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036" name="Google Shape;2036;g38b88470f6c_2_2195"/>
          <p:cNvSpPr txBox="1"/>
          <p:nvPr>
            <p:ph idx="4" type="body"/>
          </p:nvPr>
        </p:nvSpPr>
        <p:spPr>
          <a:xfrm>
            <a:off x="4657994" y="5968528"/>
            <a:ext cx="2876100" cy="4614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037" name="Google Shape;2037;g38b88470f6c_2_2195"/>
          <p:cNvSpPr txBox="1"/>
          <p:nvPr>
            <p:ph idx="5" type="body"/>
          </p:nvPr>
        </p:nvSpPr>
        <p:spPr>
          <a:xfrm>
            <a:off x="8642888" y="5968528"/>
            <a:ext cx="2876100" cy="4614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2038" name="Google Shape;2038;g38b88470f6c_2_2195">
            <a:hlinkClick action="ppaction://hlinkshowjump?jump=nextslide"/>
          </p:cNvPr>
          <p:cNvPicPr preferRelativeResize="0"/>
          <p:nvPr/>
        </p:nvPicPr>
        <p:blipFill rotWithShape="1">
          <a:blip r:embed="rId2">
            <a:alphaModFix/>
          </a:blip>
          <a:srcRect b="0" l="0" r="0" t="0"/>
          <a:stretch/>
        </p:blipFill>
        <p:spPr>
          <a:xfrm>
            <a:off x="10853427" y="3445697"/>
            <a:ext cx="598343" cy="1058124"/>
          </a:xfrm>
          <a:prstGeom prst="rect">
            <a:avLst/>
          </a:prstGeom>
          <a:noFill/>
          <a:ln>
            <a:noFill/>
          </a:ln>
        </p:spPr>
      </p:pic>
    </p:spTree>
  </p:cSld>
  <p:clrMapOvr>
    <a:masterClrMapping/>
  </p:clrMapOvr>
  <p:transition spd="slow">
    <p:push/>
  </p:transition>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_Keywords">
  <p:cSld name="Learn_Keywords">
    <p:spTree>
      <p:nvGrpSpPr>
        <p:cNvPr id="2039" name="Shape 2039"/>
        <p:cNvGrpSpPr/>
        <p:nvPr/>
      </p:nvGrpSpPr>
      <p:grpSpPr>
        <a:xfrm>
          <a:off x="0" y="0"/>
          <a:ext cx="0" cy="0"/>
          <a:chOff x="0" y="0"/>
          <a:chExt cx="0" cy="0"/>
        </a:xfrm>
      </p:grpSpPr>
      <p:sp>
        <p:nvSpPr>
          <p:cNvPr id="2040" name="Google Shape;2040;g38b88470f6c_2_2205"/>
          <p:cNvSpPr/>
          <p:nvPr>
            <p:ph idx="2" type="pic"/>
          </p:nvPr>
        </p:nvSpPr>
        <p:spPr>
          <a:xfrm>
            <a:off x="2476500" y="1982961"/>
            <a:ext cx="7239000" cy="3767700"/>
          </a:xfrm>
          <a:prstGeom prst="rect">
            <a:avLst/>
          </a:prstGeom>
          <a:noFill/>
          <a:ln>
            <a:noFill/>
          </a:ln>
        </p:spPr>
      </p:sp>
      <p:sp>
        <p:nvSpPr>
          <p:cNvPr id="2041" name="Google Shape;2041;g38b88470f6c_2_2205"/>
          <p:cNvSpPr txBox="1"/>
          <p:nvPr>
            <p:ph idx="1" type="body"/>
          </p:nvPr>
        </p:nvSpPr>
        <p:spPr>
          <a:xfrm>
            <a:off x="409575" y="347725"/>
            <a:ext cx="4602300" cy="1437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042" name="Google Shape;2042;g38b88470f6c_2_2205"/>
          <p:cNvSpPr/>
          <p:nvPr/>
        </p:nvSpPr>
        <p:spPr>
          <a:xfrm>
            <a:off x="458852" y="5888209"/>
            <a:ext cx="3306300" cy="622200"/>
          </a:xfrm>
          <a:prstGeom prst="roundRect">
            <a:avLst>
              <a:gd fmla="val 28230" name="adj"/>
            </a:avLst>
          </a:prstGeom>
          <a:solidFill>
            <a:srgbClr val="06192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043" name="Google Shape;2043;g38b88470f6c_2_2205"/>
          <p:cNvSpPr/>
          <p:nvPr/>
        </p:nvSpPr>
        <p:spPr>
          <a:xfrm>
            <a:off x="4442847" y="5888209"/>
            <a:ext cx="3306300" cy="622200"/>
          </a:xfrm>
          <a:prstGeom prst="roundRect">
            <a:avLst>
              <a:gd fmla="val 28230" name="adj"/>
            </a:avLst>
          </a:prstGeom>
          <a:solidFill>
            <a:srgbClr val="06192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044" name="Google Shape;2044;g38b88470f6c_2_2205"/>
          <p:cNvSpPr/>
          <p:nvPr/>
        </p:nvSpPr>
        <p:spPr>
          <a:xfrm>
            <a:off x="8426842" y="5888209"/>
            <a:ext cx="3306300" cy="622200"/>
          </a:xfrm>
          <a:prstGeom prst="roundRect">
            <a:avLst>
              <a:gd fmla="val 28230" name="adj"/>
            </a:avLst>
          </a:prstGeom>
          <a:solidFill>
            <a:srgbClr val="06192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045" name="Google Shape;2045;g38b88470f6c_2_2205"/>
          <p:cNvSpPr txBox="1"/>
          <p:nvPr>
            <p:ph idx="3" type="body"/>
          </p:nvPr>
        </p:nvSpPr>
        <p:spPr>
          <a:xfrm>
            <a:off x="673100" y="5968528"/>
            <a:ext cx="2876100" cy="4614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046" name="Google Shape;2046;g38b88470f6c_2_2205"/>
          <p:cNvSpPr txBox="1"/>
          <p:nvPr>
            <p:ph idx="4" type="body"/>
          </p:nvPr>
        </p:nvSpPr>
        <p:spPr>
          <a:xfrm>
            <a:off x="4657994" y="5968528"/>
            <a:ext cx="2876100" cy="4614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047" name="Google Shape;2047;g38b88470f6c_2_2205"/>
          <p:cNvSpPr txBox="1"/>
          <p:nvPr>
            <p:ph idx="5" type="body"/>
          </p:nvPr>
        </p:nvSpPr>
        <p:spPr>
          <a:xfrm>
            <a:off x="8642888" y="5968528"/>
            <a:ext cx="2876100" cy="4614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F5B80B"/>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2048" name="Google Shape;2048;g38b88470f6c_2_2205">
            <a:hlinkClick action="ppaction://hlinkshowjump?jump=nextslide"/>
          </p:cNvPr>
          <p:cNvPicPr preferRelativeResize="0"/>
          <p:nvPr/>
        </p:nvPicPr>
        <p:blipFill rotWithShape="1">
          <a:blip r:embed="rId2">
            <a:alphaModFix/>
          </a:blip>
          <a:srcRect b="0" l="0" r="0" t="0"/>
          <a:stretch/>
        </p:blipFill>
        <p:spPr>
          <a:xfrm>
            <a:off x="10853427" y="3445697"/>
            <a:ext cx="598343" cy="1058124"/>
          </a:xfrm>
          <a:prstGeom prst="rect">
            <a:avLst/>
          </a:prstGeom>
          <a:noFill/>
          <a:ln>
            <a:noFill/>
          </a:ln>
        </p:spPr>
      </p:pic>
      <p:pic>
        <p:nvPicPr>
          <p:cNvPr id="2049" name="Google Shape;2049;g38b88470f6c_2_2205">
            <a:hlinkClick action="ppaction://hlinkshowjump?jump=previousslide"/>
          </p:cNvPr>
          <p:cNvPicPr preferRelativeResize="0"/>
          <p:nvPr/>
        </p:nvPicPr>
        <p:blipFill rotWithShape="1">
          <a:blip r:embed="rId3">
            <a:alphaModFix/>
          </a:blip>
          <a:srcRect b="0" l="0" r="0" t="0"/>
          <a:stretch/>
        </p:blipFill>
        <p:spPr>
          <a:xfrm flipH="1" rot="10800000">
            <a:off x="736648" y="3445697"/>
            <a:ext cx="601925" cy="1058124"/>
          </a:xfrm>
          <a:prstGeom prst="rect">
            <a:avLst/>
          </a:prstGeom>
          <a:noFill/>
          <a:ln>
            <a:noFill/>
          </a:ln>
        </p:spPr>
      </p:pic>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WA">
  <p:cSld name="Comparison-WA">
    <p:spTree>
      <p:nvGrpSpPr>
        <p:cNvPr id="2050" name="Shape 2050"/>
        <p:cNvGrpSpPr/>
        <p:nvPr/>
      </p:nvGrpSpPr>
      <p:grpSpPr>
        <a:xfrm>
          <a:off x="0" y="0"/>
          <a:ext cx="0" cy="0"/>
          <a:chOff x="0" y="0"/>
          <a:chExt cx="0" cy="0"/>
        </a:xfrm>
      </p:grpSpPr>
      <p:sp>
        <p:nvSpPr>
          <p:cNvPr id="2051" name="Google Shape;2051;g38b88470f6c_2_2216"/>
          <p:cNvSpPr/>
          <p:nvPr/>
        </p:nvSpPr>
        <p:spPr>
          <a:xfrm>
            <a:off x="7139332" y="5105400"/>
            <a:ext cx="4580188" cy="1143436"/>
          </a:xfrm>
          <a:prstGeom prst="flowChartManualInpu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052" name="Google Shape;2052;g38b88470f6c_2_2216"/>
          <p:cNvSpPr/>
          <p:nvPr/>
        </p:nvSpPr>
        <p:spPr>
          <a:xfrm>
            <a:off x="5588000" y="-3009900"/>
            <a:ext cx="1016100" cy="9334500"/>
          </a:xfrm>
          <a:prstGeom prst="ellipse">
            <a:avLst/>
          </a:prstGeom>
          <a:solidFill>
            <a:schemeClr val="dk1">
              <a:alpha val="2824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053" name="Google Shape;2053;g38b88470f6c_2_2216"/>
          <p:cNvGrpSpPr/>
          <p:nvPr/>
        </p:nvGrpSpPr>
        <p:grpSpPr>
          <a:xfrm>
            <a:off x="4736945" y="4926810"/>
            <a:ext cx="2896817" cy="2898554"/>
            <a:chOff x="4460241" y="4926810"/>
            <a:chExt cx="2896817" cy="2898554"/>
          </a:xfrm>
        </p:grpSpPr>
        <p:sp>
          <p:nvSpPr>
            <p:cNvPr id="2054" name="Google Shape;2054;g38b88470f6c_2_2216"/>
            <p:cNvSpPr txBox="1"/>
            <p:nvPr/>
          </p:nvSpPr>
          <p:spPr>
            <a:xfrm>
              <a:off x="4460241" y="4926810"/>
              <a:ext cx="2522100" cy="264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0" i="0" lang="en-US" sz="9600" u="none" cap="none" strike="noStrike">
                  <a:solidFill>
                    <a:schemeClr val="dk1"/>
                  </a:solidFill>
                  <a:latin typeface="Arial"/>
                  <a:ea typeface="Arial"/>
                  <a:cs typeface="Arial"/>
                  <a:sym typeface="Arial"/>
                </a:rPr>
                <a:t>V</a:t>
              </a:r>
              <a:endParaRPr b="0" i="0" sz="1400" u="none" cap="none" strike="noStrike">
                <a:solidFill>
                  <a:srgbClr val="000000"/>
                </a:solidFill>
                <a:latin typeface="Arial"/>
                <a:ea typeface="Arial"/>
                <a:cs typeface="Arial"/>
                <a:sym typeface="Arial"/>
              </a:endParaRPr>
            </a:p>
          </p:txBody>
        </p:sp>
        <p:sp>
          <p:nvSpPr>
            <p:cNvPr id="2055" name="Google Shape;2055;g38b88470f6c_2_2216"/>
            <p:cNvSpPr txBox="1"/>
            <p:nvPr/>
          </p:nvSpPr>
          <p:spPr>
            <a:xfrm>
              <a:off x="4834958" y="5181164"/>
              <a:ext cx="2522100" cy="264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0" i="0" lang="en-US" sz="9600" u="none" cap="none" strike="noStrike">
                  <a:solidFill>
                    <a:schemeClr val="dk1"/>
                  </a:solidFill>
                  <a:latin typeface="Arial"/>
                  <a:ea typeface="Arial"/>
                  <a:cs typeface="Arial"/>
                  <a:sym typeface="Arial"/>
                </a:rPr>
                <a:t>s</a:t>
              </a:r>
              <a:endParaRPr b="0" i="0" sz="1400" u="none" cap="none" strike="noStrike">
                <a:solidFill>
                  <a:srgbClr val="000000"/>
                </a:solidFill>
                <a:latin typeface="Arial"/>
                <a:ea typeface="Arial"/>
                <a:cs typeface="Arial"/>
                <a:sym typeface="Arial"/>
              </a:endParaRPr>
            </a:p>
          </p:txBody>
        </p:sp>
      </p:grpSp>
      <p:sp>
        <p:nvSpPr>
          <p:cNvPr id="2056" name="Google Shape;2056;g38b88470f6c_2_2216"/>
          <p:cNvSpPr/>
          <p:nvPr/>
        </p:nvSpPr>
        <p:spPr>
          <a:xfrm flipH="1">
            <a:off x="472480" y="5105400"/>
            <a:ext cx="4580188" cy="1143436"/>
          </a:xfrm>
          <a:prstGeom prst="flowChartManualInpu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F3F3F"/>
              </a:solidFill>
              <a:latin typeface="Quicksand"/>
              <a:ea typeface="Quicksand"/>
              <a:cs typeface="Quicksand"/>
              <a:sym typeface="Quicksand"/>
            </a:endParaRPr>
          </a:p>
        </p:txBody>
      </p:sp>
      <p:sp>
        <p:nvSpPr>
          <p:cNvPr id="2057" name="Google Shape;2057;g38b88470f6c_2_2216"/>
          <p:cNvSpPr txBox="1"/>
          <p:nvPr>
            <p:ph idx="1" type="body"/>
          </p:nvPr>
        </p:nvSpPr>
        <p:spPr>
          <a:xfrm>
            <a:off x="472480" y="5361232"/>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3600"/>
              <a:buFont typeface="Arial"/>
              <a:buNone/>
              <a:defRPr b="0" i="0" sz="3600" u="none" cap="none" strike="noStrike">
                <a:solidFill>
                  <a:srgbClr val="3F3F3F"/>
                </a:solidFill>
                <a:latin typeface="Quicksand SemiBold"/>
                <a:ea typeface="Quicksand SemiBold"/>
                <a:cs typeface="Quicksand SemiBold"/>
                <a:sym typeface="Quicksand SemiBol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058" name="Google Shape;2058;g38b88470f6c_2_2216"/>
          <p:cNvSpPr txBox="1"/>
          <p:nvPr>
            <p:ph idx="2" type="body"/>
          </p:nvPr>
        </p:nvSpPr>
        <p:spPr>
          <a:xfrm>
            <a:off x="7139332" y="5361232"/>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3600"/>
              <a:buFont typeface="Arial"/>
              <a:buNone/>
              <a:defRPr b="0" i="0" sz="3600" u="none" cap="none" strike="noStrike">
                <a:solidFill>
                  <a:srgbClr val="3F3F3F"/>
                </a:solidFill>
                <a:latin typeface="Quicksand SemiBold"/>
                <a:ea typeface="Quicksand SemiBold"/>
                <a:cs typeface="Quicksand SemiBold"/>
                <a:sym typeface="Quicksand SemiBol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059" name="Google Shape;2059;g38b88470f6c_2_2216"/>
          <p:cNvSpPr txBox="1"/>
          <p:nvPr>
            <p:ph idx="3" type="body"/>
          </p:nvPr>
        </p:nvSpPr>
        <p:spPr>
          <a:xfrm>
            <a:off x="621905" y="448078"/>
            <a:ext cx="4279800" cy="4389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800"/>
              <a:buFont typeface="Arial"/>
              <a:buNone/>
              <a:defRPr b="0" i="0" sz="2800" u="none" cap="none" strike="noStrike">
                <a:solidFill>
                  <a:schemeClr val="dk1"/>
                </a:solidFill>
                <a:latin typeface="Quicksand SemiBold"/>
                <a:ea typeface="Quicksand SemiBold"/>
                <a:cs typeface="Quicksand SemiBold"/>
                <a:sym typeface="Quicksand SemiBol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060" name="Google Shape;2060;g38b88470f6c_2_2216"/>
          <p:cNvSpPr txBox="1"/>
          <p:nvPr>
            <p:ph idx="4" type="body"/>
          </p:nvPr>
        </p:nvSpPr>
        <p:spPr>
          <a:xfrm>
            <a:off x="7290195" y="448078"/>
            <a:ext cx="4279800" cy="4389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800"/>
              <a:buFont typeface="Arial"/>
              <a:buNone/>
              <a:defRPr b="0" i="0" sz="2800" u="none" cap="none" strike="noStrike">
                <a:solidFill>
                  <a:schemeClr val="dk1"/>
                </a:solidFill>
                <a:latin typeface="Quicksand SemiBold"/>
                <a:ea typeface="Quicksand SemiBold"/>
                <a:cs typeface="Quicksand SemiBold"/>
                <a:sym typeface="Quicksand SemiBol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ergency (questions/discussion/brainstorming)">
  <p:cSld name="Emergency (questions/discussion/brainstorming)">
    <p:spTree>
      <p:nvGrpSpPr>
        <p:cNvPr id="2061" name="Shape 2061"/>
        <p:cNvGrpSpPr/>
        <p:nvPr/>
      </p:nvGrpSpPr>
      <p:grpSpPr>
        <a:xfrm>
          <a:off x="0" y="0"/>
          <a:ext cx="0" cy="0"/>
          <a:chOff x="0" y="0"/>
          <a:chExt cx="0" cy="0"/>
        </a:xfrm>
      </p:grpSpPr>
      <p:sp>
        <p:nvSpPr>
          <p:cNvPr id="2062" name="Google Shape;2062;g38b88470f6c_2_2227"/>
          <p:cNvSpPr/>
          <p:nvPr/>
        </p:nvSpPr>
        <p:spPr>
          <a:xfrm>
            <a:off x="-265471" y="0"/>
            <a:ext cx="12801600" cy="7167600"/>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063" name="Google Shape;2063;g38b88470f6c_2_2227"/>
          <p:cNvSpPr txBox="1"/>
          <p:nvPr/>
        </p:nvSpPr>
        <p:spPr>
          <a:xfrm>
            <a:off x="314037" y="695862"/>
            <a:ext cx="11563800" cy="77499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19900"/>
              <a:buFont typeface="Arial"/>
              <a:buNone/>
            </a:pPr>
            <a:r>
              <a:rPr b="1" i="0" lang="en-US" sz="19900" u="none" cap="none" strike="noStrike">
                <a:solidFill>
                  <a:schemeClr val="dk1"/>
                </a:solidFill>
                <a:latin typeface="Arial"/>
                <a:ea typeface="Arial"/>
                <a:cs typeface="Arial"/>
                <a:sym typeface="Arial"/>
              </a:rPr>
              <a:t>Emergency</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63"/>
                                        </p:tgtEl>
                                        <p:attrNameLst>
                                          <p:attrName>style.visibility</p:attrName>
                                        </p:attrNameLst>
                                      </p:cBhvr>
                                      <p:to>
                                        <p:strVal val="visible"/>
                                      </p:to>
                                    </p:set>
                                    <p:animEffect filter="fade" transition="in">
                                      <p:cBhvr>
                                        <p:cTn dur="500"/>
                                        <p:tgtEl>
                                          <p:spTgt spid="20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Question+pic">
  <p:cSld name="Discussion/Question+pic">
    <p:spTree>
      <p:nvGrpSpPr>
        <p:cNvPr id="2064" name="Shape 2064"/>
        <p:cNvGrpSpPr/>
        <p:nvPr/>
      </p:nvGrpSpPr>
      <p:grpSpPr>
        <a:xfrm>
          <a:off x="0" y="0"/>
          <a:ext cx="0" cy="0"/>
          <a:chOff x="0" y="0"/>
          <a:chExt cx="0" cy="0"/>
        </a:xfrm>
      </p:grpSpPr>
      <p:grpSp>
        <p:nvGrpSpPr>
          <p:cNvPr id="2065" name="Google Shape;2065;g38b88470f6c_2_2230"/>
          <p:cNvGrpSpPr/>
          <p:nvPr/>
        </p:nvGrpSpPr>
        <p:grpSpPr>
          <a:xfrm>
            <a:off x="5803721" y="1118298"/>
            <a:ext cx="5561352" cy="5357067"/>
            <a:chOff x="7462727" y="2117289"/>
            <a:chExt cx="4121046" cy="3969668"/>
          </a:xfrm>
        </p:grpSpPr>
        <p:sp>
          <p:nvSpPr>
            <p:cNvPr id="2066" name="Google Shape;2066;g38b88470f6c_2_2230"/>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067" name="Google Shape;2067;g38b88470f6c_2_2230"/>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2068" name="Google Shape;2068;g38b88470f6c_2_2230"/>
          <p:cNvGrpSpPr/>
          <p:nvPr/>
        </p:nvGrpSpPr>
        <p:grpSpPr>
          <a:xfrm rot="-3106431">
            <a:off x="5586245" y="948753"/>
            <a:ext cx="5561179" cy="5356900"/>
            <a:chOff x="7462727" y="2117289"/>
            <a:chExt cx="4121046" cy="3969668"/>
          </a:xfrm>
        </p:grpSpPr>
        <p:sp>
          <p:nvSpPr>
            <p:cNvPr id="2069" name="Google Shape;2069;g38b88470f6c_2_2230"/>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070" name="Google Shape;2070;g38b88470f6c_2_2230"/>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2071" name="Google Shape;2071;g38b88470f6c_2_2230"/>
          <p:cNvGrpSpPr/>
          <p:nvPr/>
        </p:nvGrpSpPr>
        <p:grpSpPr>
          <a:xfrm rot="-6988776">
            <a:off x="5722405" y="776297"/>
            <a:ext cx="5561222" cy="5356942"/>
            <a:chOff x="7462727" y="2117289"/>
            <a:chExt cx="4121046" cy="3969668"/>
          </a:xfrm>
        </p:grpSpPr>
        <p:sp>
          <p:nvSpPr>
            <p:cNvPr id="2072" name="Google Shape;2072;g38b88470f6c_2_2230"/>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073" name="Google Shape;2073;g38b88470f6c_2_2230"/>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074" name="Google Shape;2074;g38b88470f6c_2_2230"/>
          <p:cNvSpPr/>
          <p:nvPr>
            <p:ph idx="2" type="pic"/>
          </p:nvPr>
        </p:nvSpPr>
        <p:spPr>
          <a:xfrm>
            <a:off x="6188049" y="1305317"/>
            <a:ext cx="4649400" cy="4651500"/>
          </a:xfrm>
          <a:prstGeom prst="ellipse">
            <a:avLst/>
          </a:prstGeom>
          <a:noFill/>
          <a:ln>
            <a:noFill/>
          </a:ln>
        </p:spPr>
      </p:sp>
      <p:sp>
        <p:nvSpPr>
          <p:cNvPr id="2075" name="Google Shape;2075;g38b88470f6c_2_2230"/>
          <p:cNvSpPr txBox="1"/>
          <p:nvPr>
            <p:ph idx="1" type="body"/>
          </p:nvPr>
        </p:nvSpPr>
        <p:spPr>
          <a:xfrm>
            <a:off x="356775" y="537578"/>
            <a:ext cx="5318400" cy="1649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6000"/>
              <a:buFont typeface="Arial"/>
              <a:buNone/>
              <a:defRPr b="0" i="0" sz="6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75"/>
                                        </p:tgtEl>
                                        <p:attrNameLst>
                                          <p:attrName>style.visibility</p:attrName>
                                        </p:attrNameLst>
                                      </p:cBhvr>
                                      <p:to>
                                        <p:strVal val="visible"/>
                                      </p:to>
                                    </p:set>
                                    <p:animEffect filter="fade" transition="in">
                                      <p:cBhvr>
                                        <p:cTn dur="500"/>
                                        <p:tgtEl>
                                          <p:spTgt spid="20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74"/>
                                        </p:tgtEl>
                                        <p:attrNameLst>
                                          <p:attrName>style.visibility</p:attrName>
                                        </p:attrNameLst>
                                      </p:cBhvr>
                                      <p:to>
                                        <p:strVal val="visible"/>
                                      </p:to>
                                    </p:set>
                                    <p:anim calcmode="lin" valueType="num">
                                      <p:cBhvr additive="base">
                                        <p:cTn dur="500"/>
                                        <p:tgtEl>
                                          <p:spTgt spid="207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2065"/>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2068"/>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207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Question">
  <p:cSld name="Discussion/Question">
    <p:spTree>
      <p:nvGrpSpPr>
        <p:cNvPr id="2076" name="Shape 2076"/>
        <p:cNvGrpSpPr/>
        <p:nvPr/>
      </p:nvGrpSpPr>
      <p:grpSpPr>
        <a:xfrm>
          <a:off x="0" y="0"/>
          <a:ext cx="0" cy="0"/>
          <a:chOff x="0" y="0"/>
          <a:chExt cx="0" cy="0"/>
        </a:xfrm>
      </p:grpSpPr>
      <p:grpSp>
        <p:nvGrpSpPr>
          <p:cNvPr id="2077" name="Google Shape;2077;g38b88470f6c_2_2242"/>
          <p:cNvGrpSpPr/>
          <p:nvPr/>
        </p:nvGrpSpPr>
        <p:grpSpPr>
          <a:xfrm>
            <a:off x="5803721" y="1118298"/>
            <a:ext cx="5561352" cy="5357067"/>
            <a:chOff x="7462727" y="2117289"/>
            <a:chExt cx="4121046" cy="3969668"/>
          </a:xfrm>
        </p:grpSpPr>
        <p:sp>
          <p:nvSpPr>
            <p:cNvPr id="2078" name="Google Shape;2078;g38b88470f6c_2_2242"/>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079" name="Google Shape;2079;g38b88470f6c_2_2242"/>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2080" name="Google Shape;2080;g38b88470f6c_2_2242"/>
          <p:cNvGrpSpPr/>
          <p:nvPr/>
        </p:nvGrpSpPr>
        <p:grpSpPr>
          <a:xfrm rot="-3106431">
            <a:off x="5586245" y="948753"/>
            <a:ext cx="5561179" cy="5356900"/>
            <a:chOff x="7462727" y="2117289"/>
            <a:chExt cx="4121046" cy="3969668"/>
          </a:xfrm>
        </p:grpSpPr>
        <p:sp>
          <p:nvSpPr>
            <p:cNvPr id="2081" name="Google Shape;2081;g38b88470f6c_2_2242"/>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082" name="Google Shape;2082;g38b88470f6c_2_2242"/>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2083" name="Google Shape;2083;g38b88470f6c_2_2242"/>
          <p:cNvGrpSpPr/>
          <p:nvPr/>
        </p:nvGrpSpPr>
        <p:grpSpPr>
          <a:xfrm rot="-6988776">
            <a:off x="5722405" y="776297"/>
            <a:ext cx="5561222" cy="5356942"/>
            <a:chOff x="7462727" y="2117289"/>
            <a:chExt cx="4121046" cy="3969668"/>
          </a:xfrm>
        </p:grpSpPr>
        <p:sp>
          <p:nvSpPr>
            <p:cNvPr id="2084" name="Google Shape;2084;g38b88470f6c_2_2242"/>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085" name="Google Shape;2085;g38b88470f6c_2_2242"/>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086" name="Google Shape;2086;g38b88470f6c_2_2242"/>
          <p:cNvSpPr txBox="1"/>
          <p:nvPr>
            <p:ph idx="1" type="body"/>
          </p:nvPr>
        </p:nvSpPr>
        <p:spPr>
          <a:xfrm>
            <a:off x="356775" y="537578"/>
            <a:ext cx="5318400" cy="1649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6000"/>
              <a:buFont typeface="Arial"/>
              <a:buNone/>
              <a:defRPr b="0" i="0" sz="6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087" name="Google Shape;2087;g38b88470f6c_2_2242"/>
          <p:cNvSpPr txBox="1"/>
          <p:nvPr>
            <p:ph idx="2" type="body"/>
          </p:nvPr>
        </p:nvSpPr>
        <p:spPr>
          <a:xfrm>
            <a:off x="6907726" y="2045739"/>
            <a:ext cx="3242100" cy="3045300"/>
          </a:xfrm>
          <a:prstGeom prst="rect">
            <a:avLst/>
          </a:prstGeom>
          <a:noFill/>
          <a:ln>
            <a:noFill/>
          </a:ln>
        </p:spPr>
        <p:txBody>
          <a:bodyPr anchorCtr="0" anchor="t" bIns="45700" lIns="91425" spcFirstLastPara="1" rIns="91425" wrap="square" tIns="45700">
            <a:noAutofit/>
          </a:bodyPr>
          <a:lstStyle>
            <a:lvl1pPr indent="-228600" lvl="0" marL="457200" marR="0" algn="ctr">
              <a:lnSpc>
                <a:spcPct val="150000"/>
              </a:lnSpc>
              <a:spcBef>
                <a:spcPts val="0"/>
              </a:spcBef>
              <a:spcAft>
                <a:spcPts val="0"/>
              </a:spcAft>
              <a:buClr>
                <a:schemeClr val="lt1"/>
              </a:buClr>
              <a:buSzPts val="3200"/>
              <a:buFont typeface="Arial"/>
              <a:buNone/>
              <a:defRPr b="0" i="0" sz="3200" u="none" cap="none" strike="noStrike">
                <a:solidFill>
                  <a:schemeClr val="dk1"/>
                </a:solidFill>
                <a:latin typeface="Quicksand SemiBold"/>
                <a:ea typeface="Quicksand SemiBold"/>
                <a:cs typeface="Quicksand SemiBold"/>
                <a:sym typeface="Quicksand SemiBold"/>
              </a:defRPr>
            </a:lvl1pPr>
            <a:lvl2pPr indent="-330200" lvl="1" marL="914400" marR="0" algn="l">
              <a:lnSpc>
                <a:spcPct val="100000"/>
              </a:lnSpc>
              <a:spcBef>
                <a:spcPts val="15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86"/>
                                        </p:tgtEl>
                                        <p:attrNameLst>
                                          <p:attrName>style.visibility</p:attrName>
                                        </p:attrNameLst>
                                      </p:cBhvr>
                                      <p:to>
                                        <p:strVal val="visible"/>
                                      </p:to>
                                    </p:set>
                                    <p:animEffect filter="fade" transition="in">
                                      <p:cBhvr>
                                        <p:cTn dur="500"/>
                                        <p:tgtEl>
                                          <p:spTgt spid="20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7">
                                            <p:txEl>
                                              <p:pRg end="0" st="0"/>
                                            </p:txEl>
                                          </p:spTgt>
                                        </p:tgtEl>
                                        <p:attrNameLst>
                                          <p:attrName>style.visibility</p:attrName>
                                        </p:attrNameLst>
                                      </p:cBhvr>
                                      <p:to>
                                        <p:strVal val="visible"/>
                                      </p:to>
                                    </p:set>
                                    <p:animEffect filter="fade" transition="in">
                                      <p:cBhvr>
                                        <p:cTn dur="500"/>
                                        <p:tgtEl>
                                          <p:spTgt spid="20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7">
                                            <p:txEl>
                                              <p:pRg end="1" st="1"/>
                                            </p:txEl>
                                          </p:spTgt>
                                        </p:tgtEl>
                                        <p:attrNameLst>
                                          <p:attrName>style.visibility</p:attrName>
                                        </p:attrNameLst>
                                      </p:cBhvr>
                                      <p:to>
                                        <p:strVal val="visible"/>
                                      </p:to>
                                    </p:set>
                                    <p:animEffect filter="fade" transition="in">
                                      <p:cBhvr>
                                        <p:cTn dur="500"/>
                                        <p:tgtEl>
                                          <p:spTgt spid="20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7">
                                            <p:txEl>
                                              <p:pRg end="2" st="2"/>
                                            </p:txEl>
                                          </p:spTgt>
                                        </p:tgtEl>
                                        <p:attrNameLst>
                                          <p:attrName>style.visibility</p:attrName>
                                        </p:attrNameLst>
                                      </p:cBhvr>
                                      <p:to>
                                        <p:strVal val="visible"/>
                                      </p:to>
                                    </p:set>
                                    <p:animEffect filter="fade" transition="in">
                                      <p:cBhvr>
                                        <p:cTn dur="500"/>
                                        <p:tgtEl>
                                          <p:spTgt spid="20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7">
                                            <p:txEl>
                                              <p:pRg end="3" st="3"/>
                                            </p:txEl>
                                          </p:spTgt>
                                        </p:tgtEl>
                                        <p:attrNameLst>
                                          <p:attrName>style.visibility</p:attrName>
                                        </p:attrNameLst>
                                      </p:cBhvr>
                                      <p:to>
                                        <p:strVal val="visible"/>
                                      </p:to>
                                    </p:set>
                                    <p:animEffect filter="fade" transition="in">
                                      <p:cBhvr>
                                        <p:cTn dur="500"/>
                                        <p:tgtEl>
                                          <p:spTgt spid="20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7">
                                            <p:txEl>
                                              <p:pRg end="4" st="4"/>
                                            </p:txEl>
                                          </p:spTgt>
                                        </p:tgtEl>
                                        <p:attrNameLst>
                                          <p:attrName>style.visibility</p:attrName>
                                        </p:attrNameLst>
                                      </p:cBhvr>
                                      <p:to>
                                        <p:strVal val="visible"/>
                                      </p:to>
                                    </p:set>
                                    <p:animEffect filter="fade" transition="in">
                                      <p:cBhvr>
                                        <p:cTn dur="500"/>
                                        <p:tgtEl>
                                          <p:spTgt spid="20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7">
                                            <p:txEl>
                                              <p:pRg end="5" st="5"/>
                                            </p:txEl>
                                          </p:spTgt>
                                        </p:tgtEl>
                                        <p:attrNameLst>
                                          <p:attrName>style.visibility</p:attrName>
                                        </p:attrNameLst>
                                      </p:cBhvr>
                                      <p:to>
                                        <p:strVal val="visible"/>
                                      </p:to>
                                    </p:set>
                                    <p:animEffect filter="fade" transition="in">
                                      <p:cBhvr>
                                        <p:cTn dur="500"/>
                                        <p:tgtEl>
                                          <p:spTgt spid="208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7">
                                            <p:txEl>
                                              <p:pRg end="6" st="6"/>
                                            </p:txEl>
                                          </p:spTgt>
                                        </p:tgtEl>
                                        <p:attrNameLst>
                                          <p:attrName>style.visibility</p:attrName>
                                        </p:attrNameLst>
                                      </p:cBhvr>
                                      <p:to>
                                        <p:strVal val="visible"/>
                                      </p:to>
                                    </p:set>
                                    <p:animEffect filter="fade" transition="in">
                                      <p:cBhvr>
                                        <p:cTn dur="500"/>
                                        <p:tgtEl>
                                          <p:spTgt spid="208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7">
                                            <p:txEl>
                                              <p:pRg end="7" st="7"/>
                                            </p:txEl>
                                          </p:spTgt>
                                        </p:tgtEl>
                                        <p:attrNameLst>
                                          <p:attrName>style.visibility</p:attrName>
                                        </p:attrNameLst>
                                      </p:cBhvr>
                                      <p:to>
                                        <p:strVal val="visible"/>
                                      </p:to>
                                    </p:set>
                                    <p:animEffect filter="fade" transition="in">
                                      <p:cBhvr>
                                        <p:cTn dur="500"/>
                                        <p:tgtEl>
                                          <p:spTgt spid="208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7">
                                            <p:txEl>
                                              <p:pRg end="8" st="8"/>
                                            </p:txEl>
                                          </p:spTgt>
                                        </p:tgtEl>
                                        <p:attrNameLst>
                                          <p:attrName>style.visibility</p:attrName>
                                        </p:attrNameLst>
                                      </p:cBhvr>
                                      <p:to>
                                        <p:strVal val="visible"/>
                                      </p:to>
                                    </p:set>
                                    <p:animEffect filter="fade" transition="in">
                                      <p:cBhvr>
                                        <p:cTn dur="500"/>
                                        <p:tgtEl>
                                          <p:spTgt spid="208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2077"/>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2080"/>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2083"/>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1st Q&amp;A">
  <p:cSld name="1_1st Q&amp;A">
    <p:spTree>
      <p:nvGrpSpPr>
        <p:cNvPr id="2088" name="Shape 2088"/>
        <p:cNvGrpSpPr/>
        <p:nvPr/>
      </p:nvGrpSpPr>
      <p:grpSpPr>
        <a:xfrm>
          <a:off x="0" y="0"/>
          <a:ext cx="0" cy="0"/>
          <a:chOff x="0" y="0"/>
          <a:chExt cx="0" cy="0"/>
        </a:xfrm>
      </p:grpSpPr>
      <p:pic>
        <p:nvPicPr>
          <p:cNvPr id="2089" name="Google Shape;2089;g38b88470f6c_2_2254"/>
          <p:cNvPicPr preferRelativeResize="0"/>
          <p:nvPr/>
        </p:nvPicPr>
        <p:blipFill rotWithShape="1">
          <a:blip r:embed="rId2">
            <a:alphaModFix/>
          </a:blip>
          <a:srcRect b="0" l="0" r="0" t="0"/>
          <a:stretch/>
        </p:blipFill>
        <p:spPr>
          <a:xfrm>
            <a:off x="3344928" y="2213751"/>
            <a:ext cx="5676167" cy="3297160"/>
          </a:xfrm>
          <a:prstGeom prst="rect">
            <a:avLst/>
          </a:prstGeom>
          <a:noFill/>
          <a:ln>
            <a:noFill/>
          </a:ln>
        </p:spPr>
      </p:pic>
      <p:pic>
        <p:nvPicPr>
          <p:cNvPr id="2090" name="Google Shape;2090;g38b88470f6c_2_2254"/>
          <p:cNvPicPr preferRelativeResize="0"/>
          <p:nvPr/>
        </p:nvPicPr>
        <p:blipFill rotWithShape="1">
          <a:blip r:embed="rId3">
            <a:alphaModFix/>
          </a:blip>
          <a:srcRect b="0" l="0" r="0" t="0"/>
          <a:stretch/>
        </p:blipFill>
        <p:spPr>
          <a:xfrm>
            <a:off x="185221" y="412824"/>
            <a:ext cx="2304016" cy="834212"/>
          </a:xfrm>
          <a:prstGeom prst="rect">
            <a:avLst/>
          </a:prstGeom>
          <a:noFill/>
          <a:ln>
            <a:noFill/>
          </a:ln>
        </p:spPr>
      </p:pic>
      <p:sp>
        <p:nvSpPr>
          <p:cNvPr id="2091" name="Google Shape;2091;g38b88470f6c_2_2254"/>
          <p:cNvSpPr txBox="1"/>
          <p:nvPr/>
        </p:nvSpPr>
        <p:spPr>
          <a:xfrm>
            <a:off x="608418" y="499442"/>
            <a:ext cx="14577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3F3F3F"/>
                </a:solidFill>
                <a:latin typeface="Arial"/>
                <a:ea typeface="Arial"/>
                <a:cs typeface="Arial"/>
                <a:sym typeface="Arial"/>
              </a:rPr>
              <a:t>Q &amp; A</a:t>
            </a:r>
            <a:endParaRPr b="0" i="0" sz="1400" u="none" cap="none" strike="noStrike">
              <a:solidFill>
                <a:srgbClr val="000000"/>
              </a:solidFill>
              <a:latin typeface="Arial"/>
              <a:ea typeface="Arial"/>
              <a:cs typeface="Arial"/>
              <a:sym typeface="Arial"/>
            </a:endParaRPr>
          </a:p>
        </p:txBody>
      </p:sp>
      <p:sp>
        <p:nvSpPr>
          <p:cNvPr id="2092" name="Google Shape;2092;g38b88470f6c_2_2254"/>
          <p:cNvSpPr txBox="1"/>
          <p:nvPr>
            <p:ph idx="1" type="body"/>
          </p:nvPr>
        </p:nvSpPr>
        <p:spPr>
          <a:xfrm>
            <a:off x="3697432" y="2727933"/>
            <a:ext cx="2597700" cy="22353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lt1"/>
                </a:solidFill>
                <a:latin typeface="Quicksand SemiBold"/>
                <a:ea typeface="Quicksand SemiBold"/>
                <a:cs typeface="Quicksand SemiBold"/>
                <a:sym typeface="Quicksand SemiBol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093" name="Google Shape;2093;g38b88470f6c_2_2254"/>
          <p:cNvSpPr/>
          <p:nvPr>
            <p:ph idx="2" type="pic"/>
          </p:nvPr>
        </p:nvSpPr>
        <p:spPr>
          <a:xfrm>
            <a:off x="6295103" y="2940704"/>
            <a:ext cx="2076600" cy="1848000"/>
          </a:xfrm>
          <a:prstGeom prst="rect">
            <a:avLst/>
          </a:prstGeom>
          <a:noFill/>
          <a:ln>
            <a:noFill/>
          </a:ln>
        </p:spPr>
      </p:sp>
      <p:sp>
        <p:nvSpPr>
          <p:cNvPr id="2094" name="Google Shape;2094;g38b88470f6c_2_2254"/>
          <p:cNvSpPr txBox="1"/>
          <p:nvPr>
            <p:ph idx="3" type="body"/>
          </p:nvPr>
        </p:nvSpPr>
        <p:spPr>
          <a:xfrm>
            <a:off x="3170903" y="1084217"/>
            <a:ext cx="5850300" cy="1099500"/>
          </a:xfrm>
          <a:prstGeom prst="rect">
            <a:avLst/>
          </a:prstGeom>
          <a:noFill/>
          <a:ln>
            <a:noFill/>
          </a:ln>
        </p:spPr>
        <p:txBody>
          <a:bodyPr anchorCtr="0" anchor="b"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800"/>
              <a:buFont typeface="Arial"/>
              <a:buNone/>
              <a:defRPr b="0" i="0" sz="28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2095" name="Google Shape;2095;g38b88470f6c_2_2254">
            <a:hlinkClick action="ppaction://hlinkshowjump?jump=nextslide"/>
          </p:cNvPr>
          <p:cNvPicPr preferRelativeResize="0"/>
          <p:nvPr/>
        </p:nvPicPr>
        <p:blipFill rotWithShape="1">
          <a:blip r:embed="rId4">
            <a:alphaModFix/>
          </a:blip>
          <a:srcRect b="0" l="0" r="0" t="0"/>
          <a:stretch/>
        </p:blipFill>
        <p:spPr>
          <a:xfrm>
            <a:off x="9438428" y="3409680"/>
            <a:ext cx="598343" cy="1058124"/>
          </a:xfrm>
          <a:prstGeom prst="rect">
            <a:avLst/>
          </a:prstGeom>
          <a:noFill/>
          <a:ln>
            <a:noFill/>
          </a:ln>
        </p:spPr>
      </p:pic>
      <p:pic>
        <p:nvPicPr>
          <p:cNvPr id="2096" name="Google Shape;2096;g38b88470f6c_2_2254"/>
          <p:cNvPicPr preferRelativeResize="0"/>
          <p:nvPr/>
        </p:nvPicPr>
        <p:blipFill rotWithShape="1">
          <a:blip r:embed="rId5">
            <a:alphaModFix/>
          </a:blip>
          <a:srcRect b="0" l="0" r="0" t="0"/>
          <a:stretch/>
        </p:blipFill>
        <p:spPr>
          <a:xfrm>
            <a:off x="10733465" y="4271491"/>
            <a:ext cx="715585" cy="101374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2">
                                            <p:txEl>
                                              <p:pRg end="0" st="0"/>
                                            </p:txEl>
                                          </p:spTgt>
                                        </p:tgtEl>
                                        <p:attrNameLst>
                                          <p:attrName>style.visibility</p:attrName>
                                        </p:attrNameLst>
                                      </p:cBhvr>
                                      <p:to>
                                        <p:strVal val="visible"/>
                                      </p:to>
                                    </p:set>
                                    <p:animEffect filter="fade" transition="in">
                                      <p:cBhvr>
                                        <p:cTn dur="500"/>
                                        <p:tgtEl>
                                          <p:spTgt spid="20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2">
                                            <p:txEl>
                                              <p:pRg end="1" st="1"/>
                                            </p:txEl>
                                          </p:spTgt>
                                        </p:tgtEl>
                                        <p:attrNameLst>
                                          <p:attrName>style.visibility</p:attrName>
                                        </p:attrNameLst>
                                      </p:cBhvr>
                                      <p:to>
                                        <p:strVal val="visible"/>
                                      </p:to>
                                    </p:set>
                                    <p:animEffect filter="fade" transition="in">
                                      <p:cBhvr>
                                        <p:cTn dur="500"/>
                                        <p:tgtEl>
                                          <p:spTgt spid="20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2">
                                            <p:txEl>
                                              <p:pRg end="2" st="2"/>
                                            </p:txEl>
                                          </p:spTgt>
                                        </p:tgtEl>
                                        <p:attrNameLst>
                                          <p:attrName>style.visibility</p:attrName>
                                        </p:attrNameLst>
                                      </p:cBhvr>
                                      <p:to>
                                        <p:strVal val="visible"/>
                                      </p:to>
                                    </p:set>
                                    <p:animEffect filter="fade" transition="in">
                                      <p:cBhvr>
                                        <p:cTn dur="500"/>
                                        <p:tgtEl>
                                          <p:spTgt spid="20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2">
                                            <p:txEl>
                                              <p:pRg end="3" st="3"/>
                                            </p:txEl>
                                          </p:spTgt>
                                        </p:tgtEl>
                                        <p:attrNameLst>
                                          <p:attrName>style.visibility</p:attrName>
                                        </p:attrNameLst>
                                      </p:cBhvr>
                                      <p:to>
                                        <p:strVal val="visible"/>
                                      </p:to>
                                    </p:set>
                                    <p:animEffect filter="fade" transition="in">
                                      <p:cBhvr>
                                        <p:cTn dur="500"/>
                                        <p:tgtEl>
                                          <p:spTgt spid="209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2">
                                            <p:txEl>
                                              <p:pRg end="4" st="4"/>
                                            </p:txEl>
                                          </p:spTgt>
                                        </p:tgtEl>
                                        <p:attrNameLst>
                                          <p:attrName>style.visibility</p:attrName>
                                        </p:attrNameLst>
                                      </p:cBhvr>
                                      <p:to>
                                        <p:strVal val="visible"/>
                                      </p:to>
                                    </p:set>
                                    <p:animEffect filter="fade" transition="in">
                                      <p:cBhvr>
                                        <p:cTn dur="500"/>
                                        <p:tgtEl>
                                          <p:spTgt spid="209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2">
                                            <p:txEl>
                                              <p:pRg end="5" st="5"/>
                                            </p:txEl>
                                          </p:spTgt>
                                        </p:tgtEl>
                                        <p:attrNameLst>
                                          <p:attrName>style.visibility</p:attrName>
                                        </p:attrNameLst>
                                      </p:cBhvr>
                                      <p:to>
                                        <p:strVal val="visible"/>
                                      </p:to>
                                    </p:set>
                                    <p:animEffect filter="fade" transition="in">
                                      <p:cBhvr>
                                        <p:cTn dur="500"/>
                                        <p:tgtEl>
                                          <p:spTgt spid="209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2">
                                            <p:txEl>
                                              <p:pRg end="6" st="6"/>
                                            </p:txEl>
                                          </p:spTgt>
                                        </p:tgtEl>
                                        <p:attrNameLst>
                                          <p:attrName>style.visibility</p:attrName>
                                        </p:attrNameLst>
                                      </p:cBhvr>
                                      <p:to>
                                        <p:strVal val="visible"/>
                                      </p:to>
                                    </p:set>
                                    <p:animEffect filter="fade" transition="in">
                                      <p:cBhvr>
                                        <p:cTn dur="500"/>
                                        <p:tgtEl>
                                          <p:spTgt spid="209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2">
                                            <p:txEl>
                                              <p:pRg end="7" st="7"/>
                                            </p:txEl>
                                          </p:spTgt>
                                        </p:tgtEl>
                                        <p:attrNameLst>
                                          <p:attrName>style.visibility</p:attrName>
                                        </p:attrNameLst>
                                      </p:cBhvr>
                                      <p:to>
                                        <p:strVal val="visible"/>
                                      </p:to>
                                    </p:set>
                                    <p:animEffect filter="fade" transition="in">
                                      <p:cBhvr>
                                        <p:cTn dur="500"/>
                                        <p:tgtEl>
                                          <p:spTgt spid="209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2">
                                            <p:txEl>
                                              <p:pRg end="8" st="8"/>
                                            </p:txEl>
                                          </p:spTgt>
                                        </p:tgtEl>
                                        <p:attrNameLst>
                                          <p:attrName>style.visibility</p:attrName>
                                        </p:attrNameLst>
                                      </p:cBhvr>
                                      <p:to>
                                        <p:strVal val="visible"/>
                                      </p:to>
                                    </p:set>
                                    <p:animEffect filter="fade" transition="in">
                                      <p:cBhvr>
                                        <p:cTn dur="500"/>
                                        <p:tgtEl>
                                          <p:spTgt spid="209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3"/>
                                        </p:tgtEl>
                                        <p:attrNameLst>
                                          <p:attrName>style.visibility</p:attrName>
                                        </p:attrNameLst>
                                      </p:cBhvr>
                                      <p:to>
                                        <p:strVal val="visible"/>
                                      </p:to>
                                    </p:set>
                                    <p:animEffect filter="fade" transition="in">
                                      <p:cBhvr>
                                        <p:cTn dur="500"/>
                                        <p:tgtEl>
                                          <p:spTgt spid="20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p:cSld name="Q&amp;A">
    <p:spTree>
      <p:nvGrpSpPr>
        <p:cNvPr id="2097" name="Shape 2097"/>
        <p:cNvGrpSpPr/>
        <p:nvPr/>
      </p:nvGrpSpPr>
      <p:grpSpPr>
        <a:xfrm>
          <a:off x="0" y="0"/>
          <a:ext cx="0" cy="0"/>
          <a:chOff x="0" y="0"/>
          <a:chExt cx="0" cy="0"/>
        </a:xfrm>
      </p:grpSpPr>
      <p:pic>
        <p:nvPicPr>
          <p:cNvPr id="2098" name="Google Shape;2098;g38b88470f6c_2_2263"/>
          <p:cNvPicPr preferRelativeResize="0"/>
          <p:nvPr/>
        </p:nvPicPr>
        <p:blipFill rotWithShape="1">
          <a:blip r:embed="rId2">
            <a:alphaModFix/>
          </a:blip>
          <a:srcRect b="0" l="0" r="0" t="0"/>
          <a:stretch/>
        </p:blipFill>
        <p:spPr>
          <a:xfrm>
            <a:off x="10733465" y="4271491"/>
            <a:ext cx="715585" cy="1013745"/>
          </a:xfrm>
          <a:prstGeom prst="rect">
            <a:avLst/>
          </a:prstGeom>
          <a:noFill/>
          <a:ln>
            <a:noFill/>
          </a:ln>
        </p:spPr>
      </p:pic>
      <p:pic>
        <p:nvPicPr>
          <p:cNvPr id="2099" name="Google Shape;2099;g38b88470f6c_2_2263"/>
          <p:cNvPicPr preferRelativeResize="0"/>
          <p:nvPr/>
        </p:nvPicPr>
        <p:blipFill rotWithShape="1">
          <a:blip r:embed="rId3">
            <a:alphaModFix/>
          </a:blip>
          <a:srcRect b="0" l="0" r="0" t="0"/>
          <a:stretch/>
        </p:blipFill>
        <p:spPr>
          <a:xfrm>
            <a:off x="185221" y="412824"/>
            <a:ext cx="2304016" cy="834212"/>
          </a:xfrm>
          <a:prstGeom prst="rect">
            <a:avLst/>
          </a:prstGeom>
          <a:noFill/>
          <a:ln>
            <a:noFill/>
          </a:ln>
        </p:spPr>
      </p:pic>
      <p:sp>
        <p:nvSpPr>
          <p:cNvPr id="2100" name="Google Shape;2100;g38b88470f6c_2_2263"/>
          <p:cNvSpPr txBox="1"/>
          <p:nvPr/>
        </p:nvSpPr>
        <p:spPr>
          <a:xfrm>
            <a:off x="608418" y="499442"/>
            <a:ext cx="14577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3F3F3F"/>
                </a:solidFill>
                <a:latin typeface="Arial"/>
                <a:ea typeface="Arial"/>
                <a:cs typeface="Arial"/>
                <a:sym typeface="Arial"/>
              </a:rPr>
              <a:t>Q &amp; A</a:t>
            </a:r>
            <a:endParaRPr b="0" i="0" sz="1400" u="none" cap="none" strike="noStrike">
              <a:solidFill>
                <a:srgbClr val="000000"/>
              </a:solidFill>
              <a:latin typeface="Arial"/>
              <a:ea typeface="Arial"/>
              <a:cs typeface="Arial"/>
              <a:sym typeface="Arial"/>
            </a:endParaRPr>
          </a:p>
        </p:txBody>
      </p:sp>
      <p:pic>
        <p:nvPicPr>
          <p:cNvPr id="2101" name="Google Shape;2101;g38b88470f6c_2_2263">
            <a:hlinkClick action="ppaction://hlinkshowjump?jump=previousslide"/>
          </p:cNvPr>
          <p:cNvPicPr preferRelativeResize="0"/>
          <p:nvPr/>
        </p:nvPicPr>
        <p:blipFill rotWithShape="1">
          <a:blip r:embed="rId4">
            <a:alphaModFix/>
          </a:blip>
          <a:srcRect b="0" l="0" r="0" t="0"/>
          <a:stretch/>
        </p:blipFill>
        <p:spPr>
          <a:xfrm flipH="1" rot="10800000">
            <a:off x="2317069" y="3409680"/>
            <a:ext cx="601925" cy="1058124"/>
          </a:xfrm>
          <a:prstGeom prst="rect">
            <a:avLst/>
          </a:prstGeom>
          <a:noFill/>
          <a:ln>
            <a:noFill/>
          </a:ln>
        </p:spPr>
      </p:pic>
      <p:pic>
        <p:nvPicPr>
          <p:cNvPr id="2102" name="Google Shape;2102;g38b88470f6c_2_2263"/>
          <p:cNvPicPr preferRelativeResize="0"/>
          <p:nvPr/>
        </p:nvPicPr>
        <p:blipFill rotWithShape="1">
          <a:blip r:embed="rId5">
            <a:alphaModFix/>
          </a:blip>
          <a:srcRect b="0" l="0" r="0" t="0"/>
          <a:stretch/>
        </p:blipFill>
        <p:spPr>
          <a:xfrm>
            <a:off x="3344928" y="2213751"/>
            <a:ext cx="5676167" cy="3297160"/>
          </a:xfrm>
          <a:prstGeom prst="rect">
            <a:avLst/>
          </a:prstGeom>
          <a:noFill/>
          <a:ln>
            <a:noFill/>
          </a:ln>
        </p:spPr>
      </p:pic>
      <p:sp>
        <p:nvSpPr>
          <p:cNvPr id="2103" name="Google Shape;2103;g38b88470f6c_2_2263"/>
          <p:cNvSpPr txBox="1"/>
          <p:nvPr>
            <p:ph idx="1" type="body"/>
          </p:nvPr>
        </p:nvSpPr>
        <p:spPr>
          <a:xfrm>
            <a:off x="3697432" y="2727933"/>
            <a:ext cx="2597700" cy="22353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rgbClr val="3F3F3F"/>
                </a:solidFill>
                <a:latin typeface="Quicksand SemiBold"/>
                <a:ea typeface="Quicksand SemiBold"/>
                <a:cs typeface="Quicksand SemiBold"/>
                <a:sym typeface="Quicksand SemiBol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104" name="Google Shape;2104;g38b88470f6c_2_2263"/>
          <p:cNvSpPr/>
          <p:nvPr>
            <p:ph idx="2" type="pic"/>
          </p:nvPr>
        </p:nvSpPr>
        <p:spPr>
          <a:xfrm>
            <a:off x="6295103" y="2940704"/>
            <a:ext cx="2076600" cy="1848000"/>
          </a:xfrm>
          <a:prstGeom prst="rect">
            <a:avLst/>
          </a:prstGeom>
          <a:noFill/>
          <a:ln>
            <a:noFill/>
          </a:ln>
        </p:spPr>
      </p:sp>
      <p:sp>
        <p:nvSpPr>
          <p:cNvPr id="2105" name="Google Shape;2105;g38b88470f6c_2_2263"/>
          <p:cNvSpPr txBox="1"/>
          <p:nvPr>
            <p:ph idx="3" type="body"/>
          </p:nvPr>
        </p:nvSpPr>
        <p:spPr>
          <a:xfrm>
            <a:off x="3170903" y="1084217"/>
            <a:ext cx="5850300" cy="1099500"/>
          </a:xfrm>
          <a:prstGeom prst="rect">
            <a:avLst/>
          </a:prstGeom>
          <a:noFill/>
          <a:ln>
            <a:noFill/>
          </a:ln>
        </p:spPr>
        <p:txBody>
          <a:bodyPr anchorCtr="0" anchor="b"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800"/>
              <a:buFont typeface="Arial"/>
              <a:buNone/>
              <a:defRPr b="0" i="0" sz="28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2106" name="Google Shape;2106;g38b88470f6c_2_2263">
            <a:hlinkClick action="ppaction://hlinkshowjump?jump=nextslide"/>
          </p:cNvPr>
          <p:cNvPicPr preferRelativeResize="0"/>
          <p:nvPr/>
        </p:nvPicPr>
        <p:blipFill rotWithShape="1">
          <a:blip r:embed="rId6">
            <a:alphaModFix/>
          </a:blip>
          <a:srcRect b="0" l="0" r="0" t="0"/>
          <a:stretch/>
        </p:blipFill>
        <p:spPr>
          <a:xfrm>
            <a:off x="9438428" y="3409680"/>
            <a:ext cx="598343" cy="10581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3">
                                            <p:txEl>
                                              <p:pRg end="0" st="0"/>
                                            </p:txEl>
                                          </p:spTgt>
                                        </p:tgtEl>
                                        <p:attrNameLst>
                                          <p:attrName>style.visibility</p:attrName>
                                        </p:attrNameLst>
                                      </p:cBhvr>
                                      <p:to>
                                        <p:strVal val="visible"/>
                                      </p:to>
                                    </p:set>
                                    <p:animEffect filter="fade" transition="in">
                                      <p:cBhvr>
                                        <p:cTn dur="500"/>
                                        <p:tgtEl>
                                          <p:spTgt spid="21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3">
                                            <p:txEl>
                                              <p:pRg end="1" st="1"/>
                                            </p:txEl>
                                          </p:spTgt>
                                        </p:tgtEl>
                                        <p:attrNameLst>
                                          <p:attrName>style.visibility</p:attrName>
                                        </p:attrNameLst>
                                      </p:cBhvr>
                                      <p:to>
                                        <p:strVal val="visible"/>
                                      </p:to>
                                    </p:set>
                                    <p:animEffect filter="fade" transition="in">
                                      <p:cBhvr>
                                        <p:cTn dur="500"/>
                                        <p:tgtEl>
                                          <p:spTgt spid="21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3">
                                            <p:txEl>
                                              <p:pRg end="2" st="2"/>
                                            </p:txEl>
                                          </p:spTgt>
                                        </p:tgtEl>
                                        <p:attrNameLst>
                                          <p:attrName>style.visibility</p:attrName>
                                        </p:attrNameLst>
                                      </p:cBhvr>
                                      <p:to>
                                        <p:strVal val="visible"/>
                                      </p:to>
                                    </p:set>
                                    <p:animEffect filter="fade" transition="in">
                                      <p:cBhvr>
                                        <p:cTn dur="500"/>
                                        <p:tgtEl>
                                          <p:spTgt spid="21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3">
                                            <p:txEl>
                                              <p:pRg end="3" st="3"/>
                                            </p:txEl>
                                          </p:spTgt>
                                        </p:tgtEl>
                                        <p:attrNameLst>
                                          <p:attrName>style.visibility</p:attrName>
                                        </p:attrNameLst>
                                      </p:cBhvr>
                                      <p:to>
                                        <p:strVal val="visible"/>
                                      </p:to>
                                    </p:set>
                                    <p:animEffect filter="fade" transition="in">
                                      <p:cBhvr>
                                        <p:cTn dur="500"/>
                                        <p:tgtEl>
                                          <p:spTgt spid="21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3">
                                            <p:txEl>
                                              <p:pRg end="4" st="4"/>
                                            </p:txEl>
                                          </p:spTgt>
                                        </p:tgtEl>
                                        <p:attrNameLst>
                                          <p:attrName>style.visibility</p:attrName>
                                        </p:attrNameLst>
                                      </p:cBhvr>
                                      <p:to>
                                        <p:strVal val="visible"/>
                                      </p:to>
                                    </p:set>
                                    <p:animEffect filter="fade" transition="in">
                                      <p:cBhvr>
                                        <p:cTn dur="500"/>
                                        <p:tgtEl>
                                          <p:spTgt spid="21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3">
                                            <p:txEl>
                                              <p:pRg end="5" st="5"/>
                                            </p:txEl>
                                          </p:spTgt>
                                        </p:tgtEl>
                                        <p:attrNameLst>
                                          <p:attrName>style.visibility</p:attrName>
                                        </p:attrNameLst>
                                      </p:cBhvr>
                                      <p:to>
                                        <p:strVal val="visible"/>
                                      </p:to>
                                    </p:set>
                                    <p:animEffect filter="fade" transition="in">
                                      <p:cBhvr>
                                        <p:cTn dur="500"/>
                                        <p:tgtEl>
                                          <p:spTgt spid="21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3">
                                            <p:txEl>
                                              <p:pRg end="6" st="6"/>
                                            </p:txEl>
                                          </p:spTgt>
                                        </p:tgtEl>
                                        <p:attrNameLst>
                                          <p:attrName>style.visibility</p:attrName>
                                        </p:attrNameLst>
                                      </p:cBhvr>
                                      <p:to>
                                        <p:strVal val="visible"/>
                                      </p:to>
                                    </p:set>
                                    <p:animEffect filter="fade" transition="in">
                                      <p:cBhvr>
                                        <p:cTn dur="500"/>
                                        <p:tgtEl>
                                          <p:spTgt spid="210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3">
                                            <p:txEl>
                                              <p:pRg end="7" st="7"/>
                                            </p:txEl>
                                          </p:spTgt>
                                        </p:tgtEl>
                                        <p:attrNameLst>
                                          <p:attrName>style.visibility</p:attrName>
                                        </p:attrNameLst>
                                      </p:cBhvr>
                                      <p:to>
                                        <p:strVal val="visible"/>
                                      </p:to>
                                    </p:set>
                                    <p:animEffect filter="fade" transition="in">
                                      <p:cBhvr>
                                        <p:cTn dur="500"/>
                                        <p:tgtEl>
                                          <p:spTgt spid="210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3">
                                            <p:txEl>
                                              <p:pRg end="8" st="8"/>
                                            </p:txEl>
                                          </p:spTgt>
                                        </p:tgtEl>
                                        <p:attrNameLst>
                                          <p:attrName>style.visibility</p:attrName>
                                        </p:attrNameLst>
                                      </p:cBhvr>
                                      <p:to>
                                        <p:strVal val="visible"/>
                                      </p:to>
                                    </p:set>
                                    <p:animEffect filter="fade" transition="in">
                                      <p:cBhvr>
                                        <p:cTn dur="500"/>
                                        <p:tgtEl>
                                          <p:spTgt spid="210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4"/>
                                        </p:tgtEl>
                                        <p:attrNameLst>
                                          <p:attrName>style.visibility</p:attrName>
                                        </p:attrNameLst>
                                      </p:cBhvr>
                                      <p:to>
                                        <p:strVal val="visible"/>
                                      </p:to>
                                    </p:set>
                                    <p:animEffect filter="fade" transition="in">
                                      <p:cBhvr>
                                        <p:cTn dur="500"/>
                                        <p:tgtEl>
                                          <p:spTgt spid="21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_section">
  <p:cSld name="Presentation_section">
    <p:spTree>
      <p:nvGrpSpPr>
        <p:cNvPr id="2107" name="Shape 2107"/>
        <p:cNvGrpSpPr/>
        <p:nvPr/>
      </p:nvGrpSpPr>
      <p:grpSpPr>
        <a:xfrm>
          <a:off x="0" y="0"/>
          <a:ext cx="0" cy="0"/>
          <a:chOff x="0" y="0"/>
          <a:chExt cx="0" cy="0"/>
        </a:xfrm>
      </p:grpSpPr>
      <p:pic>
        <p:nvPicPr>
          <p:cNvPr id="2108" name="Google Shape;2108;g38b88470f6c_2_2273"/>
          <p:cNvPicPr preferRelativeResize="0"/>
          <p:nvPr/>
        </p:nvPicPr>
        <p:blipFill rotWithShape="1">
          <a:blip r:embed="rId2">
            <a:alphaModFix/>
          </a:blip>
          <a:srcRect b="0" l="0" r="0" t="0"/>
          <a:stretch/>
        </p:blipFill>
        <p:spPr>
          <a:xfrm>
            <a:off x="415507" y="191671"/>
            <a:ext cx="3956064" cy="1129130"/>
          </a:xfrm>
          <a:prstGeom prst="rect">
            <a:avLst/>
          </a:prstGeom>
          <a:noFill/>
          <a:ln>
            <a:noFill/>
          </a:ln>
        </p:spPr>
      </p:pic>
      <p:sp>
        <p:nvSpPr>
          <p:cNvPr id="2109" name="Google Shape;2109;g38b88470f6c_2_2273"/>
          <p:cNvSpPr txBox="1"/>
          <p:nvPr/>
        </p:nvSpPr>
        <p:spPr>
          <a:xfrm>
            <a:off x="850936" y="372697"/>
            <a:ext cx="28056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3F3F3F"/>
                </a:solidFill>
                <a:latin typeface="Arial"/>
                <a:ea typeface="Arial"/>
                <a:cs typeface="Arial"/>
                <a:sym typeface="Arial"/>
              </a:rPr>
              <a:t>Presentation</a:t>
            </a:r>
            <a:endParaRPr b="0" i="0" sz="1400" u="none" cap="none" strike="noStrike">
              <a:solidFill>
                <a:srgbClr val="000000"/>
              </a:solidFill>
              <a:latin typeface="Arial"/>
              <a:ea typeface="Arial"/>
              <a:cs typeface="Arial"/>
              <a:sym typeface="Arial"/>
            </a:endParaRPr>
          </a:p>
        </p:txBody>
      </p:sp>
      <p:pic>
        <p:nvPicPr>
          <p:cNvPr id="2110" name="Google Shape;2110;g38b88470f6c_2_2273"/>
          <p:cNvPicPr preferRelativeResize="0"/>
          <p:nvPr/>
        </p:nvPicPr>
        <p:blipFill rotWithShape="1">
          <a:blip r:embed="rId3">
            <a:alphaModFix/>
          </a:blip>
          <a:srcRect b="0" l="0" r="0" t="0"/>
          <a:stretch/>
        </p:blipFill>
        <p:spPr>
          <a:xfrm>
            <a:off x="1543050" y="5034322"/>
            <a:ext cx="9105900" cy="1826834"/>
          </a:xfrm>
          <a:prstGeom prst="rect">
            <a:avLst/>
          </a:prstGeom>
          <a:noFill/>
          <a:ln>
            <a:noFill/>
          </a:ln>
        </p:spPr>
      </p:pic>
      <p:grpSp>
        <p:nvGrpSpPr>
          <p:cNvPr id="2111" name="Google Shape;2111;g38b88470f6c_2_2273"/>
          <p:cNvGrpSpPr/>
          <p:nvPr/>
        </p:nvGrpSpPr>
        <p:grpSpPr>
          <a:xfrm>
            <a:off x="7077589" y="2885812"/>
            <a:ext cx="3023692" cy="2851908"/>
            <a:chOff x="2497889" y="332813"/>
            <a:chExt cx="6834747" cy="6446446"/>
          </a:xfrm>
        </p:grpSpPr>
        <p:grpSp>
          <p:nvGrpSpPr>
            <p:cNvPr id="2112" name="Google Shape;2112;g38b88470f6c_2_2273"/>
            <p:cNvGrpSpPr/>
            <p:nvPr/>
          </p:nvGrpSpPr>
          <p:grpSpPr>
            <a:xfrm>
              <a:off x="4234193" y="5026659"/>
              <a:ext cx="2914650" cy="1752600"/>
              <a:chOff x="4234193" y="5198109"/>
              <a:chExt cx="2914650" cy="1752600"/>
            </a:xfrm>
          </p:grpSpPr>
          <p:sp>
            <p:nvSpPr>
              <p:cNvPr id="2113" name="Google Shape;2113;g38b88470f6c_2_2273"/>
              <p:cNvSpPr/>
              <p:nvPr/>
            </p:nvSpPr>
            <p:spPr>
              <a:xfrm>
                <a:off x="5583397" y="5198109"/>
                <a:ext cx="219075" cy="1752600"/>
              </a:xfrm>
              <a:custGeom>
                <a:rect b="b" l="l" r="r" t="t"/>
                <a:pathLst>
                  <a:path extrusionOk="0" h="1752600" w="219075">
                    <a:moveTo>
                      <a:pt x="97631" y="1745266"/>
                    </a:moveTo>
                    <a:lnTo>
                      <a:pt x="0" y="0"/>
                    </a:lnTo>
                    <a:lnTo>
                      <a:pt x="220504" y="0"/>
                    </a:lnTo>
                    <a:lnTo>
                      <a:pt x="122873" y="1745266"/>
                    </a:lnTo>
                    <a:cubicBezTo>
                      <a:pt x="122110" y="1761268"/>
                      <a:pt x="98489" y="1761268"/>
                      <a:pt x="97631" y="1745266"/>
                    </a:cubicBezTo>
                    <a:close/>
                  </a:path>
                </a:pathLst>
              </a:custGeom>
              <a:solidFill>
                <a:srgbClr val="FFFFFF"/>
              </a:solidFill>
              <a:ln>
                <a:noFill/>
              </a:ln>
              <a:effectLst>
                <a:reflection blurRad="0" dir="5400000" dist="101600" endA="300" endPos="55500" fadeDir="5400012" kx="0" rotWithShape="0" algn="bl" stA="50000" stPos="0" sy="-100000" ky="0"/>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14" name="Google Shape;2114;g38b88470f6c_2_2273"/>
              <p:cNvSpPr/>
              <p:nvPr/>
            </p:nvSpPr>
            <p:spPr>
              <a:xfrm>
                <a:off x="4234193" y="5302884"/>
                <a:ext cx="2914650" cy="1495425"/>
              </a:xfrm>
              <a:custGeom>
                <a:rect b="b" l="l" r="r" t="t"/>
                <a:pathLst>
                  <a:path extrusionOk="0" h="1495425" w="2914650">
                    <a:moveTo>
                      <a:pt x="2916734" y="1481900"/>
                    </a:moveTo>
                    <a:lnTo>
                      <a:pt x="1976331" y="51911"/>
                    </a:lnTo>
                    <a:cubicBezTo>
                      <a:pt x="1954995" y="19526"/>
                      <a:pt x="1918895" y="0"/>
                      <a:pt x="1880128" y="0"/>
                    </a:cubicBezTo>
                    <a:lnTo>
                      <a:pt x="1042214" y="0"/>
                    </a:lnTo>
                    <a:cubicBezTo>
                      <a:pt x="1003543" y="0"/>
                      <a:pt x="967348" y="19431"/>
                      <a:pt x="946107" y="51721"/>
                    </a:cubicBezTo>
                    <a:lnTo>
                      <a:pt x="2275" y="1481900"/>
                    </a:lnTo>
                    <a:cubicBezTo>
                      <a:pt x="-6488" y="1495139"/>
                      <a:pt x="12181" y="1509141"/>
                      <a:pt x="22468" y="1497139"/>
                    </a:cubicBezTo>
                    <a:cubicBezTo>
                      <a:pt x="22468" y="1497139"/>
                      <a:pt x="744844" y="692944"/>
                      <a:pt x="976777" y="421862"/>
                    </a:cubicBezTo>
                    <a:cubicBezTo>
                      <a:pt x="998209" y="396812"/>
                      <a:pt x="1032118" y="351472"/>
                      <a:pt x="1065931" y="304800"/>
                    </a:cubicBezTo>
                    <a:lnTo>
                      <a:pt x="1853173" y="304800"/>
                    </a:lnTo>
                    <a:cubicBezTo>
                      <a:pt x="1886986" y="351472"/>
                      <a:pt x="1920895" y="396812"/>
                      <a:pt x="1942327" y="421862"/>
                    </a:cubicBezTo>
                    <a:cubicBezTo>
                      <a:pt x="2174261" y="692944"/>
                      <a:pt x="2896636" y="1497139"/>
                      <a:pt x="2896636" y="1497139"/>
                    </a:cubicBezTo>
                    <a:cubicBezTo>
                      <a:pt x="2906828" y="1509236"/>
                      <a:pt x="2925497" y="1495139"/>
                      <a:pt x="2916734" y="1481900"/>
                    </a:cubicBezTo>
                    <a:close/>
                    <a:moveTo>
                      <a:pt x="1113652" y="238125"/>
                    </a:moveTo>
                    <a:cubicBezTo>
                      <a:pt x="1132606" y="211360"/>
                      <a:pt x="1149180" y="187643"/>
                      <a:pt x="1160515" y="171450"/>
                    </a:cubicBezTo>
                    <a:lnTo>
                      <a:pt x="1758589" y="171450"/>
                    </a:lnTo>
                    <a:cubicBezTo>
                      <a:pt x="1769924" y="187643"/>
                      <a:pt x="1786402" y="211360"/>
                      <a:pt x="1805452" y="238125"/>
                    </a:cubicBezTo>
                    <a:lnTo>
                      <a:pt x="1113652" y="238125"/>
                    </a:lnTo>
                    <a:close/>
                  </a:path>
                </a:pathLst>
              </a:custGeom>
              <a:solidFill>
                <a:srgbClr val="FFFFFF"/>
              </a:solidFill>
              <a:ln>
                <a:noFill/>
              </a:ln>
              <a:effectLst>
                <a:reflection blurRad="0" dir="5400000" dist="101600" endA="300" endPos="55500" fadeDir="5400012" kx="0" rotWithShape="0" algn="bl" stA="50000" stPos="0" sy="-100000" ky="0"/>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2115" name="Google Shape;2115;g38b88470f6c_2_2273"/>
            <p:cNvGrpSpPr/>
            <p:nvPr/>
          </p:nvGrpSpPr>
          <p:grpSpPr>
            <a:xfrm>
              <a:off x="2497889" y="332813"/>
              <a:ext cx="6834747" cy="4738193"/>
              <a:chOff x="3417570" y="1012938"/>
              <a:chExt cx="4714919" cy="3536229"/>
            </a:xfrm>
          </p:grpSpPr>
          <p:sp>
            <p:nvSpPr>
              <p:cNvPr id="2116" name="Google Shape;2116;g38b88470f6c_2_2273"/>
              <p:cNvSpPr/>
              <p:nvPr/>
            </p:nvSpPr>
            <p:spPr>
              <a:xfrm>
                <a:off x="3635684" y="1201203"/>
                <a:ext cx="4373700" cy="3295800"/>
              </a:xfrm>
              <a:prstGeom prst="rect">
                <a:avLst/>
              </a:prstGeom>
              <a:solidFill>
                <a:schemeClr val="lt1"/>
              </a:solidFill>
              <a:ln cap="rnd" cmpd="sng" w="190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17" name="Google Shape;2117;g38b88470f6c_2_2273"/>
              <p:cNvSpPr/>
              <p:nvPr/>
            </p:nvSpPr>
            <p:spPr>
              <a:xfrm>
                <a:off x="3417570" y="4387242"/>
                <a:ext cx="4538067" cy="161925"/>
              </a:xfrm>
              <a:custGeom>
                <a:rect b="b" l="l" r="r" t="t"/>
                <a:pathLst>
                  <a:path extrusionOk="0" h="161925" w="4714875">
                    <a:moveTo>
                      <a:pt x="4633913" y="161925"/>
                    </a:moveTo>
                    <a:lnTo>
                      <a:pt x="80963" y="161925"/>
                    </a:lnTo>
                    <a:cubicBezTo>
                      <a:pt x="36481" y="161925"/>
                      <a:pt x="0" y="125539"/>
                      <a:pt x="0" y="80963"/>
                    </a:cubicBezTo>
                    <a:lnTo>
                      <a:pt x="0" y="80963"/>
                    </a:lnTo>
                    <a:cubicBezTo>
                      <a:pt x="0" y="36386"/>
                      <a:pt x="36385" y="0"/>
                      <a:pt x="80963" y="0"/>
                    </a:cubicBezTo>
                    <a:lnTo>
                      <a:pt x="4633913" y="0"/>
                    </a:lnTo>
                    <a:cubicBezTo>
                      <a:pt x="4678490" y="0"/>
                      <a:pt x="4714875" y="36386"/>
                      <a:pt x="4714875" y="80963"/>
                    </a:cubicBezTo>
                    <a:lnTo>
                      <a:pt x="4714875" y="80963"/>
                    </a:lnTo>
                    <a:cubicBezTo>
                      <a:pt x="4714875" y="125539"/>
                      <a:pt x="4678490" y="161925"/>
                      <a:pt x="4633913" y="16192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118" name="Google Shape;2118;g38b88470f6c_2_2273"/>
              <p:cNvGrpSpPr/>
              <p:nvPr/>
            </p:nvGrpSpPr>
            <p:grpSpPr>
              <a:xfrm>
                <a:off x="3881440" y="1649896"/>
                <a:ext cx="3841349" cy="2418918"/>
                <a:chOff x="6885880" y="1252075"/>
                <a:chExt cx="4220335" cy="2657568"/>
              </a:xfrm>
            </p:grpSpPr>
            <p:sp>
              <p:nvSpPr>
                <p:cNvPr id="2119" name="Google Shape;2119;g38b88470f6c_2_2273"/>
                <p:cNvSpPr/>
                <p:nvPr/>
              </p:nvSpPr>
              <p:spPr>
                <a:xfrm>
                  <a:off x="9657215" y="1252075"/>
                  <a:ext cx="1449000" cy="1361100"/>
                </a:xfrm>
                <a:prstGeom prst="roundRect">
                  <a:avLst>
                    <a:gd fmla="val 16667" name="adj"/>
                  </a:avLst>
                </a:prstGeom>
                <a:noFill/>
                <a:ln cap="flat" cmpd="sng" w="38100">
                  <a:solidFill>
                    <a:srgbClr val="F5B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20" name="Google Shape;2120;g38b88470f6c_2_2273"/>
                <p:cNvSpPr/>
                <p:nvPr/>
              </p:nvSpPr>
              <p:spPr>
                <a:xfrm>
                  <a:off x="6885880" y="1703999"/>
                  <a:ext cx="26295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21" name="Google Shape;2121;g38b88470f6c_2_2273"/>
                <p:cNvSpPr/>
                <p:nvPr/>
              </p:nvSpPr>
              <p:spPr>
                <a:xfrm>
                  <a:off x="6885880" y="1311202"/>
                  <a:ext cx="745500" cy="71400"/>
                </a:xfrm>
                <a:prstGeom prst="roundRect">
                  <a:avLst>
                    <a:gd fmla="val 16667" name="adj"/>
                  </a:avLst>
                </a:prstGeom>
                <a:solidFill>
                  <a:srgbClr val="F5B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22" name="Google Shape;2122;g38b88470f6c_2_2273"/>
                <p:cNvSpPr/>
                <p:nvPr/>
              </p:nvSpPr>
              <p:spPr>
                <a:xfrm>
                  <a:off x="6885880" y="1979313"/>
                  <a:ext cx="26295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23" name="Google Shape;2123;g38b88470f6c_2_2273"/>
                <p:cNvSpPr/>
                <p:nvPr/>
              </p:nvSpPr>
              <p:spPr>
                <a:xfrm>
                  <a:off x="6885880" y="2254627"/>
                  <a:ext cx="26295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24" name="Google Shape;2124;g38b88470f6c_2_2273"/>
                <p:cNvSpPr/>
                <p:nvPr/>
              </p:nvSpPr>
              <p:spPr>
                <a:xfrm>
                  <a:off x="6885880" y="2529940"/>
                  <a:ext cx="26295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25" name="Google Shape;2125;g38b88470f6c_2_2273"/>
                <p:cNvSpPr/>
                <p:nvPr/>
              </p:nvSpPr>
              <p:spPr>
                <a:xfrm>
                  <a:off x="6943829" y="2847110"/>
                  <a:ext cx="527100" cy="495000"/>
                </a:xfrm>
                <a:prstGeom prst="roundRect">
                  <a:avLst>
                    <a:gd fmla="val 16667" name="adj"/>
                  </a:avLst>
                </a:prstGeom>
                <a:noFill/>
                <a:ln cap="flat" cmpd="sng" w="38100">
                  <a:solidFill>
                    <a:srgbClr val="F5B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26" name="Google Shape;2126;g38b88470f6c_2_2273"/>
                <p:cNvSpPr/>
                <p:nvPr/>
              </p:nvSpPr>
              <p:spPr>
                <a:xfrm>
                  <a:off x="7674372" y="2847110"/>
                  <a:ext cx="527100" cy="495000"/>
                </a:xfrm>
                <a:prstGeom prst="roundRect">
                  <a:avLst>
                    <a:gd fmla="val 16667" name="adj"/>
                  </a:avLst>
                </a:prstGeom>
                <a:noFill/>
                <a:ln cap="flat" cmpd="sng" w="38100">
                  <a:solidFill>
                    <a:srgbClr val="F5B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27" name="Google Shape;2127;g38b88470f6c_2_2273"/>
                <p:cNvSpPr/>
                <p:nvPr/>
              </p:nvSpPr>
              <p:spPr>
                <a:xfrm>
                  <a:off x="9765610" y="3380259"/>
                  <a:ext cx="527100" cy="517200"/>
                </a:xfrm>
                <a:prstGeom prst="roundRect">
                  <a:avLst>
                    <a:gd fmla="val 16667" name="adj"/>
                  </a:avLst>
                </a:prstGeom>
                <a:noFill/>
                <a:ln cap="flat" cmpd="sng" w="38100">
                  <a:solidFill>
                    <a:srgbClr val="F5B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28" name="Google Shape;2128;g38b88470f6c_2_2273"/>
                <p:cNvSpPr/>
                <p:nvPr/>
              </p:nvSpPr>
              <p:spPr>
                <a:xfrm>
                  <a:off x="10511764" y="3380259"/>
                  <a:ext cx="527100" cy="517200"/>
                </a:xfrm>
                <a:prstGeom prst="roundRect">
                  <a:avLst>
                    <a:gd fmla="val 16667" name="adj"/>
                  </a:avLst>
                </a:prstGeom>
                <a:noFill/>
                <a:ln cap="flat" cmpd="sng" w="38100">
                  <a:solidFill>
                    <a:srgbClr val="F5B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29" name="Google Shape;2129;g38b88470f6c_2_2273"/>
                <p:cNvSpPr/>
                <p:nvPr/>
              </p:nvSpPr>
              <p:spPr>
                <a:xfrm>
                  <a:off x="6943829" y="3481175"/>
                  <a:ext cx="12576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30" name="Google Shape;2130;g38b88470f6c_2_2273"/>
                <p:cNvSpPr/>
                <p:nvPr/>
              </p:nvSpPr>
              <p:spPr>
                <a:xfrm>
                  <a:off x="6943029" y="3672610"/>
                  <a:ext cx="12576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31" name="Google Shape;2131;g38b88470f6c_2_2273"/>
                <p:cNvSpPr/>
                <p:nvPr/>
              </p:nvSpPr>
              <p:spPr>
                <a:xfrm>
                  <a:off x="6943029" y="3864043"/>
                  <a:ext cx="12576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32" name="Google Shape;2132;g38b88470f6c_2_2273"/>
                <p:cNvSpPr/>
                <p:nvPr/>
              </p:nvSpPr>
              <p:spPr>
                <a:xfrm>
                  <a:off x="9737537" y="2769224"/>
                  <a:ext cx="12576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33" name="Google Shape;2133;g38b88470f6c_2_2273"/>
                <p:cNvSpPr/>
                <p:nvPr/>
              </p:nvSpPr>
              <p:spPr>
                <a:xfrm>
                  <a:off x="9736736" y="2960658"/>
                  <a:ext cx="12576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34" name="Google Shape;2134;g38b88470f6c_2_2273"/>
                <p:cNvSpPr/>
                <p:nvPr/>
              </p:nvSpPr>
              <p:spPr>
                <a:xfrm>
                  <a:off x="9736736" y="3152091"/>
                  <a:ext cx="12576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35" name="Google Shape;2135;g38b88470f6c_2_2273"/>
                <p:cNvSpPr/>
                <p:nvPr/>
              </p:nvSpPr>
              <p:spPr>
                <a:xfrm>
                  <a:off x="8669831" y="3167657"/>
                  <a:ext cx="628800" cy="280800"/>
                </a:xfrm>
                <a:prstGeom prst="rightArrow">
                  <a:avLst>
                    <a:gd fmla="val 50000" name="adj1"/>
                    <a:gd fmla="val 50000" name="adj2"/>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136" name="Google Shape;2136;g38b88470f6c_2_2273"/>
              <p:cNvSpPr/>
              <p:nvPr/>
            </p:nvSpPr>
            <p:spPr>
              <a:xfrm>
                <a:off x="3512489" y="1012938"/>
                <a:ext cx="4620000" cy="23040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spTree>
  </p:cSld>
  <p:clrMapOvr>
    <a:masterClrMapping/>
  </p:clrMapOvr>
  <p:transition spd="slow">
    <p:push/>
  </p:transition>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time">
  <p:cSld name="Presentation time">
    <p:spTree>
      <p:nvGrpSpPr>
        <p:cNvPr id="2137" name="Shape 2137"/>
        <p:cNvGrpSpPr/>
        <p:nvPr/>
      </p:nvGrpSpPr>
      <p:grpSpPr>
        <a:xfrm>
          <a:off x="0" y="0"/>
          <a:ext cx="0" cy="0"/>
          <a:chOff x="0" y="0"/>
          <a:chExt cx="0" cy="0"/>
        </a:xfrm>
      </p:grpSpPr>
      <p:grpSp>
        <p:nvGrpSpPr>
          <p:cNvPr id="2138" name="Google Shape;2138;g38b88470f6c_2_2303"/>
          <p:cNvGrpSpPr/>
          <p:nvPr/>
        </p:nvGrpSpPr>
        <p:grpSpPr>
          <a:xfrm>
            <a:off x="4234193" y="5026659"/>
            <a:ext cx="2914650" cy="1752600"/>
            <a:chOff x="4234193" y="5198109"/>
            <a:chExt cx="2914650" cy="1752600"/>
          </a:xfrm>
        </p:grpSpPr>
        <p:sp>
          <p:nvSpPr>
            <p:cNvPr id="2139" name="Google Shape;2139;g38b88470f6c_2_2303"/>
            <p:cNvSpPr/>
            <p:nvPr/>
          </p:nvSpPr>
          <p:spPr>
            <a:xfrm>
              <a:off x="5583397" y="5198109"/>
              <a:ext cx="219075" cy="1752600"/>
            </a:xfrm>
            <a:custGeom>
              <a:rect b="b" l="l" r="r" t="t"/>
              <a:pathLst>
                <a:path extrusionOk="0" h="1752600" w="219075">
                  <a:moveTo>
                    <a:pt x="97631" y="1745266"/>
                  </a:moveTo>
                  <a:lnTo>
                    <a:pt x="0" y="0"/>
                  </a:lnTo>
                  <a:lnTo>
                    <a:pt x="220504" y="0"/>
                  </a:lnTo>
                  <a:lnTo>
                    <a:pt x="122873" y="1745266"/>
                  </a:lnTo>
                  <a:cubicBezTo>
                    <a:pt x="122110" y="1761268"/>
                    <a:pt x="98489" y="1761268"/>
                    <a:pt x="97631" y="1745266"/>
                  </a:cubicBezTo>
                  <a:close/>
                </a:path>
              </a:pathLst>
            </a:custGeom>
            <a:solidFill>
              <a:srgbClr val="FFFFFF"/>
            </a:solidFill>
            <a:ln>
              <a:noFill/>
            </a:ln>
            <a:effectLst>
              <a:reflection blurRad="0" dir="5400000" dist="101600" endA="300" endPos="55500" fadeDir="5400012" kx="0" rotWithShape="0" algn="bl" stA="50000" stPos="0" sy="-100000" ky="0"/>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40" name="Google Shape;2140;g38b88470f6c_2_2303"/>
            <p:cNvSpPr/>
            <p:nvPr/>
          </p:nvSpPr>
          <p:spPr>
            <a:xfrm>
              <a:off x="4234193" y="5302884"/>
              <a:ext cx="2914650" cy="1495425"/>
            </a:xfrm>
            <a:custGeom>
              <a:rect b="b" l="l" r="r" t="t"/>
              <a:pathLst>
                <a:path extrusionOk="0" h="1495425" w="2914650">
                  <a:moveTo>
                    <a:pt x="2916734" y="1481900"/>
                  </a:moveTo>
                  <a:lnTo>
                    <a:pt x="1976331" y="51911"/>
                  </a:lnTo>
                  <a:cubicBezTo>
                    <a:pt x="1954995" y="19526"/>
                    <a:pt x="1918895" y="0"/>
                    <a:pt x="1880128" y="0"/>
                  </a:cubicBezTo>
                  <a:lnTo>
                    <a:pt x="1042214" y="0"/>
                  </a:lnTo>
                  <a:cubicBezTo>
                    <a:pt x="1003543" y="0"/>
                    <a:pt x="967348" y="19431"/>
                    <a:pt x="946107" y="51721"/>
                  </a:cubicBezTo>
                  <a:lnTo>
                    <a:pt x="2275" y="1481900"/>
                  </a:lnTo>
                  <a:cubicBezTo>
                    <a:pt x="-6488" y="1495139"/>
                    <a:pt x="12181" y="1509141"/>
                    <a:pt x="22468" y="1497139"/>
                  </a:cubicBezTo>
                  <a:cubicBezTo>
                    <a:pt x="22468" y="1497139"/>
                    <a:pt x="744844" y="692944"/>
                    <a:pt x="976777" y="421862"/>
                  </a:cubicBezTo>
                  <a:cubicBezTo>
                    <a:pt x="998209" y="396812"/>
                    <a:pt x="1032118" y="351472"/>
                    <a:pt x="1065931" y="304800"/>
                  </a:cubicBezTo>
                  <a:lnTo>
                    <a:pt x="1853173" y="304800"/>
                  </a:lnTo>
                  <a:cubicBezTo>
                    <a:pt x="1886986" y="351472"/>
                    <a:pt x="1920895" y="396812"/>
                    <a:pt x="1942327" y="421862"/>
                  </a:cubicBezTo>
                  <a:cubicBezTo>
                    <a:pt x="2174261" y="692944"/>
                    <a:pt x="2896636" y="1497139"/>
                    <a:pt x="2896636" y="1497139"/>
                  </a:cubicBezTo>
                  <a:cubicBezTo>
                    <a:pt x="2906828" y="1509236"/>
                    <a:pt x="2925497" y="1495139"/>
                    <a:pt x="2916734" y="1481900"/>
                  </a:cubicBezTo>
                  <a:close/>
                  <a:moveTo>
                    <a:pt x="1113652" y="238125"/>
                  </a:moveTo>
                  <a:cubicBezTo>
                    <a:pt x="1132606" y="211360"/>
                    <a:pt x="1149180" y="187643"/>
                    <a:pt x="1160515" y="171450"/>
                  </a:cubicBezTo>
                  <a:lnTo>
                    <a:pt x="1758589" y="171450"/>
                  </a:lnTo>
                  <a:cubicBezTo>
                    <a:pt x="1769924" y="187643"/>
                    <a:pt x="1786402" y="211360"/>
                    <a:pt x="1805452" y="238125"/>
                  </a:cubicBezTo>
                  <a:lnTo>
                    <a:pt x="1113652" y="238125"/>
                  </a:lnTo>
                  <a:close/>
                </a:path>
              </a:pathLst>
            </a:custGeom>
            <a:solidFill>
              <a:srgbClr val="FFFFFF"/>
            </a:solidFill>
            <a:ln>
              <a:noFill/>
            </a:ln>
            <a:effectLst>
              <a:reflection blurRad="0" dir="5400000" dist="101600" endA="300" endPos="55500" fadeDir="5400012" kx="0" rotWithShape="0" algn="bl" stA="50000" stPos="0" sy="-100000" ky="0"/>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2141" name="Google Shape;2141;g38b88470f6c_2_2303"/>
          <p:cNvGrpSpPr/>
          <p:nvPr/>
        </p:nvGrpSpPr>
        <p:grpSpPr>
          <a:xfrm>
            <a:off x="2262566" y="332813"/>
            <a:ext cx="7070069" cy="4713120"/>
            <a:chOff x="3255234" y="1012938"/>
            <a:chExt cx="4877255" cy="3517516"/>
          </a:xfrm>
        </p:grpSpPr>
        <p:sp>
          <p:nvSpPr>
            <p:cNvPr id="2142" name="Google Shape;2142;g38b88470f6c_2_2303"/>
            <p:cNvSpPr/>
            <p:nvPr/>
          </p:nvSpPr>
          <p:spPr>
            <a:xfrm>
              <a:off x="3635684" y="1201203"/>
              <a:ext cx="4373700" cy="329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43" name="Google Shape;2143;g38b88470f6c_2_2303"/>
            <p:cNvSpPr/>
            <p:nvPr/>
          </p:nvSpPr>
          <p:spPr>
            <a:xfrm>
              <a:off x="3255234" y="4368529"/>
              <a:ext cx="4714875" cy="161925"/>
            </a:xfrm>
            <a:custGeom>
              <a:rect b="b" l="l" r="r" t="t"/>
              <a:pathLst>
                <a:path extrusionOk="0" h="161925" w="4714875">
                  <a:moveTo>
                    <a:pt x="4633913" y="161925"/>
                  </a:moveTo>
                  <a:lnTo>
                    <a:pt x="80963" y="161925"/>
                  </a:lnTo>
                  <a:cubicBezTo>
                    <a:pt x="36481" y="161925"/>
                    <a:pt x="0" y="125539"/>
                    <a:pt x="0" y="80963"/>
                  </a:cubicBezTo>
                  <a:lnTo>
                    <a:pt x="0" y="80963"/>
                  </a:lnTo>
                  <a:cubicBezTo>
                    <a:pt x="0" y="36386"/>
                    <a:pt x="36385" y="0"/>
                    <a:pt x="80963" y="0"/>
                  </a:cubicBezTo>
                  <a:lnTo>
                    <a:pt x="4633913" y="0"/>
                  </a:lnTo>
                  <a:cubicBezTo>
                    <a:pt x="4678490" y="0"/>
                    <a:pt x="4714875" y="36386"/>
                    <a:pt x="4714875" y="80963"/>
                  </a:cubicBezTo>
                  <a:lnTo>
                    <a:pt x="4714875" y="80963"/>
                  </a:lnTo>
                  <a:cubicBezTo>
                    <a:pt x="4714875" y="125539"/>
                    <a:pt x="4678490" y="161925"/>
                    <a:pt x="4633913" y="16192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144" name="Google Shape;2144;g38b88470f6c_2_2303"/>
            <p:cNvGrpSpPr/>
            <p:nvPr/>
          </p:nvGrpSpPr>
          <p:grpSpPr>
            <a:xfrm>
              <a:off x="3881440" y="1649896"/>
              <a:ext cx="3841349" cy="2418918"/>
              <a:chOff x="6885880" y="1252075"/>
              <a:chExt cx="4220335" cy="2657568"/>
            </a:xfrm>
          </p:grpSpPr>
          <p:sp>
            <p:nvSpPr>
              <p:cNvPr id="2145" name="Google Shape;2145;g38b88470f6c_2_2303"/>
              <p:cNvSpPr/>
              <p:nvPr/>
            </p:nvSpPr>
            <p:spPr>
              <a:xfrm>
                <a:off x="9657215" y="1252075"/>
                <a:ext cx="1449000" cy="1361100"/>
              </a:xfrm>
              <a:prstGeom prst="roundRect">
                <a:avLst>
                  <a:gd fmla="val 16667" name="adj"/>
                </a:avLst>
              </a:prstGeom>
              <a:noFill/>
              <a:ln cap="flat" cmpd="sng" w="38100">
                <a:solidFill>
                  <a:srgbClr val="F5B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46" name="Google Shape;2146;g38b88470f6c_2_2303"/>
              <p:cNvSpPr/>
              <p:nvPr/>
            </p:nvSpPr>
            <p:spPr>
              <a:xfrm>
                <a:off x="6885880" y="1703999"/>
                <a:ext cx="26295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47" name="Google Shape;2147;g38b88470f6c_2_2303"/>
              <p:cNvSpPr/>
              <p:nvPr/>
            </p:nvSpPr>
            <p:spPr>
              <a:xfrm>
                <a:off x="6885880" y="1311202"/>
                <a:ext cx="745500" cy="71400"/>
              </a:xfrm>
              <a:prstGeom prst="roundRect">
                <a:avLst>
                  <a:gd fmla="val 16667" name="adj"/>
                </a:avLst>
              </a:prstGeom>
              <a:solidFill>
                <a:srgbClr val="F5B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48" name="Google Shape;2148;g38b88470f6c_2_2303"/>
              <p:cNvSpPr/>
              <p:nvPr/>
            </p:nvSpPr>
            <p:spPr>
              <a:xfrm>
                <a:off x="6885880" y="1979313"/>
                <a:ext cx="26295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49" name="Google Shape;2149;g38b88470f6c_2_2303"/>
              <p:cNvSpPr/>
              <p:nvPr/>
            </p:nvSpPr>
            <p:spPr>
              <a:xfrm>
                <a:off x="6885880" y="2254627"/>
                <a:ext cx="26295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50" name="Google Shape;2150;g38b88470f6c_2_2303"/>
              <p:cNvSpPr/>
              <p:nvPr/>
            </p:nvSpPr>
            <p:spPr>
              <a:xfrm>
                <a:off x="6885880" y="2529940"/>
                <a:ext cx="26295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51" name="Google Shape;2151;g38b88470f6c_2_2303"/>
              <p:cNvSpPr/>
              <p:nvPr/>
            </p:nvSpPr>
            <p:spPr>
              <a:xfrm>
                <a:off x="6943829" y="2847110"/>
                <a:ext cx="527100" cy="495000"/>
              </a:xfrm>
              <a:prstGeom prst="roundRect">
                <a:avLst>
                  <a:gd fmla="val 16667" name="adj"/>
                </a:avLst>
              </a:prstGeom>
              <a:noFill/>
              <a:ln cap="flat" cmpd="sng" w="38100">
                <a:solidFill>
                  <a:srgbClr val="F5B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52" name="Google Shape;2152;g38b88470f6c_2_2303"/>
              <p:cNvSpPr/>
              <p:nvPr/>
            </p:nvSpPr>
            <p:spPr>
              <a:xfrm>
                <a:off x="7674372" y="2847110"/>
                <a:ext cx="527100" cy="495000"/>
              </a:xfrm>
              <a:prstGeom prst="roundRect">
                <a:avLst>
                  <a:gd fmla="val 16667" name="adj"/>
                </a:avLst>
              </a:prstGeom>
              <a:noFill/>
              <a:ln cap="flat" cmpd="sng" w="38100">
                <a:solidFill>
                  <a:srgbClr val="F5B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53" name="Google Shape;2153;g38b88470f6c_2_2303"/>
              <p:cNvSpPr/>
              <p:nvPr/>
            </p:nvSpPr>
            <p:spPr>
              <a:xfrm>
                <a:off x="9765610" y="3380259"/>
                <a:ext cx="527100" cy="517200"/>
              </a:xfrm>
              <a:prstGeom prst="roundRect">
                <a:avLst>
                  <a:gd fmla="val 16667" name="adj"/>
                </a:avLst>
              </a:prstGeom>
              <a:noFill/>
              <a:ln cap="flat" cmpd="sng" w="38100">
                <a:solidFill>
                  <a:srgbClr val="F5B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54" name="Google Shape;2154;g38b88470f6c_2_2303"/>
              <p:cNvSpPr/>
              <p:nvPr/>
            </p:nvSpPr>
            <p:spPr>
              <a:xfrm>
                <a:off x="10511764" y="3380259"/>
                <a:ext cx="527100" cy="517200"/>
              </a:xfrm>
              <a:prstGeom prst="roundRect">
                <a:avLst>
                  <a:gd fmla="val 16667" name="adj"/>
                </a:avLst>
              </a:prstGeom>
              <a:noFill/>
              <a:ln cap="flat" cmpd="sng" w="38100">
                <a:solidFill>
                  <a:srgbClr val="F5B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55" name="Google Shape;2155;g38b88470f6c_2_2303"/>
              <p:cNvSpPr/>
              <p:nvPr/>
            </p:nvSpPr>
            <p:spPr>
              <a:xfrm>
                <a:off x="6943829" y="3481175"/>
                <a:ext cx="12576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56" name="Google Shape;2156;g38b88470f6c_2_2303"/>
              <p:cNvSpPr/>
              <p:nvPr/>
            </p:nvSpPr>
            <p:spPr>
              <a:xfrm>
                <a:off x="6943029" y="3672610"/>
                <a:ext cx="12576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57" name="Google Shape;2157;g38b88470f6c_2_2303"/>
              <p:cNvSpPr/>
              <p:nvPr/>
            </p:nvSpPr>
            <p:spPr>
              <a:xfrm>
                <a:off x="6943029" y="3864043"/>
                <a:ext cx="12576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58" name="Google Shape;2158;g38b88470f6c_2_2303"/>
              <p:cNvSpPr/>
              <p:nvPr/>
            </p:nvSpPr>
            <p:spPr>
              <a:xfrm>
                <a:off x="9737537" y="2769224"/>
                <a:ext cx="12576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59" name="Google Shape;2159;g38b88470f6c_2_2303"/>
              <p:cNvSpPr/>
              <p:nvPr/>
            </p:nvSpPr>
            <p:spPr>
              <a:xfrm>
                <a:off x="9736736" y="2960658"/>
                <a:ext cx="12576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60" name="Google Shape;2160;g38b88470f6c_2_2303"/>
              <p:cNvSpPr/>
              <p:nvPr/>
            </p:nvSpPr>
            <p:spPr>
              <a:xfrm>
                <a:off x="9736736" y="3152091"/>
                <a:ext cx="1257600" cy="45600"/>
              </a:xfrm>
              <a:prstGeom prst="roundRect">
                <a:avLst>
                  <a:gd fmla="val 16667"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161" name="Google Shape;2161;g38b88470f6c_2_2303"/>
              <p:cNvSpPr/>
              <p:nvPr/>
            </p:nvSpPr>
            <p:spPr>
              <a:xfrm>
                <a:off x="8669831" y="3167657"/>
                <a:ext cx="628800" cy="280800"/>
              </a:xfrm>
              <a:prstGeom prst="rightArrow">
                <a:avLst>
                  <a:gd fmla="val 50000" name="adj1"/>
                  <a:gd fmla="val 50000" name="adj2"/>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162" name="Google Shape;2162;g38b88470f6c_2_2303"/>
            <p:cNvSpPr/>
            <p:nvPr/>
          </p:nvSpPr>
          <p:spPr>
            <a:xfrm>
              <a:off x="3512489" y="1012938"/>
              <a:ext cx="4620000" cy="23040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Tree>
  </p:cSld>
  <p:clrMapOvr>
    <a:masterClrMapping/>
  </p:clrMapOvr>
  <p:transition spd="slow">
    <p:push/>
  </p:transition>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ask">
  <p:cSld name="1_Task">
    <p:spTree>
      <p:nvGrpSpPr>
        <p:cNvPr id="2163" name="Shape 2163"/>
        <p:cNvGrpSpPr/>
        <p:nvPr/>
      </p:nvGrpSpPr>
      <p:grpSpPr>
        <a:xfrm>
          <a:off x="0" y="0"/>
          <a:ext cx="0" cy="0"/>
          <a:chOff x="0" y="0"/>
          <a:chExt cx="0" cy="0"/>
        </a:xfrm>
      </p:grpSpPr>
      <p:pic>
        <p:nvPicPr>
          <p:cNvPr id="2164" name="Google Shape;2164;g38b88470f6c_2_2329"/>
          <p:cNvPicPr preferRelativeResize="0"/>
          <p:nvPr/>
        </p:nvPicPr>
        <p:blipFill rotWithShape="1">
          <a:blip r:embed="rId2">
            <a:alphaModFix/>
          </a:blip>
          <a:srcRect b="0" l="0" r="0" t="0"/>
          <a:stretch/>
        </p:blipFill>
        <p:spPr>
          <a:xfrm>
            <a:off x="1543050" y="5034322"/>
            <a:ext cx="9105900" cy="1826834"/>
          </a:xfrm>
          <a:prstGeom prst="rect">
            <a:avLst/>
          </a:prstGeom>
          <a:noFill/>
          <a:ln>
            <a:noFill/>
          </a:ln>
        </p:spPr>
      </p:pic>
      <p:pic>
        <p:nvPicPr>
          <p:cNvPr id="2165" name="Google Shape;2165;g38b88470f6c_2_2329"/>
          <p:cNvPicPr preferRelativeResize="0"/>
          <p:nvPr/>
        </p:nvPicPr>
        <p:blipFill rotWithShape="1">
          <a:blip r:embed="rId3">
            <a:alphaModFix/>
          </a:blip>
          <a:srcRect b="0" l="0" r="0" t="0"/>
          <a:stretch/>
        </p:blipFill>
        <p:spPr>
          <a:xfrm>
            <a:off x="3947887" y="962834"/>
            <a:ext cx="4513943" cy="3742214"/>
          </a:xfrm>
          <a:prstGeom prst="rect">
            <a:avLst/>
          </a:prstGeom>
          <a:noFill/>
          <a:ln>
            <a:noFill/>
          </a:ln>
        </p:spPr>
      </p:pic>
      <p:sp>
        <p:nvSpPr>
          <p:cNvPr id="2166" name="Google Shape;2166;g38b88470f6c_2_2329"/>
          <p:cNvSpPr txBox="1"/>
          <p:nvPr>
            <p:ph idx="1" type="body"/>
          </p:nvPr>
        </p:nvSpPr>
        <p:spPr>
          <a:xfrm>
            <a:off x="4186043" y="1382572"/>
            <a:ext cx="3819900" cy="2902800"/>
          </a:xfrm>
          <a:prstGeom prst="rect">
            <a:avLst/>
          </a:prstGeom>
          <a:noFill/>
          <a:ln>
            <a:noFill/>
          </a:ln>
        </p:spPr>
        <p:txBody>
          <a:bodyPr anchorCtr="0" anchor="ctr" bIns="45700" lIns="91425" spcFirstLastPara="1" rIns="91425" wrap="square" tIns="45700">
            <a:noAutofit/>
          </a:bodyPr>
          <a:lstStyle>
            <a:lvl1pPr indent="-342900" lvl="0" marL="457200" marR="0" algn="l">
              <a:lnSpc>
                <a:spcPct val="100000"/>
              </a:lnSpc>
              <a:spcBef>
                <a:spcPts val="0"/>
              </a:spcBef>
              <a:spcAft>
                <a:spcPts val="0"/>
              </a:spcAft>
              <a:buClr>
                <a:srgbClr val="F5B80B"/>
              </a:buClr>
              <a:buSzPts val="1800"/>
              <a:buFont typeface="Arial"/>
              <a:buChar char="+"/>
              <a:defRPr b="0" i="0" sz="18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2167" name="Google Shape;2167;g38b88470f6c_2_2329"/>
          <p:cNvPicPr preferRelativeResize="0"/>
          <p:nvPr/>
        </p:nvPicPr>
        <p:blipFill rotWithShape="1">
          <a:blip r:embed="rId4">
            <a:alphaModFix/>
          </a:blip>
          <a:srcRect b="0" l="0" r="0" t="0"/>
          <a:stretch/>
        </p:blipFill>
        <p:spPr>
          <a:xfrm>
            <a:off x="185221" y="412824"/>
            <a:ext cx="2304016" cy="834212"/>
          </a:xfrm>
          <a:prstGeom prst="rect">
            <a:avLst/>
          </a:prstGeom>
          <a:noFill/>
          <a:ln>
            <a:noFill/>
          </a:ln>
        </p:spPr>
      </p:pic>
      <p:sp>
        <p:nvSpPr>
          <p:cNvPr id="2168" name="Google Shape;2168;g38b88470f6c_2_2329"/>
          <p:cNvSpPr txBox="1"/>
          <p:nvPr/>
        </p:nvSpPr>
        <p:spPr>
          <a:xfrm>
            <a:off x="608419" y="499442"/>
            <a:ext cx="14577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3F3F3F"/>
                </a:solidFill>
                <a:latin typeface="Arial"/>
                <a:ea typeface="Arial"/>
                <a:cs typeface="Arial"/>
                <a:sym typeface="Arial"/>
              </a:rPr>
              <a:t>Task</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nus_Task">
  <p:cSld name="Bonus_Task">
    <p:spTree>
      <p:nvGrpSpPr>
        <p:cNvPr id="2169" name="Shape 2169"/>
        <p:cNvGrpSpPr/>
        <p:nvPr/>
      </p:nvGrpSpPr>
      <p:grpSpPr>
        <a:xfrm>
          <a:off x="0" y="0"/>
          <a:ext cx="0" cy="0"/>
          <a:chOff x="0" y="0"/>
          <a:chExt cx="0" cy="0"/>
        </a:xfrm>
      </p:grpSpPr>
      <p:pic>
        <p:nvPicPr>
          <p:cNvPr id="2170" name="Google Shape;2170;g38b88470f6c_2_2335"/>
          <p:cNvPicPr preferRelativeResize="0"/>
          <p:nvPr/>
        </p:nvPicPr>
        <p:blipFill rotWithShape="1">
          <a:blip r:embed="rId2">
            <a:alphaModFix/>
          </a:blip>
          <a:srcRect b="0" l="0" r="0" t="0"/>
          <a:stretch/>
        </p:blipFill>
        <p:spPr>
          <a:xfrm>
            <a:off x="185221" y="412824"/>
            <a:ext cx="2304016" cy="834212"/>
          </a:xfrm>
          <a:prstGeom prst="rect">
            <a:avLst/>
          </a:prstGeom>
          <a:noFill/>
          <a:ln>
            <a:noFill/>
          </a:ln>
        </p:spPr>
      </p:pic>
      <p:sp>
        <p:nvSpPr>
          <p:cNvPr id="2171" name="Google Shape;2171;g38b88470f6c_2_2335"/>
          <p:cNvSpPr txBox="1"/>
          <p:nvPr/>
        </p:nvSpPr>
        <p:spPr>
          <a:xfrm>
            <a:off x="608419" y="499442"/>
            <a:ext cx="14577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3F3F3F"/>
                </a:solidFill>
                <a:latin typeface="Arial"/>
                <a:ea typeface="Arial"/>
                <a:cs typeface="Arial"/>
                <a:sym typeface="Arial"/>
              </a:rPr>
              <a:t>Task</a:t>
            </a:r>
            <a:endParaRPr b="0" i="0" sz="1400" u="none" cap="none" strike="noStrike">
              <a:solidFill>
                <a:srgbClr val="000000"/>
              </a:solidFill>
              <a:latin typeface="Arial"/>
              <a:ea typeface="Arial"/>
              <a:cs typeface="Arial"/>
              <a:sym typeface="Arial"/>
            </a:endParaRPr>
          </a:p>
        </p:txBody>
      </p:sp>
      <p:pic>
        <p:nvPicPr>
          <p:cNvPr id="2172" name="Google Shape;2172;g38b88470f6c_2_2335"/>
          <p:cNvPicPr preferRelativeResize="0"/>
          <p:nvPr/>
        </p:nvPicPr>
        <p:blipFill rotWithShape="1">
          <a:blip r:embed="rId3">
            <a:alphaModFix/>
          </a:blip>
          <a:srcRect b="0" l="0" r="0" t="0"/>
          <a:stretch/>
        </p:blipFill>
        <p:spPr>
          <a:xfrm>
            <a:off x="3947887" y="962834"/>
            <a:ext cx="4513943" cy="3742214"/>
          </a:xfrm>
          <a:prstGeom prst="rect">
            <a:avLst/>
          </a:prstGeom>
          <a:noFill/>
          <a:ln>
            <a:noFill/>
          </a:ln>
        </p:spPr>
      </p:pic>
      <p:sp>
        <p:nvSpPr>
          <p:cNvPr id="2173" name="Google Shape;2173;g38b88470f6c_2_2335"/>
          <p:cNvSpPr txBox="1"/>
          <p:nvPr>
            <p:ph idx="1" type="body"/>
          </p:nvPr>
        </p:nvSpPr>
        <p:spPr>
          <a:xfrm>
            <a:off x="4186043" y="1382572"/>
            <a:ext cx="3819900" cy="2902800"/>
          </a:xfrm>
          <a:prstGeom prst="rect">
            <a:avLst/>
          </a:prstGeom>
          <a:noFill/>
          <a:ln>
            <a:noFill/>
          </a:ln>
        </p:spPr>
        <p:txBody>
          <a:bodyPr anchorCtr="0" anchor="ctr" bIns="45700" lIns="91425" spcFirstLastPara="1" rIns="91425" wrap="square" tIns="45700">
            <a:noAutofit/>
          </a:bodyPr>
          <a:lstStyle>
            <a:lvl1pPr indent="-342900" lvl="0" marL="457200" marR="0" algn="l">
              <a:lnSpc>
                <a:spcPct val="100000"/>
              </a:lnSpc>
              <a:spcBef>
                <a:spcPts val="0"/>
              </a:spcBef>
              <a:spcAft>
                <a:spcPts val="0"/>
              </a:spcAft>
              <a:buClr>
                <a:srgbClr val="F5B80B"/>
              </a:buClr>
              <a:buSzPts val="1800"/>
              <a:buFont typeface="Arial"/>
              <a:buChar char="+"/>
              <a:defRPr b="0" i="0" sz="18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174" name="Google Shape;2174;g38b88470f6c_2_2335"/>
          <p:cNvSpPr txBox="1"/>
          <p:nvPr/>
        </p:nvSpPr>
        <p:spPr>
          <a:xfrm>
            <a:off x="1595629" y="-187341"/>
            <a:ext cx="9408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US" sz="7200" u="none" cap="none" strike="noStrike">
                <a:solidFill>
                  <a:srgbClr val="F5BF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id="2175" name="Google Shape;2175;g38b88470f6c_2_2335"/>
          <p:cNvPicPr preferRelativeResize="0"/>
          <p:nvPr/>
        </p:nvPicPr>
        <p:blipFill rotWithShape="1">
          <a:blip r:embed="rId4">
            <a:alphaModFix/>
          </a:blip>
          <a:srcRect b="0" l="0" r="0" t="0"/>
          <a:stretch/>
        </p:blipFill>
        <p:spPr>
          <a:xfrm>
            <a:off x="1543050" y="5034322"/>
            <a:ext cx="9105900" cy="1826834"/>
          </a:xfrm>
          <a:prstGeom prst="rect">
            <a:avLst/>
          </a:prstGeom>
          <a:noFill/>
          <a:ln>
            <a:noFill/>
          </a:ln>
        </p:spPr>
      </p:pic>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Description_Make_1">
    <p:spTree>
      <p:nvGrpSpPr>
        <p:cNvPr id="2176" name="Shape 2176"/>
        <p:cNvGrpSpPr/>
        <p:nvPr/>
      </p:nvGrpSpPr>
      <p:grpSpPr>
        <a:xfrm>
          <a:off x="0" y="0"/>
          <a:ext cx="0" cy="0"/>
          <a:chOff x="0" y="0"/>
          <a:chExt cx="0" cy="0"/>
        </a:xfrm>
      </p:grpSpPr>
      <p:sp>
        <p:nvSpPr>
          <p:cNvPr id="2177" name="Google Shape;2177;g38b88470f6c_2_2342"/>
          <p:cNvSpPr/>
          <p:nvPr/>
        </p:nvSpPr>
        <p:spPr>
          <a:xfrm>
            <a:off x="574759" y="695862"/>
            <a:ext cx="3235200" cy="2733000"/>
          </a:xfrm>
          <a:prstGeom prst="roundRect">
            <a:avLst>
              <a:gd fmla="val 16667" name="adj"/>
            </a:avLst>
          </a:prstGeom>
          <a:no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2178" name="Google Shape;2178;g38b88470f6c_2_2342"/>
          <p:cNvPicPr preferRelativeResize="0"/>
          <p:nvPr/>
        </p:nvPicPr>
        <p:blipFill rotWithShape="1">
          <a:blip r:embed="rId2">
            <a:alphaModFix/>
          </a:blip>
          <a:srcRect b="0" l="0" r="0" t="0"/>
          <a:stretch/>
        </p:blipFill>
        <p:spPr>
          <a:xfrm>
            <a:off x="185221" y="412824"/>
            <a:ext cx="2304016" cy="834212"/>
          </a:xfrm>
          <a:prstGeom prst="rect">
            <a:avLst/>
          </a:prstGeom>
          <a:noFill/>
          <a:ln>
            <a:noFill/>
          </a:ln>
        </p:spPr>
      </p:pic>
      <p:sp>
        <p:nvSpPr>
          <p:cNvPr id="2179" name="Google Shape;2179;g38b88470f6c_2_2342"/>
          <p:cNvSpPr txBox="1"/>
          <p:nvPr/>
        </p:nvSpPr>
        <p:spPr>
          <a:xfrm>
            <a:off x="-96699" y="518150"/>
            <a:ext cx="23040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Activity</a:t>
            </a:r>
            <a:endParaRPr b="0" i="0" sz="1400" u="none" cap="none" strike="noStrike">
              <a:solidFill>
                <a:srgbClr val="000000"/>
              </a:solidFill>
              <a:latin typeface="Arial"/>
              <a:ea typeface="Arial"/>
              <a:cs typeface="Arial"/>
              <a:sym typeface="Arial"/>
            </a:endParaRPr>
          </a:p>
        </p:txBody>
      </p:sp>
      <p:sp>
        <p:nvSpPr>
          <p:cNvPr id="2180" name="Google Shape;2180;g38b88470f6c_2_2342"/>
          <p:cNvSpPr txBox="1"/>
          <p:nvPr>
            <p:ph idx="1" type="body"/>
          </p:nvPr>
        </p:nvSpPr>
        <p:spPr>
          <a:xfrm>
            <a:off x="609600" y="1257182"/>
            <a:ext cx="3151200" cy="1905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1800"/>
              <a:buFont typeface="Arial"/>
              <a:buNone/>
              <a:defRPr b="0" i="0" sz="18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181" name="Google Shape;2181;g38b88470f6c_2_2342"/>
          <p:cNvSpPr/>
          <p:nvPr>
            <p:ph idx="2" type="pic"/>
          </p:nvPr>
        </p:nvSpPr>
        <p:spPr>
          <a:xfrm>
            <a:off x="4549691" y="1041373"/>
            <a:ext cx="7258200" cy="3645000"/>
          </a:xfrm>
          <a:prstGeom prst="roundRect">
            <a:avLst>
              <a:gd fmla="val 12486" name="adj"/>
            </a:avLst>
          </a:prstGeom>
          <a:noFill/>
          <a:ln>
            <a:noFill/>
          </a:ln>
          <a:effectLst>
            <a:reflection blurRad="0" dir="0" dist="0" endA="300" endPos="55000" fadeDir="5400012" kx="0" rotWithShape="0" algn="bl" stA="50000" stPos="0" sy="-100000" ky="0"/>
          </a:effectLst>
        </p:spPr>
      </p:sp>
      <p:pic>
        <p:nvPicPr>
          <p:cNvPr id="2182" name="Google Shape;2182;g38b88470f6c_2_2342"/>
          <p:cNvPicPr preferRelativeResize="0"/>
          <p:nvPr/>
        </p:nvPicPr>
        <p:blipFill rotWithShape="1">
          <a:blip r:embed="rId3">
            <a:alphaModFix/>
          </a:blip>
          <a:srcRect b="0" l="0" r="0" t="0"/>
          <a:stretch/>
        </p:blipFill>
        <p:spPr>
          <a:xfrm>
            <a:off x="1543050" y="4653322"/>
            <a:ext cx="9105900" cy="1826834"/>
          </a:xfrm>
          <a:prstGeom prst="rect">
            <a:avLst/>
          </a:prstGeom>
          <a:noFill/>
          <a:ln>
            <a:noFill/>
          </a:ln>
        </p:spPr>
      </p:pic>
      <p:sp>
        <p:nvSpPr>
          <p:cNvPr id="2183" name="Google Shape;2183;g38b88470f6c_2_2342"/>
          <p:cNvSpPr txBox="1"/>
          <p:nvPr>
            <p:ph type="title"/>
          </p:nvPr>
        </p:nvSpPr>
        <p:spPr>
          <a:xfrm>
            <a:off x="1686300" y="483350"/>
            <a:ext cx="769200" cy="5928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3F3F3F"/>
              </a:buClr>
              <a:buSzPts val="2800"/>
              <a:buFont typeface="Arial"/>
              <a:buNone/>
              <a:defRPr b="1" i="0" sz="2800" u="none" cap="none" strike="noStrike">
                <a:solidFill>
                  <a:srgbClr val="3F3F3F"/>
                </a:solidFill>
                <a:latin typeface="Arial"/>
                <a:ea typeface="Arial"/>
                <a:cs typeface="Arial"/>
                <a:sym typeface="Arial"/>
              </a:defRPr>
            </a:lvl1pPr>
            <a:lvl2pPr lvl="1" marR="0" algn="l">
              <a:lnSpc>
                <a:spcPct val="100000"/>
              </a:lnSpc>
              <a:spcBef>
                <a:spcPts val="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2pPr>
            <a:lvl3pPr lvl="2" marR="0" algn="l">
              <a:lnSpc>
                <a:spcPct val="100000"/>
              </a:lnSpc>
              <a:spcBef>
                <a:spcPts val="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3pPr>
            <a:lvl4pPr lvl="3" marR="0" algn="l">
              <a:lnSpc>
                <a:spcPct val="100000"/>
              </a:lnSpc>
              <a:spcBef>
                <a:spcPts val="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4pPr>
            <a:lvl5pPr lvl="4" marR="0" algn="l">
              <a:lnSpc>
                <a:spcPct val="100000"/>
              </a:lnSpc>
              <a:spcBef>
                <a:spcPts val="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5pPr>
            <a:lvl6pPr lvl="5" marR="0" algn="l">
              <a:lnSpc>
                <a:spcPct val="100000"/>
              </a:lnSpc>
              <a:spcBef>
                <a:spcPts val="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6pPr>
            <a:lvl7pPr lvl="6" marR="0" algn="l">
              <a:lnSpc>
                <a:spcPct val="100000"/>
              </a:lnSpc>
              <a:spcBef>
                <a:spcPts val="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7pPr>
            <a:lvl8pPr lvl="7" marR="0" algn="l">
              <a:lnSpc>
                <a:spcPct val="100000"/>
              </a:lnSpc>
              <a:spcBef>
                <a:spcPts val="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8pPr>
            <a:lvl9pPr lvl="8" marR="0" algn="l">
              <a:lnSpc>
                <a:spcPct val="100000"/>
              </a:lnSpc>
              <a:spcBef>
                <a:spcPts val="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9pPr>
          </a:lstStyle>
          <a:p/>
        </p:txBody>
      </p:sp>
    </p:spTree>
  </p:cSld>
  <p:clrMapOvr>
    <a:masterClrMapping/>
  </p:clrMapOvr>
  <p:transition spd="slow">
    <p:push/>
  </p:transition>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2184" name="Shape 2184"/>
        <p:cNvGrpSpPr/>
        <p:nvPr/>
      </p:nvGrpSpPr>
      <p:grpSpPr>
        <a:xfrm>
          <a:off x="0" y="0"/>
          <a:ext cx="0" cy="0"/>
          <a:chOff x="0" y="0"/>
          <a:chExt cx="0" cy="0"/>
        </a:xfrm>
      </p:grpSpPr>
      <p:pic>
        <p:nvPicPr>
          <p:cNvPr id="2185" name="Google Shape;2185;g38b88470f6c_2_2350"/>
          <p:cNvPicPr preferRelativeResize="0"/>
          <p:nvPr/>
        </p:nvPicPr>
        <p:blipFill rotWithShape="1">
          <a:blip r:embed="rId2">
            <a:alphaModFix/>
          </a:blip>
          <a:srcRect b="0" l="0" r="0" t="0"/>
          <a:stretch/>
        </p:blipFill>
        <p:spPr>
          <a:xfrm>
            <a:off x="185229" y="412825"/>
            <a:ext cx="4575401" cy="834200"/>
          </a:xfrm>
          <a:prstGeom prst="rect">
            <a:avLst/>
          </a:prstGeom>
          <a:noFill/>
          <a:ln>
            <a:noFill/>
          </a:ln>
        </p:spPr>
      </p:pic>
      <p:sp>
        <p:nvSpPr>
          <p:cNvPr id="2186" name="Google Shape;2186;g38b88470f6c_2_2350"/>
          <p:cNvSpPr txBox="1"/>
          <p:nvPr/>
        </p:nvSpPr>
        <p:spPr>
          <a:xfrm>
            <a:off x="301527" y="511881"/>
            <a:ext cx="40722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lt2"/>
                </a:solidFill>
                <a:latin typeface="Arial"/>
                <a:ea typeface="Arial"/>
                <a:cs typeface="Arial"/>
                <a:sym typeface="Arial"/>
              </a:rPr>
              <a:t>Upload Your Project</a:t>
            </a:r>
            <a:endParaRPr b="0" i="0" sz="1400" u="none" cap="none" strike="noStrike">
              <a:solidFill>
                <a:schemeClr val="lt2"/>
              </a:solidFill>
              <a:latin typeface="Arial"/>
              <a:ea typeface="Arial"/>
              <a:cs typeface="Arial"/>
              <a:sym typeface="Arial"/>
            </a:endParaRPr>
          </a:p>
        </p:txBody>
      </p:sp>
      <p:pic>
        <p:nvPicPr>
          <p:cNvPr id="2187" name="Google Shape;2187;g38b88470f6c_2_2350" title="file.png"/>
          <p:cNvPicPr preferRelativeResize="0"/>
          <p:nvPr/>
        </p:nvPicPr>
        <p:blipFill rotWithShape="1">
          <a:blip r:embed="rId3">
            <a:alphaModFix/>
          </a:blip>
          <a:srcRect b="0" l="0" r="0" t="0"/>
          <a:stretch/>
        </p:blipFill>
        <p:spPr>
          <a:xfrm>
            <a:off x="4059900" y="1805825"/>
            <a:ext cx="4072200" cy="4072200"/>
          </a:xfrm>
          <a:prstGeom prst="rect">
            <a:avLst/>
          </a:prstGeom>
          <a:noFill/>
          <a:ln>
            <a:noFill/>
          </a:ln>
        </p:spPr>
      </p:pic>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Entry Point with Science background">
  <p:cSld name="Session Entry Point with Science background">
    <p:spTree>
      <p:nvGrpSpPr>
        <p:cNvPr id="2206" name="Shape 2206"/>
        <p:cNvGrpSpPr/>
        <p:nvPr/>
      </p:nvGrpSpPr>
      <p:grpSpPr>
        <a:xfrm>
          <a:off x="0" y="0"/>
          <a:ext cx="0" cy="0"/>
          <a:chOff x="0" y="0"/>
          <a:chExt cx="0" cy="0"/>
        </a:xfrm>
      </p:grpSpPr>
      <p:sp>
        <p:nvSpPr>
          <p:cNvPr id="2207" name="Google Shape;2207;g38b88470f6c_2_3020"/>
          <p:cNvSpPr/>
          <p:nvPr/>
        </p:nvSpPr>
        <p:spPr>
          <a:xfrm>
            <a:off x="204186" y="173736"/>
            <a:ext cx="11656500" cy="6382500"/>
          </a:xfrm>
          <a:prstGeom prst="rect">
            <a:avLst/>
          </a:prstGeom>
          <a:blipFill rotWithShape="1">
            <a:blip r:embed="rId2">
              <a:alphaModFix amt="7000"/>
            </a:blip>
            <a:tile algn="tl" flip="none" tx="0" sx="99996" ty="0" sy="99996"/>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208" name="Google Shape;2208;g38b88470f6c_2_3020"/>
          <p:cNvSpPr txBox="1"/>
          <p:nvPr>
            <p:ph type="title"/>
          </p:nvPr>
        </p:nvSpPr>
        <p:spPr>
          <a:xfrm>
            <a:off x="838200" y="2523046"/>
            <a:ext cx="7754700" cy="682500"/>
          </a:xfrm>
          <a:prstGeom prst="rect">
            <a:avLst/>
          </a:prstGeom>
          <a:noFill/>
          <a:ln>
            <a:noFill/>
          </a:ln>
          <a:effectLst>
            <a:outerShdw blurRad="76200" rotWithShape="0" algn="tl" dir="2700000" dist="50800">
              <a:srgbClr val="000000">
                <a:alpha val="23920"/>
              </a:srgbClr>
            </a:outerShdw>
          </a:effectLst>
        </p:spPr>
        <p:txBody>
          <a:bodyPr anchorCtr="0" anchor="t" bIns="45700" lIns="0" spcFirstLastPara="1" rIns="91425" wrap="square" tIns="45700">
            <a:noAutofit/>
          </a:bodyPr>
          <a:lstStyle>
            <a:lvl1pPr lvl="0" marR="0" algn="l">
              <a:lnSpc>
                <a:spcPct val="90000"/>
              </a:lnSpc>
              <a:spcBef>
                <a:spcPts val="0"/>
              </a:spcBef>
              <a:spcAft>
                <a:spcPts val="0"/>
              </a:spcAft>
              <a:buClr>
                <a:srgbClr val="00337F"/>
              </a:buClr>
              <a:buSzPts val="4400"/>
              <a:buFont typeface="Fredoka"/>
              <a:buNone/>
              <a:defRPr b="1" i="0" sz="4400" u="none" cap="none" strike="noStrike">
                <a:solidFill>
                  <a:srgbClr val="00337F"/>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09" name="Google Shape;2209;g38b88470f6c_2_3020"/>
          <p:cNvSpPr txBox="1"/>
          <p:nvPr>
            <p:ph idx="1" type="body"/>
          </p:nvPr>
        </p:nvSpPr>
        <p:spPr>
          <a:xfrm>
            <a:off x="838200" y="3077083"/>
            <a:ext cx="7752600" cy="543000"/>
          </a:xfrm>
          <a:prstGeom prst="rect">
            <a:avLst/>
          </a:prstGeom>
          <a:noFill/>
          <a:ln>
            <a:noFill/>
          </a:ln>
          <a:effectLst>
            <a:outerShdw blurRad="76200" rotWithShape="0" algn="tl" dir="2700000" dist="139700">
              <a:schemeClr val="dk1">
                <a:alpha val="14120"/>
              </a:schemeClr>
            </a:outerShdw>
          </a:effectLst>
        </p:spPr>
        <p:txBody>
          <a:bodyPr anchorCtr="0" anchor="t" bIns="0" lIns="0" spcFirstLastPara="1" rIns="0" wrap="square" tIns="91425">
            <a:noAutofit/>
          </a:bodyPr>
          <a:lstStyle>
            <a:lvl1pPr indent="-228600" lvl="0" marL="457200" marR="0" algn="l">
              <a:lnSpc>
                <a:spcPct val="90000"/>
              </a:lnSpc>
              <a:spcBef>
                <a:spcPts val="0"/>
              </a:spcBef>
              <a:spcAft>
                <a:spcPts val="0"/>
              </a:spcAft>
              <a:buClr>
                <a:schemeClr val="accent2"/>
              </a:buClr>
              <a:buSzPts val="2000"/>
              <a:buFont typeface="Arial"/>
              <a:buNone/>
              <a:defRPr b="1"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210" name="Google Shape;2210;g38b88470f6c_2_3020"/>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2"/>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2"/>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2"/>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2"/>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2"/>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2"/>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2"/>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2"/>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2"/>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
    <p:spTree>
      <p:nvGrpSpPr>
        <p:cNvPr id="2211" name="Shape 2211"/>
        <p:cNvGrpSpPr/>
        <p:nvPr/>
      </p:nvGrpSpPr>
      <p:grpSpPr>
        <a:xfrm>
          <a:off x="0" y="0"/>
          <a:ext cx="0" cy="0"/>
          <a:chOff x="0" y="0"/>
          <a:chExt cx="0" cy="0"/>
        </a:xfrm>
      </p:grpSpPr>
      <p:sp>
        <p:nvSpPr>
          <p:cNvPr id="2212" name="Google Shape;2212;g38b88470f6c_2_3025"/>
          <p:cNvSpPr txBox="1"/>
          <p:nvPr/>
        </p:nvSpPr>
        <p:spPr>
          <a:xfrm>
            <a:off x="854675" y="2764213"/>
            <a:ext cx="3810000" cy="794100"/>
          </a:xfrm>
          <a:prstGeom prst="rect">
            <a:avLst/>
          </a:prstGeom>
          <a:noFill/>
          <a:ln>
            <a:noFill/>
          </a:ln>
          <a:effectLst>
            <a:outerShdw blurRad="76200" rotWithShape="0" algn="tl" dir="2700000" dist="50800">
              <a:srgbClr val="000000">
                <a:alpha val="23530"/>
              </a:srgbClr>
            </a:outerShdw>
          </a:effectLst>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337F"/>
              </a:buClr>
              <a:buSzPts val="4400"/>
              <a:buFont typeface="Fredoka"/>
              <a:buNone/>
            </a:pPr>
            <a:r>
              <a:rPr b="1" i="0" lang="en-US" sz="4400" u="none" cap="none" strike="noStrike">
                <a:solidFill>
                  <a:srgbClr val="00337F"/>
                </a:solidFill>
                <a:latin typeface="Fredoka"/>
                <a:ea typeface="Fredoka"/>
                <a:cs typeface="Fredoka"/>
                <a:sym typeface="Fredoka"/>
              </a:rPr>
              <a:t>ATTENDANCE</a:t>
            </a: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2213" name="Google Shape;2213;g38b88470f6c_2_3025"/>
          <p:cNvPicPr preferRelativeResize="0"/>
          <p:nvPr/>
        </p:nvPicPr>
        <p:blipFill rotWithShape="1">
          <a:blip r:embed="rId2">
            <a:alphaModFix/>
          </a:blip>
          <a:srcRect b="0" l="0" r="0" t="0"/>
          <a:stretch/>
        </p:blipFill>
        <p:spPr>
          <a:xfrm>
            <a:off x="6080675" y="1197038"/>
            <a:ext cx="4463924" cy="4463924"/>
          </a:xfrm>
          <a:prstGeom prst="rect">
            <a:avLst/>
          </a:prstGeom>
          <a:noFill/>
          <a:ln>
            <a:noFill/>
          </a:ln>
        </p:spPr>
      </p:pic>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 this session you will learn...">
  <p:cSld name="In this session you will learn...">
    <p:spTree>
      <p:nvGrpSpPr>
        <p:cNvPr id="2214" name="Shape 2214"/>
        <p:cNvGrpSpPr/>
        <p:nvPr/>
      </p:nvGrpSpPr>
      <p:grpSpPr>
        <a:xfrm>
          <a:off x="0" y="0"/>
          <a:ext cx="0" cy="0"/>
          <a:chOff x="0" y="0"/>
          <a:chExt cx="0" cy="0"/>
        </a:xfrm>
      </p:grpSpPr>
      <p:sp>
        <p:nvSpPr>
          <p:cNvPr id="2215" name="Google Shape;2215;g38b88470f6c_2_3028"/>
          <p:cNvSpPr txBox="1"/>
          <p:nvPr>
            <p:ph idx="1" type="body"/>
          </p:nvPr>
        </p:nvSpPr>
        <p:spPr>
          <a:xfrm>
            <a:off x="2022957" y="1116184"/>
            <a:ext cx="91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216" name="Google Shape;2216;g38b88470f6c_2_3028"/>
          <p:cNvSpPr txBox="1"/>
          <p:nvPr/>
        </p:nvSpPr>
        <p:spPr>
          <a:xfrm>
            <a:off x="996843" y="968220"/>
            <a:ext cx="10442700" cy="699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4800"/>
              <a:buFont typeface="Quicksand"/>
              <a:buNone/>
            </a:pPr>
            <a:r>
              <a:rPr b="1" i="0" lang="en-US" sz="4800" u="none" cap="none" strike="noStrike">
                <a:solidFill>
                  <a:srgbClr val="002060"/>
                </a:solidFill>
                <a:latin typeface="Quicksand"/>
                <a:ea typeface="Quicksand"/>
                <a:cs typeface="Quicksand"/>
                <a:sym typeface="Quicksand"/>
              </a:rPr>
              <a:t>IN THIS LESSON YOU WILL…</a:t>
            </a:r>
            <a:endParaRPr b="1" i="0" sz="4800" u="none" cap="none" strike="noStrike">
              <a:solidFill>
                <a:srgbClr val="FC7C00"/>
              </a:solidFill>
              <a:latin typeface="Quicksand"/>
              <a:ea typeface="Quicksand"/>
              <a:cs typeface="Quicksand"/>
              <a:sym typeface="Quicksand"/>
            </a:endParaRPr>
          </a:p>
        </p:txBody>
      </p:sp>
      <p:sp>
        <p:nvSpPr>
          <p:cNvPr id="2217" name="Google Shape;2217;g38b88470f6c_2_3028"/>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Lesson</a:t>
            </a:r>
            <a:endParaRPr b="0" i="0" sz="1400" u="none" cap="none" strike="noStrike">
              <a:solidFill>
                <a:srgbClr val="000000"/>
              </a:solidFill>
              <a:latin typeface="Arial"/>
              <a:ea typeface="Arial"/>
              <a:cs typeface="Arial"/>
              <a:sym typeface="Arial"/>
            </a:endParaRPr>
          </a:p>
        </p:txBody>
      </p:sp>
      <p:sp>
        <p:nvSpPr>
          <p:cNvPr id="2218" name="Google Shape;2218;g38b88470f6c_2_3028"/>
          <p:cNvSpPr txBox="1"/>
          <p:nvPr>
            <p:ph idx="2" type="body"/>
          </p:nvPr>
        </p:nvSpPr>
        <p:spPr>
          <a:xfrm>
            <a:off x="1871003" y="1667167"/>
            <a:ext cx="8773200" cy="1956300"/>
          </a:xfrm>
          <a:prstGeom prst="rect">
            <a:avLst/>
          </a:prstGeom>
          <a:noFill/>
          <a:ln>
            <a:noFill/>
          </a:ln>
        </p:spPr>
        <p:txBody>
          <a:bodyPr anchorCtr="0" anchor="t" bIns="45700" lIns="91425" spcFirstLastPara="1" rIns="91425" wrap="square" tIns="45700">
            <a:noAutofit/>
          </a:bodyPr>
          <a:lstStyle>
            <a:lvl1pPr indent="-419100" lvl="0" marL="457200" marR="0" algn="l">
              <a:lnSpc>
                <a:spcPct val="90000"/>
              </a:lnSpc>
              <a:spcBef>
                <a:spcPts val="1000"/>
              </a:spcBef>
              <a:spcAft>
                <a:spcPts val="0"/>
              </a:spcAft>
              <a:buClr>
                <a:schemeClr val="accent2"/>
              </a:buClr>
              <a:buSzPts val="3000"/>
              <a:buFont typeface="Calibri"/>
              <a:buChar char="●"/>
              <a:defRPr b="0" i="0" sz="2000" u="none" cap="none" strike="noStrike">
                <a:solidFill>
                  <a:srgbClr val="172A4B"/>
                </a:solidFill>
                <a:latin typeface="Quicksand"/>
                <a:ea typeface="Quicksand"/>
                <a:cs typeface="Quicksand"/>
                <a:sym typeface="Quicksand"/>
              </a:defRPr>
            </a:lvl1pPr>
            <a:lvl2pPr indent="-400050" lvl="1" marL="914400" marR="0" algn="l">
              <a:lnSpc>
                <a:spcPct val="90000"/>
              </a:lnSpc>
              <a:spcBef>
                <a:spcPts val="500"/>
              </a:spcBef>
              <a:spcAft>
                <a:spcPts val="0"/>
              </a:spcAft>
              <a:buClr>
                <a:schemeClr val="accent2"/>
              </a:buClr>
              <a:buSzPts val="2700"/>
              <a:buFont typeface="Calibri"/>
              <a:buChar char="●"/>
              <a:defRPr b="0" i="0" sz="1800" u="none" cap="none" strike="noStrike">
                <a:solidFill>
                  <a:srgbClr val="172A4B"/>
                </a:solidFill>
                <a:latin typeface="Quicksand"/>
                <a:ea typeface="Quicksand"/>
                <a:cs typeface="Quicksand"/>
                <a:sym typeface="Quicksand"/>
              </a:defRPr>
            </a:lvl2pPr>
            <a:lvl3pPr indent="-381000" lvl="2" marL="1371600" marR="0" algn="l">
              <a:lnSpc>
                <a:spcPct val="90000"/>
              </a:lnSpc>
              <a:spcBef>
                <a:spcPts val="500"/>
              </a:spcBef>
              <a:spcAft>
                <a:spcPts val="0"/>
              </a:spcAft>
              <a:buClr>
                <a:schemeClr val="accent2"/>
              </a:buClr>
              <a:buSzPts val="2400"/>
              <a:buFont typeface="Calibri"/>
              <a:buChar char="●"/>
              <a:defRPr b="0" i="0" sz="1600" u="none" cap="none" strike="noStrike">
                <a:solidFill>
                  <a:srgbClr val="172A4B"/>
                </a:solidFill>
                <a:latin typeface="Quicksand"/>
                <a:ea typeface="Quicksand"/>
                <a:cs typeface="Quicksand"/>
                <a:sym typeface="Quicksand"/>
              </a:defRPr>
            </a:lvl3pPr>
            <a:lvl4pPr indent="-361950" lvl="3" marL="1828800" marR="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4pPr>
            <a:lvl5pPr indent="-361950" lvl="4" marL="2286000" marR="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219" name="Google Shape;2219;g38b88470f6c_2_3028"/>
          <p:cNvSpPr txBox="1"/>
          <p:nvPr>
            <p:ph idx="3" type="body"/>
          </p:nvPr>
        </p:nvSpPr>
        <p:spPr>
          <a:xfrm>
            <a:off x="2337773" y="654820"/>
            <a:ext cx="678600" cy="3879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220" name="Google Shape;2220;g38b88470f6c_2_3028"/>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Recap">
  <p:cSld name="1_Recap">
    <p:spTree>
      <p:nvGrpSpPr>
        <p:cNvPr id="2221" name="Shape 2221"/>
        <p:cNvGrpSpPr/>
        <p:nvPr/>
      </p:nvGrpSpPr>
      <p:grpSpPr>
        <a:xfrm>
          <a:off x="0" y="0"/>
          <a:ext cx="0" cy="0"/>
          <a:chOff x="0" y="0"/>
          <a:chExt cx="0" cy="0"/>
        </a:xfrm>
      </p:grpSpPr>
      <p:grpSp>
        <p:nvGrpSpPr>
          <p:cNvPr id="2222" name="Google Shape;2222;g38b88470f6c_2_3035"/>
          <p:cNvGrpSpPr/>
          <p:nvPr/>
        </p:nvGrpSpPr>
        <p:grpSpPr>
          <a:xfrm>
            <a:off x="680011" y="0"/>
            <a:ext cx="3090697" cy="1806089"/>
            <a:chOff x="536716" y="-1319"/>
            <a:chExt cx="3976708" cy="2323841"/>
          </a:xfrm>
        </p:grpSpPr>
        <p:sp>
          <p:nvSpPr>
            <p:cNvPr id="2223" name="Google Shape;2223;g38b88470f6c_2_3035"/>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224" name="Google Shape;2224;g38b88470f6c_2_3035"/>
            <p:cNvGrpSpPr/>
            <p:nvPr/>
          </p:nvGrpSpPr>
          <p:grpSpPr>
            <a:xfrm>
              <a:off x="536716" y="0"/>
              <a:ext cx="3976708" cy="2322522"/>
              <a:chOff x="947530" y="0"/>
              <a:chExt cx="3976708" cy="2322522"/>
            </a:xfrm>
          </p:grpSpPr>
          <p:sp>
            <p:nvSpPr>
              <p:cNvPr id="2225" name="Google Shape;2225;g38b88470f6c_2_3035"/>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226" name="Google Shape;2226;g38b88470f6c_2_3035"/>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227" name="Google Shape;2227;g38b88470f6c_2_3035"/>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228" name="Google Shape;2228;g38b88470f6c_2_3035"/>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229" name="Google Shape;2229;g38b88470f6c_2_3035"/>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230" name="Google Shape;2230;g38b88470f6c_2_3035"/>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Recap</a:t>
            </a:r>
            <a:endParaRPr b="0" i="0" sz="1400" u="none" cap="none" strike="noStrike">
              <a:solidFill>
                <a:srgbClr val="000000"/>
              </a:solidFill>
              <a:latin typeface="Arial"/>
              <a:ea typeface="Arial"/>
              <a:cs typeface="Arial"/>
              <a:sym typeface="Arial"/>
            </a:endParaRPr>
          </a:p>
        </p:txBody>
      </p:sp>
      <p:pic>
        <p:nvPicPr>
          <p:cNvPr id="2231" name="Google Shape;2231;g38b88470f6c_2_3035"/>
          <p:cNvPicPr preferRelativeResize="0"/>
          <p:nvPr/>
        </p:nvPicPr>
        <p:blipFill rotWithShape="1">
          <a:blip r:embed="rId2">
            <a:alphaModFix/>
          </a:blip>
          <a:srcRect b="0" l="0" r="0" t="0"/>
          <a:stretch/>
        </p:blipFill>
        <p:spPr>
          <a:xfrm>
            <a:off x="5309216" y="526820"/>
            <a:ext cx="5309935" cy="5309935"/>
          </a:xfrm>
          <a:prstGeom prst="rect">
            <a:avLst/>
          </a:prstGeom>
          <a:noFill/>
          <a:ln>
            <a:noFill/>
          </a:ln>
        </p:spPr>
      </p:pic>
      <p:sp>
        <p:nvSpPr>
          <p:cNvPr id="2232" name="Google Shape;2232;g38b88470f6c_2_3035"/>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233" name="Google Shape;2233;g38b88470f6c_2_3035"/>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34" name="Shape 2234"/>
        <p:cNvGrpSpPr/>
        <p:nvPr/>
      </p:nvGrpSpPr>
      <p:grpSpPr>
        <a:xfrm>
          <a:off x="0" y="0"/>
          <a:ext cx="0" cy="0"/>
          <a:chOff x="0" y="0"/>
          <a:chExt cx="0" cy="0"/>
        </a:xfrm>
      </p:grpSpPr>
      <p:sp>
        <p:nvSpPr>
          <p:cNvPr id="2235" name="Google Shape;2235;g38b88470f6c_2_3048"/>
          <p:cNvSpPr txBox="1"/>
          <p:nvPr>
            <p:ph type="title"/>
          </p:nvPr>
        </p:nvSpPr>
        <p:spPr>
          <a:xfrm>
            <a:off x="0" y="0"/>
            <a:ext cx="3000000" cy="30000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lt1"/>
              </a:buClr>
              <a:buSzPts val="5579"/>
              <a:buFont typeface="Verdana"/>
              <a:buNone/>
              <a:defRPr b="0" i="0" sz="5579" u="none" cap="none" strike="noStrike">
                <a:solidFill>
                  <a:schemeClr val="lt1"/>
                </a:solidFill>
                <a:latin typeface="Verdana"/>
                <a:ea typeface="Verdana"/>
                <a:cs typeface="Verdana"/>
                <a:sym typeface="Verdan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36" name="Google Shape;2236;g38b88470f6c_2_3048"/>
          <p:cNvSpPr txBox="1"/>
          <p:nvPr>
            <p:ph idx="1" type="body"/>
          </p:nvPr>
        </p:nvSpPr>
        <p:spPr>
          <a:xfrm>
            <a:off x="0" y="0"/>
            <a:ext cx="3000000" cy="3000000"/>
          </a:xfrm>
          <a:prstGeom prst="rect">
            <a:avLst/>
          </a:prstGeom>
          <a:noFill/>
          <a:ln>
            <a:noFill/>
          </a:ln>
        </p:spPr>
        <p:txBody>
          <a:bodyPr anchorCtr="0" anchor="t" bIns="0" lIns="0" spcFirstLastPara="1" rIns="0" wrap="square" tIns="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237" name="Google Shape;2237;g38b88470f6c_2_3048"/>
          <p:cNvSpPr txBox="1"/>
          <p:nvPr>
            <p:ph idx="11" type="ftr"/>
          </p:nvPr>
        </p:nvSpPr>
        <p:spPr>
          <a:xfrm>
            <a:off x="0" y="0"/>
            <a:ext cx="3000000" cy="3000000"/>
          </a:xfrm>
          <a:prstGeom prst="rect">
            <a:avLst/>
          </a:prstGeom>
          <a:noFill/>
          <a:ln>
            <a:noFill/>
          </a:ln>
        </p:spPr>
        <p:txBody>
          <a:bodyPr anchorCtr="0" anchor="t" bIns="0" lIns="0" spcFirstLastPara="1" rIns="0" wrap="square" tIns="0">
            <a:noAutofit/>
          </a:bodyPr>
          <a:lstStyle>
            <a:lvl1pPr lvl="0" marR="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2238" name="Google Shape;2238;g38b88470f6c_2_3048"/>
          <p:cNvSpPr txBox="1"/>
          <p:nvPr>
            <p:ph idx="10" type="dt"/>
          </p:nvPr>
        </p:nvSpPr>
        <p:spPr>
          <a:xfrm>
            <a:off x="0" y="0"/>
            <a:ext cx="3000000" cy="30000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2239" name="Google Shape;2239;g38b88470f6c_2_3048"/>
          <p:cNvSpPr txBox="1"/>
          <p:nvPr>
            <p:ph idx="12" type="sldNum"/>
          </p:nvPr>
        </p:nvSpPr>
        <p:spPr>
          <a:xfrm>
            <a:off x="0" y="0"/>
            <a:ext cx="3000000" cy="3000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gage">
  <p:cSld name="Engage">
    <p:spTree>
      <p:nvGrpSpPr>
        <p:cNvPr id="2240" name="Shape 2240"/>
        <p:cNvGrpSpPr/>
        <p:nvPr/>
      </p:nvGrpSpPr>
      <p:grpSpPr>
        <a:xfrm>
          <a:off x="0" y="0"/>
          <a:ext cx="0" cy="0"/>
          <a:chOff x="0" y="0"/>
          <a:chExt cx="0" cy="0"/>
        </a:xfrm>
      </p:grpSpPr>
      <p:grpSp>
        <p:nvGrpSpPr>
          <p:cNvPr id="2241" name="Google Shape;2241;g38b88470f6c_2_3054"/>
          <p:cNvGrpSpPr/>
          <p:nvPr/>
        </p:nvGrpSpPr>
        <p:grpSpPr>
          <a:xfrm>
            <a:off x="680011" y="0"/>
            <a:ext cx="3090697" cy="1806089"/>
            <a:chOff x="536716" y="-1319"/>
            <a:chExt cx="3976708" cy="2323841"/>
          </a:xfrm>
        </p:grpSpPr>
        <p:sp>
          <p:nvSpPr>
            <p:cNvPr id="2242" name="Google Shape;2242;g38b88470f6c_2_3054"/>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243" name="Google Shape;2243;g38b88470f6c_2_3054"/>
            <p:cNvGrpSpPr/>
            <p:nvPr/>
          </p:nvGrpSpPr>
          <p:grpSpPr>
            <a:xfrm>
              <a:off x="536716" y="0"/>
              <a:ext cx="3976708" cy="2322522"/>
              <a:chOff x="947530" y="0"/>
              <a:chExt cx="3976708" cy="2322522"/>
            </a:xfrm>
          </p:grpSpPr>
          <p:sp>
            <p:nvSpPr>
              <p:cNvPr id="2244" name="Google Shape;2244;g38b88470f6c_2_3054"/>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245" name="Google Shape;2245;g38b88470f6c_2_3054"/>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246" name="Google Shape;2246;g38b88470f6c_2_3054"/>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247" name="Google Shape;2247;g38b88470f6c_2_3054"/>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248" name="Google Shape;2248;g38b88470f6c_2_3054"/>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249" name="Google Shape;2249;g38b88470f6c_2_3054"/>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Engage</a:t>
            </a:r>
            <a:endParaRPr b="0" i="0" sz="1400" u="none" cap="none" strike="noStrike">
              <a:solidFill>
                <a:srgbClr val="000000"/>
              </a:solidFill>
              <a:latin typeface="Arial"/>
              <a:ea typeface="Arial"/>
              <a:cs typeface="Arial"/>
              <a:sym typeface="Arial"/>
            </a:endParaRPr>
          </a:p>
        </p:txBody>
      </p:sp>
      <p:grpSp>
        <p:nvGrpSpPr>
          <p:cNvPr id="2250" name="Google Shape;2250;g38b88470f6c_2_3054"/>
          <p:cNvGrpSpPr/>
          <p:nvPr/>
        </p:nvGrpSpPr>
        <p:grpSpPr>
          <a:xfrm>
            <a:off x="5346784" y="1129383"/>
            <a:ext cx="4318845" cy="2583681"/>
            <a:chOff x="5320151" y="896335"/>
            <a:chExt cx="4318845" cy="2583681"/>
          </a:xfrm>
        </p:grpSpPr>
        <p:sp>
          <p:nvSpPr>
            <p:cNvPr id="2251" name="Google Shape;2251;g38b88470f6c_2_3054"/>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52" name="Google Shape;2252;g38b88470f6c_2_3054"/>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FFFFFF">
                <a:alpha val="8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253" name="Google Shape;2253;g38b88470f6c_2_3054"/>
          <p:cNvGrpSpPr/>
          <p:nvPr/>
        </p:nvGrpSpPr>
        <p:grpSpPr>
          <a:xfrm>
            <a:off x="8020375" y="1479739"/>
            <a:ext cx="1344658" cy="4110296"/>
            <a:chOff x="7993742" y="1246691"/>
            <a:chExt cx="1344658" cy="4110296"/>
          </a:xfrm>
        </p:grpSpPr>
        <p:sp>
          <p:nvSpPr>
            <p:cNvPr id="2254" name="Google Shape;2254;g38b88470f6c_2_3054"/>
            <p:cNvSpPr/>
            <p:nvPr/>
          </p:nvSpPr>
          <p:spPr>
            <a:xfrm>
              <a:off x="8617716" y="1305764"/>
              <a:ext cx="120606" cy="214213"/>
            </a:xfrm>
            <a:custGeom>
              <a:rect b="b" l="l" r="r" t="t"/>
              <a:pathLst>
                <a:path extrusionOk="0" h="214213" w="120606">
                  <a:moveTo>
                    <a:pt x="50604" y="201848"/>
                  </a:moveTo>
                  <a:cubicBezTo>
                    <a:pt x="23239" y="174484"/>
                    <a:pt x="-29434" y="70807"/>
                    <a:pt x="21055" y="21988"/>
                  </a:cubicBezTo>
                  <a:cubicBezTo>
                    <a:pt x="71544" y="-26831"/>
                    <a:pt x="116509" y="17492"/>
                    <a:pt x="119978" y="41259"/>
                  </a:cubicBezTo>
                  <a:cubicBezTo>
                    <a:pt x="123447" y="65026"/>
                    <a:pt x="114197" y="265312"/>
                    <a:pt x="50604" y="20184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55" name="Google Shape;2255;g38b88470f6c_2_3054"/>
            <p:cNvSpPr/>
            <p:nvPr/>
          </p:nvSpPr>
          <p:spPr>
            <a:xfrm>
              <a:off x="8510814" y="4971832"/>
              <a:ext cx="145942" cy="266191"/>
            </a:xfrm>
            <a:custGeom>
              <a:rect b="b" l="l" r="r" t="t"/>
              <a:pathLst>
                <a:path extrusionOk="0" h="266191" w="145942">
                  <a:moveTo>
                    <a:pt x="145943" y="265164"/>
                  </a:moveTo>
                  <a:lnTo>
                    <a:pt x="31218" y="266192"/>
                  </a:lnTo>
                  <a:lnTo>
                    <a:pt x="0" y="1028"/>
                  </a:lnTo>
                  <a:lnTo>
                    <a:pt x="114596" y="0"/>
                  </a:lnTo>
                  <a:lnTo>
                    <a:pt x="145943"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56" name="Google Shape;2256;g38b88470f6c_2_3054"/>
            <p:cNvSpPr/>
            <p:nvPr/>
          </p:nvSpPr>
          <p:spPr>
            <a:xfrm>
              <a:off x="8299416" y="5223635"/>
              <a:ext cx="409052" cy="133352"/>
            </a:xfrm>
            <a:custGeom>
              <a:rect b="b" l="l" r="r" t="t"/>
              <a:pathLst>
                <a:path extrusionOk="0" h="133352" w="409052">
                  <a:moveTo>
                    <a:pt x="242488" y="1157"/>
                  </a:moveTo>
                  <a:lnTo>
                    <a:pt x="367619" y="0"/>
                  </a:lnTo>
                  <a:cubicBezTo>
                    <a:pt x="372360" y="64"/>
                    <a:pt x="376509" y="3186"/>
                    <a:pt x="377897" y="7708"/>
                  </a:cubicBezTo>
                  <a:lnTo>
                    <a:pt x="408216" y="109329"/>
                  </a:lnTo>
                  <a:cubicBezTo>
                    <a:pt x="410991" y="117461"/>
                    <a:pt x="406636" y="126287"/>
                    <a:pt x="398516" y="129062"/>
                  </a:cubicBezTo>
                  <a:cubicBezTo>
                    <a:pt x="396795" y="129640"/>
                    <a:pt x="394996" y="129923"/>
                    <a:pt x="393185" y="129884"/>
                  </a:cubicBezTo>
                  <a:cubicBezTo>
                    <a:pt x="348091" y="129884"/>
                    <a:pt x="282571" y="127443"/>
                    <a:pt x="226173" y="127957"/>
                  </a:cubicBezTo>
                  <a:cubicBezTo>
                    <a:pt x="159881" y="127957"/>
                    <a:pt x="130333" y="132582"/>
                    <a:pt x="52480" y="133353"/>
                  </a:cubicBezTo>
                  <a:cubicBezTo>
                    <a:pt x="5459" y="133353"/>
                    <a:pt x="-11756" y="86333"/>
                    <a:pt x="8157" y="81965"/>
                  </a:cubicBezTo>
                  <a:cubicBezTo>
                    <a:pt x="96417" y="61538"/>
                    <a:pt x="142024" y="58840"/>
                    <a:pt x="215895" y="10407"/>
                  </a:cubicBezTo>
                  <a:cubicBezTo>
                    <a:pt x="223667" y="4792"/>
                    <a:pt x="232917" y="1580"/>
                    <a:pt x="242488"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57" name="Google Shape;2257;g38b88470f6c_2_3054"/>
            <p:cNvSpPr/>
            <p:nvPr/>
          </p:nvSpPr>
          <p:spPr>
            <a:xfrm>
              <a:off x="8510814" y="4971960"/>
              <a:ext cx="130783" cy="137720"/>
            </a:xfrm>
            <a:custGeom>
              <a:rect b="b" l="l" r="r" t="t"/>
              <a:pathLst>
                <a:path extrusionOk="0" h="137720" w="130783">
                  <a:moveTo>
                    <a:pt x="0" y="1028"/>
                  </a:moveTo>
                  <a:lnTo>
                    <a:pt x="16187"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58" name="Google Shape;2258;g38b88470f6c_2_3054"/>
            <p:cNvSpPr/>
            <p:nvPr/>
          </p:nvSpPr>
          <p:spPr>
            <a:xfrm>
              <a:off x="8461219" y="5216393"/>
              <a:ext cx="72216" cy="28944"/>
            </a:xfrm>
            <a:custGeom>
              <a:rect b="b" l="l" r="r" t="t"/>
              <a:pathLst>
                <a:path extrusionOk="0" h="28944" w="72216">
                  <a:moveTo>
                    <a:pt x="33279" y="28825"/>
                  </a:moveTo>
                  <a:cubicBezTo>
                    <a:pt x="45651" y="28606"/>
                    <a:pt x="57958" y="27103"/>
                    <a:pt x="70022" y="24328"/>
                  </a:cubicBezTo>
                  <a:cubicBezTo>
                    <a:pt x="71191" y="24161"/>
                    <a:pt x="72103" y="23198"/>
                    <a:pt x="72206" y="22016"/>
                  </a:cubicBezTo>
                  <a:cubicBezTo>
                    <a:pt x="72308" y="20885"/>
                    <a:pt x="71692" y="19806"/>
                    <a:pt x="70664" y="19318"/>
                  </a:cubicBezTo>
                  <a:cubicBezTo>
                    <a:pt x="65268" y="16620"/>
                    <a:pt x="17092" y="-6377"/>
                    <a:pt x="3859" y="1717"/>
                  </a:cubicBezTo>
                  <a:cubicBezTo>
                    <a:pt x="1367" y="3310"/>
                    <a:pt x="-98" y="6085"/>
                    <a:pt x="5" y="9040"/>
                  </a:cubicBezTo>
                  <a:cubicBezTo>
                    <a:pt x="-59" y="14051"/>
                    <a:pt x="2228" y="18804"/>
                    <a:pt x="6172" y="21887"/>
                  </a:cubicBezTo>
                  <a:cubicBezTo>
                    <a:pt x="14201" y="27103"/>
                    <a:pt x="23734" y="29531"/>
                    <a:pt x="33279" y="28825"/>
                  </a:cubicBezTo>
                  <a:close/>
                  <a:moveTo>
                    <a:pt x="60772" y="20602"/>
                  </a:moveTo>
                  <a:cubicBezTo>
                    <a:pt x="35977" y="24970"/>
                    <a:pt x="17092" y="24071"/>
                    <a:pt x="9384" y="17905"/>
                  </a:cubicBezTo>
                  <a:cubicBezTo>
                    <a:pt x="6673" y="15785"/>
                    <a:pt x="5183" y="12470"/>
                    <a:pt x="5401" y="9040"/>
                  </a:cubicBezTo>
                  <a:cubicBezTo>
                    <a:pt x="5247" y="7961"/>
                    <a:pt x="5748" y="6895"/>
                    <a:pt x="6685" y="6342"/>
                  </a:cubicBezTo>
                  <a:cubicBezTo>
                    <a:pt x="13880" y="1974"/>
                    <a:pt x="41116" y="12252"/>
                    <a:pt x="60772"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59" name="Google Shape;2259;g38b88470f6c_2_3054"/>
            <p:cNvSpPr/>
            <p:nvPr/>
          </p:nvSpPr>
          <p:spPr>
            <a:xfrm>
              <a:off x="8487342" y="5189837"/>
              <a:ext cx="46031" cy="51655"/>
            </a:xfrm>
            <a:custGeom>
              <a:rect b="b" l="l" r="r" t="t"/>
              <a:pathLst>
                <a:path extrusionOk="0" h="51655" w="46031">
                  <a:moveTo>
                    <a:pt x="43385" y="51656"/>
                  </a:moveTo>
                  <a:cubicBezTo>
                    <a:pt x="43989" y="51617"/>
                    <a:pt x="44580" y="51386"/>
                    <a:pt x="45055" y="51013"/>
                  </a:cubicBezTo>
                  <a:cubicBezTo>
                    <a:pt x="45851" y="50422"/>
                    <a:pt x="46198" y="49408"/>
                    <a:pt x="45954" y="48444"/>
                  </a:cubicBezTo>
                  <a:cubicBezTo>
                    <a:pt x="45954" y="46388"/>
                    <a:pt x="36961" y="-2945"/>
                    <a:pt x="9726" y="139"/>
                  </a:cubicBezTo>
                  <a:cubicBezTo>
                    <a:pt x="2531" y="909"/>
                    <a:pt x="476" y="4635"/>
                    <a:pt x="90" y="7462"/>
                  </a:cubicBezTo>
                  <a:cubicBezTo>
                    <a:pt x="-1837" y="20309"/>
                    <a:pt x="27583" y="45232"/>
                    <a:pt x="42229" y="51399"/>
                  </a:cubicBezTo>
                  <a:close/>
                  <a:moveTo>
                    <a:pt x="12038" y="5406"/>
                  </a:moveTo>
                  <a:cubicBezTo>
                    <a:pt x="28482" y="5406"/>
                    <a:pt x="36705" y="32256"/>
                    <a:pt x="39531" y="43947"/>
                  </a:cubicBezTo>
                  <a:cubicBezTo>
                    <a:pt x="24371" y="35468"/>
                    <a:pt x="4330" y="15941"/>
                    <a:pt x="5486" y="8232"/>
                  </a:cubicBezTo>
                  <a:cubicBezTo>
                    <a:pt x="5486" y="8232"/>
                    <a:pt x="5486" y="6049"/>
                    <a:pt x="10368"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60" name="Google Shape;2260;g38b88470f6c_2_3054"/>
            <p:cNvSpPr/>
            <p:nvPr/>
          </p:nvSpPr>
          <p:spPr>
            <a:xfrm>
              <a:off x="7993742" y="1838039"/>
              <a:ext cx="581950" cy="492687"/>
            </a:xfrm>
            <a:custGeom>
              <a:rect b="b" l="l" r="r" t="t"/>
              <a:pathLst>
                <a:path extrusionOk="0" h="492687" w="581950">
                  <a:moveTo>
                    <a:pt x="581951" y="248591"/>
                  </a:moveTo>
                  <a:lnTo>
                    <a:pt x="570131" y="261438"/>
                  </a:lnTo>
                  <a:lnTo>
                    <a:pt x="559083" y="272358"/>
                  </a:lnTo>
                  <a:cubicBezTo>
                    <a:pt x="551760" y="279553"/>
                    <a:pt x="544180" y="286362"/>
                    <a:pt x="536600" y="293042"/>
                  </a:cubicBezTo>
                  <a:cubicBezTo>
                    <a:pt x="521531" y="306570"/>
                    <a:pt x="506114" y="319417"/>
                    <a:pt x="490351" y="331584"/>
                  </a:cubicBezTo>
                  <a:cubicBezTo>
                    <a:pt x="458554" y="356854"/>
                    <a:pt x="425075" y="379953"/>
                    <a:pt x="390143" y="400701"/>
                  </a:cubicBezTo>
                  <a:cubicBezTo>
                    <a:pt x="372543" y="411107"/>
                    <a:pt x="354429" y="420999"/>
                    <a:pt x="336057" y="430378"/>
                  </a:cubicBezTo>
                  <a:cubicBezTo>
                    <a:pt x="317686" y="439756"/>
                    <a:pt x="298286" y="447850"/>
                    <a:pt x="278759" y="456072"/>
                  </a:cubicBezTo>
                  <a:cubicBezTo>
                    <a:pt x="238715" y="472054"/>
                    <a:pt x="197000" y="483462"/>
                    <a:pt x="154399" y="490117"/>
                  </a:cubicBezTo>
                  <a:lnTo>
                    <a:pt x="144892" y="491530"/>
                  </a:lnTo>
                  <a:cubicBezTo>
                    <a:pt x="138713" y="492326"/>
                    <a:pt x="132495" y="492712"/>
                    <a:pt x="126264" y="492686"/>
                  </a:cubicBezTo>
                  <a:cubicBezTo>
                    <a:pt x="111952" y="492558"/>
                    <a:pt x="97795" y="489770"/>
                    <a:pt x="84511" y="484464"/>
                  </a:cubicBezTo>
                  <a:cubicBezTo>
                    <a:pt x="71330" y="479171"/>
                    <a:pt x="59266" y="471463"/>
                    <a:pt x="48925" y="461725"/>
                  </a:cubicBezTo>
                  <a:cubicBezTo>
                    <a:pt x="40689" y="453875"/>
                    <a:pt x="33521" y="444972"/>
                    <a:pt x="27598" y="435260"/>
                  </a:cubicBezTo>
                  <a:cubicBezTo>
                    <a:pt x="19389" y="421166"/>
                    <a:pt x="13210" y="405981"/>
                    <a:pt x="9227" y="390166"/>
                  </a:cubicBezTo>
                  <a:cubicBezTo>
                    <a:pt x="6118" y="377923"/>
                    <a:pt x="3831" y="365474"/>
                    <a:pt x="2418" y="352910"/>
                  </a:cubicBezTo>
                  <a:cubicBezTo>
                    <a:pt x="80" y="331198"/>
                    <a:pt x="-563" y="309332"/>
                    <a:pt x="491" y="287518"/>
                  </a:cubicBezTo>
                  <a:cubicBezTo>
                    <a:pt x="1390" y="266706"/>
                    <a:pt x="3060" y="246664"/>
                    <a:pt x="5373" y="227008"/>
                  </a:cubicBezTo>
                  <a:cubicBezTo>
                    <a:pt x="10255" y="187568"/>
                    <a:pt x="17192" y="149926"/>
                    <a:pt x="25671" y="111384"/>
                  </a:cubicBezTo>
                  <a:cubicBezTo>
                    <a:pt x="34150" y="72843"/>
                    <a:pt x="43785" y="37257"/>
                    <a:pt x="56247" y="0"/>
                  </a:cubicBezTo>
                  <a:lnTo>
                    <a:pt x="140653" y="16701"/>
                  </a:lnTo>
                  <a:cubicBezTo>
                    <a:pt x="137569" y="88902"/>
                    <a:pt x="134101" y="162901"/>
                    <a:pt x="136413" y="232789"/>
                  </a:cubicBezTo>
                  <a:cubicBezTo>
                    <a:pt x="136837" y="265241"/>
                    <a:pt x="140280" y="297590"/>
                    <a:pt x="146691" y="329400"/>
                  </a:cubicBezTo>
                  <a:cubicBezTo>
                    <a:pt x="147963" y="335271"/>
                    <a:pt x="149723" y="341039"/>
                    <a:pt x="151958" y="346615"/>
                  </a:cubicBezTo>
                  <a:cubicBezTo>
                    <a:pt x="153757" y="350983"/>
                    <a:pt x="155941" y="353681"/>
                    <a:pt x="155812" y="352524"/>
                  </a:cubicBezTo>
                  <a:cubicBezTo>
                    <a:pt x="155067" y="350572"/>
                    <a:pt x="153885" y="348812"/>
                    <a:pt x="152344" y="347385"/>
                  </a:cubicBezTo>
                  <a:cubicBezTo>
                    <a:pt x="148849" y="344007"/>
                    <a:pt x="144751" y="341309"/>
                    <a:pt x="140267" y="339420"/>
                  </a:cubicBezTo>
                  <a:cubicBezTo>
                    <a:pt x="135655" y="337480"/>
                    <a:pt x="130748" y="336311"/>
                    <a:pt x="125750" y="335952"/>
                  </a:cubicBezTo>
                  <a:cubicBezTo>
                    <a:pt x="123438" y="335952"/>
                    <a:pt x="122410" y="335952"/>
                    <a:pt x="120997" y="335952"/>
                  </a:cubicBezTo>
                  <a:lnTo>
                    <a:pt x="122410" y="335952"/>
                  </a:lnTo>
                  <a:lnTo>
                    <a:pt x="125108" y="335181"/>
                  </a:lnTo>
                  <a:cubicBezTo>
                    <a:pt x="155542" y="327370"/>
                    <a:pt x="185142" y="316604"/>
                    <a:pt x="213496" y="303063"/>
                  </a:cubicBezTo>
                  <a:cubicBezTo>
                    <a:pt x="243160" y="288751"/>
                    <a:pt x="271873" y="272525"/>
                    <a:pt x="299443" y="254501"/>
                  </a:cubicBezTo>
                  <a:cubicBezTo>
                    <a:pt x="327321" y="236001"/>
                    <a:pt x="354814" y="215960"/>
                    <a:pt x="381279" y="194762"/>
                  </a:cubicBezTo>
                  <a:cubicBezTo>
                    <a:pt x="394126" y="184227"/>
                    <a:pt x="407615" y="173179"/>
                    <a:pt x="419820" y="162002"/>
                  </a:cubicBezTo>
                  <a:lnTo>
                    <a:pt x="438577" y="145044"/>
                  </a:lnTo>
                  <a:lnTo>
                    <a:pt x="447570" y="136693"/>
                  </a:lnTo>
                  <a:lnTo>
                    <a:pt x="455407" y="129242"/>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61" name="Google Shape;2261;g38b88470f6c_2_3054"/>
            <p:cNvSpPr/>
            <p:nvPr/>
          </p:nvSpPr>
          <p:spPr>
            <a:xfrm>
              <a:off x="8256827" y="1917741"/>
              <a:ext cx="387059" cy="415297"/>
            </a:xfrm>
            <a:custGeom>
              <a:rect b="b" l="l" r="r" t="t"/>
              <a:pathLst>
                <a:path extrusionOk="0" h="415297" w="387059">
                  <a:moveTo>
                    <a:pt x="386826" y="123539"/>
                  </a:moveTo>
                  <a:cubicBezTo>
                    <a:pt x="382458" y="2391"/>
                    <a:pt x="283022" y="-39747"/>
                    <a:pt x="158405" y="42860"/>
                  </a:cubicBezTo>
                  <a:cubicBezTo>
                    <a:pt x="103471" y="77688"/>
                    <a:pt x="50579" y="115651"/>
                    <a:pt x="0" y="156556"/>
                  </a:cubicBezTo>
                  <a:lnTo>
                    <a:pt x="80552" y="415297"/>
                  </a:lnTo>
                  <a:cubicBezTo>
                    <a:pt x="80552" y="415297"/>
                    <a:pt x="234717" y="366350"/>
                    <a:pt x="323875" y="270253"/>
                  </a:cubicBezTo>
                  <a:cubicBezTo>
                    <a:pt x="383871" y="204990"/>
                    <a:pt x="388368" y="164779"/>
                    <a:pt x="386826" y="12353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62" name="Google Shape;2262;g38b88470f6c_2_3054"/>
            <p:cNvSpPr/>
            <p:nvPr/>
          </p:nvSpPr>
          <p:spPr>
            <a:xfrm>
              <a:off x="8391208" y="2092925"/>
              <a:ext cx="105346" cy="219428"/>
            </a:xfrm>
            <a:custGeom>
              <a:rect b="b" l="l" r="r" t="t"/>
              <a:pathLst>
                <a:path extrusionOk="0" h="219428" w="105346">
                  <a:moveTo>
                    <a:pt x="100722" y="0"/>
                  </a:moveTo>
                  <a:cubicBezTo>
                    <a:pt x="100722" y="0"/>
                    <a:pt x="26337" y="106374"/>
                    <a:pt x="0" y="219428"/>
                  </a:cubicBezTo>
                  <a:cubicBezTo>
                    <a:pt x="36576" y="203832"/>
                    <a:pt x="71803" y="185268"/>
                    <a:pt x="105346" y="163929"/>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63" name="Google Shape;2263;g38b88470f6c_2_3054"/>
            <p:cNvSpPr/>
            <p:nvPr/>
          </p:nvSpPr>
          <p:spPr>
            <a:xfrm>
              <a:off x="8038469" y="1759929"/>
              <a:ext cx="134852" cy="133224"/>
            </a:xfrm>
            <a:custGeom>
              <a:rect b="b" l="l" r="r" t="t"/>
              <a:pathLst>
                <a:path extrusionOk="0" h="133224" w="134852">
                  <a:moveTo>
                    <a:pt x="91686" y="133224"/>
                  </a:moveTo>
                  <a:lnTo>
                    <a:pt x="134852" y="35715"/>
                  </a:lnTo>
                  <a:lnTo>
                    <a:pt x="12676" y="0"/>
                  </a:lnTo>
                  <a:cubicBezTo>
                    <a:pt x="12676" y="0"/>
                    <a:pt x="-8264" y="46635"/>
                    <a:pt x="3684" y="1266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64" name="Google Shape;2264;g38b88470f6c_2_3054"/>
            <p:cNvSpPr/>
            <p:nvPr/>
          </p:nvSpPr>
          <p:spPr>
            <a:xfrm>
              <a:off x="8051145" y="1681305"/>
              <a:ext cx="135151" cy="114339"/>
            </a:xfrm>
            <a:custGeom>
              <a:rect b="b" l="l" r="r" t="t"/>
              <a:pathLst>
                <a:path extrusionOk="0" h="114339" w="135151">
                  <a:moveTo>
                    <a:pt x="135152" y="0"/>
                  </a:moveTo>
                  <a:lnTo>
                    <a:pt x="28906" y="12719"/>
                  </a:lnTo>
                  <a:lnTo>
                    <a:pt x="0" y="78624"/>
                  </a:lnTo>
                  <a:lnTo>
                    <a:pt x="122176" y="114339"/>
                  </a:lnTo>
                  <a:lnTo>
                    <a:pt x="135152" y="0"/>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65" name="Google Shape;2265;g38b88470f6c_2_3054"/>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66" name="Google Shape;2266;g38b88470f6c_2_3054"/>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67" name="Google Shape;2267;g38b88470f6c_2_3054"/>
            <p:cNvSpPr/>
            <p:nvPr/>
          </p:nvSpPr>
          <p:spPr>
            <a:xfrm>
              <a:off x="8677205" y="3056349"/>
              <a:ext cx="144252" cy="904929"/>
            </a:xfrm>
            <a:custGeom>
              <a:rect b="b" l="l" r="r" t="t"/>
              <a:pathLst>
                <a:path extrusionOk="0" h="904929" w="144252">
                  <a:moveTo>
                    <a:pt x="62031" y="50341"/>
                  </a:moveTo>
                  <a:cubicBezTo>
                    <a:pt x="-30468" y="254224"/>
                    <a:pt x="-5673" y="709654"/>
                    <a:pt x="46871" y="904930"/>
                  </a:cubicBezTo>
                  <a:cubicBezTo>
                    <a:pt x="48798" y="876538"/>
                    <a:pt x="50854" y="849687"/>
                    <a:pt x="52909" y="824892"/>
                  </a:cubicBezTo>
                  <a:cubicBezTo>
                    <a:pt x="74364" y="563582"/>
                    <a:pt x="117145" y="225832"/>
                    <a:pt x="144252" y="25803"/>
                  </a:cubicBezTo>
                  <a:cubicBezTo>
                    <a:pt x="119072" y="-10683"/>
                    <a:pt x="90937" y="-13509"/>
                    <a:pt x="62031" y="5034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68" name="Google Shape;2268;g38b88470f6c_2_3054"/>
            <p:cNvSpPr/>
            <p:nvPr/>
          </p:nvSpPr>
          <p:spPr>
            <a:xfrm>
              <a:off x="8439256" y="4971318"/>
              <a:ext cx="261309" cy="81450"/>
            </a:xfrm>
            <a:custGeom>
              <a:rect b="b" l="l" r="r" t="t"/>
              <a:pathLst>
                <a:path extrusionOk="0" h="81450" w="261309">
                  <a:moveTo>
                    <a:pt x="261310" y="76569"/>
                  </a:moveTo>
                  <a:lnTo>
                    <a:pt x="17986"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69" name="Google Shape;2269;g38b88470f6c_2_3054"/>
            <p:cNvSpPr/>
            <p:nvPr/>
          </p:nvSpPr>
          <p:spPr>
            <a:xfrm>
              <a:off x="9022129" y="4971832"/>
              <a:ext cx="145814" cy="266191"/>
            </a:xfrm>
            <a:custGeom>
              <a:rect b="b" l="l" r="r" t="t"/>
              <a:pathLst>
                <a:path extrusionOk="0" h="266191" w="145814">
                  <a:moveTo>
                    <a:pt x="145815" y="265164"/>
                  </a:moveTo>
                  <a:lnTo>
                    <a:pt x="31218" y="266192"/>
                  </a:lnTo>
                  <a:lnTo>
                    <a:pt x="0" y="1028"/>
                  </a:lnTo>
                  <a:lnTo>
                    <a:pt x="114596" y="0"/>
                  </a:lnTo>
                  <a:lnTo>
                    <a:pt x="145815"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70" name="Google Shape;2270;g38b88470f6c_2_3054"/>
            <p:cNvSpPr/>
            <p:nvPr/>
          </p:nvSpPr>
          <p:spPr>
            <a:xfrm>
              <a:off x="8810731" y="5223635"/>
              <a:ext cx="409000" cy="133352"/>
            </a:xfrm>
            <a:custGeom>
              <a:rect b="b" l="l" r="r" t="t"/>
              <a:pathLst>
                <a:path extrusionOk="0" h="133352" w="409000">
                  <a:moveTo>
                    <a:pt x="242360" y="1157"/>
                  </a:moveTo>
                  <a:lnTo>
                    <a:pt x="367619" y="0"/>
                  </a:lnTo>
                  <a:cubicBezTo>
                    <a:pt x="372334" y="103"/>
                    <a:pt x="376471" y="3212"/>
                    <a:pt x="377897" y="7708"/>
                  </a:cubicBezTo>
                  <a:lnTo>
                    <a:pt x="408216" y="109329"/>
                  </a:lnTo>
                  <a:cubicBezTo>
                    <a:pt x="410914" y="117551"/>
                    <a:pt x="406430" y="126403"/>
                    <a:pt x="398208" y="129101"/>
                  </a:cubicBezTo>
                  <a:cubicBezTo>
                    <a:pt x="396589" y="129640"/>
                    <a:pt x="394893" y="129897"/>
                    <a:pt x="393185" y="129884"/>
                  </a:cubicBezTo>
                  <a:cubicBezTo>
                    <a:pt x="347963" y="129884"/>
                    <a:pt x="282571" y="127443"/>
                    <a:pt x="226172" y="127957"/>
                  </a:cubicBezTo>
                  <a:cubicBezTo>
                    <a:pt x="159881" y="127957"/>
                    <a:pt x="130204" y="132582"/>
                    <a:pt x="52480" y="133353"/>
                  </a:cubicBezTo>
                  <a:cubicBezTo>
                    <a:pt x="5459" y="133353"/>
                    <a:pt x="-11756" y="86333"/>
                    <a:pt x="8157" y="81965"/>
                  </a:cubicBezTo>
                  <a:cubicBezTo>
                    <a:pt x="96288" y="61538"/>
                    <a:pt x="141895" y="58840"/>
                    <a:pt x="215895" y="10407"/>
                  </a:cubicBezTo>
                  <a:cubicBezTo>
                    <a:pt x="223629" y="4805"/>
                    <a:pt x="232827" y="1580"/>
                    <a:pt x="242360"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71" name="Google Shape;2271;g38b88470f6c_2_3054"/>
            <p:cNvSpPr/>
            <p:nvPr/>
          </p:nvSpPr>
          <p:spPr>
            <a:xfrm>
              <a:off x="9022129" y="4971960"/>
              <a:ext cx="130783" cy="137720"/>
            </a:xfrm>
            <a:custGeom>
              <a:rect b="b" l="l" r="r" t="t"/>
              <a:pathLst>
                <a:path extrusionOk="0" h="137720" w="130783">
                  <a:moveTo>
                    <a:pt x="0" y="1028"/>
                  </a:moveTo>
                  <a:lnTo>
                    <a:pt x="16059"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72" name="Google Shape;2272;g38b88470f6c_2_3054"/>
            <p:cNvSpPr/>
            <p:nvPr/>
          </p:nvSpPr>
          <p:spPr>
            <a:xfrm>
              <a:off x="8972528" y="5216393"/>
              <a:ext cx="72112" cy="28940"/>
            </a:xfrm>
            <a:custGeom>
              <a:rect b="b" l="l" r="r" t="t"/>
              <a:pathLst>
                <a:path extrusionOk="0" h="28940" w="72112">
                  <a:moveTo>
                    <a:pt x="33285" y="28825"/>
                  </a:moveTo>
                  <a:cubicBezTo>
                    <a:pt x="45657" y="28593"/>
                    <a:pt x="57964" y="27077"/>
                    <a:pt x="70028" y="24328"/>
                  </a:cubicBezTo>
                  <a:cubicBezTo>
                    <a:pt x="71171" y="24148"/>
                    <a:pt x="72032" y="23172"/>
                    <a:pt x="72083" y="22016"/>
                  </a:cubicBezTo>
                  <a:cubicBezTo>
                    <a:pt x="72250" y="20898"/>
                    <a:pt x="71685" y="19806"/>
                    <a:pt x="70670" y="19318"/>
                  </a:cubicBezTo>
                  <a:cubicBezTo>
                    <a:pt x="65146" y="16620"/>
                    <a:pt x="16969" y="-6377"/>
                    <a:pt x="3865" y="1717"/>
                  </a:cubicBezTo>
                  <a:cubicBezTo>
                    <a:pt x="1335" y="3272"/>
                    <a:pt x="-143" y="6073"/>
                    <a:pt x="11" y="9040"/>
                  </a:cubicBezTo>
                  <a:cubicBezTo>
                    <a:pt x="-40" y="14025"/>
                    <a:pt x="2182" y="18753"/>
                    <a:pt x="6049" y="21887"/>
                  </a:cubicBezTo>
                  <a:cubicBezTo>
                    <a:pt x="14143" y="27090"/>
                    <a:pt x="23701" y="29518"/>
                    <a:pt x="33285" y="28825"/>
                  </a:cubicBezTo>
                  <a:close/>
                  <a:moveTo>
                    <a:pt x="60778" y="20602"/>
                  </a:moveTo>
                  <a:cubicBezTo>
                    <a:pt x="35983" y="24970"/>
                    <a:pt x="17098" y="24071"/>
                    <a:pt x="9389" y="17905"/>
                  </a:cubicBezTo>
                  <a:cubicBezTo>
                    <a:pt x="6705" y="15759"/>
                    <a:pt x="5176" y="12483"/>
                    <a:pt x="5278" y="9040"/>
                  </a:cubicBezTo>
                  <a:cubicBezTo>
                    <a:pt x="5124" y="7961"/>
                    <a:pt x="5625" y="6895"/>
                    <a:pt x="6563" y="6342"/>
                  </a:cubicBezTo>
                  <a:cubicBezTo>
                    <a:pt x="13757" y="1974"/>
                    <a:pt x="40736" y="12252"/>
                    <a:pt x="60778"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73" name="Google Shape;2273;g38b88470f6c_2_3054"/>
            <p:cNvSpPr/>
            <p:nvPr/>
          </p:nvSpPr>
          <p:spPr>
            <a:xfrm>
              <a:off x="8998540" y="5189837"/>
              <a:ext cx="46098" cy="51655"/>
            </a:xfrm>
            <a:custGeom>
              <a:rect b="b" l="l" r="r" t="t"/>
              <a:pathLst>
                <a:path extrusionOk="0" h="51655" w="46098">
                  <a:moveTo>
                    <a:pt x="43374" y="51656"/>
                  </a:moveTo>
                  <a:cubicBezTo>
                    <a:pt x="44928" y="51604"/>
                    <a:pt x="46149" y="50294"/>
                    <a:pt x="46097" y="48727"/>
                  </a:cubicBezTo>
                  <a:cubicBezTo>
                    <a:pt x="46097" y="48637"/>
                    <a:pt x="46085" y="48534"/>
                    <a:pt x="46072" y="48444"/>
                  </a:cubicBezTo>
                  <a:cubicBezTo>
                    <a:pt x="46072" y="46388"/>
                    <a:pt x="37079" y="-2945"/>
                    <a:pt x="9843" y="139"/>
                  </a:cubicBezTo>
                  <a:cubicBezTo>
                    <a:pt x="2648" y="909"/>
                    <a:pt x="593" y="4635"/>
                    <a:pt x="79" y="7462"/>
                  </a:cubicBezTo>
                  <a:cubicBezTo>
                    <a:pt x="-1720" y="20309"/>
                    <a:pt x="27700" y="45232"/>
                    <a:pt x="42346" y="51399"/>
                  </a:cubicBezTo>
                  <a:close/>
                  <a:moveTo>
                    <a:pt x="12155" y="5406"/>
                  </a:moveTo>
                  <a:cubicBezTo>
                    <a:pt x="28471" y="5406"/>
                    <a:pt x="36822" y="32256"/>
                    <a:pt x="39648" y="43947"/>
                  </a:cubicBezTo>
                  <a:cubicBezTo>
                    <a:pt x="24489" y="35468"/>
                    <a:pt x="4319" y="15941"/>
                    <a:pt x="5475" y="8232"/>
                  </a:cubicBezTo>
                  <a:cubicBezTo>
                    <a:pt x="5475" y="8232"/>
                    <a:pt x="5475" y="6049"/>
                    <a:pt x="10357"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74" name="Google Shape;2274;g38b88470f6c_2_3054"/>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75" name="Google Shape;2275;g38b88470f6c_2_3054"/>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76" name="Google Shape;2276;g38b88470f6c_2_3054"/>
            <p:cNvSpPr/>
            <p:nvPr/>
          </p:nvSpPr>
          <p:spPr>
            <a:xfrm>
              <a:off x="8950570" y="4971318"/>
              <a:ext cx="261309" cy="81450"/>
            </a:xfrm>
            <a:custGeom>
              <a:rect b="b" l="l" r="r" t="t"/>
              <a:pathLst>
                <a:path extrusionOk="0" h="81450" w="261309">
                  <a:moveTo>
                    <a:pt x="261310" y="76569"/>
                  </a:moveTo>
                  <a:lnTo>
                    <a:pt x="17858"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77" name="Google Shape;2277;g38b88470f6c_2_3054"/>
            <p:cNvSpPr/>
            <p:nvPr/>
          </p:nvSpPr>
          <p:spPr>
            <a:xfrm>
              <a:off x="8444706" y="1886907"/>
              <a:ext cx="646925" cy="1032600"/>
            </a:xfrm>
            <a:custGeom>
              <a:rect b="b" l="l" r="r" t="t"/>
              <a:pathLst>
                <a:path extrusionOk="0" h="1032600" w="646925">
                  <a:moveTo>
                    <a:pt x="33733" y="41961"/>
                  </a:moveTo>
                  <a:cubicBezTo>
                    <a:pt x="33733" y="41961"/>
                    <a:pt x="-50929" y="356201"/>
                    <a:pt x="47994" y="1032600"/>
                  </a:cubicBezTo>
                  <a:cubicBezTo>
                    <a:pt x="232735" y="1028618"/>
                    <a:pt x="542993" y="1021423"/>
                    <a:pt x="632794" y="1019753"/>
                  </a:cubicBezTo>
                  <a:cubicBezTo>
                    <a:pt x="635106" y="925584"/>
                    <a:pt x="565603" y="463860"/>
                    <a:pt x="646926" y="18707"/>
                  </a:cubicBezTo>
                  <a:cubicBezTo>
                    <a:pt x="588420" y="8610"/>
                    <a:pt x="529246" y="2854"/>
                    <a:pt x="469892" y="1492"/>
                  </a:cubicBezTo>
                  <a:cubicBezTo>
                    <a:pt x="383008" y="-1681"/>
                    <a:pt x="296020" y="208"/>
                    <a:pt x="209353" y="7145"/>
                  </a:cubicBezTo>
                  <a:cubicBezTo>
                    <a:pt x="150000" y="14172"/>
                    <a:pt x="91276" y="25812"/>
                    <a:pt x="33733" y="419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78" name="Google Shape;2278;g38b88470f6c_2_3054"/>
            <p:cNvSpPr/>
            <p:nvPr/>
          </p:nvSpPr>
          <p:spPr>
            <a:xfrm>
              <a:off x="8960463" y="2143158"/>
              <a:ext cx="95710" cy="290472"/>
            </a:xfrm>
            <a:custGeom>
              <a:rect b="b" l="l" r="r" t="t"/>
              <a:pathLst>
                <a:path extrusionOk="0" h="290472" w="95710">
                  <a:moveTo>
                    <a:pt x="95711" y="79267"/>
                  </a:moveTo>
                  <a:lnTo>
                    <a:pt x="0" y="0"/>
                  </a:lnTo>
                  <a:cubicBezTo>
                    <a:pt x="6295" y="61923"/>
                    <a:pt x="62308" y="213647"/>
                    <a:pt x="91857" y="290473"/>
                  </a:cubicBezTo>
                  <a:cubicBezTo>
                    <a:pt x="91343" y="223154"/>
                    <a:pt x="91985" y="152110"/>
                    <a:pt x="95711" y="79267"/>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79" name="Google Shape;2279;g38b88470f6c_2_3054"/>
            <p:cNvSpPr/>
            <p:nvPr/>
          </p:nvSpPr>
          <p:spPr>
            <a:xfrm>
              <a:off x="8606849" y="2099095"/>
              <a:ext cx="228066" cy="266202"/>
            </a:xfrm>
            <a:custGeom>
              <a:rect b="b" l="l" r="r" t="t"/>
              <a:pathLst>
                <a:path extrusionOk="0" h="266202" w="228066">
                  <a:moveTo>
                    <a:pt x="106949" y="11945"/>
                  </a:moveTo>
                  <a:lnTo>
                    <a:pt x="2502" y="218655"/>
                  </a:lnTo>
                  <a:cubicBezTo>
                    <a:pt x="-3253" y="229973"/>
                    <a:pt x="1256" y="243823"/>
                    <a:pt x="12587" y="249578"/>
                  </a:cubicBezTo>
                  <a:cubicBezTo>
                    <a:pt x="19191" y="252931"/>
                    <a:pt x="27014" y="252906"/>
                    <a:pt x="33592" y="249488"/>
                  </a:cubicBezTo>
                  <a:lnTo>
                    <a:pt x="101810" y="211975"/>
                  </a:lnTo>
                  <a:cubicBezTo>
                    <a:pt x="109377" y="207902"/>
                    <a:pt x="118601" y="208506"/>
                    <a:pt x="125577" y="213516"/>
                  </a:cubicBezTo>
                  <a:lnTo>
                    <a:pt x="192768" y="261950"/>
                  </a:lnTo>
                  <a:cubicBezTo>
                    <a:pt x="202699" y="269170"/>
                    <a:pt x="216599" y="266973"/>
                    <a:pt x="223819" y="257055"/>
                  </a:cubicBezTo>
                  <a:cubicBezTo>
                    <a:pt x="228187" y="251043"/>
                    <a:pt x="229266" y="243232"/>
                    <a:pt x="226684" y="236256"/>
                  </a:cubicBezTo>
                  <a:lnTo>
                    <a:pt x="148188" y="15543"/>
                  </a:lnTo>
                  <a:cubicBezTo>
                    <a:pt x="144347" y="3736"/>
                    <a:pt x="131667" y="-2726"/>
                    <a:pt x="119860" y="1102"/>
                  </a:cubicBezTo>
                  <a:cubicBezTo>
                    <a:pt x="114310" y="2914"/>
                    <a:pt x="109686" y="6794"/>
                    <a:pt x="106949" y="119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0" name="Google Shape;2280;g38b88470f6c_2_3054"/>
            <p:cNvSpPr/>
            <p:nvPr/>
          </p:nvSpPr>
          <p:spPr>
            <a:xfrm>
              <a:off x="8651872" y="1594972"/>
              <a:ext cx="262726" cy="395562"/>
            </a:xfrm>
            <a:custGeom>
              <a:rect b="b" l="l" r="r" t="t"/>
              <a:pathLst>
                <a:path extrusionOk="0" h="395562" w="262726">
                  <a:moveTo>
                    <a:pt x="230608" y="0"/>
                  </a:moveTo>
                  <a:cubicBezTo>
                    <a:pt x="215963" y="84277"/>
                    <a:pt x="202859" y="238185"/>
                    <a:pt x="262726" y="292785"/>
                  </a:cubicBezTo>
                  <a:cubicBezTo>
                    <a:pt x="262726" y="292785"/>
                    <a:pt x="245254" y="369097"/>
                    <a:pt x="85821" y="395562"/>
                  </a:cubicBezTo>
                  <a:cubicBezTo>
                    <a:pt x="-21323" y="361132"/>
                    <a:pt x="2187" y="298952"/>
                    <a:pt x="2187" y="298952"/>
                  </a:cubicBezTo>
                  <a:cubicBezTo>
                    <a:pt x="95200" y="274542"/>
                    <a:pt x="91217" y="205297"/>
                    <a:pt x="73617" y="140547"/>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1" name="Google Shape;2281;g38b88470f6c_2_3054"/>
            <p:cNvSpPr/>
            <p:nvPr/>
          </p:nvSpPr>
          <p:spPr>
            <a:xfrm>
              <a:off x="8725489" y="1652142"/>
              <a:ext cx="96736" cy="128856"/>
            </a:xfrm>
            <a:custGeom>
              <a:rect b="b" l="l" r="r" t="t"/>
              <a:pathLst>
                <a:path extrusionOk="0" h="128856" w="96736">
                  <a:moveTo>
                    <a:pt x="93013" y="0"/>
                  </a:moveTo>
                  <a:lnTo>
                    <a:pt x="0" y="82735"/>
                  </a:lnTo>
                  <a:cubicBezTo>
                    <a:pt x="4330" y="97818"/>
                    <a:pt x="7335" y="113247"/>
                    <a:pt x="8993" y="128856"/>
                  </a:cubicBezTo>
                  <a:cubicBezTo>
                    <a:pt x="44708" y="122947"/>
                    <a:pt x="92884" y="82607"/>
                    <a:pt x="95839" y="45222"/>
                  </a:cubicBezTo>
                  <a:cubicBezTo>
                    <a:pt x="97664" y="30101"/>
                    <a:pt x="96700" y="14774"/>
                    <a:pt x="93013"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2" name="Google Shape;2282;g38b88470f6c_2_3054"/>
            <p:cNvSpPr/>
            <p:nvPr/>
          </p:nvSpPr>
          <p:spPr>
            <a:xfrm>
              <a:off x="8590391" y="1292323"/>
              <a:ext cx="349385" cy="443484"/>
            </a:xfrm>
            <a:custGeom>
              <a:rect b="b" l="l" r="r" t="t"/>
              <a:pathLst>
                <a:path extrusionOk="0" h="443484" w="349385">
                  <a:moveTo>
                    <a:pt x="343093" y="198972"/>
                  </a:moveTo>
                  <a:cubicBezTo>
                    <a:pt x="312131" y="308430"/>
                    <a:pt x="299670" y="374078"/>
                    <a:pt x="231323" y="418915"/>
                  </a:cubicBezTo>
                  <a:cubicBezTo>
                    <a:pt x="128546" y="486234"/>
                    <a:pt x="2516" y="406068"/>
                    <a:pt x="75" y="289288"/>
                  </a:cubicBezTo>
                  <a:cubicBezTo>
                    <a:pt x="-2237" y="184455"/>
                    <a:pt x="48637" y="22967"/>
                    <a:pt x="167088" y="2412"/>
                  </a:cubicBezTo>
                  <a:cubicBezTo>
                    <a:pt x="251480" y="-12559"/>
                    <a:pt x="332031" y="43715"/>
                    <a:pt x="346998" y="128108"/>
                  </a:cubicBezTo>
                  <a:cubicBezTo>
                    <a:pt x="351187" y="151721"/>
                    <a:pt x="349851" y="175976"/>
                    <a:pt x="343093" y="1989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3" name="Google Shape;2283;g38b88470f6c_2_3054"/>
            <p:cNvSpPr/>
            <p:nvPr/>
          </p:nvSpPr>
          <p:spPr>
            <a:xfrm>
              <a:off x="8856466" y="1373392"/>
              <a:ext cx="155303" cy="210193"/>
            </a:xfrm>
            <a:custGeom>
              <a:rect b="b" l="l" r="r" t="t"/>
              <a:pathLst>
                <a:path extrusionOk="0" h="210193" w="155303">
                  <a:moveTo>
                    <a:pt x="11112" y="184966"/>
                  </a:moveTo>
                  <a:cubicBezTo>
                    <a:pt x="-3277" y="150022"/>
                    <a:pt x="-13683" y="34912"/>
                    <a:pt x="46313" y="6648"/>
                  </a:cubicBezTo>
                  <a:cubicBezTo>
                    <a:pt x="106309" y="-21616"/>
                    <a:pt x="168618" y="47373"/>
                    <a:pt x="152816" y="80005"/>
                  </a:cubicBezTo>
                  <a:cubicBezTo>
                    <a:pt x="128534" y="130622"/>
                    <a:pt x="44515" y="265902"/>
                    <a:pt x="11112" y="18496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4" name="Google Shape;2284;g38b88470f6c_2_3054"/>
            <p:cNvSpPr/>
            <p:nvPr/>
          </p:nvSpPr>
          <p:spPr>
            <a:xfrm>
              <a:off x="8683346" y="1274104"/>
              <a:ext cx="291438" cy="146532"/>
            </a:xfrm>
            <a:custGeom>
              <a:rect b="b" l="l" r="r" t="t"/>
              <a:pathLst>
                <a:path extrusionOk="0" h="146532" w="291438">
                  <a:moveTo>
                    <a:pt x="220076" y="146533"/>
                  </a:moveTo>
                  <a:cubicBezTo>
                    <a:pt x="205301" y="107991"/>
                    <a:pt x="29168" y="86151"/>
                    <a:pt x="4501" y="44655"/>
                  </a:cubicBezTo>
                  <a:cubicBezTo>
                    <a:pt x="-24790" y="-4678"/>
                    <a:pt x="95330" y="-10587"/>
                    <a:pt x="177937" y="14464"/>
                  </a:cubicBezTo>
                  <a:cubicBezTo>
                    <a:pt x="250523" y="36561"/>
                    <a:pt x="298957" y="57888"/>
                    <a:pt x="290478" y="111845"/>
                  </a:cubicBezTo>
                  <a:cubicBezTo>
                    <a:pt x="285724" y="142421"/>
                    <a:pt x="220076" y="146533"/>
                    <a:pt x="220076" y="14653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5" name="Google Shape;2285;g38b88470f6c_2_3054"/>
            <p:cNvSpPr/>
            <p:nvPr/>
          </p:nvSpPr>
          <p:spPr>
            <a:xfrm>
              <a:off x="8941706" y="1363210"/>
              <a:ext cx="59610" cy="36521"/>
            </a:xfrm>
            <a:custGeom>
              <a:rect b="b" l="l" r="r" t="t"/>
              <a:pathLst>
                <a:path extrusionOk="0" h="36521" w="59610">
                  <a:moveTo>
                    <a:pt x="0" y="17729"/>
                  </a:moveTo>
                  <a:cubicBezTo>
                    <a:pt x="0" y="17729"/>
                    <a:pt x="38541" y="28264"/>
                    <a:pt x="59611" y="0"/>
                  </a:cubicBezTo>
                  <a:cubicBezTo>
                    <a:pt x="52930" y="28007"/>
                    <a:pt x="20170" y="56270"/>
                    <a:pt x="0" y="17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6" name="Google Shape;2286;g38b88470f6c_2_3054"/>
            <p:cNvSpPr/>
            <p:nvPr/>
          </p:nvSpPr>
          <p:spPr>
            <a:xfrm>
              <a:off x="8646673" y="1246691"/>
              <a:ext cx="185726" cy="170477"/>
            </a:xfrm>
            <a:custGeom>
              <a:rect b="b" l="l" r="r" t="t"/>
              <a:pathLst>
                <a:path extrusionOk="0" h="170477" w="185726">
                  <a:moveTo>
                    <a:pt x="118642" y="15413"/>
                  </a:moveTo>
                  <a:cubicBezTo>
                    <a:pt x="65712" y="-25698"/>
                    <a:pt x="-6360" y="22607"/>
                    <a:pt x="449" y="76180"/>
                  </a:cubicBezTo>
                  <a:cubicBezTo>
                    <a:pt x="7258" y="129752"/>
                    <a:pt x="185704" y="170477"/>
                    <a:pt x="185704" y="170477"/>
                  </a:cubicBezTo>
                  <a:cubicBezTo>
                    <a:pt x="185704" y="170477"/>
                    <a:pt x="188916" y="70013"/>
                    <a:pt x="118642" y="1541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7" name="Google Shape;2287;g38b88470f6c_2_3054"/>
            <p:cNvSpPr/>
            <p:nvPr/>
          </p:nvSpPr>
          <p:spPr>
            <a:xfrm>
              <a:off x="8647251" y="1317989"/>
              <a:ext cx="90828" cy="93912"/>
            </a:xfrm>
            <a:custGeom>
              <a:rect b="b" l="l" r="r" t="t"/>
              <a:pathLst>
                <a:path extrusionOk="0" h="93912" w="90828">
                  <a:moveTo>
                    <a:pt x="0" y="5139"/>
                  </a:moveTo>
                  <a:cubicBezTo>
                    <a:pt x="8094" y="42652"/>
                    <a:pt x="35458" y="72072"/>
                    <a:pt x="90829" y="93912"/>
                  </a:cubicBezTo>
                  <a:cubicBezTo>
                    <a:pt x="58775" y="70209"/>
                    <a:pt x="34494" y="37526"/>
                    <a:pt x="21069"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8" name="Google Shape;2288;g38b88470f6c_2_3054"/>
            <p:cNvSpPr/>
            <p:nvPr/>
          </p:nvSpPr>
          <p:spPr>
            <a:xfrm>
              <a:off x="8736492" y="1466977"/>
              <a:ext cx="22507" cy="33092"/>
            </a:xfrm>
            <a:custGeom>
              <a:rect b="b" l="l" r="r" t="t"/>
              <a:pathLst>
                <a:path extrusionOk="0" h="33092" w="22507">
                  <a:moveTo>
                    <a:pt x="21885" y="18795"/>
                  </a:moveTo>
                  <a:cubicBezTo>
                    <a:pt x="19958" y="27916"/>
                    <a:pt x="13663" y="34211"/>
                    <a:pt x="7754" y="32927"/>
                  </a:cubicBezTo>
                  <a:cubicBezTo>
                    <a:pt x="1844" y="31642"/>
                    <a:pt x="-1368" y="23163"/>
                    <a:pt x="559" y="14170"/>
                  </a:cubicBezTo>
                  <a:cubicBezTo>
                    <a:pt x="2486" y="5177"/>
                    <a:pt x="8910" y="-1118"/>
                    <a:pt x="14819" y="166"/>
                  </a:cubicBezTo>
                  <a:cubicBezTo>
                    <a:pt x="20729" y="1451"/>
                    <a:pt x="23941" y="10316"/>
                    <a:pt x="21885" y="187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89" name="Google Shape;2289;g38b88470f6c_2_3054"/>
            <p:cNvSpPr/>
            <p:nvPr/>
          </p:nvSpPr>
          <p:spPr>
            <a:xfrm>
              <a:off x="8634358" y="1444781"/>
              <a:ext cx="22573" cy="33063"/>
            </a:xfrm>
            <a:custGeom>
              <a:rect b="b" l="l" r="r" t="t"/>
              <a:pathLst>
                <a:path extrusionOk="0" h="33063" w="22573">
                  <a:moveTo>
                    <a:pt x="22014" y="18894"/>
                  </a:moveTo>
                  <a:cubicBezTo>
                    <a:pt x="19958" y="27887"/>
                    <a:pt x="13664" y="34182"/>
                    <a:pt x="7754" y="32897"/>
                  </a:cubicBezTo>
                  <a:cubicBezTo>
                    <a:pt x="1844" y="31612"/>
                    <a:pt x="-1368" y="23262"/>
                    <a:pt x="559" y="14269"/>
                  </a:cubicBezTo>
                  <a:cubicBezTo>
                    <a:pt x="2487" y="5276"/>
                    <a:pt x="8910" y="-1019"/>
                    <a:pt x="14820" y="137"/>
                  </a:cubicBezTo>
                  <a:cubicBezTo>
                    <a:pt x="20729" y="1293"/>
                    <a:pt x="23941" y="9901"/>
                    <a:pt x="22014" y="1889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0" name="Google Shape;2290;g38b88470f6c_2_3054"/>
            <p:cNvSpPr/>
            <p:nvPr/>
          </p:nvSpPr>
          <p:spPr>
            <a:xfrm>
              <a:off x="8627851" y="1475237"/>
              <a:ext cx="59996" cy="85311"/>
            </a:xfrm>
            <a:custGeom>
              <a:rect b="b" l="l" r="r" t="t"/>
              <a:pathLst>
                <a:path extrusionOk="0" h="85311" w="59996">
                  <a:moveTo>
                    <a:pt x="59996" y="0"/>
                  </a:moveTo>
                  <a:cubicBezTo>
                    <a:pt x="43230" y="25270"/>
                    <a:pt x="23035" y="48100"/>
                    <a:pt x="0" y="67833"/>
                  </a:cubicBezTo>
                  <a:cubicBezTo>
                    <a:pt x="12847" y="86204"/>
                    <a:pt x="41496" y="85305"/>
                    <a:pt x="41496" y="85305"/>
                  </a:cubicBezTo>
                  <a:close/>
                </a:path>
              </a:pathLst>
            </a:custGeom>
            <a:solidFill>
              <a:srgbClr val="FF565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1" name="Google Shape;2291;g38b88470f6c_2_3054"/>
            <p:cNvSpPr/>
            <p:nvPr/>
          </p:nvSpPr>
          <p:spPr>
            <a:xfrm>
              <a:off x="8688106" y="1569801"/>
              <a:ext cx="72237" cy="23716"/>
            </a:xfrm>
            <a:custGeom>
              <a:rect b="b" l="l" r="r" t="t"/>
              <a:pathLst>
                <a:path extrusionOk="0" h="23716" w="72237">
                  <a:moveTo>
                    <a:pt x="2054" y="21445"/>
                  </a:moveTo>
                  <a:lnTo>
                    <a:pt x="2054" y="21445"/>
                  </a:lnTo>
                  <a:cubicBezTo>
                    <a:pt x="26540" y="27522"/>
                    <a:pt x="52453" y="21239"/>
                    <a:pt x="71428" y="4615"/>
                  </a:cubicBezTo>
                  <a:cubicBezTo>
                    <a:pt x="72494" y="3575"/>
                    <a:pt x="72507" y="1866"/>
                    <a:pt x="71466" y="800"/>
                  </a:cubicBezTo>
                  <a:cubicBezTo>
                    <a:pt x="71454" y="787"/>
                    <a:pt x="71441" y="774"/>
                    <a:pt x="71428" y="761"/>
                  </a:cubicBezTo>
                  <a:cubicBezTo>
                    <a:pt x="70336" y="-254"/>
                    <a:pt x="68653" y="-254"/>
                    <a:pt x="67574" y="761"/>
                  </a:cubicBezTo>
                  <a:cubicBezTo>
                    <a:pt x="49781" y="15728"/>
                    <a:pt x="25962" y="21406"/>
                    <a:pt x="3338" y="16049"/>
                  </a:cubicBezTo>
                  <a:cubicBezTo>
                    <a:pt x="1848" y="15728"/>
                    <a:pt x="383" y="16679"/>
                    <a:pt x="62" y="18169"/>
                  </a:cubicBezTo>
                  <a:cubicBezTo>
                    <a:pt x="-259" y="19659"/>
                    <a:pt x="692" y="21124"/>
                    <a:pt x="2182" y="214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2" name="Google Shape;2292;g38b88470f6c_2_3054"/>
            <p:cNvSpPr/>
            <p:nvPr/>
          </p:nvSpPr>
          <p:spPr>
            <a:xfrm>
              <a:off x="8757669" y="1420590"/>
              <a:ext cx="45215" cy="39083"/>
            </a:xfrm>
            <a:custGeom>
              <a:rect b="b" l="l" r="r" t="t"/>
              <a:pathLst>
                <a:path extrusionOk="0" h="39083" w="45215">
                  <a:moveTo>
                    <a:pt x="38607" y="38973"/>
                  </a:moveTo>
                  <a:cubicBezTo>
                    <a:pt x="41601" y="39577"/>
                    <a:pt x="44504" y="37637"/>
                    <a:pt x="45108" y="34644"/>
                  </a:cubicBezTo>
                  <a:cubicBezTo>
                    <a:pt x="45326" y="33552"/>
                    <a:pt x="45211" y="32421"/>
                    <a:pt x="44774" y="31393"/>
                  </a:cubicBezTo>
                  <a:cubicBezTo>
                    <a:pt x="37734" y="15335"/>
                    <a:pt x="23383" y="3669"/>
                    <a:pt x="6233" y="46"/>
                  </a:cubicBezTo>
                  <a:cubicBezTo>
                    <a:pt x="3265" y="-339"/>
                    <a:pt x="529" y="1717"/>
                    <a:pt x="66" y="4671"/>
                  </a:cubicBezTo>
                  <a:cubicBezTo>
                    <a:pt x="-396" y="7613"/>
                    <a:pt x="1620" y="10376"/>
                    <a:pt x="4563" y="10838"/>
                  </a:cubicBezTo>
                  <a:cubicBezTo>
                    <a:pt x="4563" y="10838"/>
                    <a:pt x="4563" y="10838"/>
                    <a:pt x="4563" y="10838"/>
                  </a:cubicBezTo>
                  <a:lnTo>
                    <a:pt x="4563" y="10838"/>
                  </a:lnTo>
                  <a:cubicBezTo>
                    <a:pt x="18091" y="13806"/>
                    <a:pt x="29332" y="23146"/>
                    <a:pt x="34753" y="35890"/>
                  </a:cubicBezTo>
                  <a:cubicBezTo>
                    <a:pt x="35486" y="37470"/>
                    <a:pt x="36912" y="38613"/>
                    <a:pt x="38607" y="3897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3" name="Google Shape;2293;g38b88470f6c_2_3054"/>
            <p:cNvSpPr/>
            <p:nvPr/>
          </p:nvSpPr>
          <p:spPr>
            <a:xfrm>
              <a:off x="8614947" y="1388624"/>
              <a:ext cx="50699" cy="30398"/>
            </a:xfrm>
            <a:custGeom>
              <a:rect b="b" l="l" r="r" t="t"/>
              <a:pathLst>
                <a:path extrusionOk="0" h="30398" w="50699">
                  <a:moveTo>
                    <a:pt x="4168" y="30214"/>
                  </a:moveTo>
                  <a:cubicBezTo>
                    <a:pt x="6236" y="30779"/>
                    <a:pt x="8434" y="30021"/>
                    <a:pt x="9692" y="28287"/>
                  </a:cubicBezTo>
                  <a:cubicBezTo>
                    <a:pt x="17940" y="17226"/>
                    <a:pt x="30967" y="10738"/>
                    <a:pt x="44765" y="10815"/>
                  </a:cubicBezTo>
                  <a:cubicBezTo>
                    <a:pt x="47746" y="11097"/>
                    <a:pt x="50392" y="8913"/>
                    <a:pt x="50675" y="5933"/>
                  </a:cubicBezTo>
                  <a:cubicBezTo>
                    <a:pt x="50957" y="2952"/>
                    <a:pt x="48773" y="306"/>
                    <a:pt x="45793" y="23"/>
                  </a:cubicBezTo>
                  <a:cubicBezTo>
                    <a:pt x="28295" y="-491"/>
                    <a:pt x="11658" y="7564"/>
                    <a:pt x="1213" y="21606"/>
                  </a:cubicBezTo>
                  <a:cubicBezTo>
                    <a:pt x="-649" y="23842"/>
                    <a:pt x="-328" y="27169"/>
                    <a:pt x="1907" y="29019"/>
                  </a:cubicBezTo>
                  <a:cubicBezTo>
                    <a:pt x="1971" y="29083"/>
                    <a:pt x="2048" y="29135"/>
                    <a:pt x="2113" y="29186"/>
                  </a:cubicBezTo>
                  <a:cubicBezTo>
                    <a:pt x="2704" y="29700"/>
                    <a:pt x="3410" y="30060"/>
                    <a:pt x="4168" y="3021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4" name="Google Shape;2294;g38b88470f6c_2_3054"/>
            <p:cNvSpPr/>
            <p:nvPr/>
          </p:nvSpPr>
          <p:spPr>
            <a:xfrm>
              <a:off x="8949800" y="1993232"/>
              <a:ext cx="388600" cy="968157"/>
            </a:xfrm>
            <a:custGeom>
              <a:rect b="b" l="l" r="r" t="t"/>
              <a:pathLst>
                <a:path extrusionOk="0" h="968157" w="388600">
                  <a:moveTo>
                    <a:pt x="169839" y="0"/>
                  </a:moveTo>
                  <a:cubicBezTo>
                    <a:pt x="193220" y="40854"/>
                    <a:pt x="212748" y="80423"/>
                    <a:pt x="233047" y="121148"/>
                  </a:cubicBezTo>
                  <a:cubicBezTo>
                    <a:pt x="253345" y="161873"/>
                    <a:pt x="271588" y="202856"/>
                    <a:pt x="288931" y="244737"/>
                  </a:cubicBezTo>
                  <a:cubicBezTo>
                    <a:pt x="306275" y="286619"/>
                    <a:pt x="323104" y="329143"/>
                    <a:pt x="337750" y="373208"/>
                  </a:cubicBezTo>
                  <a:cubicBezTo>
                    <a:pt x="352974" y="417158"/>
                    <a:pt x="365847" y="461879"/>
                    <a:pt x="376292" y="507203"/>
                  </a:cubicBezTo>
                  <a:lnTo>
                    <a:pt x="384128" y="542276"/>
                  </a:lnTo>
                  <a:cubicBezTo>
                    <a:pt x="387558" y="558746"/>
                    <a:pt x="389023" y="575563"/>
                    <a:pt x="388496" y="592380"/>
                  </a:cubicBezTo>
                  <a:cubicBezTo>
                    <a:pt x="387404" y="623624"/>
                    <a:pt x="380480" y="654380"/>
                    <a:pt x="368069" y="683080"/>
                  </a:cubicBezTo>
                  <a:cubicBezTo>
                    <a:pt x="346255" y="731437"/>
                    <a:pt x="315229" y="775065"/>
                    <a:pt x="276727" y="811551"/>
                  </a:cubicBezTo>
                  <a:cubicBezTo>
                    <a:pt x="242386" y="844709"/>
                    <a:pt x="204963" y="874528"/>
                    <a:pt x="164957" y="900581"/>
                  </a:cubicBezTo>
                  <a:cubicBezTo>
                    <a:pt x="145558" y="913429"/>
                    <a:pt x="125516" y="925248"/>
                    <a:pt x="105346" y="936553"/>
                  </a:cubicBezTo>
                  <a:cubicBezTo>
                    <a:pt x="85176" y="947859"/>
                    <a:pt x="65135" y="958265"/>
                    <a:pt x="42652" y="968157"/>
                  </a:cubicBezTo>
                  <a:lnTo>
                    <a:pt x="0" y="893516"/>
                  </a:lnTo>
                  <a:cubicBezTo>
                    <a:pt x="15545" y="880669"/>
                    <a:pt x="32632" y="867822"/>
                    <a:pt x="48562" y="853947"/>
                  </a:cubicBezTo>
                  <a:cubicBezTo>
                    <a:pt x="64492" y="840072"/>
                    <a:pt x="80038" y="825940"/>
                    <a:pt x="95454" y="811808"/>
                  </a:cubicBezTo>
                  <a:cubicBezTo>
                    <a:pt x="125221" y="784187"/>
                    <a:pt x="152842" y="754343"/>
                    <a:pt x="178061" y="722521"/>
                  </a:cubicBezTo>
                  <a:cubicBezTo>
                    <a:pt x="200492" y="695234"/>
                    <a:pt x="217887" y="664169"/>
                    <a:pt x="229449" y="630792"/>
                  </a:cubicBezTo>
                  <a:cubicBezTo>
                    <a:pt x="233419" y="618357"/>
                    <a:pt x="234999" y="605278"/>
                    <a:pt x="234074" y="592251"/>
                  </a:cubicBezTo>
                  <a:cubicBezTo>
                    <a:pt x="233702" y="587010"/>
                    <a:pt x="232713" y="581845"/>
                    <a:pt x="231119" y="576835"/>
                  </a:cubicBezTo>
                  <a:lnTo>
                    <a:pt x="222383" y="548057"/>
                  </a:lnTo>
                  <a:cubicBezTo>
                    <a:pt x="196419" y="468238"/>
                    <a:pt x="165535" y="390102"/>
                    <a:pt x="129884" y="314112"/>
                  </a:cubicBezTo>
                  <a:cubicBezTo>
                    <a:pt x="112284" y="275570"/>
                    <a:pt x="93527" y="237029"/>
                    <a:pt x="74770" y="198488"/>
                  </a:cubicBezTo>
                  <a:cubicBezTo>
                    <a:pt x="56014" y="159946"/>
                    <a:pt x="36229" y="121405"/>
                    <a:pt x="17087" y="84791"/>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5" name="Google Shape;2295;g38b88470f6c_2_3054"/>
            <p:cNvSpPr/>
            <p:nvPr/>
          </p:nvSpPr>
          <p:spPr>
            <a:xfrm>
              <a:off x="8930027" y="1903175"/>
              <a:ext cx="347629" cy="479580"/>
            </a:xfrm>
            <a:custGeom>
              <a:rect b="b" l="l" r="r" t="t"/>
              <a:pathLst>
                <a:path extrusionOk="0" h="479580" w="347629">
                  <a:moveTo>
                    <a:pt x="165972" y="3082"/>
                  </a:moveTo>
                  <a:cubicBezTo>
                    <a:pt x="273117" y="26207"/>
                    <a:pt x="347630" y="305760"/>
                    <a:pt x="347630" y="305760"/>
                  </a:cubicBezTo>
                  <a:lnTo>
                    <a:pt x="156080" y="479581"/>
                  </a:lnTo>
                  <a:cubicBezTo>
                    <a:pt x="95185" y="411825"/>
                    <a:pt x="47278" y="333432"/>
                    <a:pt x="14762" y="248333"/>
                  </a:cubicBezTo>
                  <a:cubicBezTo>
                    <a:pt x="-35984" y="108428"/>
                    <a:pt x="51376" y="-21841"/>
                    <a:pt x="165972" y="308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6" name="Google Shape;2296;g38b88470f6c_2_3054"/>
            <p:cNvSpPr/>
            <p:nvPr/>
          </p:nvSpPr>
          <p:spPr>
            <a:xfrm>
              <a:off x="8849849" y="2873515"/>
              <a:ext cx="172665" cy="125516"/>
            </a:xfrm>
            <a:custGeom>
              <a:rect b="b" l="l" r="r" t="t"/>
              <a:pathLst>
                <a:path extrusionOk="0" h="125516" w="172665">
                  <a:moveTo>
                    <a:pt x="123204" y="0"/>
                  </a:moveTo>
                  <a:lnTo>
                    <a:pt x="0" y="1285"/>
                  </a:lnTo>
                  <a:lnTo>
                    <a:pt x="77083" y="125516"/>
                  </a:lnTo>
                  <a:cubicBezTo>
                    <a:pt x="77083" y="125516"/>
                    <a:pt x="164828" y="103805"/>
                    <a:pt x="172665" y="59739"/>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7" name="Google Shape;2297;g38b88470f6c_2_3054"/>
            <p:cNvSpPr/>
            <p:nvPr/>
          </p:nvSpPr>
          <p:spPr>
            <a:xfrm>
              <a:off x="8773152" y="2874800"/>
              <a:ext cx="153137" cy="173050"/>
            </a:xfrm>
            <a:custGeom>
              <a:rect b="b" l="l" r="r" t="t"/>
              <a:pathLst>
                <a:path extrusionOk="0" h="173050" w="153137">
                  <a:moveTo>
                    <a:pt x="0" y="73357"/>
                  </a:moveTo>
                  <a:lnTo>
                    <a:pt x="67961" y="173050"/>
                  </a:lnTo>
                  <a:lnTo>
                    <a:pt x="153138" y="124231"/>
                  </a:lnTo>
                  <a:lnTo>
                    <a:pt x="76697" y="0"/>
                  </a:lnTo>
                  <a:lnTo>
                    <a:pt x="0" y="73357"/>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98" name="Google Shape;2298;g38b88470f6c_2_3054"/>
            <p:cNvSpPr/>
            <p:nvPr/>
          </p:nvSpPr>
          <p:spPr>
            <a:xfrm>
              <a:off x="8854983" y="1517307"/>
              <a:ext cx="118833" cy="128416"/>
            </a:xfrm>
            <a:custGeom>
              <a:rect b="b" l="l" r="r" t="t"/>
              <a:pathLst>
                <a:path extrusionOk="0" h="128416" w="118833">
                  <a:moveTo>
                    <a:pt x="112160" y="74196"/>
                  </a:moveTo>
                  <a:cubicBezTo>
                    <a:pt x="98478" y="99377"/>
                    <a:pt x="75379" y="118133"/>
                    <a:pt x="47925" y="126356"/>
                  </a:cubicBezTo>
                  <a:cubicBezTo>
                    <a:pt x="11439" y="137019"/>
                    <a:pt x="-7189" y="104516"/>
                    <a:pt x="2575" y="69957"/>
                  </a:cubicBezTo>
                  <a:cubicBezTo>
                    <a:pt x="11439" y="38867"/>
                    <a:pt x="41116" y="-4171"/>
                    <a:pt x="77602" y="326"/>
                  </a:cubicBezTo>
                  <a:cubicBezTo>
                    <a:pt x="114087" y="4822"/>
                    <a:pt x="128476" y="43235"/>
                    <a:pt x="112160" y="74196"/>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299" name="Google Shape;2299;g38b88470f6c_2_3054"/>
          <p:cNvGrpSpPr/>
          <p:nvPr/>
        </p:nvGrpSpPr>
        <p:grpSpPr>
          <a:xfrm>
            <a:off x="6181783" y="2432841"/>
            <a:ext cx="2702942" cy="1829559"/>
            <a:chOff x="6155150" y="2199793"/>
            <a:chExt cx="2702942" cy="1829559"/>
          </a:xfrm>
        </p:grpSpPr>
        <p:sp>
          <p:nvSpPr>
            <p:cNvPr id="2300" name="Google Shape;2300;g38b88470f6c_2_3054"/>
            <p:cNvSpPr/>
            <p:nvPr/>
          </p:nvSpPr>
          <p:spPr>
            <a:xfrm rot="-249423">
              <a:off x="7738494" y="3722082"/>
              <a:ext cx="137353" cy="12849"/>
            </a:xfrm>
            <a:custGeom>
              <a:rect b="b" l="l" r="r" t="t"/>
              <a:pathLst>
                <a:path extrusionOk="0" h="12847" w="137335">
                  <a:moveTo>
                    <a:pt x="0" y="0"/>
                  </a:moveTo>
                  <a:lnTo>
                    <a:pt x="137336" y="0"/>
                  </a:lnTo>
                  <a:lnTo>
                    <a:pt x="137336"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1" name="Google Shape;2301;g38b88470f6c_2_3054"/>
            <p:cNvSpPr/>
            <p:nvPr/>
          </p:nvSpPr>
          <p:spPr>
            <a:xfrm rot="-249423">
              <a:off x="7931373" y="3710681"/>
              <a:ext cx="67456" cy="12849"/>
            </a:xfrm>
            <a:custGeom>
              <a:rect b="b" l="l" r="r" t="t"/>
              <a:pathLst>
                <a:path extrusionOk="0" h="12847" w="67447">
                  <a:moveTo>
                    <a:pt x="0" y="0"/>
                  </a:moveTo>
                  <a:lnTo>
                    <a:pt x="67447" y="0"/>
                  </a:lnTo>
                  <a:lnTo>
                    <a:pt x="67447"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2" name="Google Shape;2302;g38b88470f6c_2_3054"/>
            <p:cNvSpPr/>
            <p:nvPr/>
          </p:nvSpPr>
          <p:spPr>
            <a:xfrm>
              <a:off x="6155150" y="2199793"/>
              <a:ext cx="2702942" cy="1829559"/>
            </a:xfrm>
            <a:custGeom>
              <a:rect b="b" l="l" r="r" t="t"/>
              <a:pathLst>
                <a:path extrusionOk="0" h="1829559" w="2702942">
                  <a:moveTo>
                    <a:pt x="2434161" y="406"/>
                  </a:moveTo>
                  <a:lnTo>
                    <a:pt x="165877" y="163949"/>
                  </a:lnTo>
                  <a:cubicBezTo>
                    <a:pt x="67622" y="171619"/>
                    <a:pt x="-6159" y="256911"/>
                    <a:pt x="406" y="355243"/>
                  </a:cubicBezTo>
                  <a:lnTo>
                    <a:pt x="77489" y="1424378"/>
                  </a:lnTo>
                  <a:cubicBezTo>
                    <a:pt x="85081" y="1522787"/>
                    <a:pt x="170566" y="1596683"/>
                    <a:pt x="269039" y="1589977"/>
                  </a:cubicBezTo>
                  <a:lnTo>
                    <a:pt x="397510" y="1580727"/>
                  </a:lnTo>
                  <a:cubicBezTo>
                    <a:pt x="416948" y="1579327"/>
                    <a:pt x="433842" y="1593921"/>
                    <a:pt x="435281" y="1613359"/>
                  </a:cubicBezTo>
                  <a:lnTo>
                    <a:pt x="449669" y="1811461"/>
                  </a:lnTo>
                  <a:cubicBezTo>
                    <a:pt x="450324" y="1822086"/>
                    <a:pt x="459459" y="1830167"/>
                    <a:pt x="470083" y="1829524"/>
                  </a:cubicBezTo>
                  <a:cubicBezTo>
                    <a:pt x="475312" y="1829203"/>
                    <a:pt x="480194" y="1826762"/>
                    <a:pt x="483586" y="1822767"/>
                  </a:cubicBezTo>
                  <a:lnTo>
                    <a:pt x="698646" y="1574175"/>
                  </a:lnTo>
                  <a:cubicBezTo>
                    <a:pt x="707690" y="1563757"/>
                    <a:pt x="720473" y="1557346"/>
                    <a:pt x="734232" y="1556318"/>
                  </a:cubicBezTo>
                  <a:lnTo>
                    <a:pt x="2536937" y="1426434"/>
                  </a:lnTo>
                  <a:cubicBezTo>
                    <a:pt x="2635243" y="1418841"/>
                    <a:pt x="2709101" y="1333510"/>
                    <a:pt x="2702537" y="1235140"/>
                  </a:cubicBezTo>
                  <a:lnTo>
                    <a:pt x="2625454" y="166005"/>
                  </a:lnTo>
                  <a:cubicBezTo>
                    <a:pt x="2617861" y="67699"/>
                    <a:pt x="2532531" y="-6159"/>
                    <a:pt x="2434161" y="40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3" name="Google Shape;2303;g38b88470f6c_2_3054"/>
            <p:cNvSpPr/>
            <p:nvPr/>
          </p:nvSpPr>
          <p:spPr>
            <a:xfrm>
              <a:off x="6652353" y="2827009"/>
              <a:ext cx="408152" cy="423954"/>
            </a:xfrm>
            <a:custGeom>
              <a:rect b="b" l="l" r="r" t="t"/>
              <a:pathLst>
                <a:path extrusionOk="0" h="423954" w="408152">
                  <a:moveTo>
                    <a:pt x="0" y="27493"/>
                  </a:moveTo>
                  <a:lnTo>
                    <a:pt x="122561" y="18628"/>
                  </a:lnTo>
                  <a:lnTo>
                    <a:pt x="132582" y="157377"/>
                  </a:lnTo>
                  <a:lnTo>
                    <a:pt x="266449" y="147742"/>
                  </a:lnTo>
                  <a:lnTo>
                    <a:pt x="256428" y="8993"/>
                  </a:lnTo>
                  <a:lnTo>
                    <a:pt x="379503" y="0"/>
                  </a:lnTo>
                  <a:lnTo>
                    <a:pt x="408152" y="396461"/>
                  </a:lnTo>
                  <a:lnTo>
                    <a:pt x="285077" y="405326"/>
                  </a:lnTo>
                  <a:lnTo>
                    <a:pt x="273515" y="244994"/>
                  </a:lnTo>
                  <a:lnTo>
                    <a:pt x="139648" y="254758"/>
                  </a:lnTo>
                  <a:lnTo>
                    <a:pt x="151210" y="415090"/>
                  </a:lnTo>
                  <a:lnTo>
                    <a:pt x="28778" y="42395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4" name="Google Shape;2304;g38b88470f6c_2_3054"/>
            <p:cNvSpPr/>
            <p:nvPr/>
          </p:nvSpPr>
          <p:spPr>
            <a:xfrm>
              <a:off x="6155150" y="2326871"/>
              <a:ext cx="676292" cy="1463321"/>
            </a:xfrm>
            <a:custGeom>
              <a:rect b="b" l="l" r="r" t="t"/>
              <a:pathLst>
                <a:path extrusionOk="0" h="1463321" w="676292">
                  <a:moveTo>
                    <a:pt x="165877" y="36871"/>
                  </a:moveTo>
                  <a:cubicBezTo>
                    <a:pt x="67622" y="44541"/>
                    <a:pt x="-6159" y="129833"/>
                    <a:pt x="406" y="228164"/>
                  </a:cubicBezTo>
                  <a:lnTo>
                    <a:pt x="77489" y="1297300"/>
                  </a:lnTo>
                  <a:cubicBezTo>
                    <a:pt x="85081" y="1395709"/>
                    <a:pt x="170566" y="1469605"/>
                    <a:pt x="269039" y="1462899"/>
                  </a:cubicBezTo>
                  <a:lnTo>
                    <a:pt x="287924" y="1461486"/>
                  </a:lnTo>
                  <a:cubicBezTo>
                    <a:pt x="352442" y="1456822"/>
                    <a:pt x="405771" y="1409391"/>
                    <a:pt x="417937" y="1345862"/>
                  </a:cubicBezTo>
                  <a:lnTo>
                    <a:pt x="676292"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5" name="Google Shape;2305;g38b88470f6c_2_3054"/>
            <p:cNvSpPr/>
            <p:nvPr/>
          </p:nvSpPr>
          <p:spPr>
            <a:xfrm>
              <a:off x="7109547" y="2911852"/>
              <a:ext cx="335471" cy="302867"/>
            </a:xfrm>
            <a:custGeom>
              <a:rect b="b" l="l" r="r" t="t"/>
              <a:pathLst>
                <a:path extrusionOk="0" h="302867" w="335471">
                  <a:moveTo>
                    <a:pt x="335472" y="166959"/>
                  </a:moveTo>
                  <a:lnTo>
                    <a:pt x="114759" y="182890"/>
                  </a:lnTo>
                  <a:cubicBezTo>
                    <a:pt x="116455" y="197189"/>
                    <a:pt x="122454" y="210627"/>
                    <a:pt x="131974" y="221431"/>
                  </a:cubicBezTo>
                  <a:cubicBezTo>
                    <a:pt x="143035" y="233070"/>
                    <a:pt x="158914" y="238877"/>
                    <a:pt x="174883" y="237104"/>
                  </a:cubicBezTo>
                  <a:cubicBezTo>
                    <a:pt x="185701" y="236334"/>
                    <a:pt x="196145" y="232788"/>
                    <a:pt x="205202" y="226827"/>
                  </a:cubicBezTo>
                  <a:cubicBezTo>
                    <a:pt x="212294" y="221457"/>
                    <a:pt x="218345" y="214840"/>
                    <a:pt x="223060" y="207299"/>
                  </a:cubicBezTo>
                  <a:lnTo>
                    <a:pt x="332260" y="209483"/>
                  </a:lnTo>
                  <a:cubicBezTo>
                    <a:pt x="320377" y="236411"/>
                    <a:pt x="301080" y="259394"/>
                    <a:pt x="276632" y="275774"/>
                  </a:cubicBezTo>
                  <a:cubicBezTo>
                    <a:pt x="254188" y="289996"/>
                    <a:pt x="221043" y="298552"/>
                    <a:pt x="177196" y="301469"/>
                  </a:cubicBezTo>
                  <a:cubicBezTo>
                    <a:pt x="146543" y="305040"/>
                    <a:pt x="115465" y="301751"/>
                    <a:pt x="86238" y="291833"/>
                  </a:cubicBezTo>
                  <a:cubicBezTo>
                    <a:pt x="62805" y="281992"/>
                    <a:pt x="42700" y="265625"/>
                    <a:pt x="28298" y="244684"/>
                  </a:cubicBezTo>
                  <a:cubicBezTo>
                    <a:pt x="11789" y="220840"/>
                    <a:pt x="2308" y="192846"/>
                    <a:pt x="934" y="163876"/>
                  </a:cubicBezTo>
                  <a:cubicBezTo>
                    <a:pt x="-3704" y="123202"/>
                    <a:pt x="9079" y="82451"/>
                    <a:pt x="36135" y="51721"/>
                  </a:cubicBezTo>
                  <a:cubicBezTo>
                    <a:pt x="62857" y="21916"/>
                    <a:pt x="101398" y="5176"/>
                    <a:pt x="151759" y="1489"/>
                  </a:cubicBezTo>
                  <a:cubicBezTo>
                    <a:pt x="185097" y="-2468"/>
                    <a:pt x="218897" y="1489"/>
                    <a:pt x="250424" y="13051"/>
                  </a:cubicBezTo>
                  <a:cubicBezTo>
                    <a:pt x="274564" y="23367"/>
                    <a:pt x="294888" y="40916"/>
                    <a:pt x="308622" y="63283"/>
                  </a:cubicBezTo>
                  <a:cubicBezTo>
                    <a:pt x="324334" y="91059"/>
                    <a:pt x="333147" y="122213"/>
                    <a:pt x="334316" y="154112"/>
                  </a:cubicBezTo>
                  <a:close/>
                  <a:moveTo>
                    <a:pt x="219848" y="122251"/>
                  </a:moveTo>
                  <a:cubicBezTo>
                    <a:pt x="218281" y="105550"/>
                    <a:pt x="211086" y="89864"/>
                    <a:pt x="199421" y="77800"/>
                  </a:cubicBezTo>
                  <a:cubicBezTo>
                    <a:pt x="175744" y="59583"/>
                    <a:pt x="141789" y="64003"/>
                    <a:pt x="123572" y="87680"/>
                  </a:cubicBezTo>
                  <a:cubicBezTo>
                    <a:pt x="122827" y="88643"/>
                    <a:pt x="122120" y="89633"/>
                    <a:pt x="121439" y="90648"/>
                  </a:cubicBezTo>
                  <a:cubicBezTo>
                    <a:pt x="114579" y="102737"/>
                    <a:pt x="111123" y="116457"/>
                    <a:pt x="111419" y="1303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6" name="Google Shape;2306;g38b88470f6c_2_3054"/>
            <p:cNvSpPr/>
            <p:nvPr/>
          </p:nvSpPr>
          <p:spPr>
            <a:xfrm>
              <a:off x="7479064" y="2786797"/>
              <a:ext cx="139005" cy="404298"/>
            </a:xfrm>
            <a:custGeom>
              <a:rect b="b" l="l" r="r" t="t"/>
              <a:pathLst>
                <a:path extrusionOk="0" h="404298" w="139005">
                  <a:moveTo>
                    <a:pt x="0" y="7965"/>
                  </a:moveTo>
                  <a:lnTo>
                    <a:pt x="110357" y="0"/>
                  </a:lnTo>
                  <a:lnTo>
                    <a:pt x="139006" y="396333"/>
                  </a:lnTo>
                  <a:lnTo>
                    <a:pt x="28649"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7" name="Google Shape;2307;g38b88470f6c_2_3054"/>
            <p:cNvSpPr/>
            <p:nvPr/>
          </p:nvSpPr>
          <p:spPr>
            <a:xfrm>
              <a:off x="7663420" y="2773436"/>
              <a:ext cx="139005" cy="404298"/>
            </a:xfrm>
            <a:custGeom>
              <a:rect b="b" l="l" r="r" t="t"/>
              <a:pathLst>
                <a:path extrusionOk="0" h="404298" w="139005">
                  <a:moveTo>
                    <a:pt x="0" y="7965"/>
                  </a:moveTo>
                  <a:lnTo>
                    <a:pt x="110357" y="0"/>
                  </a:lnTo>
                  <a:lnTo>
                    <a:pt x="139006" y="396333"/>
                  </a:lnTo>
                  <a:lnTo>
                    <a:pt x="28778"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8" name="Google Shape;2308;g38b88470f6c_2_3054"/>
            <p:cNvSpPr/>
            <p:nvPr/>
          </p:nvSpPr>
          <p:spPr>
            <a:xfrm>
              <a:off x="7848164" y="2859307"/>
              <a:ext cx="330937" cy="302431"/>
            </a:xfrm>
            <a:custGeom>
              <a:rect b="b" l="l" r="r" t="t"/>
              <a:pathLst>
                <a:path extrusionOk="0" h="302431" w="330937">
                  <a:moveTo>
                    <a:pt x="768" y="163620"/>
                  </a:moveTo>
                  <a:cubicBezTo>
                    <a:pt x="-3446" y="122959"/>
                    <a:pt x="9813" y="82413"/>
                    <a:pt x="37254" y="52107"/>
                  </a:cubicBezTo>
                  <a:cubicBezTo>
                    <a:pt x="64747" y="21531"/>
                    <a:pt x="103673" y="4406"/>
                    <a:pt x="154034" y="719"/>
                  </a:cubicBezTo>
                  <a:cubicBezTo>
                    <a:pt x="211422" y="-3393"/>
                    <a:pt x="256040" y="10136"/>
                    <a:pt x="287901" y="41315"/>
                  </a:cubicBezTo>
                  <a:cubicBezTo>
                    <a:pt x="342681" y="99089"/>
                    <a:pt x="345494" y="188723"/>
                    <a:pt x="294453" y="249824"/>
                  </a:cubicBezTo>
                  <a:cubicBezTo>
                    <a:pt x="267217" y="280143"/>
                    <a:pt x="227738" y="297268"/>
                    <a:pt x="176003" y="301212"/>
                  </a:cubicBezTo>
                  <a:cubicBezTo>
                    <a:pt x="135817" y="306030"/>
                    <a:pt x="95220" y="296472"/>
                    <a:pt x="61406" y="274233"/>
                  </a:cubicBezTo>
                  <a:cubicBezTo>
                    <a:pt x="24947" y="248924"/>
                    <a:pt x="2490" y="207968"/>
                    <a:pt x="768" y="163620"/>
                  </a:cubicBezTo>
                  <a:close/>
                  <a:moveTo>
                    <a:pt x="111125" y="155398"/>
                  </a:moveTo>
                  <a:cubicBezTo>
                    <a:pt x="110919" y="175683"/>
                    <a:pt x="117882" y="195378"/>
                    <a:pt x="130781" y="211026"/>
                  </a:cubicBezTo>
                  <a:cubicBezTo>
                    <a:pt x="150617" y="231324"/>
                    <a:pt x="183146" y="231709"/>
                    <a:pt x="203444" y="211873"/>
                  </a:cubicBezTo>
                  <a:cubicBezTo>
                    <a:pt x="205435" y="209946"/>
                    <a:pt x="207247" y="207852"/>
                    <a:pt x="208891" y="205630"/>
                  </a:cubicBezTo>
                  <a:cubicBezTo>
                    <a:pt x="219271" y="187747"/>
                    <a:pt x="223177" y="166832"/>
                    <a:pt x="219940" y="146405"/>
                  </a:cubicBezTo>
                  <a:cubicBezTo>
                    <a:pt x="220068" y="126530"/>
                    <a:pt x="213195" y="107247"/>
                    <a:pt x="200541" y="91933"/>
                  </a:cubicBezTo>
                  <a:cubicBezTo>
                    <a:pt x="190507" y="80936"/>
                    <a:pt x="175925" y="75232"/>
                    <a:pt x="161100" y="76516"/>
                  </a:cubicBezTo>
                  <a:cubicBezTo>
                    <a:pt x="145632" y="77236"/>
                    <a:pt x="131384" y="85124"/>
                    <a:pt x="122559" y="97843"/>
                  </a:cubicBezTo>
                  <a:cubicBezTo>
                    <a:pt x="112204" y="115122"/>
                    <a:pt x="108337" y="135523"/>
                    <a:pt x="111639" y="15539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09" name="Google Shape;2309;g38b88470f6c_2_3054"/>
            <p:cNvSpPr/>
            <p:nvPr/>
          </p:nvSpPr>
          <p:spPr>
            <a:xfrm>
              <a:off x="8213789" y="2733096"/>
              <a:ext cx="142474" cy="404555"/>
            </a:xfrm>
            <a:custGeom>
              <a:rect b="b" l="l" r="r" t="t"/>
              <a:pathLst>
                <a:path extrusionOk="0" h="404555" w="142474">
                  <a:moveTo>
                    <a:pt x="0" y="8479"/>
                  </a:moveTo>
                  <a:lnTo>
                    <a:pt x="117551" y="0"/>
                  </a:lnTo>
                  <a:lnTo>
                    <a:pt x="124103" y="89930"/>
                  </a:lnTo>
                  <a:lnTo>
                    <a:pt x="114468" y="273001"/>
                  </a:lnTo>
                  <a:lnTo>
                    <a:pt x="41753" y="278268"/>
                  </a:lnTo>
                  <a:lnTo>
                    <a:pt x="6424" y="98409"/>
                  </a:lnTo>
                  <a:close/>
                  <a:moveTo>
                    <a:pt x="25694" y="307560"/>
                  </a:moveTo>
                  <a:lnTo>
                    <a:pt x="135409" y="299594"/>
                  </a:lnTo>
                  <a:lnTo>
                    <a:pt x="142474" y="396718"/>
                  </a:lnTo>
                  <a:lnTo>
                    <a:pt x="32632" y="40455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310" name="Google Shape;2310;g38b88470f6c_2_3054"/>
          <p:cNvGrpSpPr/>
          <p:nvPr/>
        </p:nvGrpSpPr>
        <p:grpSpPr>
          <a:xfrm>
            <a:off x="5355452" y="1806760"/>
            <a:ext cx="1514699" cy="3783660"/>
            <a:chOff x="5328819" y="1573712"/>
            <a:chExt cx="1514699" cy="3783660"/>
          </a:xfrm>
        </p:grpSpPr>
        <p:sp>
          <p:nvSpPr>
            <p:cNvPr id="2311" name="Google Shape;2311;g38b88470f6c_2_3054"/>
            <p:cNvSpPr/>
            <p:nvPr/>
          </p:nvSpPr>
          <p:spPr>
            <a:xfrm>
              <a:off x="5839960" y="1573712"/>
              <a:ext cx="503548" cy="533070"/>
            </a:xfrm>
            <a:custGeom>
              <a:rect b="b" l="l" r="r" t="t"/>
              <a:pathLst>
                <a:path extrusionOk="0" h="533070" w="503548">
                  <a:moveTo>
                    <a:pt x="449719" y="438020"/>
                  </a:moveTo>
                  <a:cubicBezTo>
                    <a:pt x="449141" y="456828"/>
                    <a:pt x="450130" y="475649"/>
                    <a:pt x="452674" y="494290"/>
                  </a:cubicBezTo>
                  <a:cubicBezTo>
                    <a:pt x="336267" y="533165"/>
                    <a:pt x="212112" y="543006"/>
                    <a:pt x="91028" y="522939"/>
                  </a:cubicBezTo>
                  <a:cubicBezTo>
                    <a:pt x="96835" y="500958"/>
                    <a:pt x="100368" y="478450"/>
                    <a:pt x="101563" y="455749"/>
                  </a:cubicBezTo>
                  <a:cubicBezTo>
                    <a:pt x="97516" y="478604"/>
                    <a:pt x="89564" y="500598"/>
                    <a:pt x="78053" y="520755"/>
                  </a:cubicBezTo>
                  <a:cubicBezTo>
                    <a:pt x="55185" y="516387"/>
                    <a:pt x="42338" y="512662"/>
                    <a:pt x="42338" y="512662"/>
                  </a:cubicBezTo>
                  <a:cubicBezTo>
                    <a:pt x="42338" y="512662"/>
                    <a:pt x="65720" y="386246"/>
                    <a:pt x="23581" y="294261"/>
                  </a:cubicBezTo>
                  <a:cubicBezTo>
                    <a:pt x="-18557" y="202276"/>
                    <a:pt x="2512" y="150887"/>
                    <a:pt x="34373" y="136370"/>
                  </a:cubicBezTo>
                  <a:cubicBezTo>
                    <a:pt x="93469" y="-45288"/>
                    <a:pt x="315596" y="-16639"/>
                    <a:pt x="390751" y="57103"/>
                  </a:cubicBezTo>
                  <a:cubicBezTo>
                    <a:pt x="486077" y="150630"/>
                    <a:pt x="486590" y="414124"/>
                    <a:pt x="503549" y="474377"/>
                  </a:cubicBezTo>
                  <a:cubicBezTo>
                    <a:pt x="489545" y="480415"/>
                    <a:pt x="475799" y="485940"/>
                    <a:pt x="462053" y="490822"/>
                  </a:cubicBezTo>
                  <a:cubicBezTo>
                    <a:pt x="455166" y="473992"/>
                    <a:pt x="451004" y="456160"/>
                    <a:pt x="449719" y="43802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2" name="Google Shape;2312;g38b88470f6c_2_3054"/>
            <p:cNvSpPr/>
            <p:nvPr/>
          </p:nvSpPr>
          <p:spPr>
            <a:xfrm>
              <a:off x="6280815" y="2294496"/>
              <a:ext cx="454144" cy="364729"/>
            </a:xfrm>
            <a:custGeom>
              <a:rect b="b" l="l" r="r" t="t"/>
              <a:pathLst>
                <a:path extrusionOk="0" h="364729" w="454144">
                  <a:moveTo>
                    <a:pt x="100721" y="0"/>
                  </a:moveTo>
                  <a:lnTo>
                    <a:pt x="112284" y="36614"/>
                  </a:lnTo>
                  <a:cubicBezTo>
                    <a:pt x="116523" y="49461"/>
                    <a:pt x="120763" y="62309"/>
                    <a:pt x="125131" y="74513"/>
                  </a:cubicBezTo>
                  <a:cubicBezTo>
                    <a:pt x="133738" y="100207"/>
                    <a:pt x="142731" y="125902"/>
                    <a:pt x="152367" y="150568"/>
                  </a:cubicBezTo>
                  <a:cubicBezTo>
                    <a:pt x="162002" y="175234"/>
                    <a:pt x="171252" y="201186"/>
                    <a:pt x="181273" y="226366"/>
                  </a:cubicBezTo>
                  <a:lnTo>
                    <a:pt x="196175" y="264907"/>
                  </a:lnTo>
                  <a:lnTo>
                    <a:pt x="199901" y="274414"/>
                  </a:lnTo>
                  <a:lnTo>
                    <a:pt x="200800" y="276598"/>
                  </a:lnTo>
                  <a:lnTo>
                    <a:pt x="200800" y="276598"/>
                  </a:lnTo>
                  <a:cubicBezTo>
                    <a:pt x="200800" y="276598"/>
                    <a:pt x="200800" y="276598"/>
                    <a:pt x="200800" y="276598"/>
                  </a:cubicBezTo>
                  <a:cubicBezTo>
                    <a:pt x="199207" y="275211"/>
                    <a:pt x="197383" y="274119"/>
                    <a:pt x="195404" y="273386"/>
                  </a:cubicBezTo>
                  <a:cubicBezTo>
                    <a:pt x="192578" y="272358"/>
                    <a:pt x="191422" y="273386"/>
                    <a:pt x="193220" y="273386"/>
                  </a:cubicBezTo>
                  <a:cubicBezTo>
                    <a:pt x="196317" y="273374"/>
                    <a:pt x="199387" y="272898"/>
                    <a:pt x="202342" y="271973"/>
                  </a:cubicBezTo>
                  <a:cubicBezTo>
                    <a:pt x="212388" y="268787"/>
                    <a:pt x="222036" y="264483"/>
                    <a:pt x="231119" y="259126"/>
                  </a:cubicBezTo>
                  <a:cubicBezTo>
                    <a:pt x="253024" y="246356"/>
                    <a:pt x="273977" y="232019"/>
                    <a:pt x="293813" y="216217"/>
                  </a:cubicBezTo>
                  <a:cubicBezTo>
                    <a:pt x="314626" y="200029"/>
                    <a:pt x="335052" y="182686"/>
                    <a:pt x="355094" y="164828"/>
                  </a:cubicBezTo>
                  <a:cubicBezTo>
                    <a:pt x="375135" y="146971"/>
                    <a:pt x="395305" y="128343"/>
                    <a:pt x="414704" y="110100"/>
                  </a:cubicBezTo>
                  <a:lnTo>
                    <a:pt x="454145" y="143502"/>
                  </a:lnTo>
                  <a:cubicBezTo>
                    <a:pt x="437701" y="167141"/>
                    <a:pt x="420357" y="188724"/>
                    <a:pt x="402757" y="210692"/>
                  </a:cubicBezTo>
                  <a:cubicBezTo>
                    <a:pt x="385156" y="232661"/>
                    <a:pt x="365372" y="253216"/>
                    <a:pt x="345073" y="273643"/>
                  </a:cubicBezTo>
                  <a:cubicBezTo>
                    <a:pt x="324184" y="294969"/>
                    <a:pt x="301431" y="314407"/>
                    <a:pt x="277112" y="331712"/>
                  </a:cubicBezTo>
                  <a:cubicBezTo>
                    <a:pt x="263199" y="341463"/>
                    <a:pt x="248244" y="349647"/>
                    <a:pt x="232533" y="356122"/>
                  </a:cubicBezTo>
                  <a:cubicBezTo>
                    <a:pt x="222563" y="360117"/>
                    <a:pt x="212106" y="362802"/>
                    <a:pt x="201443" y="364087"/>
                  </a:cubicBezTo>
                  <a:cubicBezTo>
                    <a:pt x="186964" y="365885"/>
                    <a:pt x="172267" y="363894"/>
                    <a:pt x="158790" y="358306"/>
                  </a:cubicBezTo>
                  <a:cubicBezTo>
                    <a:pt x="144106" y="352049"/>
                    <a:pt x="131593" y="341592"/>
                    <a:pt x="122818" y="328243"/>
                  </a:cubicBezTo>
                  <a:cubicBezTo>
                    <a:pt x="120891" y="325288"/>
                    <a:pt x="119093" y="322334"/>
                    <a:pt x="117679" y="319636"/>
                  </a:cubicBezTo>
                  <a:lnTo>
                    <a:pt x="114211" y="312698"/>
                  </a:lnTo>
                  <a:lnTo>
                    <a:pt x="109586" y="303320"/>
                  </a:lnTo>
                  <a:cubicBezTo>
                    <a:pt x="103548" y="290473"/>
                    <a:pt x="96739" y="277626"/>
                    <a:pt x="91471" y="265550"/>
                  </a:cubicBezTo>
                  <a:cubicBezTo>
                    <a:pt x="79781" y="239855"/>
                    <a:pt x="68090" y="214161"/>
                    <a:pt x="57427" y="188467"/>
                  </a:cubicBezTo>
                  <a:cubicBezTo>
                    <a:pt x="46763" y="162773"/>
                    <a:pt x="36357" y="136308"/>
                    <a:pt x="26465" y="109843"/>
                  </a:cubicBezTo>
                  <a:cubicBezTo>
                    <a:pt x="21840" y="96996"/>
                    <a:pt x="17215" y="82992"/>
                    <a:pt x="12847" y="69503"/>
                  </a:cubicBezTo>
                  <a:cubicBezTo>
                    <a:pt x="8479" y="56013"/>
                    <a:pt x="4240" y="42781"/>
                    <a:pt x="0" y="26979"/>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3" name="Google Shape;2313;g38b88470f6c_2_3054"/>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4" name="Google Shape;2314;g38b88470f6c_2_3054"/>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5" name="Google Shape;2315;g38b88470f6c_2_3054"/>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6" name="Google Shape;2316;g38b88470f6c_2_3054"/>
            <p:cNvSpPr/>
            <p:nvPr/>
          </p:nvSpPr>
          <p:spPr>
            <a:xfrm>
              <a:off x="6312547" y="2221139"/>
              <a:ext cx="68603" cy="230091"/>
            </a:xfrm>
            <a:custGeom>
              <a:rect b="b" l="l" r="r" t="t"/>
              <a:pathLst>
                <a:path extrusionOk="0" h="230091" w="68603">
                  <a:moveTo>
                    <a:pt x="34559" y="0"/>
                  </a:moveTo>
                  <a:lnTo>
                    <a:pt x="68603" y="183585"/>
                  </a:lnTo>
                  <a:lnTo>
                    <a:pt x="0" y="230092"/>
                  </a:lnTo>
                  <a:lnTo>
                    <a:pt x="34559" y="0"/>
                  </a:lnTo>
                  <a:close/>
                </a:path>
              </a:pathLst>
            </a:custGeom>
            <a:solidFill>
              <a:srgbClr val="000000">
                <a:alpha val="2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7" name="Google Shape;2317;g38b88470f6c_2_3054"/>
            <p:cNvSpPr/>
            <p:nvPr/>
          </p:nvSpPr>
          <p:spPr>
            <a:xfrm>
              <a:off x="6693464" y="2310812"/>
              <a:ext cx="90957" cy="136905"/>
            </a:xfrm>
            <a:custGeom>
              <a:rect b="b" l="l" r="r" t="t"/>
              <a:pathLst>
                <a:path extrusionOk="0" h="136905" w="90957">
                  <a:moveTo>
                    <a:pt x="0" y="98152"/>
                  </a:moveTo>
                  <a:lnTo>
                    <a:pt x="40725" y="0"/>
                  </a:lnTo>
                  <a:lnTo>
                    <a:pt x="90957" y="98152"/>
                  </a:lnTo>
                  <a:cubicBezTo>
                    <a:pt x="90957" y="98152"/>
                    <a:pt x="58326" y="146971"/>
                    <a:pt x="15288" y="13502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8" name="Google Shape;2318;g38b88470f6c_2_3054"/>
            <p:cNvSpPr/>
            <p:nvPr/>
          </p:nvSpPr>
          <p:spPr>
            <a:xfrm>
              <a:off x="6734061" y="2300663"/>
              <a:ext cx="109457" cy="108301"/>
            </a:xfrm>
            <a:custGeom>
              <a:rect b="b" l="l" r="r" t="t"/>
              <a:pathLst>
                <a:path extrusionOk="0" h="108301" w="109457">
                  <a:moveTo>
                    <a:pt x="44965" y="0"/>
                  </a:moveTo>
                  <a:lnTo>
                    <a:pt x="109457" y="25951"/>
                  </a:lnTo>
                  <a:lnTo>
                    <a:pt x="50361" y="108301"/>
                  </a:lnTo>
                  <a:lnTo>
                    <a:pt x="0" y="10149"/>
                  </a:lnTo>
                  <a:lnTo>
                    <a:pt x="44965" y="0"/>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19" name="Google Shape;2319;g38b88470f6c_2_3054"/>
            <p:cNvSpPr/>
            <p:nvPr/>
          </p:nvSpPr>
          <p:spPr>
            <a:xfrm>
              <a:off x="6111490" y="4998425"/>
              <a:ext cx="114724" cy="248848"/>
            </a:xfrm>
            <a:custGeom>
              <a:rect b="b" l="l" r="r" t="t"/>
              <a:pathLst>
                <a:path extrusionOk="0" h="248848" w="114724">
                  <a:moveTo>
                    <a:pt x="0" y="248849"/>
                  </a:moveTo>
                  <a:lnTo>
                    <a:pt x="107530" y="248849"/>
                  </a:lnTo>
                  <a:lnTo>
                    <a:pt x="114724" y="0"/>
                  </a:lnTo>
                  <a:lnTo>
                    <a:pt x="7194" y="0"/>
                  </a:lnTo>
                  <a:lnTo>
                    <a:pt x="0" y="24884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0" name="Google Shape;2320;g38b88470f6c_2_3054"/>
            <p:cNvSpPr/>
            <p:nvPr/>
          </p:nvSpPr>
          <p:spPr>
            <a:xfrm>
              <a:off x="5390511" y="4711421"/>
              <a:ext cx="228164" cy="257455"/>
            </a:xfrm>
            <a:custGeom>
              <a:rect b="b" l="l" r="r" t="t"/>
              <a:pathLst>
                <a:path extrusionOk="0" h="257455" w="228164">
                  <a:moveTo>
                    <a:pt x="0" y="215317"/>
                  </a:moveTo>
                  <a:lnTo>
                    <a:pt x="98794" y="257456"/>
                  </a:lnTo>
                  <a:lnTo>
                    <a:pt x="228164" y="42138"/>
                  </a:lnTo>
                  <a:lnTo>
                    <a:pt x="129242" y="0"/>
                  </a:lnTo>
                  <a:lnTo>
                    <a:pt x="0" y="215317"/>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1" name="Google Shape;2321;g38b88470f6c_2_3054"/>
            <p:cNvSpPr/>
            <p:nvPr/>
          </p:nvSpPr>
          <p:spPr>
            <a:xfrm>
              <a:off x="5328819" y="4889676"/>
              <a:ext cx="267496" cy="237037"/>
            </a:xfrm>
            <a:custGeom>
              <a:rect b="b" l="l" r="r" t="t"/>
              <a:pathLst>
                <a:path extrusionOk="0" h="237037" w="267496">
                  <a:moveTo>
                    <a:pt x="179500" y="64556"/>
                  </a:moveTo>
                  <a:lnTo>
                    <a:pt x="76723" y="1348"/>
                  </a:lnTo>
                  <a:cubicBezTo>
                    <a:pt x="73085" y="-991"/>
                    <a:pt x="68267" y="-220"/>
                    <a:pt x="65546" y="3146"/>
                  </a:cubicBezTo>
                  <a:lnTo>
                    <a:pt x="3752" y="77274"/>
                  </a:lnTo>
                  <a:cubicBezTo>
                    <a:pt x="-2198" y="84777"/>
                    <a:pt x="-935" y="95684"/>
                    <a:pt x="6572" y="101645"/>
                  </a:cubicBezTo>
                  <a:cubicBezTo>
                    <a:pt x="7186" y="102120"/>
                    <a:pt x="7832" y="102570"/>
                    <a:pt x="8505" y="102968"/>
                  </a:cubicBezTo>
                  <a:cubicBezTo>
                    <a:pt x="44734" y="124423"/>
                    <a:pt x="63234" y="132902"/>
                    <a:pt x="108456" y="160652"/>
                  </a:cubicBezTo>
                  <a:cubicBezTo>
                    <a:pt x="136334" y="177867"/>
                    <a:pt x="175132" y="205616"/>
                    <a:pt x="213545" y="229255"/>
                  </a:cubicBezTo>
                  <a:cubicBezTo>
                    <a:pt x="251958" y="252894"/>
                    <a:pt x="277780" y="216408"/>
                    <a:pt x="263520" y="202919"/>
                  </a:cubicBezTo>
                  <a:cubicBezTo>
                    <a:pt x="201212" y="143436"/>
                    <a:pt x="203010" y="115173"/>
                    <a:pt x="191319" y="79972"/>
                  </a:cubicBezTo>
                  <a:cubicBezTo>
                    <a:pt x="189379" y="73574"/>
                    <a:pt x="185178" y="68088"/>
                    <a:pt x="179500" y="645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2" name="Google Shape;2322;g38b88470f6c_2_3054"/>
            <p:cNvSpPr/>
            <p:nvPr/>
          </p:nvSpPr>
          <p:spPr>
            <a:xfrm>
              <a:off x="6079469" y="5234811"/>
              <a:ext cx="318146" cy="122561"/>
            </a:xfrm>
            <a:custGeom>
              <a:rect b="b" l="l" r="r" t="t"/>
              <a:pathLst>
                <a:path extrusionOk="0" h="122561" w="318146">
                  <a:moveTo>
                    <a:pt x="143149" y="1"/>
                  </a:moveTo>
                  <a:lnTo>
                    <a:pt x="22515" y="1"/>
                  </a:lnTo>
                  <a:cubicBezTo>
                    <a:pt x="18224" y="-51"/>
                    <a:pt x="14550" y="3071"/>
                    <a:pt x="13907" y="7323"/>
                  </a:cubicBezTo>
                  <a:lnTo>
                    <a:pt x="161" y="102906"/>
                  </a:lnTo>
                  <a:cubicBezTo>
                    <a:pt x="-1124" y="112258"/>
                    <a:pt x="5428" y="120866"/>
                    <a:pt x="14768" y="122151"/>
                  </a:cubicBezTo>
                  <a:cubicBezTo>
                    <a:pt x="15680" y="122279"/>
                    <a:pt x="16592" y="122331"/>
                    <a:pt x="17504" y="122305"/>
                  </a:cubicBezTo>
                  <a:cubicBezTo>
                    <a:pt x="59643" y="121663"/>
                    <a:pt x="79941" y="119093"/>
                    <a:pt x="133128" y="119093"/>
                  </a:cubicBezTo>
                  <a:cubicBezTo>
                    <a:pt x="165760" y="119093"/>
                    <a:pt x="233336" y="122562"/>
                    <a:pt x="278429" y="122562"/>
                  </a:cubicBezTo>
                  <a:cubicBezTo>
                    <a:pt x="323522" y="122562"/>
                    <a:pt x="325835" y="77982"/>
                    <a:pt x="307078" y="73871"/>
                  </a:cubicBezTo>
                  <a:cubicBezTo>
                    <a:pt x="222930" y="55757"/>
                    <a:pt x="189784" y="30834"/>
                    <a:pt x="161392" y="7066"/>
                  </a:cubicBezTo>
                  <a:cubicBezTo>
                    <a:pt x="156369" y="2583"/>
                    <a:pt x="149881" y="77"/>
                    <a:pt x="143149" y="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3" name="Google Shape;2323;g38b88470f6c_2_3054"/>
            <p:cNvSpPr/>
            <p:nvPr/>
          </p:nvSpPr>
          <p:spPr>
            <a:xfrm>
              <a:off x="6114959" y="4998554"/>
              <a:ext cx="111127" cy="128214"/>
            </a:xfrm>
            <a:custGeom>
              <a:rect b="b" l="l" r="r" t="t"/>
              <a:pathLst>
                <a:path extrusionOk="0" h="128214" w="111127">
                  <a:moveTo>
                    <a:pt x="111128" y="0"/>
                  </a:moveTo>
                  <a:lnTo>
                    <a:pt x="107530" y="128214"/>
                  </a:lnTo>
                  <a:lnTo>
                    <a:pt x="0" y="128214"/>
                  </a:lnTo>
                  <a:lnTo>
                    <a:pt x="3726" y="0"/>
                  </a:lnTo>
                  <a:lnTo>
                    <a:pt x="111128"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4" name="Google Shape;2324;g38b88470f6c_2_3054"/>
            <p:cNvSpPr/>
            <p:nvPr/>
          </p:nvSpPr>
          <p:spPr>
            <a:xfrm>
              <a:off x="5453076" y="4711549"/>
              <a:ext cx="165470" cy="153008"/>
            </a:xfrm>
            <a:custGeom>
              <a:rect b="b" l="l" r="r" t="t"/>
              <a:pathLst>
                <a:path extrusionOk="0" h="153008" w="165470">
                  <a:moveTo>
                    <a:pt x="66676" y="0"/>
                  </a:moveTo>
                  <a:lnTo>
                    <a:pt x="165471" y="42010"/>
                  </a:lnTo>
                  <a:lnTo>
                    <a:pt x="98794" y="153009"/>
                  </a:lnTo>
                  <a:lnTo>
                    <a:pt x="0" y="110871"/>
                  </a:lnTo>
                  <a:lnTo>
                    <a:pt x="66676"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5" name="Google Shape;2325;g38b88470f6c_2_3054"/>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6" name="Google Shape;2326;g38b88470f6c_2_3054"/>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7" name="Google Shape;2327;g38b88470f6c_2_3054"/>
            <p:cNvSpPr/>
            <p:nvPr/>
          </p:nvSpPr>
          <p:spPr>
            <a:xfrm>
              <a:off x="5947176" y="2149315"/>
              <a:ext cx="263620" cy="91866"/>
            </a:xfrm>
            <a:custGeom>
              <a:rect b="b" l="l" r="r" t="t"/>
              <a:pathLst>
                <a:path extrusionOk="0" h="91866" w="263620">
                  <a:moveTo>
                    <a:pt x="24153" y="3478"/>
                  </a:moveTo>
                  <a:cubicBezTo>
                    <a:pt x="90148" y="-1159"/>
                    <a:pt x="156388" y="-1159"/>
                    <a:pt x="222383" y="3478"/>
                  </a:cubicBezTo>
                  <a:cubicBezTo>
                    <a:pt x="233046" y="4506"/>
                    <a:pt x="243966" y="5662"/>
                    <a:pt x="254758" y="6947"/>
                  </a:cubicBezTo>
                  <a:cubicBezTo>
                    <a:pt x="263867" y="20629"/>
                    <a:pt x="266089" y="37767"/>
                    <a:pt x="260796" y="53325"/>
                  </a:cubicBezTo>
                  <a:cubicBezTo>
                    <a:pt x="246793" y="87884"/>
                    <a:pt x="196561" y="91867"/>
                    <a:pt x="160075" y="91867"/>
                  </a:cubicBezTo>
                  <a:cubicBezTo>
                    <a:pt x="25052" y="91867"/>
                    <a:pt x="2184" y="12985"/>
                    <a:pt x="1285" y="9645"/>
                  </a:cubicBezTo>
                  <a:lnTo>
                    <a:pt x="0" y="489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8" name="Google Shape;2328;g38b88470f6c_2_3054"/>
            <p:cNvSpPr/>
            <p:nvPr/>
          </p:nvSpPr>
          <p:spPr>
            <a:xfrm>
              <a:off x="5971328" y="1929767"/>
              <a:ext cx="215950" cy="287389"/>
            </a:xfrm>
            <a:custGeom>
              <a:rect b="b" l="l" r="r" t="t"/>
              <a:pathLst>
                <a:path extrusionOk="0" h="287389" w="215950">
                  <a:moveTo>
                    <a:pt x="19656" y="0"/>
                  </a:moveTo>
                  <a:cubicBezTo>
                    <a:pt x="32503" y="64235"/>
                    <a:pt x="44708" y="180630"/>
                    <a:pt x="0" y="223154"/>
                  </a:cubicBezTo>
                  <a:cubicBezTo>
                    <a:pt x="0" y="223154"/>
                    <a:pt x="17472" y="287390"/>
                    <a:pt x="135922" y="287390"/>
                  </a:cubicBezTo>
                  <a:cubicBezTo>
                    <a:pt x="266192" y="287390"/>
                    <a:pt x="198231" y="223154"/>
                    <a:pt x="198231" y="223154"/>
                  </a:cubicBezTo>
                  <a:cubicBezTo>
                    <a:pt x="127058" y="206196"/>
                    <a:pt x="128985" y="153394"/>
                    <a:pt x="141318" y="10393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29" name="Google Shape;2329;g38b88470f6c_2_3054"/>
            <p:cNvSpPr/>
            <p:nvPr/>
          </p:nvSpPr>
          <p:spPr>
            <a:xfrm>
              <a:off x="5958353" y="1884417"/>
              <a:ext cx="82992" cy="216216"/>
            </a:xfrm>
            <a:custGeom>
              <a:rect b="b" l="l" r="r" t="t"/>
              <a:pathLst>
                <a:path extrusionOk="0" h="216216" w="82992">
                  <a:moveTo>
                    <a:pt x="45607" y="0"/>
                  </a:moveTo>
                  <a:cubicBezTo>
                    <a:pt x="30319" y="50489"/>
                    <a:pt x="51517" y="169967"/>
                    <a:pt x="82992" y="216217"/>
                  </a:cubicBezTo>
                  <a:cubicBezTo>
                    <a:pt x="20941" y="180630"/>
                    <a:pt x="0" y="72201"/>
                    <a:pt x="0" y="7220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0" name="Google Shape;2330;g38b88470f6c_2_3054"/>
            <p:cNvSpPr/>
            <p:nvPr/>
          </p:nvSpPr>
          <p:spPr>
            <a:xfrm>
              <a:off x="6038240" y="1972163"/>
              <a:ext cx="74406" cy="96610"/>
            </a:xfrm>
            <a:custGeom>
              <a:rect b="b" l="l" r="r" t="t"/>
              <a:pathLst>
                <a:path extrusionOk="0" h="96610" w="74406">
                  <a:moveTo>
                    <a:pt x="2334" y="0"/>
                  </a:moveTo>
                  <a:lnTo>
                    <a:pt x="74406" y="61409"/>
                  </a:lnTo>
                  <a:cubicBezTo>
                    <a:pt x="71246" y="72920"/>
                    <a:pt x="69178" y="84714"/>
                    <a:pt x="68240" y="96610"/>
                  </a:cubicBezTo>
                  <a:cubicBezTo>
                    <a:pt x="41132" y="92627"/>
                    <a:pt x="4004" y="62822"/>
                    <a:pt x="921" y="34430"/>
                  </a:cubicBezTo>
                  <a:cubicBezTo>
                    <a:pt x="-672" y="22958"/>
                    <a:pt x="-197" y="11305"/>
                    <a:pt x="233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1" name="Google Shape;2331;g38b88470f6c_2_3054"/>
            <p:cNvSpPr/>
            <p:nvPr/>
          </p:nvSpPr>
          <p:spPr>
            <a:xfrm>
              <a:off x="5927767" y="1635072"/>
              <a:ext cx="322889" cy="403121"/>
            </a:xfrm>
            <a:custGeom>
              <a:rect b="b" l="l" r="r" t="t"/>
              <a:pathLst>
                <a:path extrusionOk="0" h="403121" w="322889">
                  <a:moveTo>
                    <a:pt x="4378" y="180870"/>
                  </a:moveTo>
                  <a:cubicBezTo>
                    <a:pt x="29301" y="284546"/>
                    <a:pt x="37523" y="328997"/>
                    <a:pt x="99960" y="373577"/>
                  </a:cubicBezTo>
                  <a:cubicBezTo>
                    <a:pt x="193873" y="440510"/>
                    <a:pt x="315792" y="387323"/>
                    <a:pt x="322344" y="278251"/>
                  </a:cubicBezTo>
                  <a:cubicBezTo>
                    <a:pt x="328253" y="180099"/>
                    <a:pt x="286629" y="27090"/>
                    <a:pt x="176786" y="3452"/>
                  </a:cubicBezTo>
                  <a:cubicBezTo>
                    <a:pt x="98354" y="-13866"/>
                    <a:pt x="20745" y="35672"/>
                    <a:pt x="3427" y="114104"/>
                  </a:cubicBezTo>
                  <a:cubicBezTo>
                    <a:pt x="-1442" y="136137"/>
                    <a:pt x="-1121" y="158992"/>
                    <a:pt x="4378" y="18087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2" name="Google Shape;2332;g38b88470f6c_2_3054"/>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3" name="Google Shape;2333;g38b88470f6c_2_3054"/>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4" name="Google Shape;2334;g38b88470f6c_2_3054"/>
            <p:cNvSpPr/>
            <p:nvPr/>
          </p:nvSpPr>
          <p:spPr>
            <a:xfrm>
              <a:off x="6079501" y="5046088"/>
              <a:ext cx="190907" cy="61023"/>
            </a:xfrm>
            <a:custGeom>
              <a:rect b="b" l="l" r="r" t="t"/>
              <a:pathLst>
                <a:path extrusionOk="0" h="61023" w="190907">
                  <a:moveTo>
                    <a:pt x="7965" y="61024"/>
                  </a:moveTo>
                  <a:lnTo>
                    <a:pt x="178318" y="61024"/>
                  </a:lnTo>
                  <a:lnTo>
                    <a:pt x="190908" y="6680"/>
                  </a:lnTo>
                  <a:lnTo>
                    <a:pt x="0" y="0"/>
                  </a:lnTo>
                  <a:lnTo>
                    <a:pt x="7965" y="6102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5" name="Google Shape;2335;g38b88470f6c_2_3054"/>
            <p:cNvSpPr/>
            <p:nvPr/>
          </p:nvSpPr>
          <p:spPr>
            <a:xfrm>
              <a:off x="6017449" y="2983675"/>
              <a:ext cx="146139" cy="806223"/>
            </a:xfrm>
            <a:custGeom>
              <a:rect b="b" l="l" r="r" t="t"/>
              <a:pathLst>
                <a:path extrusionOk="0" h="806223" w="146139">
                  <a:moveTo>
                    <a:pt x="94169" y="51071"/>
                  </a:moveTo>
                  <a:cubicBezTo>
                    <a:pt x="201314" y="266645"/>
                    <a:pt x="115624" y="659895"/>
                    <a:pt x="77725" y="806224"/>
                  </a:cubicBezTo>
                  <a:cubicBezTo>
                    <a:pt x="58326" y="586538"/>
                    <a:pt x="25566" y="318034"/>
                    <a:pt x="0" y="120574"/>
                  </a:cubicBezTo>
                  <a:cubicBezTo>
                    <a:pt x="16187" y="9575"/>
                    <a:pt x="44708" y="-48365"/>
                    <a:pt x="94169" y="5107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6" name="Google Shape;2336;g38b88470f6c_2_3054"/>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7" name="Google Shape;2337;g38b88470f6c_2_3054"/>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8" name="Google Shape;2338;g38b88470f6c_2_3054"/>
            <p:cNvSpPr/>
            <p:nvPr/>
          </p:nvSpPr>
          <p:spPr>
            <a:xfrm>
              <a:off x="5432136" y="4728508"/>
              <a:ext cx="207480" cy="137592"/>
            </a:xfrm>
            <a:custGeom>
              <a:rect b="b" l="l" r="r" t="t"/>
              <a:pathLst>
                <a:path extrusionOk="0" h="137592" w="207480">
                  <a:moveTo>
                    <a:pt x="0" y="66419"/>
                  </a:moveTo>
                  <a:lnTo>
                    <a:pt x="167269" y="137592"/>
                  </a:lnTo>
                  <a:lnTo>
                    <a:pt x="207481" y="92627"/>
                  </a:lnTo>
                  <a:lnTo>
                    <a:pt x="14517" y="0"/>
                  </a:lnTo>
                  <a:lnTo>
                    <a:pt x="0" y="6641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39" name="Google Shape;2339;g38b88470f6c_2_3054"/>
            <p:cNvSpPr/>
            <p:nvPr/>
          </p:nvSpPr>
          <p:spPr>
            <a:xfrm>
              <a:off x="6096353" y="1799925"/>
              <a:ext cx="21175" cy="31160"/>
            </a:xfrm>
            <a:custGeom>
              <a:rect b="b" l="l" r="r" t="t"/>
              <a:pathLst>
                <a:path extrusionOk="0" h="31160" w="21175">
                  <a:moveTo>
                    <a:pt x="620" y="17431"/>
                  </a:moveTo>
                  <a:cubicBezTo>
                    <a:pt x="2162" y="25910"/>
                    <a:pt x="7815" y="32076"/>
                    <a:pt x="13467" y="31049"/>
                  </a:cubicBezTo>
                  <a:cubicBezTo>
                    <a:pt x="19120" y="30021"/>
                    <a:pt x="22332" y="22313"/>
                    <a:pt x="20790" y="13834"/>
                  </a:cubicBezTo>
                  <a:cubicBezTo>
                    <a:pt x="19249" y="5354"/>
                    <a:pt x="13596" y="-812"/>
                    <a:pt x="7943" y="87"/>
                  </a:cubicBezTo>
                  <a:cubicBezTo>
                    <a:pt x="2290" y="986"/>
                    <a:pt x="-1564" y="8823"/>
                    <a:pt x="620"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0" name="Google Shape;2340;g38b88470f6c_2_3054"/>
            <p:cNvSpPr/>
            <p:nvPr/>
          </p:nvSpPr>
          <p:spPr>
            <a:xfrm>
              <a:off x="6192436" y="1782966"/>
              <a:ext cx="21050" cy="31160"/>
            </a:xfrm>
            <a:custGeom>
              <a:rect b="b" l="l" r="r" t="t"/>
              <a:pathLst>
                <a:path extrusionOk="0" h="31160" w="21050">
                  <a:moveTo>
                    <a:pt x="376" y="17431"/>
                  </a:moveTo>
                  <a:cubicBezTo>
                    <a:pt x="1789" y="25910"/>
                    <a:pt x="7570" y="32076"/>
                    <a:pt x="13223" y="31049"/>
                  </a:cubicBezTo>
                  <a:cubicBezTo>
                    <a:pt x="18876" y="30021"/>
                    <a:pt x="22216" y="22313"/>
                    <a:pt x="20674" y="13833"/>
                  </a:cubicBezTo>
                  <a:cubicBezTo>
                    <a:pt x="19133" y="5354"/>
                    <a:pt x="13480" y="-812"/>
                    <a:pt x="7827" y="87"/>
                  </a:cubicBezTo>
                  <a:cubicBezTo>
                    <a:pt x="2175" y="986"/>
                    <a:pt x="-1166" y="8823"/>
                    <a:pt x="376"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1" name="Google Shape;2341;g38b88470f6c_2_3054"/>
            <p:cNvSpPr/>
            <p:nvPr/>
          </p:nvSpPr>
          <p:spPr>
            <a:xfrm>
              <a:off x="6197823" y="1774446"/>
              <a:ext cx="19399" cy="11799"/>
            </a:xfrm>
            <a:custGeom>
              <a:rect b="b" l="l" r="r" t="t"/>
              <a:pathLst>
                <a:path extrusionOk="0" h="11799" w="19399">
                  <a:moveTo>
                    <a:pt x="0" y="9635"/>
                  </a:moveTo>
                  <a:lnTo>
                    <a:pt x="19399" y="0"/>
                  </a:lnTo>
                  <a:cubicBezTo>
                    <a:pt x="19399" y="0"/>
                    <a:pt x="11691" y="17857"/>
                    <a:pt x="0" y="96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2" name="Google Shape;2342;g38b88470f6c_2_3054"/>
            <p:cNvSpPr/>
            <p:nvPr/>
          </p:nvSpPr>
          <p:spPr>
            <a:xfrm>
              <a:off x="6169816" y="1819539"/>
              <a:ext cx="40082" cy="60223"/>
            </a:xfrm>
            <a:custGeom>
              <a:rect b="b" l="l" r="r" t="t"/>
              <a:pathLst>
                <a:path extrusionOk="0" h="60223" w="40082">
                  <a:moveTo>
                    <a:pt x="0" y="0"/>
                  </a:moveTo>
                  <a:cubicBezTo>
                    <a:pt x="11036" y="18127"/>
                    <a:pt x="24525" y="34649"/>
                    <a:pt x="40083" y="49076"/>
                  </a:cubicBezTo>
                  <a:cubicBezTo>
                    <a:pt x="32362" y="56887"/>
                    <a:pt x="21609" y="60921"/>
                    <a:pt x="10663" y="60125"/>
                  </a:cubicBezTo>
                  <a:close/>
                </a:path>
              </a:pathLst>
            </a:custGeom>
            <a:solidFill>
              <a:srgbClr val="ED847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3" name="Google Shape;2343;g38b88470f6c_2_3054"/>
            <p:cNvSpPr/>
            <p:nvPr/>
          </p:nvSpPr>
          <p:spPr>
            <a:xfrm>
              <a:off x="6091303" y="1896018"/>
              <a:ext cx="67491" cy="23860"/>
            </a:xfrm>
            <a:custGeom>
              <a:rect b="b" l="l" r="r" t="t"/>
              <a:pathLst>
                <a:path extrusionOk="0" h="23860" w="67491">
                  <a:moveTo>
                    <a:pt x="50506" y="23857"/>
                  </a:moveTo>
                  <a:cubicBezTo>
                    <a:pt x="55375" y="23844"/>
                    <a:pt x="60231" y="23420"/>
                    <a:pt x="65023" y="22572"/>
                  </a:cubicBezTo>
                  <a:cubicBezTo>
                    <a:pt x="66436" y="22521"/>
                    <a:pt x="67541" y="21313"/>
                    <a:pt x="67490" y="19900"/>
                  </a:cubicBezTo>
                  <a:cubicBezTo>
                    <a:pt x="67426" y="18487"/>
                    <a:pt x="66231" y="17382"/>
                    <a:pt x="64818" y="17433"/>
                  </a:cubicBezTo>
                  <a:cubicBezTo>
                    <a:pt x="64586" y="17446"/>
                    <a:pt x="64342" y="17485"/>
                    <a:pt x="64124" y="17562"/>
                  </a:cubicBezTo>
                  <a:cubicBezTo>
                    <a:pt x="42669" y="21840"/>
                    <a:pt x="20457" y="15583"/>
                    <a:pt x="4385" y="732"/>
                  </a:cubicBezTo>
                  <a:cubicBezTo>
                    <a:pt x="3383" y="-244"/>
                    <a:pt x="1790" y="-244"/>
                    <a:pt x="788" y="732"/>
                  </a:cubicBezTo>
                  <a:cubicBezTo>
                    <a:pt x="-202" y="1644"/>
                    <a:pt x="-266" y="3186"/>
                    <a:pt x="634" y="4175"/>
                  </a:cubicBezTo>
                  <a:cubicBezTo>
                    <a:pt x="685" y="4227"/>
                    <a:pt x="736" y="4278"/>
                    <a:pt x="788" y="4329"/>
                  </a:cubicBezTo>
                  <a:cubicBezTo>
                    <a:pt x="14200" y="17048"/>
                    <a:pt x="32032" y="24050"/>
                    <a:pt x="50506" y="238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4" name="Google Shape;2344;g38b88470f6c_2_3054"/>
            <p:cNvSpPr/>
            <p:nvPr/>
          </p:nvSpPr>
          <p:spPr>
            <a:xfrm>
              <a:off x="5908606" y="1610137"/>
              <a:ext cx="294719" cy="280960"/>
            </a:xfrm>
            <a:custGeom>
              <a:rect b="b" l="l" r="r" t="t"/>
              <a:pathLst>
                <a:path extrusionOk="0" h="280960" w="294719">
                  <a:moveTo>
                    <a:pt x="59896" y="145038"/>
                  </a:moveTo>
                  <a:cubicBezTo>
                    <a:pt x="62710" y="172364"/>
                    <a:pt x="67001" y="199510"/>
                    <a:pt x="72744" y="226360"/>
                  </a:cubicBezTo>
                  <a:cubicBezTo>
                    <a:pt x="72744" y="226360"/>
                    <a:pt x="136979" y="145038"/>
                    <a:pt x="147642" y="101486"/>
                  </a:cubicBezTo>
                  <a:cubicBezTo>
                    <a:pt x="145098" y="118637"/>
                    <a:pt x="140114" y="135325"/>
                    <a:pt x="132868" y="151076"/>
                  </a:cubicBezTo>
                  <a:cubicBezTo>
                    <a:pt x="132868" y="151076"/>
                    <a:pt x="219329" y="132191"/>
                    <a:pt x="227808" y="75150"/>
                  </a:cubicBezTo>
                  <a:cubicBezTo>
                    <a:pt x="227667" y="100690"/>
                    <a:pt x="224815" y="126140"/>
                    <a:pt x="219329" y="151076"/>
                  </a:cubicBezTo>
                  <a:cubicBezTo>
                    <a:pt x="219329" y="151076"/>
                    <a:pt x="301807" y="118701"/>
                    <a:pt x="294228" y="63973"/>
                  </a:cubicBezTo>
                  <a:cubicBezTo>
                    <a:pt x="286648" y="9244"/>
                    <a:pt x="159975" y="-11954"/>
                    <a:pt x="101521" y="6546"/>
                  </a:cubicBezTo>
                  <a:cubicBezTo>
                    <a:pt x="43067" y="25046"/>
                    <a:pt x="-14103" y="85042"/>
                    <a:pt x="3112" y="167520"/>
                  </a:cubicBezTo>
                  <a:cubicBezTo>
                    <a:pt x="20327" y="249999"/>
                    <a:pt x="53345" y="280960"/>
                    <a:pt x="53345" y="280960"/>
                  </a:cubicBezTo>
                  <a:cubicBezTo>
                    <a:pt x="53345" y="280960"/>
                    <a:pt x="29577" y="197840"/>
                    <a:pt x="59896" y="145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5" name="Google Shape;2345;g38b88470f6c_2_3054"/>
            <p:cNvSpPr/>
            <p:nvPr/>
          </p:nvSpPr>
          <p:spPr>
            <a:xfrm>
              <a:off x="5924055" y="1843557"/>
              <a:ext cx="82997" cy="95092"/>
            </a:xfrm>
            <a:custGeom>
              <a:rect b="b" l="l" r="r" t="t"/>
              <a:pathLst>
                <a:path extrusionOk="0" h="95092" w="82997">
                  <a:moveTo>
                    <a:pt x="3593" y="50495"/>
                  </a:moveTo>
                  <a:cubicBezTo>
                    <a:pt x="11520" y="69522"/>
                    <a:pt x="26679" y="84630"/>
                    <a:pt x="45731" y="92505"/>
                  </a:cubicBezTo>
                  <a:cubicBezTo>
                    <a:pt x="71426" y="102783"/>
                    <a:pt x="86714" y="80814"/>
                    <a:pt x="82217" y="55377"/>
                  </a:cubicBezTo>
                  <a:cubicBezTo>
                    <a:pt x="78235" y="32381"/>
                    <a:pt x="60120" y="-508"/>
                    <a:pt x="33527" y="6"/>
                  </a:cubicBezTo>
                  <a:cubicBezTo>
                    <a:pt x="14179" y="867"/>
                    <a:pt x="-814" y="17247"/>
                    <a:pt x="34" y="36595"/>
                  </a:cubicBezTo>
                  <a:cubicBezTo>
                    <a:pt x="253" y="41425"/>
                    <a:pt x="1460" y="46153"/>
                    <a:pt x="3593" y="5049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6" name="Google Shape;2346;g38b88470f6c_2_3054"/>
            <p:cNvSpPr/>
            <p:nvPr/>
          </p:nvSpPr>
          <p:spPr>
            <a:xfrm>
              <a:off x="5941652" y="1715606"/>
              <a:ext cx="89929" cy="214161"/>
            </a:xfrm>
            <a:custGeom>
              <a:rect b="b" l="l" r="r" t="t"/>
              <a:pathLst>
                <a:path extrusionOk="0" h="214161" w="89929">
                  <a:moveTo>
                    <a:pt x="42395" y="0"/>
                  </a:moveTo>
                  <a:cubicBezTo>
                    <a:pt x="29548" y="51388"/>
                    <a:pt x="56270" y="169582"/>
                    <a:pt x="89930" y="214161"/>
                  </a:cubicBezTo>
                  <a:cubicBezTo>
                    <a:pt x="25694" y="181658"/>
                    <a:pt x="0" y="74256"/>
                    <a:pt x="0" y="742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7" name="Google Shape;2347;g38b88470f6c_2_3054"/>
            <p:cNvSpPr/>
            <p:nvPr/>
          </p:nvSpPr>
          <p:spPr>
            <a:xfrm>
              <a:off x="6055210" y="1752687"/>
              <a:ext cx="43194" cy="35573"/>
            </a:xfrm>
            <a:custGeom>
              <a:rect b="b" l="l" r="r" t="t"/>
              <a:pathLst>
                <a:path extrusionOk="0" h="35573" w="43194">
                  <a:moveTo>
                    <a:pt x="6562" y="35377"/>
                  </a:moveTo>
                  <a:cubicBezTo>
                    <a:pt x="7898" y="34979"/>
                    <a:pt x="9003" y="34041"/>
                    <a:pt x="9645" y="32808"/>
                  </a:cubicBezTo>
                  <a:cubicBezTo>
                    <a:pt x="15144" y="21053"/>
                    <a:pt x="25935" y="12638"/>
                    <a:pt x="38679" y="10197"/>
                  </a:cubicBezTo>
                  <a:cubicBezTo>
                    <a:pt x="41442" y="9799"/>
                    <a:pt x="43407" y="7319"/>
                    <a:pt x="43176" y="4544"/>
                  </a:cubicBezTo>
                  <a:cubicBezTo>
                    <a:pt x="42919" y="1795"/>
                    <a:pt x="40478" y="-235"/>
                    <a:pt x="37716" y="22"/>
                  </a:cubicBezTo>
                  <a:cubicBezTo>
                    <a:pt x="37652" y="35"/>
                    <a:pt x="37588" y="35"/>
                    <a:pt x="37523" y="48"/>
                  </a:cubicBezTo>
                  <a:cubicBezTo>
                    <a:pt x="21349" y="2848"/>
                    <a:pt x="7551" y="13344"/>
                    <a:pt x="524" y="28183"/>
                  </a:cubicBezTo>
                  <a:cubicBezTo>
                    <a:pt x="-723" y="30727"/>
                    <a:pt x="331" y="33810"/>
                    <a:pt x="2887" y="35056"/>
                  </a:cubicBezTo>
                  <a:cubicBezTo>
                    <a:pt x="4031" y="35608"/>
                    <a:pt x="5341" y="35724"/>
                    <a:pt x="6562" y="353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8" name="Google Shape;2348;g38b88470f6c_2_3054"/>
            <p:cNvSpPr/>
            <p:nvPr/>
          </p:nvSpPr>
          <p:spPr>
            <a:xfrm>
              <a:off x="6183592" y="1723113"/>
              <a:ext cx="49225" cy="25127"/>
            </a:xfrm>
            <a:custGeom>
              <a:rect b="b" l="l" r="r" t="t"/>
              <a:pathLst>
                <a:path extrusionOk="0" h="25127" w="49225">
                  <a:moveTo>
                    <a:pt x="44293" y="25124"/>
                  </a:moveTo>
                  <a:cubicBezTo>
                    <a:pt x="45603" y="25176"/>
                    <a:pt x="46862" y="24662"/>
                    <a:pt x="47761" y="23711"/>
                  </a:cubicBezTo>
                  <a:cubicBezTo>
                    <a:pt x="49714" y="21707"/>
                    <a:pt x="49714" y="18521"/>
                    <a:pt x="47761" y="16517"/>
                  </a:cubicBezTo>
                  <a:cubicBezTo>
                    <a:pt x="36649" y="4492"/>
                    <a:pt x="20474" y="-1520"/>
                    <a:pt x="4210" y="330"/>
                  </a:cubicBezTo>
                  <a:cubicBezTo>
                    <a:pt x="1422" y="843"/>
                    <a:pt x="-428" y="3528"/>
                    <a:pt x="86" y="6316"/>
                  </a:cubicBezTo>
                  <a:cubicBezTo>
                    <a:pt x="86" y="6329"/>
                    <a:pt x="99" y="6355"/>
                    <a:pt x="99" y="6368"/>
                  </a:cubicBezTo>
                  <a:cubicBezTo>
                    <a:pt x="677" y="9065"/>
                    <a:pt x="3285" y="10826"/>
                    <a:pt x="6008" y="10350"/>
                  </a:cubicBezTo>
                  <a:cubicBezTo>
                    <a:pt x="18843" y="8911"/>
                    <a:pt x="31574" y="13690"/>
                    <a:pt x="40310" y="23197"/>
                  </a:cubicBezTo>
                  <a:cubicBezTo>
                    <a:pt x="41274" y="24405"/>
                    <a:pt x="42738" y="25112"/>
                    <a:pt x="44293" y="2512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49" name="Google Shape;2349;g38b88470f6c_2_3054"/>
            <p:cNvSpPr/>
            <p:nvPr/>
          </p:nvSpPr>
          <p:spPr>
            <a:xfrm>
              <a:off x="5662613" y="2295524"/>
              <a:ext cx="176519" cy="745902"/>
            </a:xfrm>
            <a:custGeom>
              <a:rect b="b" l="l" r="r" t="t"/>
              <a:pathLst>
                <a:path extrusionOk="0" h="745902" w="176519">
                  <a:moveTo>
                    <a:pt x="176519" y="34302"/>
                  </a:moveTo>
                  <a:cubicBezTo>
                    <a:pt x="158662" y="90700"/>
                    <a:pt x="141575" y="149926"/>
                    <a:pt x="127058" y="208251"/>
                  </a:cubicBezTo>
                  <a:cubicBezTo>
                    <a:pt x="112451" y="265832"/>
                    <a:pt x="101762" y="324338"/>
                    <a:pt x="95068" y="383357"/>
                  </a:cubicBezTo>
                  <a:lnTo>
                    <a:pt x="94041" y="394149"/>
                  </a:lnTo>
                  <a:cubicBezTo>
                    <a:pt x="94041" y="397618"/>
                    <a:pt x="94041" y="398388"/>
                    <a:pt x="94041" y="401472"/>
                  </a:cubicBezTo>
                  <a:cubicBezTo>
                    <a:pt x="94182" y="407536"/>
                    <a:pt x="94657" y="413574"/>
                    <a:pt x="95454" y="419586"/>
                  </a:cubicBezTo>
                  <a:cubicBezTo>
                    <a:pt x="97086" y="433654"/>
                    <a:pt x="99449" y="447631"/>
                    <a:pt x="102520" y="461468"/>
                  </a:cubicBezTo>
                  <a:cubicBezTo>
                    <a:pt x="108558" y="490117"/>
                    <a:pt x="115367" y="519665"/>
                    <a:pt x="124103" y="548956"/>
                  </a:cubicBezTo>
                  <a:cubicBezTo>
                    <a:pt x="132839" y="578248"/>
                    <a:pt x="140290" y="608053"/>
                    <a:pt x="149026" y="637602"/>
                  </a:cubicBezTo>
                  <a:lnTo>
                    <a:pt x="174721" y="726246"/>
                  </a:lnTo>
                  <a:lnTo>
                    <a:pt x="127058" y="745903"/>
                  </a:lnTo>
                  <a:cubicBezTo>
                    <a:pt x="97766" y="689889"/>
                    <a:pt x="72329" y="632848"/>
                    <a:pt x="48562" y="574008"/>
                  </a:cubicBezTo>
                  <a:cubicBezTo>
                    <a:pt x="37128" y="544460"/>
                    <a:pt x="25951" y="514655"/>
                    <a:pt x="16701" y="483179"/>
                  </a:cubicBezTo>
                  <a:cubicBezTo>
                    <a:pt x="12076" y="467506"/>
                    <a:pt x="7708" y="451447"/>
                    <a:pt x="3854" y="433975"/>
                  </a:cubicBezTo>
                  <a:cubicBezTo>
                    <a:pt x="2030" y="424725"/>
                    <a:pt x="732" y="415372"/>
                    <a:pt x="0" y="405968"/>
                  </a:cubicBezTo>
                  <a:cubicBezTo>
                    <a:pt x="0" y="401215"/>
                    <a:pt x="0" y="394149"/>
                    <a:pt x="0" y="389909"/>
                  </a:cubicBezTo>
                  <a:lnTo>
                    <a:pt x="0" y="377062"/>
                  </a:lnTo>
                  <a:cubicBezTo>
                    <a:pt x="1092" y="344328"/>
                    <a:pt x="4098" y="311683"/>
                    <a:pt x="8993" y="279296"/>
                  </a:cubicBezTo>
                  <a:cubicBezTo>
                    <a:pt x="13232" y="247178"/>
                    <a:pt x="19528" y="215831"/>
                    <a:pt x="26336" y="184613"/>
                  </a:cubicBezTo>
                  <a:cubicBezTo>
                    <a:pt x="39710" y="122086"/>
                    <a:pt x="56861" y="60433"/>
                    <a:pt x="77725" y="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0" name="Google Shape;2350;g38b88470f6c_2_3054"/>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1" name="Google Shape;2351;g38b88470f6c_2_3054"/>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2" name="Google Shape;2352;g38b88470f6c_2_3054"/>
            <p:cNvSpPr/>
            <p:nvPr/>
          </p:nvSpPr>
          <p:spPr>
            <a:xfrm>
              <a:off x="5506777" y="4967010"/>
              <a:ext cx="55213" cy="28727"/>
            </a:xfrm>
            <a:custGeom>
              <a:rect b="b" l="l" r="r" t="t"/>
              <a:pathLst>
                <a:path extrusionOk="0" h="28727" w="55213">
                  <a:moveTo>
                    <a:pt x="44965" y="28075"/>
                  </a:moveTo>
                  <a:cubicBezTo>
                    <a:pt x="49192" y="26585"/>
                    <a:pt x="52545" y="23296"/>
                    <a:pt x="54086" y="19082"/>
                  </a:cubicBezTo>
                  <a:cubicBezTo>
                    <a:pt x="55589" y="16372"/>
                    <a:pt x="55589" y="13057"/>
                    <a:pt x="54086" y="10346"/>
                  </a:cubicBezTo>
                  <a:cubicBezTo>
                    <a:pt x="46378" y="-959"/>
                    <a:pt x="7451" y="-60"/>
                    <a:pt x="2698" y="69"/>
                  </a:cubicBezTo>
                  <a:cubicBezTo>
                    <a:pt x="1696" y="81"/>
                    <a:pt x="784" y="685"/>
                    <a:pt x="385" y="1610"/>
                  </a:cubicBezTo>
                  <a:cubicBezTo>
                    <a:pt x="-128" y="2433"/>
                    <a:pt x="-128" y="3486"/>
                    <a:pt x="385" y="4308"/>
                  </a:cubicBezTo>
                  <a:cubicBezTo>
                    <a:pt x="10535" y="14457"/>
                    <a:pt x="29548" y="31030"/>
                    <a:pt x="42909" y="28461"/>
                  </a:cubicBezTo>
                  <a:close/>
                  <a:moveTo>
                    <a:pt x="8864" y="4694"/>
                  </a:moveTo>
                  <a:cubicBezTo>
                    <a:pt x="24409" y="4694"/>
                    <a:pt x="45222" y="6878"/>
                    <a:pt x="49333" y="12916"/>
                  </a:cubicBezTo>
                  <a:cubicBezTo>
                    <a:pt x="50052" y="14098"/>
                    <a:pt x="50052" y="15588"/>
                    <a:pt x="49333" y="16770"/>
                  </a:cubicBezTo>
                  <a:cubicBezTo>
                    <a:pt x="48177" y="19917"/>
                    <a:pt x="45530" y="22281"/>
                    <a:pt x="42267" y="23065"/>
                  </a:cubicBezTo>
                  <a:cubicBezTo>
                    <a:pt x="35201" y="24864"/>
                    <a:pt x="22868" y="17541"/>
                    <a:pt x="8864" y="469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3" name="Google Shape;2353;g38b88470f6c_2_3054"/>
            <p:cNvSpPr/>
            <p:nvPr/>
          </p:nvSpPr>
          <p:spPr>
            <a:xfrm>
              <a:off x="5506944" y="4937889"/>
              <a:ext cx="47748" cy="34199"/>
            </a:xfrm>
            <a:custGeom>
              <a:rect b="b" l="l" r="r" t="t"/>
              <a:pathLst>
                <a:path extrusionOk="0" h="34199" w="47748">
                  <a:moveTo>
                    <a:pt x="20131" y="31116"/>
                  </a:moveTo>
                  <a:cubicBezTo>
                    <a:pt x="31951" y="27390"/>
                    <a:pt x="44541" y="20838"/>
                    <a:pt x="47239" y="13516"/>
                  </a:cubicBezTo>
                  <a:cubicBezTo>
                    <a:pt x="48613" y="9597"/>
                    <a:pt x="47136" y="5242"/>
                    <a:pt x="43642" y="2981"/>
                  </a:cubicBezTo>
                  <a:cubicBezTo>
                    <a:pt x="40610" y="450"/>
                    <a:pt x="36588" y="-539"/>
                    <a:pt x="32722" y="283"/>
                  </a:cubicBezTo>
                  <a:cubicBezTo>
                    <a:pt x="17433" y="2981"/>
                    <a:pt x="989" y="29189"/>
                    <a:pt x="347" y="30345"/>
                  </a:cubicBezTo>
                  <a:cubicBezTo>
                    <a:pt x="-116" y="31142"/>
                    <a:pt x="-116" y="32118"/>
                    <a:pt x="347" y="32915"/>
                  </a:cubicBezTo>
                  <a:cubicBezTo>
                    <a:pt x="822" y="33685"/>
                    <a:pt x="1632" y="34161"/>
                    <a:pt x="2531" y="34199"/>
                  </a:cubicBezTo>
                  <a:cubicBezTo>
                    <a:pt x="8518" y="34032"/>
                    <a:pt x="14440" y="32992"/>
                    <a:pt x="20131" y="31116"/>
                  </a:cubicBezTo>
                  <a:close/>
                  <a:moveTo>
                    <a:pt x="31951" y="5422"/>
                  </a:moveTo>
                  <a:lnTo>
                    <a:pt x="33621" y="5422"/>
                  </a:lnTo>
                  <a:cubicBezTo>
                    <a:pt x="36062" y="4908"/>
                    <a:pt x="38618" y="5525"/>
                    <a:pt x="40558" y="7092"/>
                  </a:cubicBezTo>
                  <a:cubicBezTo>
                    <a:pt x="43128" y="9147"/>
                    <a:pt x="42871" y="10689"/>
                    <a:pt x="42485" y="11846"/>
                  </a:cubicBezTo>
                  <a:cubicBezTo>
                    <a:pt x="39916" y="18911"/>
                    <a:pt x="20388" y="27390"/>
                    <a:pt x="7413" y="29061"/>
                  </a:cubicBezTo>
                  <a:cubicBezTo>
                    <a:pt x="13322" y="19181"/>
                    <a:pt x="21801" y="11100"/>
                    <a:pt x="31951" y="567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4" name="Google Shape;2354;g38b88470f6c_2_3054"/>
            <p:cNvSpPr/>
            <p:nvPr/>
          </p:nvSpPr>
          <p:spPr>
            <a:xfrm>
              <a:off x="6226548" y="5226042"/>
              <a:ext cx="66878" cy="27663"/>
            </a:xfrm>
            <a:custGeom>
              <a:rect b="b" l="l" r="r" t="t"/>
              <a:pathLst>
                <a:path extrusionOk="0" h="27663" w="66878">
                  <a:moveTo>
                    <a:pt x="36409" y="27527"/>
                  </a:moveTo>
                  <a:cubicBezTo>
                    <a:pt x="45466" y="28272"/>
                    <a:pt x="54511" y="25959"/>
                    <a:pt x="62103" y="20975"/>
                  </a:cubicBezTo>
                  <a:cubicBezTo>
                    <a:pt x="65688" y="17725"/>
                    <a:pt x="67422" y="12907"/>
                    <a:pt x="66728" y="8128"/>
                  </a:cubicBezTo>
                  <a:cubicBezTo>
                    <a:pt x="66523" y="5301"/>
                    <a:pt x="64878" y="2771"/>
                    <a:pt x="62360" y="1447"/>
                  </a:cubicBezTo>
                  <a:cubicBezTo>
                    <a:pt x="49513" y="-5747"/>
                    <a:pt x="6475" y="16093"/>
                    <a:pt x="1594" y="18534"/>
                  </a:cubicBezTo>
                  <a:cubicBezTo>
                    <a:pt x="283" y="19074"/>
                    <a:pt x="-346" y="20576"/>
                    <a:pt x="193" y="21887"/>
                  </a:cubicBezTo>
                  <a:cubicBezTo>
                    <a:pt x="450" y="22516"/>
                    <a:pt x="964" y="23030"/>
                    <a:pt x="1594" y="23287"/>
                  </a:cubicBezTo>
                  <a:cubicBezTo>
                    <a:pt x="13028" y="25870"/>
                    <a:pt x="24693" y="27296"/>
                    <a:pt x="36409" y="27527"/>
                  </a:cubicBezTo>
                  <a:close/>
                  <a:moveTo>
                    <a:pt x="55551" y="5301"/>
                  </a:moveTo>
                  <a:cubicBezTo>
                    <a:pt x="57183" y="5199"/>
                    <a:pt x="58815" y="5507"/>
                    <a:pt x="60305" y="6201"/>
                  </a:cubicBezTo>
                  <a:cubicBezTo>
                    <a:pt x="61333" y="6766"/>
                    <a:pt x="61975" y="7845"/>
                    <a:pt x="61975" y="9027"/>
                  </a:cubicBezTo>
                  <a:cubicBezTo>
                    <a:pt x="62463" y="12033"/>
                    <a:pt x="61397" y="15078"/>
                    <a:pt x="59149" y="17121"/>
                  </a:cubicBezTo>
                  <a:cubicBezTo>
                    <a:pt x="52596" y="23030"/>
                    <a:pt x="34868" y="24058"/>
                    <a:pt x="11100" y="20075"/>
                  </a:cubicBezTo>
                  <a:cubicBezTo>
                    <a:pt x="24975" y="12676"/>
                    <a:pt x="40006" y="7678"/>
                    <a:pt x="55551" y="53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5" name="Google Shape;2355;g38b88470f6c_2_3054"/>
            <p:cNvSpPr/>
            <p:nvPr/>
          </p:nvSpPr>
          <p:spPr>
            <a:xfrm>
              <a:off x="6227112" y="5201421"/>
              <a:ext cx="39974" cy="48462"/>
            </a:xfrm>
            <a:custGeom>
              <a:rect b="b" l="l" r="r" t="t"/>
              <a:pathLst>
                <a:path extrusionOk="0" h="48462" w="39974">
                  <a:moveTo>
                    <a:pt x="2572" y="48421"/>
                  </a:moveTo>
                  <a:lnTo>
                    <a:pt x="3600" y="48421"/>
                  </a:lnTo>
                  <a:cubicBezTo>
                    <a:pt x="16447" y="42640"/>
                    <a:pt x="42141" y="19515"/>
                    <a:pt x="39828" y="7311"/>
                  </a:cubicBezTo>
                  <a:cubicBezTo>
                    <a:pt x="39828" y="4356"/>
                    <a:pt x="37259" y="887"/>
                    <a:pt x="30193" y="117"/>
                  </a:cubicBezTo>
                  <a:cubicBezTo>
                    <a:pt x="25080" y="-462"/>
                    <a:pt x="19954" y="1131"/>
                    <a:pt x="16061" y="4484"/>
                  </a:cubicBezTo>
                  <a:cubicBezTo>
                    <a:pt x="3214" y="15790"/>
                    <a:pt x="131" y="44696"/>
                    <a:pt x="2" y="45852"/>
                  </a:cubicBezTo>
                  <a:cubicBezTo>
                    <a:pt x="-36" y="46764"/>
                    <a:pt x="401" y="47638"/>
                    <a:pt x="1159" y="48165"/>
                  </a:cubicBezTo>
                  <a:cubicBezTo>
                    <a:pt x="1583" y="48434"/>
                    <a:pt x="2084" y="48524"/>
                    <a:pt x="2572" y="48421"/>
                  </a:cubicBezTo>
                  <a:close/>
                  <a:moveTo>
                    <a:pt x="28266" y="4870"/>
                  </a:moveTo>
                  <a:lnTo>
                    <a:pt x="29808" y="4870"/>
                  </a:lnTo>
                  <a:cubicBezTo>
                    <a:pt x="34432" y="4870"/>
                    <a:pt x="34818" y="7311"/>
                    <a:pt x="34818" y="7824"/>
                  </a:cubicBezTo>
                  <a:cubicBezTo>
                    <a:pt x="36103" y="15147"/>
                    <a:pt x="18888" y="33519"/>
                    <a:pt x="5784" y="41356"/>
                  </a:cubicBezTo>
                  <a:cubicBezTo>
                    <a:pt x="6811" y="29151"/>
                    <a:pt x="11616" y="17562"/>
                    <a:pt x="19530" y="8210"/>
                  </a:cubicBezTo>
                  <a:cubicBezTo>
                    <a:pt x="21881" y="6064"/>
                    <a:pt x="24951" y="4882"/>
                    <a:pt x="28138" y="48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6" name="Google Shape;2356;g38b88470f6c_2_3054"/>
            <p:cNvSpPr/>
            <p:nvPr/>
          </p:nvSpPr>
          <p:spPr>
            <a:xfrm>
              <a:off x="5845452" y="2799877"/>
              <a:ext cx="468508" cy="47943"/>
            </a:xfrm>
            <a:custGeom>
              <a:rect b="b" l="l" r="r" t="t"/>
              <a:pathLst>
                <a:path extrusionOk="0" h="47943" w="468508">
                  <a:moveTo>
                    <a:pt x="11409" y="3365"/>
                  </a:moveTo>
                  <a:lnTo>
                    <a:pt x="361" y="41906"/>
                  </a:lnTo>
                  <a:cubicBezTo>
                    <a:pt x="-1181" y="44861"/>
                    <a:pt x="2416" y="47944"/>
                    <a:pt x="7427" y="47944"/>
                  </a:cubicBezTo>
                  <a:lnTo>
                    <a:pt x="457075" y="47944"/>
                  </a:lnTo>
                  <a:cubicBezTo>
                    <a:pt x="461058" y="47944"/>
                    <a:pt x="464269" y="46017"/>
                    <a:pt x="464526" y="43576"/>
                  </a:cubicBezTo>
                  <a:lnTo>
                    <a:pt x="468509" y="5035"/>
                  </a:lnTo>
                  <a:cubicBezTo>
                    <a:pt x="468509" y="2337"/>
                    <a:pt x="465297" y="24"/>
                    <a:pt x="461058" y="24"/>
                  </a:cubicBezTo>
                  <a:lnTo>
                    <a:pt x="18603" y="24"/>
                  </a:lnTo>
                  <a:cubicBezTo>
                    <a:pt x="15790" y="-194"/>
                    <a:pt x="13054" y="1078"/>
                    <a:pt x="11409" y="336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7" name="Google Shape;2357;g38b88470f6c_2_3054"/>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8" name="Google Shape;2358;g38b88470f6c_2_3054"/>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59" name="Google Shape;2359;g38b88470f6c_2_3054"/>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60" name="Google Shape;2360;g38b88470f6c_2_3054"/>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61" name="Google Shape;2361;g38b88470f6c_2_3054"/>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62" name="Google Shape;2362;g38b88470f6c_2_3054"/>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63" name="Google Shape;2363;g38b88470f6c_2_3054"/>
            <p:cNvSpPr/>
            <p:nvPr/>
          </p:nvSpPr>
          <p:spPr>
            <a:xfrm>
              <a:off x="6101341" y="1791404"/>
              <a:ext cx="19399" cy="11730"/>
            </a:xfrm>
            <a:custGeom>
              <a:rect b="b" l="l" r="r" t="t"/>
              <a:pathLst>
                <a:path extrusionOk="0" h="11730" w="19399">
                  <a:moveTo>
                    <a:pt x="0" y="9507"/>
                  </a:moveTo>
                  <a:lnTo>
                    <a:pt x="19399" y="0"/>
                  </a:lnTo>
                  <a:cubicBezTo>
                    <a:pt x="19399" y="0"/>
                    <a:pt x="11691" y="17857"/>
                    <a:pt x="0" y="95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64" name="Google Shape;2364;g38b88470f6c_2_3054"/>
            <p:cNvSpPr/>
            <p:nvPr/>
          </p:nvSpPr>
          <p:spPr>
            <a:xfrm>
              <a:off x="5786120" y="3007253"/>
              <a:ext cx="139730" cy="94169"/>
            </a:xfrm>
            <a:custGeom>
              <a:rect b="b" l="l" r="r" t="t"/>
              <a:pathLst>
                <a:path extrusionOk="0" h="94169" w="139730">
                  <a:moveTo>
                    <a:pt x="47616" y="0"/>
                  </a:moveTo>
                  <a:lnTo>
                    <a:pt x="139730" y="70659"/>
                  </a:lnTo>
                  <a:lnTo>
                    <a:pt x="32971" y="94169"/>
                  </a:lnTo>
                  <a:cubicBezTo>
                    <a:pt x="32971" y="94169"/>
                    <a:pt x="-12380" y="42781"/>
                    <a:pt x="3294" y="38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65" name="Google Shape;2365;g38b88470f6c_2_3054"/>
            <p:cNvSpPr/>
            <p:nvPr/>
          </p:nvSpPr>
          <p:spPr>
            <a:xfrm>
              <a:off x="5808684" y="3077912"/>
              <a:ext cx="139776" cy="102262"/>
            </a:xfrm>
            <a:custGeom>
              <a:rect b="b" l="l" r="r" t="t"/>
              <a:pathLst>
                <a:path extrusionOk="0" h="102262" w="139776">
                  <a:moveTo>
                    <a:pt x="139776" y="87489"/>
                  </a:moveTo>
                  <a:lnTo>
                    <a:pt x="49333" y="102263"/>
                  </a:lnTo>
                  <a:lnTo>
                    <a:pt x="0" y="9507"/>
                  </a:lnTo>
                  <a:lnTo>
                    <a:pt x="117165" y="0"/>
                  </a:lnTo>
                  <a:lnTo>
                    <a:pt x="139776" y="8748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366" name="Google Shape;2366;g38b88470f6c_2_3054"/>
          <p:cNvSpPr/>
          <p:nvPr/>
        </p:nvSpPr>
        <p:spPr>
          <a:xfrm>
            <a:off x="5153778" y="5824715"/>
            <a:ext cx="4981847" cy="290858"/>
          </a:xfrm>
          <a:custGeom>
            <a:rect b="b" l="l" r="r" t="t"/>
            <a:pathLst>
              <a:path extrusionOk="0" h="290858" w="4981847">
                <a:moveTo>
                  <a:pt x="4981848" y="145429"/>
                </a:moveTo>
                <a:cubicBezTo>
                  <a:pt x="4981848" y="225747"/>
                  <a:pt x="3866624" y="290858"/>
                  <a:pt x="2490924" y="290858"/>
                </a:cubicBezTo>
                <a:cubicBezTo>
                  <a:pt x="1115225" y="290858"/>
                  <a:pt x="0" y="225747"/>
                  <a:pt x="0" y="145429"/>
                </a:cubicBezTo>
                <a:cubicBezTo>
                  <a:pt x="0" y="65111"/>
                  <a:pt x="1115225" y="0"/>
                  <a:pt x="2490924" y="0"/>
                </a:cubicBezTo>
                <a:cubicBezTo>
                  <a:pt x="3866624" y="0"/>
                  <a:pt x="4981848" y="65111"/>
                  <a:pt x="4981848" y="145429"/>
                </a:cubicBezTo>
                <a:close/>
              </a:path>
            </a:pathLst>
          </a:custGeom>
          <a:solidFill>
            <a:srgbClr val="F5F5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67" name="Google Shape;2367;g38b88470f6c_2_3054"/>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368" name="Google Shape;2368;g38b88470f6c_2_3054"/>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2369" name="Shape 2369"/>
        <p:cNvGrpSpPr/>
        <p:nvPr/>
      </p:nvGrpSpPr>
      <p:grpSpPr>
        <a:xfrm>
          <a:off x="0" y="0"/>
          <a:ext cx="0" cy="0"/>
          <a:chOff x="0" y="0"/>
          <a:chExt cx="0" cy="0"/>
        </a:xfrm>
      </p:grpSpPr>
      <p:sp>
        <p:nvSpPr>
          <p:cNvPr id="2370" name="Google Shape;2370;g38b88470f6c_2_3183"/>
          <p:cNvSpPr txBox="1"/>
          <p:nvPr/>
        </p:nvSpPr>
        <p:spPr>
          <a:xfrm>
            <a:off x="1122400" y="2754450"/>
            <a:ext cx="4324800" cy="1349100"/>
          </a:xfrm>
          <a:prstGeom prst="rect">
            <a:avLst/>
          </a:prstGeom>
          <a:noFill/>
          <a:ln>
            <a:noFill/>
          </a:ln>
          <a:effectLst>
            <a:outerShdw blurRad="76200" rotWithShape="0" algn="tl" dir="2700000" dist="50800">
              <a:srgbClr val="000000">
                <a:alpha val="23530"/>
              </a:srgbClr>
            </a:outerShdw>
          </a:effectLst>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337F"/>
              </a:buClr>
              <a:buSzPts val="4400"/>
              <a:buFont typeface="Fredoka"/>
              <a:buNone/>
            </a:pPr>
            <a:r>
              <a:rPr b="1" i="0" lang="en-US" sz="4400" u="none" cap="none" strike="noStrike">
                <a:solidFill>
                  <a:srgbClr val="00337F"/>
                </a:solidFill>
                <a:latin typeface="Fredoka"/>
                <a:ea typeface="Fredoka"/>
                <a:cs typeface="Fredoka"/>
                <a:sym typeface="Fredoka"/>
              </a:rPr>
              <a:t>BREAK</a:t>
            </a:r>
            <a:endParaRPr b="0" i="0" sz="1400" u="none" cap="none" strike="noStrike">
              <a:solidFill>
                <a:srgbClr val="000000"/>
              </a:solidFill>
              <a:latin typeface="Arial"/>
              <a:ea typeface="Arial"/>
              <a:cs typeface="Arial"/>
              <a:sym typeface="Arial"/>
            </a:endParaRPr>
          </a:p>
        </p:txBody>
      </p:sp>
      <p:pic>
        <p:nvPicPr>
          <p:cNvPr id="2371" name="Google Shape;2371;g38b88470f6c_2_3183"/>
          <p:cNvPicPr preferRelativeResize="0"/>
          <p:nvPr/>
        </p:nvPicPr>
        <p:blipFill rotWithShape="1">
          <a:blip r:embed="rId2">
            <a:alphaModFix/>
          </a:blip>
          <a:srcRect b="0" l="0" r="0" t="0"/>
          <a:stretch/>
        </p:blipFill>
        <p:spPr>
          <a:xfrm>
            <a:off x="4394825" y="1310325"/>
            <a:ext cx="6337025" cy="4237351"/>
          </a:xfrm>
          <a:prstGeom prst="rect">
            <a:avLst/>
          </a:prstGeom>
          <a:noFill/>
          <a:ln>
            <a:noFill/>
          </a:ln>
        </p:spPr>
      </p:pic>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p:cSld name="Make">
    <p:spTree>
      <p:nvGrpSpPr>
        <p:cNvPr id="2372" name="Shape 2372"/>
        <p:cNvGrpSpPr/>
        <p:nvPr/>
      </p:nvGrpSpPr>
      <p:grpSpPr>
        <a:xfrm>
          <a:off x="0" y="0"/>
          <a:ext cx="0" cy="0"/>
          <a:chOff x="0" y="0"/>
          <a:chExt cx="0" cy="0"/>
        </a:xfrm>
      </p:grpSpPr>
      <p:grpSp>
        <p:nvGrpSpPr>
          <p:cNvPr id="2373" name="Google Shape;2373;g38b88470f6c_2_3186"/>
          <p:cNvGrpSpPr/>
          <p:nvPr/>
        </p:nvGrpSpPr>
        <p:grpSpPr>
          <a:xfrm>
            <a:off x="680011" y="0"/>
            <a:ext cx="3090697" cy="1806089"/>
            <a:chOff x="536716" y="-1319"/>
            <a:chExt cx="3976708" cy="2323841"/>
          </a:xfrm>
        </p:grpSpPr>
        <p:sp>
          <p:nvSpPr>
            <p:cNvPr id="2374" name="Google Shape;2374;g38b88470f6c_2_3186"/>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375" name="Google Shape;2375;g38b88470f6c_2_3186"/>
            <p:cNvGrpSpPr/>
            <p:nvPr/>
          </p:nvGrpSpPr>
          <p:grpSpPr>
            <a:xfrm>
              <a:off x="536716" y="0"/>
              <a:ext cx="3976708" cy="2322522"/>
              <a:chOff x="947530" y="0"/>
              <a:chExt cx="3976708" cy="2322522"/>
            </a:xfrm>
          </p:grpSpPr>
          <p:sp>
            <p:nvSpPr>
              <p:cNvPr id="2376" name="Google Shape;2376;g38b88470f6c_2_3186"/>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377" name="Google Shape;2377;g38b88470f6c_2_3186"/>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378" name="Google Shape;2378;g38b88470f6c_2_3186"/>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379" name="Google Shape;2379;g38b88470f6c_2_3186"/>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380" name="Google Shape;2380;g38b88470f6c_2_3186"/>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381" name="Google Shape;2381;g38b88470f6c_2_3186"/>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Make</a:t>
            </a:r>
            <a:endParaRPr b="0" i="0" sz="1400" u="none" cap="none" strike="noStrike">
              <a:solidFill>
                <a:srgbClr val="000000"/>
              </a:solidFill>
              <a:latin typeface="Arial"/>
              <a:ea typeface="Arial"/>
              <a:cs typeface="Arial"/>
              <a:sym typeface="Arial"/>
            </a:endParaRPr>
          </a:p>
        </p:txBody>
      </p:sp>
      <p:grpSp>
        <p:nvGrpSpPr>
          <p:cNvPr id="2382" name="Google Shape;2382;g38b88470f6c_2_3186"/>
          <p:cNvGrpSpPr/>
          <p:nvPr/>
        </p:nvGrpSpPr>
        <p:grpSpPr>
          <a:xfrm>
            <a:off x="5941746" y="1054485"/>
            <a:ext cx="4147720" cy="4749029"/>
            <a:chOff x="5329188" y="1014865"/>
            <a:chExt cx="4147720" cy="4749029"/>
          </a:xfrm>
        </p:grpSpPr>
        <p:grpSp>
          <p:nvGrpSpPr>
            <p:cNvPr id="2383" name="Google Shape;2383;g38b88470f6c_2_3186"/>
            <p:cNvGrpSpPr/>
            <p:nvPr/>
          </p:nvGrpSpPr>
          <p:grpSpPr>
            <a:xfrm>
              <a:off x="5329188" y="1014865"/>
              <a:ext cx="4147720" cy="3894027"/>
              <a:chOff x="5329188" y="1014865"/>
              <a:chExt cx="4147720" cy="3894027"/>
            </a:xfrm>
          </p:grpSpPr>
          <p:sp>
            <p:nvSpPr>
              <p:cNvPr id="2384" name="Google Shape;2384;g38b88470f6c_2_3186"/>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85" name="Google Shape;2385;g38b88470f6c_2_3186"/>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FFFFFF">
                  <a:alpha val="6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386" name="Google Shape;2386;g38b88470f6c_2_3186"/>
            <p:cNvGrpSpPr/>
            <p:nvPr/>
          </p:nvGrpSpPr>
          <p:grpSpPr>
            <a:xfrm>
              <a:off x="5474376" y="5044181"/>
              <a:ext cx="3724515" cy="719713"/>
              <a:chOff x="5474376" y="5044181"/>
              <a:chExt cx="3724515" cy="719713"/>
            </a:xfrm>
          </p:grpSpPr>
          <p:sp>
            <p:nvSpPr>
              <p:cNvPr id="2387" name="Google Shape;2387;g38b88470f6c_2_3186"/>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88" name="Google Shape;2388;g38b88470f6c_2_3186"/>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FFFFFF">
                  <a:alpha val="4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389" name="Google Shape;2389;g38b88470f6c_2_3186"/>
            <p:cNvGrpSpPr/>
            <p:nvPr/>
          </p:nvGrpSpPr>
          <p:grpSpPr>
            <a:xfrm>
              <a:off x="6679374" y="3857046"/>
              <a:ext cx="1534214" cy="247727"/>
              <a:chOff x="6679374" y="3857046"/>
              <a:chExt cx="1534214" cy="247727"/>
            </a:xfrm>
          </p:grpSpPr>
          <p:sp>
            <p:nvSpPr>
              <p:cNvPr id="2390" name="Google Shape;2390;g38b88470f6c_2_3186"/>
              <p:cNvSpPr/>
              <p:nvPr/>
            </p:nvSpPr>
            <p:spPr>
              <a:xfrm>
                <a:off x="6685893" y="3863565"/>
                <a:ext cx="1521176" cy="234689"/>
              </a:xfrm>
              <a:custGeom>
                <a:rect b="b" l="l" r="r" t="t"/>
                <a:pathLst>
                  <a:path extrusionOk="0" h="234689" w="1521176">
                    <a:moveTo>
                      <a:pt x="1460287" y="0"/>
                    </a:moveTo>
                    <a:cubicBezTo>
                      <a:pt x="1493915" y="0"/>
                      <a:pt x="1521176" y="0"/>
                      <a:pt x="1521176" y="0"/>
                    </a:cubicBezTo>
                    <a:lnTo>
                      <a:pt x="1521176" y="234689"/>
                    </a:lnTo>
                    <a:cubicBezTo>
                      <a:pt x="1521176" y="234689"/>
                      <a:pt x="1493916" y="234689"/>
                      <a:pt x="1460287" y="234689"/>
                    </a:cubicBezTo>
                    <a:lnTo>
                      <a:pt x="60889" y="234689"/>
                    </a:lnTo>
                    <a:cubicBezTo>
                      <a:pt x="27261" y="234689"/>
                      <a:pt x="0" y="234689"/>
                      <a:pt x="0" y="234689"/>
                    </a:cubicBezTo>
                    <a:lnTo>
                      <a:pt x="0" y="0"/>
                    </a:lnTo>
                    <a:cubicBezTo>
                      <a:pt x="0" y="0"/>
                      <a:pt x="27261" y="0"/>
                      <a:pt x="6088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91" name="Google Shape;2391;g38b88470f6c_2_3186"/>
              <p:cNvSpPr/>
              <p:nvPr/>
            </p:nvSpPr>
            <p:spPr>
              <a:xfrm>
                <a:off x="6679374" y="3857046"/>
                <a:ext cx="1534214" cy="247727"/>
              </a:xfrm>
              <a:custGeom>
                <a:rect b="b" l="l" r="r" t="t"/>
                <a:pathLst>
                  <a:path extrusionOk="0" h="247727" w="1534214">
                    <a:moveTo>
                      <a:pt x="1466807" y="247727"/>
                    </a:moveTo>
                    <a:lnTo>
                      <a:pt x="67408" y="247727"/>
                    </a:lnTo>
                    <a:cubicBezTo>
                      <a:pt x="30236" y="247727"/>
                      <a:pt x="78" y="217622"/>
                      <a:pt x="0" y="180450"/>
                    </a:cubicBezTo>
                    <a:lnTo>
                      <a:pt x="0" y="67408"/>
                    </a:lnTo>
                    <a:cubicBezTo>
                      <a:pt x="78" y="30210"/>
                      <a:pt x="30210" y="78"/>
                      <a:pt x="67408" y="0"/>
                    </a:cubicBezTo>
                    <a:lnTo>
                      <a:pt x="1466807" y="0"/>
                    </a:lnTo>
                    <a:cubicBezTo>
                      <a:pt x="1504005" y="65"/>
                      <a:pt x="1534136" y="30210"/>
                      <a:pt x="1534215" y="67408"/>
                    </a:cubicBezTo>
                    <a:lnTo>
                      <a:pt x="1534215" y="180450"/>
                    </a:lnTo>
                    <a:cubicBezTo>
                      <a:pt x="1534136" y="217622"/>
                      <a:pt x="1503979" y="247727"/>
                      <a:pt x="1466807" y="247727"/>
                    </a:cubicBezTo>
                    <a:close/>
                    <a:moveTo>
                      <a:pt x="67408" y="13038"/>
                    </a:moveTo>
                    <a:cubicBezTo>
                      <a:pt x="37381" y="13038"/>
                      <a:pt x="13038" y="37381"/>
                      <a:pt x="13038" y="67408"/>
                    </a:cubicBezTo>
                    <a:lnTo>
                      <a:pt x="13038" y="180450"/>
                    </a:lnTo>
                    <a:cubicBezTo>
                      <a:pt x="13116" y="210425"/>
                      <a:pt x="37433" y="234689"/>
                      <a:pt x="67408" y="234689"/>
                    </a:cubicBezTo>
                    <a:lnTo>
                      <a:pt x="1466807" y="234689"/>
                    </a:lnTo>
                    <a:cubicBezTo>
                      <a:pt x="1496782" y="234689"/>
                      <a:pt x="1521098" y="210425"/>
                      <a:pt x="1521176" y="180450"/>
                    </a:cubicBezTo>
                    <a:lnTo>
                      <a:pt x="1521176" y="67408"/>
                    </a:lnTo>
                    <a:cubicBezTo>
                      <a:pt x="1521176" y="37381"/>
                      <a:pt x="1496834" y="13038"/>
                      <a:pt x="1466807" y="13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92" name="Google Shape;2392;g38b88470f6c_2_3186"/>
              <p:cNvSpPr/>
              <p:nvPr/>
            </p:nvSpPr>
            <p:spPr>
              <a:xfrm>
                <a:off x="674678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93" name="Google Shape;2393;g38b88470f6c_2_3186"/>
              <p:cNvSpPr/>
              <p:nvPr/>
            </p:nvSpPr>
            <p:spPr>
              <a:xfrm>
                <a:off x="686595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94" name="Google Shape;2394;g38b88470f6c_2_3186"/>
              <p:cNvSpPr/>
              <p:nvPr/>
            </p:nvSpPr>
            <p:spPr>
              <a:xfrm>
                <a:off x="698512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95" name="Google Shape;2395;g38b88470f6c_2_3186"/>
              <p:cNvSpPr/>
              <p:nvPr/>
            </p:nvSpPr>
            <p:spPr>
              <a:xfrm>
                <a:off x="710429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96" name="Google Shape;2396;g38b88470f6c_2_3186"/>
              <p:cNvSpPr/>
              <p:nvPr/>
            </p:nvSpPr>
            <p:spPr>
              <a:xfrm>
                <a:off x="722346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97" name="Google Shape;2397;g38b88470f6c_2_3186"/>
              <p:cNvSpPr/>
              <p:nvPr/>
            </p:nvSpPr>
            <p:spPr>
              <a:xfrm>
                <a:off x="734263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98" name="Google Shape;2398;g38b88470f6c_2_3186"/>
              <p:cNvSpPr/>
              <p:nvPr/>
            </p:nvSpPr>
            <p:spPr>
              <a:xfrm>
                <a:off x="7461801" y="3888077"/>
                <a:ext cx="95570" cy="192836"/>
              </a:xfrm>
              <a:custGeom>
                <a:rect b="b" l="l" r="r" t="t"/>
                <a:pathLst>
                  <a:path extrusionOk="0" h="192836" w="95570">
                    <a:moveTo>
                      <a:pt x="0" y="0"/>
                    </a:moveTo>
                    <a:lnTo>
                      <a:pt x="95570" y="0"/>
                    </a:lnTo>
                    <a:lnTo>
                      <a:pt x="95570"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399" name="Google Shape;2399;g38b88470f6c_2_3186"/>
              <p:cNvSpPr/>
              <p:nvPr/>
            </p:nvSpPr>
            <p:spPr>
              <a:xfrm>
                <a:off x="758097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400" name="Google Shape;2400;g38b88470f6c_2_3186"/>
            <p:cNvGrpSpPr/>
            <p:nvPr/>
          </p:nvGrpSpPr>
          <p:grpSpPr>
            <a:xfrm>
              <a:off x="6150150" y="1372824"/>
              <a:ext cx="1654036" cy="1634647"/>
              <a:chOff x="6150150" y="1372824"/>
              <a:chExt cx="1654036" cy="1634647"/>
            </a:xfrm>
          </p:grpSpPr>
          <p:sp>
            <p:nvSpPr>
              <p:cNvPr id="2401" name="Google Shape;2401;g38b88470f6c_2_3186"/>
              <p:cNvSpPr/>
              <p:nvPr/>
            </p:nvSpPr>
            <p:spPr>
              <a:xfrm>
                <a:off x="6318474" y="1530234"/>
                <a:ext cx="1462504" cy="1469935"/>
              </a:xfrm>
              <a:custGeom>
                <a:rect b="b" l="l" r="r" t="t"/>
                <a:pathLst>
                  <a:path extrusionOk="0" h="1469935" w="1462504">
                    <a:moveTo>
                      <a:pt x="1337206" y="738358"/>
                    </a:moveTo>
                    <a:lnTo>
                      <a:pt x="1462504" y="681250"/>
                    </a:lnTo>
                    <a:lnTo>
                      <a:pt x="1436428" y="530788"/>
                    </a:lnTo>
                    <a:lnTo>
                      <a:pt x="1298222" y="520097"/>
                    </a:lnTo>
                    <a:cubicBezTo>
                      <a:pt x="1280594" y="473954"/>
                      <a:pt x="1257334" y="430159"/>
                      <a:pt x="1228989" y="389714"/>
                    </a:cubicBezTo>
                    <a:lnTo>
                      <a:pt x="1300308" y="269371"/>
                    </a:lnTo>
                    <a:lnTo>
                      <a:pt x="1192221" y="161283"/>
                    </a:lnTo>
                    <a:lnTo>
                      <a:pt x="1070965" y="233385"/>
                    </a:lnTo>
                    <a:cubicBezTo>
                      <a:pt x="1001119" y="185835"/>
                      <a:pt x="922041" y="153539"/>
                      <a:pt x="838883" y="138597"/>
                    </a:cubicBezTo>
                    <a:lnTo>
                      <a:pt x="803941" y="0"/>
                    </a:lnTo>
                    <a:lnTo>
                      <a:pt x="651132" y="0"/>
                    </a:lnTo>
                    <a:lnTo>
                      <a:pt x="615929" y="139379"/>
                    </a:lnTo>
                    <a:cubicBezTo>
                      <a:pt x="568587" y="148415"/>
                      <a:pt x="522496" y="163083"/>
                      <a:pt x="478635" y="183057"/>
                    </a:cubicBezTo>
                    <a:lnTo>
                      <a:pt x="369375" y="88530"/>
                    </a:lnTo>
                    <a:lnTo>
                      <a:pt x="244337" y="176147"/>
                    </a:lnTo>
                    <a:lnTo>
                      <a:pt x="296491" y="311354"/>
                    </a:lnTo>
                    <a:cubicBezTo>
                      <a:pt x="262839" y="345684"/>
                      <a:pt x="233385" y="383899"/>
                      <a:pt x="208743" y="425178"/>
                    </a:cubicBezTo>
                    <a:lnTo>
                      <a:pt x="65322" y="410315"/>
                    </a:lnTo>
                    <a:lnTo>
                      <a:pt x="13169" y="553736"/>
                    </a:lnTo>
                    <a:lnTo>
                      <a:pt x="132208" y="634443"/>
                    </a:lnTo>
                    <a:cubicBezTo>
                      <a:pt x="126498" y="667951"/>
                      <a:pt x="123616" y="701890"/>
                      <a:pt x="123603" y="735881"/>
                    </a:cubicBezTo>
                    <a:cubicBezTo>
                      <a:pt x="123603" y="750353"/>
                      <a:pt x="123603" y="764565"/>
                      <a:pt x="125298" y="778777"/>
                    </a:cubicBezTo>
                    <a:lnTo>
                      <a:pt x="0" y="848662"/>
                    </a:lnTo>
                    <a:lnTo>
                      <a:pt x="39115" y="996255"/>
                    </a:lnTo>
                    <a:lnTo>
                      <a:pt x="180971" y="994430"/>
                    </a:lnTo>
                    <a:cubicBezTo>
                      <a:pt x="201989" y="1038708"/>
                      <a:pt x="228261" y="1080287"/>
                      <a:pt x="259201" y="1118293"/>
                    </a:cubicBezTo>
                    <a:lnTo>
                      <a:pt x="197921" y="1245417"/>
                    </a:lnTo>
                    <a:lnTo>
                      <a:pt x="315266" y="1343595"/>
                    </a:lnTo>
                    <a:lnTo>
                      <a:pt x="428699" y="1262367"/>
                    </a:lnTo>
                    <a:cubicBezTo>
                      <a:pt x="471647" y="1287165"/>
                      <a:pt x="517503" y="1306566"/>
                      <a:pt x="565210" y="1320126"/>
                    </a:cubicBezTo>
                    <a:lnTo>
                      <a:pt x="588027" y="1456898"/>
                    </a:lnTo>
                    <a:lnTo>
                      <a:pt x="740183" y="1469936"/>
                    </a:lnTo>
                    <a:lnTo>
                      <a:pt x="786078" y="1340466"/>
                    </a:lnTo>
                    <a:cubicBezTo>
                      <a:pt x="836028" y="1336020"/>
                      <a:pt x="885208" y="1325328"/>
                      <a:pt x="932498" y="1308652"/>
                    </a:cubicBezTo>
                    <a:lnTo>
                      <a:pt x="1028460" y="1406309"/>
                    </a:lnTo>
                    <a:lnTo>
                      <a:pt x="1160798" y="1329905"/>
                    </a:lnTo>
                    <a:lnTo>
                      <a:pt x="1124422" y="1198349"/>
                    </a:lnTo>
                    <a:cubicBezTo>
                      <a:pt x="1162780" y="1165766"/>
                      <a:pt x="1196940" y="1128529"/>
                      <a:pt x="1226120" y="1087523"/>
                    </a:cubicBezTo>
                    <a:lnTo>
                      <a:pt x="1360545" y="1112296"/>
                    </a:lnTo>
                    <a:lnTo>
                      <a:pt x="1425736" y="973960"/>
                    </a:lnTo>
                    <a:lnTo>
                      <a:pt x="1320257" y="886864"/>
                    </a:lnTo>
                    <a:cubicBezTo>
                      <a:pt x="1332056" y="838257"/>
                      <a:pt x="1337754" y="788373"/>
                      <a:pt x="1337206" y="738358"/>
                    </a:cubicBezTo>
                    <a:close/>
                    <a:moveTo>
                      <a:pt x="1111253" y="735750"/>
                    </a:moveTo>
                    <a:cubicBezTo>
                      <a:pt x="1111253" y="946371"/>
                      <a:pt x="940504" y="1117120"/>
                      <a:pt x="729883" y="1117120"/>
                    </a:cubicBezTo>
                    <a:cubicBezTo>
                      <a:pt x="519263" y="1117120"/>
                      <a:pt x="348513" y="946371"/>
                      <a:pt x="348513" y="735750"/>
                    </a:cubicBezTo>
                    <a:cubicBezTo>
                      <a:pt x="348513" y="525130"/>
                      <a:pt x="519263" y="354381"/>
                      <a:pt x="729883" y="354381"/>
                    </a:cubicBezTo>
                    <a:cubicBezTo>
                      <a:pt x="940504" y="354381"/>
                      <a:pt x="1111253" y="525130"/>
                      <a:pt x="1111253" y="735750"/>
                    </a:cubicBezTo>
                    <a:cubicBezTo>
                      <a:pt x="1111253" y="735789"/>
                      <a:pt x="1111253" y="735842"/>
                      <a:pt x="1111253" y="73588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02" name="Google Shape;2402;g38b88470f6c_2_3186"/>
              <p:cNvSpPr/>
              <p:nvPr/>
            </p:nvSpPr>
            <p:spPr>
              <a:xfrm>
                <a:off x="6309854" y="1521890"/>
                <a:ext cx="1477470" cy="1485581"/>
              </a:xfrm>
              <a:custGeom>
                <a:rect b="b" l="l" r="r" t="t"/>
                <a:pathLst>
                  <a:path extrusionOk="0" h="1485581" w="1477470">
                    <a:moveTo>
                      <a:pt x="747500" y="1485582"/>
                    </a:moveTo>
                    <a:lnTo>
                      <a:pt x="747500" y="1485582"/>
                    </a:lnTo>
                    <a:lnTo>
                      <a:pt x="595343" y="1472544"/>
                    </a:lnTo>
                    <a:cubicBezTo>
                      <a:pt x="592123" y="1472283"/>
                      <a:pt x="589489" y="1469871"/>
                      <a:pt x="588954" y="1466676"/>
                    </a:cubicBezTo>
                    <a:lnTo>
                      <a:pt x="566268" y="1333425"/>
                    </a:lnTo>
                    <a:cubicBezTo>
                      <a:pt x="520842" y="1320257"/>
                      <a:pt x="477086" y="1301885"/>
                      <a:pt x="435885" y="1278664"/>
                    </a:cubicBezTo>
                    <a:lnTo>
                      <a:pt x="326103" y="1356894"/>
                    </a:lnTo>
                    <a:cubicBezTo>
                      <a:pt x="323586" y="1358902"/>
                      <a:pt x="320014" y="1358902"/>
                      <a:pt x="317497" y="1356894"/>
                    </a:cubicBezTo>
                    <a:lnTo>
                      <a:pt x="200153" y="1258716"/>
                    </a:lnTo>
                    <a:cubicBezTo>
                      <a:pt x="197675" y="1256643"/>
                      <a:pt x="196919" y="1253148"/>
                      <a:pt x="198327" y="1250241"/>
                    </a:cubicBezTo>
                    <a:lnTo>
                      <a:pt x="257521" y="1127029"/>
                    </a:lnTo>
                    <a:cubicBezTo>
                      <a:pt x="228563" y="1090809"/>
                      <a:pt x="203764" y="1051446"/>
                      <a:pt x="183594" y="1009685"/>
                    </a:cubicBezTo>
                    <a:lnTo>
                      <a:pt x="46301" y="1011380"/>
                    </a:lnTo>
                    <a:cubicBezTo>
                      <a:pt x="43041" y="1011536"/>
                      <a:pt x="40134" y="1009333"/>
                      <a:pt x="39391" y="1006164"/>
                    </a:cubicBezTo>
                    <a:lnTo>
                      <a:pt x="276" y="858571"/>
                    </a:lnTo>
                    <a:cubicBezTo>
                      <a:pt x="-624" y="855481"/>
                      <a:pt x="732" y="852182"/>
                      <a:pt x="3535" y="850618"/>
                    </a:cubicBezTo>
                    <a:lnTo>
                      <a:pt x="124922" y="782818"/>
                    </a:lnTo>
                    <a:cubicBezTo>
                      <a:pt x="124009" y="768215"/>
                      <a:pt x="123618" y="755829"/>
                      <a:pt x="123618" y="743704"/>
                    </a:cubicBezTo>
                    <a:cubicBezTo>
                      <a:pt x="123631" y="710821"/>
                      <a:pt x="126291" y="677991"/>
                      <a:pt x="131571" y="645525"/>
                    </a:cubicBezTo>
                    <a:lnTo>
                      <a:pt x="16183" y="567296"/>
                    </a:lnTo>
                    <a:cubicBezTo>
                      <a:pt x="13523" y="565431"/>
                      <a:pt x="12454" y="562002"/>
                      <a:pt x="13575" y="558951"/>
                    </a:cubicBezTo>
                    <a:lnTo>
                      <a:pt x="65728" y="415530"/>
                    </a:lnTo>
                    <a:cubicBezTo>
                      <a:pt x="66928" y="412531"/>
                      <a:pt x="69953" y="410680"/>
                      <a:pt x="73160" y="410967"/>
                    </a:cubicBezTo>
                    <a:lnTo>
                      <a:pt x="212539" y="425309"/>
                    </a:lnTo>
                    <a:cubicBezTo>
                      <a:pt x="236152" y="386337"/>
                      <a:pt x="264053" y="350117"/>
                      <a:pt x="295723" y="317352"/>
                    </a:cubicBezTo>
                    <a:lnTo>
                      <a:pt x="245787" y="186317"/>
                    </a:lnTo>
                    <a:cubicBezTo>
                      <a:pt x="244574" y="183305"/>
                      <a:pt x="245669" y="179863"/>
                      <a:pt x="248394" y="178103"/>
                    </a:cubicBezTo>
                    <a:lnTo>
                      <a:pt x="373432" y="90486"/>
                    </a:lnTo>
                    <a:cubicBezTo>
                      <a:pt x="375987" y="88465"/>
                      <a:pt x="379612" y="88465"/>
                      <a:pt x="382167" y="90486"/>
                    </a:cubicBezTo>
                    <a:lnTo>
                      <a:pt x="487908" y="181754"/>
                    </a:lnTo>
                    <a:cubicBezTo>
                      <a:pt x="529696" y="163161"/>
                      <a:pt x="573426" y="149301"/>
                      <a:pt x="618291" y="140422"/>
                    </a:cubicBezTo>
                    <a:lnTo>
                      <a:pt x="652321" y="5346"/>
                    </a:lnTo>
                    <a:cubicBezTo>
                      <a:pt x="653181" y="2230"/>
                      <a:pt x="655997" y="52"/>
                      <a:pt x="659231" y="0"/>
                    </a:cubicBezTo>
                    <a:lnTo>
                      <a:pt x="812039" y="0"/>
                    </a:lnTo>
                    <a:cubicBezTo>
                      <a:pt x="815260" y="26"/>
                      <a:pt x="818050" y="2230"/>
                      <a:pt x="818819" y="5346"/>
                    </a:cubicBezTo>
                    <a:lnTo>
                      <a:pt x="852719" y="139510"/>
                    </a:lnTo>
                    <a:cubicBezTo>
                      <a:pt x="933595" y="154647"/>
                      <a:pt x="1010547" y="186056"/>
                      <a:pt x="1078933" y="231821"/>
                    </a:cubicBezTo>
                    <a:lnTo>
                      <a:pt x="1196278" y="162066"/>
                    </a:lnTo>
                    <a:cubicBezTo>
                      <a:pt x="1199029" y="160345"/>
                      <a:pt x="1202614" y="160788"/>
                      <a:pt x="1204883" y="163109"/>
                    </a:cubicBezTo>
                    <a:lnTo>
                      <a:pt x="1312840" y="271066"/>
                    </a:lnTo>
                    <a:cubicBezTo>
                      <a:pt x="1315082" y="273374"/>
                      <a:pt x="1315500" y="276894"/>
                      <a:pt x="1313883" y="279671"/>
                    </a:cubicBezTo>
                    <a:lnTo>
                      <a:pt x="1245302" y="397276"/>
                    </a:lnTo>
                    <a:cubicBezTo>
                      <a:pt x="1271952" y="436170"/>
                      <a:pt x="1294039" y="477997"/>
                      <a:pt x="1311145" y="521922"/>
                    </a:cubicBezTo>
                    <a:lnTo>
                      <a:pt x="1444918" y="532223"/>
                    </a:lnTo>
                    <a:cubicBezTo>
                      <a:pt x="1448138" y="532484"/>
                      <a:pt x="1450772" y="534896"/>
                      <a:pt x="1451306" y="538090"/>
                    </a:cubicBezTo>
                    <a:lnTo>
                      <a:pt x="1477383" y="688552"/>
                    </a:lnTo>
                    <a:cubicBezTo>
                      <a:pt x="1477879" y="691720"/>
                      <a:pt x="1476236" y="694849"/>
                      <a:pt x="1473341" y="696244"/>
                    </a:cubicBezTo>
                    <a:lnTo>
                      <a:pt x="1352085" y="751396"/>
                    </a:lnTo>
                    <a:cubicBezTo>
                      <a:pt x="1351616" y="799090"/>
                      <a:pt x="1345579" y="846563"/>
                      <a:pt x="1334092" y="892862"/>
                    </a:cubicBezTo>
                    <a:lnTo>
                      <a:pt x="1436052" y="977089"/>
                    </a:lnTo>
                    <a:cubicBezTo>
                      <a:pt x="1438516" y="979110"/>
                      <a:pt x="1439324" y="982526"/>
                      <a:pt x="1438007" y="985433"/>
                    </a:cubicBezTo>
                    <a:lnTo>
                      <a:pt x="1373468" y="1123900"/>
                    </a:lnTo>
                    <a:cubicBezTo>
                      <a:pt x="1372099" y="1126821"/>
                      <a:pt x="1368957" y="1128476"/>
                      <a:pt x="1365775" y="1127942"/>
                    </a:cubicBezTo>
                    <a:lnTo>
                      <a:pt x="1235392" y="1103951"/>
                    </a:lnTo>
                    <a:cubicBezTo>
                      <a:pt x="1207256" y="1142675"/>
                      <a:pt x="1174803" y="1178061"/>
                      <a:pt x="1138649" y="1209431"/>
                    </a:cubicBezTo>
                    <a:lnTo>
                      <a:pt x="1173722" y="1336554"/>
                    </a:lnTo>
                    <a:cubicBezTo>
                      <a:pt x="1174582" y="1339671"/>
                      <a:pt x="1173252" y="1342995"/>
                      <a:pt x="1170462" y="1344638"/>
                    </a:cubicBezTo>
                    <a:lnTo>
                      <a:pt x="1038123" y="1421042"/>
                    </a:lnTo>
                    <a:cubicBezTo>
                      <a:pt x="1035346" y="1422568"/>
                      <a:pt x="1031904" y="1422085"/>
                      <a:pt x="1029648" y="1419869"/>
                    </a:cubicBezTo>
                    <a:lnTo>
                      <a:pt x="936685" y="1325472"/>
                    </a:lnTo>
                    <a:cubicBezTo>
                      <a:pt x="891560" y="1340922"/>
                      <a:pt x="844779" y="1351027"/>
                      <a:pt x="797306" y="1355590"/>
                    </a:cubicBezTo>
                    <a:lnTo>
                      <a:pt x="752976" y="1480888"/>
                    </a:lnTo>
                    <a:cubicBezTo>
                      <a:pt x="752129" y="1483326"/>
                      <a:pt x="750042" y="1485113"/>
                      <a:pt x="747500" y="1485582"/>
                    </a:cubicBezTo>
                    <a:close/>
                    <a:moveTo>
                      <a:pt x="601341" y="1458723"/>
                    </a:moveTo>
                    <a:lnTo>
                      <a:pt x="742676" y="1470979"/>
                    </a:lnTo>
                    <a:lnTo>
                      <a:pt x="786745" y="1346594"/>
                    </a:lnTo>
                    <a:cubicBezTo>
                      <a:pt x="787632" y="1343999"/>
                      <a:pt x="790005" y="1342200"/>
                      <a:pt x="792743" y="1342030"/>
                    </a:cubicBezTo>
                    <a:cubicBezTo>
                      <a:pt x="842106" y="1337624"/>
                      <a:pt x="890725" y="1327062"/>
                      <a:pt x="937468" y="1310608"/>
                    </a:cubicBezTo>
                    <a:cubicBezTo>
                      <a:pt x="940062" y="1309695"/>
                      <a:pt x="942957" y="1310360"/>
                      <a:pt x="944900" y="1312303"/>
                    </a:cubicBezTo>
                    <a:lnTo>
                      <a:pt x="1037080" y="1406048"/>
                    </a:lnTo>
                    <a:lnTo>
                      <a:pt x="1159901" y="1335120"/>
                    </a:lnTo>
                    <a:lnTo>
                      <a:pt x="1124958" y="1208779"/>
                    </a:lnTo>
                    <a:cubicBezTo>
                      <a:pt x="1124189" y="1206158"/>
                      <a:pt x="1125063" y="1203329"/>
                      <a:pt x="1127175" y="1201608"/>
                    </a:cubicBezTo>
                    <a:cubicBezTo>
                      <a:pt x="1165038" y="1169351"/>
                      <a:pt x="1198807" y="1132570"/>
                      <a:pt x="1227700" y="1092087"/>
                    </a:cubicBezTo>
                    <a:cubicBezTo>
                      <a:pt x="1229291" y="1089831"/>
                      <a:pt x="1232029" y="1088723"/>
                      <a:pt x="1234741" y="1089218"/>
                    </a:cubicBezTo>
                    <a:lnTo>
                      <a:pt x="1363689" y="1112948"/>
                    </a:lnTo>
                    <a:lnTo>
                      <a:pt x="1423665" y="984521"/>
                    </a:lnTo>
                    <a:lnTo>
                      <a:pt x="1322488" y="900945"/>
                    </a:lnTo>
                    <a:cubicBezTo>
                      <a:pt x="1320272" y="899224"/>
                      <a:pt x="1319346" y="896330"/>
                      <a:pt x="1320141" y="893644"/>
                    </a:cubicBezTo>
                    <a:cubicBezTo>
                      <a:pt x="1332384" y="845624"/>
                      <a:pt x="1338643" y="796261"/>
                      <a:pt x="1338786" y="746702"/>
                    </a:cubicBezTo>
                    <a:cubicBezTo>
                      <a:pt x="1338799" y="743938"/>
                      <a:pt x="1340429" y="741435"/>
                      <a:pt x="1342958" y="740314"/>
                    </a:cubicBezTo>
                    <a:lnTo>
                      <a:pt x="1463302" y="685423"/>
                    </a:lnTo>
                    <a:lnTo>
                      <a:pt x="1438659" y="545782"/>
                    </a:lnTo>
                    <a:lnTo>
                      <a:pt x="1305799" y="535482"/>
                    </a:lnTo>
                    <a:cubicBezTo>
                      <a:pt x="1303074" y="535287"/>
                      <a:pt x="1300727" y="533487"/>
                      <a:pt x="1299801" y="530919"/>
                    </a:cubicBezTo>
                    <a:cubicBezTo>
                      <a:pt x="1282421" y="485167"/>
                      <a:pt x="1259474" y="441724"/>
                      <a:pt x="1231481" y="401579"/>
                    </a:cubicBezTo>
                    <a:cubicBezTo>
                      <a:pt x="1229994" y="399232"/>
                      <a:pt x="1229994" y="396233"/>
                      <a:pt x="1231481" y="393887"/>
                    </a:cubicBezTo>
                    <a:lnTo>
                      <a:pt x="1299932" y="278237"/>
                    </a:lnTo>
                    <a:lnTo>
                      <a:pt x="1199668" y="177972"/>
                    </a:lnTo>
                    <a:lnTo>
                      <a:pt x="1083105" y="247206"/>
                    </a:lnTo>
                    <a:cubicBezTo>
                      <a:pt x="1080811" y="248705"/>
                      <a:pt x="1077838" y="248705"/>
                      <a:pt x="1075543" y="247206"/>
                    </a:cubicBezTo>
                    <a:cubicBezTo>
                      <a:pt x="1006584" y="200437"/>
                      <a:pt x="928589" y="168624"/>
                      <a:pt x="846591" y="153852"/>
                    </a:cubicBezTo>
                    <a:cubicBezTo>
                      <a:pt x="843853" y="153369"/>
                      <a:pt x="841663" y="151322"/>
                      <a:pt x="840984" y="148636"/>
                    </a:cubicBezTo>
                    <a:lnTo>
                      <a:pt x="807215" y="15385"/>
                    </a:lnTo>
                    <a:lnTo>
                      <a:pt x="665228" y="15385"/>
                    </a:lnTo>
                    <a:lnTo>
                      <a:pt x="631459" y="149549"/>
                    </a:lnTo>
                    <a:cubicBezTo>
                      <a:pt x="630755" y="152222"/>
                      <a:pt x="628565" y="154256"/>
                      <a:pt x="625853" y="154764"/>
                    </a:cubicBezTo>
                    <a:cubicBezTo>
                      <a:pt x="579058" y="163669"/>
                      <a:pt x="533503" y="178116"/>
                      <a:pt x="490124" y="197791"/>
                    </a:cubicBezTo>
                    <a:cubicBezTo>
                      <a:pt x="487621" y="198964"/>
                      <a:pt x="484661" y="198547"/>
                      <a:pt x="482562" y="196748"/>
                    </a:cubicBezTo>
                    <a:lnTo>
                      <a:pt x="377604" y="105480"/>
                    </a:lnTo>
                    <a:lnTo>
                      <a:pt x="261433" y="186708"/>
                    </a:lnTo>
                    <a:lnTo>
                      <a:pt x="311109" y="317091"/>
                    </a:lnTo>
                    <a:cubicBezTo>
                      <a:pt x="312087" y="319659"/>
                      <a:pt x="311474" y="322567"/>
                      <a:pt x="309544" y="324523"/>
                    </a:cubicBezTo>
                    <a:cubicBezTo>
                      <a:pt x="276349" y="358514"/>
                      <a:pt x="247247" y="396272"/>
                      <a:pt x="222839" y="437043"/>
                    </a:cubicBezTo>
                    <a:cubicBezTo>
                      <a:pt x="221405" y="439377"/>
                      <a:pt x="218785" y="440694"/>
                      <a:pt x="216060" y="440433"/>
                    </a:cubicBezTo>
                    <a:lnTo>
                      <a:pt x="77723" y="426221"/>
                    </a:lnTo>
                    <a:lnTo>
                      <a:pt x="29221" y="559473"/>
                    </a:lnTo>
                    <a:lnTo>
                      <a:pt x="143697" y="637702"/>
                    </a:lnTo>
                    <a:cubicBezTo>
                      <a:pt x="146018" y="639228"/>
                      <a:pt x="147204" y="642005"/>
                      <a:pt x="146696" y="644743"/>
                    </a:cubicBezTo>
                    <a:cubicBezTo>
                      <a:pt x="141115" y="677873"/>
                      <a:pt x="138273" y="711408"/>
                      <a:pt x="138221" y="745007"/>
                    </a:cubicBezTo>
                    <a:cubicBezTo>
                      <a:pt x="138221" y="758046"/>
                      <a:pt x="138221" y="771084"/>
                      <a:pt x="139916" y="787382"/>
                    </a:cubicBezTo>
                    <a:cubicBezTo>
                      <a:pt x="140033" y="790107"/>
                      <a:pt x="138625" y="792675"/>
                      <a:pt x="136265" y="794031"/>
                    </a:cubicBezTo>
                    <a:lnTo>
                      <a:pt x="15791" y="861309"/>
                    </a:lnTo>
                    <a:lnTo>
                      <a:pt x="52560" y="998211"/>
                    </a:lnTo>
                    <a:lnTo>
                      <a:pt x="189201" y="995734"/>
                    </a:lnTo>
                    <a:lnTo>
                      <a:pt x="189201" y="995734"/>
                    </a:lnTo>
                    <a:cubicBezTo>
                      <a:pt x="191939" y="995721"/>
                      <a:pt x="194429" y="997298"/>
                      <a:pt x="195590" y="999775"/>
                    </a:cubicBezTo>
                    <a:cubicBezTo>
                      <a:pt x="216203" y="1043532"/>
                      <a:pt x="242032" y="1084642"/>
                      <a:pt x="272515" y="1122205"/>
                    </a:cubicBezTo>
                    <a:cubicBezTo>
                      <a:pt x="274223" y="1124304"/>
                      <a:pt x="274575" y="1127186"/>
                      <a:pt x="273428" y="1129637"/>
                    </a:cubicBezTo>
                    <a:lnTo>
                      <a:pt x="214495" y="1251936"/>
                    </a:lnTo>
                    <a:lnTo>
                      <a:pt x="323104" y="1343204"/>
                    </a:lnTo>
                    <a:lnTo>
                      <a:pt x="432104" y="1264974"/>
                    </a:lnTo>
                    <a:cubicBezTo>
                      <a:pt x="434451" y="1263488"/>
                      <a:pt x="437449" y="1263488"/>
                      <a:pt x="439796" y="1264974"/>
                    </a:cubicBezTo>
                    <a:cubicBezTo>
                      <a:pt x="482288" y="1289382"/>
                      <a:pt x="527609" y="1308522"/>
                      <a:pt x="574743" y="1321951"/>
                    </a:cubicBezTo>
                    <a:cubicBezTo>
                      <a:pt x="577389" y="1322669"/>
                      <a:pt x="579371" y="1324859"/>
                      <a:pt x="579828" y="1327558"/>
                    </a:cubicBezTo>
                    <a:close/>
                    <a:moveTo>
                      <a:pt x="738504" y="1132766"/>
                    </a:moveTo>
                    <a:cubicBezTo>
                      <a:pt x="523985" y="1132688"/>
                      <a:pt x="350145" y="958744"/>
                      <a:pt x="350224" y="744225"/>
                    </a:cubicBezTo>
                    <a:cubicBezTo>
                      <a:pt x="350302" y="529706"/>
                      <a:pt x="524245" y="355867"/>
                      <a:pt x="738764" y="355945"/>
                    </a:cubicBezTo>
                    <a:cubicBezTo>
                      <a:pt x="953231" y="356023"/>
                      <a:pt x="1127044" y="529889"/>
                      <a:pt x="1127044" y="744356"/>
                    </a:cubicBezTo>
                    <a:cubicBezTo>
                      <a:pt x="1126679" y="958744"/>
                      <a:pt x="952892" y="1132414"/>
                      <a:pt x="738504" y="1132636"/>
                    </a:cubicBezTo>
                    <a:close/>
                    <a:moveTo>
                      <a:pt x="738504" y="370026"/>
                    </a:moveTo>
                    <a:cubicBezTo>
                      <a:pt x="531769" y="370026"/>
                      <a:pt x="364174" y="537621"/>
                      <a:pt x="364174" y="744356"/>
                    </a:cubicBezTo>
                    <a:cubicBezTo>
                      <a:pt x="364174" y="951090"/>
                      <a:pt x="531769" y="1118685"/>
                      <a:pt x="738504" y="1118685"/>
                    </a:cubicBezTo>
                    <a:cubicBezTo>
                      <a:pt x="945238" y="1118685"/>
                      <a:pt x="1112833" y="951090"/>
                      <a:pt x="1112833" y="744356"/>
                    </a:cubicBezTo>
                    <a:cubicBezTo>
                      <a:pt x="1112689" y="537660"/>
                      <a:pt x="945199" y="370118"/>
                      <a:pt x="738504" y="3698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03" name="Google Shape;2403;g38b88470f6c_2_3186"/>
              <p:cNvSpPr/>
              <p:nvPr/>
            </p:nvSpPr>
            <p:spPr>
              <a:xfrm>
                <a:off x="6160586" y="2392657"/>
                <a:ext cx="73464" cy="173729"/>
              </a:xfrm>
              <a:custGeom>
                <a:rect b="b" l="l" r="r" t="t"/>
                <a:pathLst>
                  <a:path extrusionOk="0" h="173729" w="73464">
                    <a:moveTo>
                      <a:pt x="52408" y="173729"/>
                    </a:moveTo>
                    <a:cubicBezTo>
                      <a:pt x="43229" y="173703"/>
                      <a:pt x="35106" y="167745"/>
                      <a:pt x="32329" y="158996"/>
                    </a:cubicBezTo>
                    <a:cubicBezTo>
                      <a:pt x="18196" y="115031"/>
                      <a:pt x="7465" y="70049"/>
                      <a:pt x="255" y="24441"/>
                    </a:cubicBezTo>
                    <a:cubicBezTo>
                      <a:pt x="-1544" y="12889"/>
                      <a:pt x="6370" y="2054"/>
                      <a:pt x="17922" y="255"/>
                    </a:cubicBezTo>
                    <a:cubicBezTo>
                      <a:pt x="29474" y="-1544"/>
                      <a:pt x="40309" y="6370"/>
                      <a:pt x="42108" y="17922"/>
                    </a:cubicBezTo>
                    <a:cubicBezTo>
                      <a:pt x="49005" y="61352"/>
                      <a:pt x="59201" y="104209"/>
                      <a:pt x="72618" y="146088"/>
                    </a:cubicBezTo>
                    <a:cubicBezTo>
                      <a:pt x="75799" y="157040"/>
                      <a:pt x="69749" y="168553"/>
                      <a:pt x="58927" y="172165"/>
                    </a:cubicBezTo>
                    <a:cubicBezTo>
                      <a:pt x="56867" y="173064"/>
                      <a:pt x="54651" y="173599"/>
                      <a:pt x="52408" y="173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04" name="Google Shape;2404;g38b88470f6c_2_3186"/>
              <p:cNvSpPr/>
              <p:nvPr/>
            </p:nvSpPr>
            <p:spPr>
              <a:xfrm>
                <a:off x="6150150" y="1372824"/>
                <a:ext cx="1592671" cy="947920"/>
              </a:xfrm>
              <a:custGeom>
                <a:rect b="b" l="l" r="r" t="t"/>
                <a:pathLst>
                  <a:path extrusionOk="0" h="947920" w="1592671">
                    <a:moveTo>
                      <a:pt x="21252" y="947921"/>
                    </a:moveTo>
                    <a:cubicBezTo>
                      <a:pt x="9766" y="947921"/>
                      <a:pt x="352" y="938807"/>
                      <a:pt x="0" y="927321"/>
                    </a:cubicBezTo>
                    <a:cubicBezTo>
                      <a:pt x="0" y="919106"/>
                      <a:pt x="0" y="910892"/>
                      <a:pt x="0" y="902678"/>
                    </a:cubicBezTo>
                    <a:cubicBezTo>
                      <a:pt x="117" y="404016"/>
                      <a:pt x="404461" y="-123"/>
                      <a:pt x="903123" y="0"/>
                    </a:cubicBezTo>
                    <a:cubicBezTo>
                      <a:pt x="1166144" y="65"/>
                      <a:pt x="1416062" y="114814"/>
                      <a:pt x="1587541" y="314261"/>
                    </a:cubicBezTo>
                    <a:cubicBezTo>
                      <a:pt x="1595168" y="323114"/>
                      <a:pt x="1594178" y="336491"/>
                      <a:pt x="1585325" y="344118"/>
                    </a:cubicBezTo>
                    <a:cubicBezTo>
                      <a:pt x="1576472" y="351746"/>
                      <a:pt x="1563094" y="350755"/>
                      <a:pt x="1555467" y="341902"/>
                    </a:cubicBezTo>
                    <a:cubicBezTo>
                      <a:pt x="1245834" y="-18645"/>
                      <a:pt x="702542" y="-59916"/>
                      <a:pt x="341994" y="249721"/>
                    </a:cubicBezTo>
                    <a:cubicBezTo>
                      <a:pt x="151635" y="413195"/>
                      <a:pt x="42114" y="651626"/>
                      <a:pt x="42114" y="902548"/>
                    </a:cubicBezTo>
                    <a:cubicBezTo>
                      <a:pt x="42114" y="910371"/>
                      <a:pt x="42114" y="918194"/>
                      <a:pt x="42114" y="926017"/>
                    </a:cubicBezTo>
                    <a:cubicBezTo>
                      <a:pt x="42479" y="937673"/>
                      <a:pt x="33326" y="947426"/>
                      <a:pt x="21657" y="947791"/>
                    </a:cubicBezTo>
                    <a:cubicBezTo>
                      <a:pt x="21617" y="947791"/>
                      <a:pt x="21565" y="947791"/>
                      <a:pt x="21513" y="94779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05" name="Google Shape;2405;g38b88470f6c_2_3186"/>
              <p:cNvSpPr/>
              <p:nvPr/>
            </p:nvSpPr>
            <p:spPr>
              <a:xfrm>
                <a:off x="7625432" y="1620850"/>
                <a:ext cx="178754" cy="192966"/>
              </a:xfrm>
              <a:custGeom>
                <a:rect b="b" l="l" r="r" t="t"/>
                <a:pathLst>
                  <a:path extrusionOk="0" h="192966" w="178754">
                    <a:moveTo>
                      <a:pt x="155416" y="0"/>
                    </a:moveTo>
                    <a:lnTo>
                      <a:pt x="178755" y="192967"/>
                    </a:lnTo>
                    <a:lnTo>
                      <a:pt x="0" y="116823"/>
                    </a:lnTo>
                    <a:lnTo>
                      <a:pt x="155416" y="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406" name="Google Shape;2406;g38b88470f6c_2_3186"/>
            <p:cNvGrpSpPr/>
            <p:nvPr/>
          </p:nvGrpSpPr>
          <p:grpSpPr>
            <a:xfrm>
              <a:off x="7567967" y="2334044"/>
              <a:ext cx="1372636" cy="1390272"/>
              <a:chOff x="7567967" y="2334044"/>
              <a:chExt cx="1372636" cy="1390272"/>
            </a:xfrm>
          </p:grpSpPr>
          <p:sp>
            <p:nvSpPr>
              <p:cNvPr id="2407" name="Google Shape;2407;g38b88470f6c_2_3186"/>
              <p:cNvSpPr/>
              <p:nvPr/>
            </p:nvSpPr>
            <p:spPr>
              <a:xfrm>
                <a:off x="7574582" y="2341867"/>
                <a:ext cx="1224816" cy="1222599"/>
              </a:xfrm>
              <a:custGeom>
                <a:rect b="b" l="l" r="r" t="t"/>
                <a:pathLst>
                  <a:path extrusionOk="0" h="1222599" w="1224816">
                    <a:moveTo>
                      <a:pt x="1117772" y="613712"/>
                    </a:moveTo>
                    <a:lnTo>
                      <a:pt x="1224816" y="581768"/>
                    </a:lnTo>
                    <a:lnTo>
                      <a:pt x="1197175" y="425309"/>
                    </a:lnTo>
                    <a:lnTo>
                      <a:pt x="1084916" y="432089"/>
                    </a:lnTo>
                    <a:cubicBezTo>
                      <a:pt x="1070260" y="393548"/>
                      <a:pt x="1050951" y="356949"/>
                      <a:pt x="1027417" y="323089"/>
                    </a:cubicBezTo>
                    <a:lnTo>
                      <a:pt x="1097954" y="234168"/>
                    </a:lnTo>
                    <a:lnTo>
                      <a:pt x="985564" y="122299"/>
                    </a:lnTo>
                    <a:lnTo>
                      <a:pt x="895861" y="193488"/>
                    </a:lnTo>
                    <a:cubicBezTo>
                      <a:pt x="837788" y="154243"/>
                      <a:pt x="772153" y="127593"/>
                      <a:pt x="703155" y="115259"/>
                    </a:cubicBezTo>
                    <a:lnTo>
                      <a:pt x="690117" y="0"/>
                    </a:lnTo>
                    <a:lnTo>
                      <a:pt x="531049" y="0"/>
                    </a:lnTo>
                    <a:lnTo>
                      <a:pt x="518011" y="116041"/>
                    </a:lnTo>
                    <a:cubicBezTo>
                      <a:pt x="478584" y="123525"/>
                      <a:pt x="440199" y="135703"/>
                      <a:pt x="403666" y="152287"/>
                    </a:cubicBezTo>
                    <a:lnTo>
                      <a:pt x="325436" y="64540"/>
                    </a:lnTo>
                    <a:lnTo>
                      <a:pt x="195053" y="155808"/>
                    </a:lnTo>
                    <a:lnTo>
                      <a:pt x="250987" y="259201"/>
                    </a:lnTo>
                    <a:cubicBezTo>
                      <a:pt x="222994" y="287755"/>
                      <a:pt x="198482" y="319529"/>
                      <a:pt x="177973" y="353859"/>
                    </a:cubicBezTo>
                    <a:lnTo>
                      <a:pt x="63757" y="326609"/>
                    </a:lnTo>
                    <a:lnTo>
                      <a:pt x="9779" y="474333"/>
                    </a:lnTo>
                    <a:lnTo>
                      <a:pt x="114085" y="526486"/>
                    </a:lnTo>
                    <a:cubicBezTo>
                      <a:pt x="109313" y="554349"/>
                      <a:pt x="106914" y="582577"/>
                      <a:pt x="106914" y="610844"/>
                    </a:cubicBezTo>
                    <a:cubicBezTo>
                      <a:pt x="106914" y="622839"/>
                      <a:pt x="106914" y="634704"/>
                      <a:pt x="108348" y="646569"/>
                    </a:cubicBezTo>
                    <a:lnTo>
                      <a:pt x="0" y="689334"/>
                    </a:lnTo>
                    <a:lnTo>
                      <a:pt x="41071" y="842795"/>
                    </a:lnTo>
                    <a:lnTo>
                      <a:pt x="154895" y="825975"/>
                    </a:lnTo>
                    <a:cubicBezTo>
                      <a:pt x="172379" y="862822"/>
                      <a:pt x="194271" y="897412"/>
                      <a:pt x="220086" y="928978"/>
                    </a:cubicBezTo>
                    <a:lnTo>
                      <a:pt x="156981" y="1024548"/>
                    </a:lnTo>
                    <a:lnTo>
                      <a:pt x="278759" y="1126638"/>
                    </a:lnTo>
                    <a:lnTo>
                      <a:pt x="360900" y="1048408"/>
                    </a:lnTo>
                    <a:cubicBezTo>
                      <a:pt x="396690" y="1068996"/>
                      <a:pt x="434879" y="1085111"/>
                      <a:pt x="474594" y="1096389"/>
                    </a:cubicBezTo>
                    <a:lnTo>
                      <a:pt x="477592" y="1208779"/>
                    </a:lnTo>
                    <a:lnTo>
                      <a:pt x="635877" y="1222600"/>
                    </a:lnTo>
                    <a:lnTo>
                      <a:pt x="658303" y="1113469"/>
                    </a:lnTo>
                    <a:cubicBezTo>
                      <a:pt x="699817" y="1109845"/>
                      <a:pt x="740718" y="1101083"/>
                      <a:pt x="780081" y="1087393"/>
                    </a:cubicBezTo>
                    <a:lnTo>
                      <a:pt x="846185" y="1176444"/>
                    </a:lnTo>
                    <a:lnTo>
                      <a:pt x="983739" y="1097041"/>
                    </a:lnTo>
                    <a:lnTo>
                      <a:pt x="939800" y="995603"/>
                    </a:lnTo>
                    <a:cubicBezTo>
                      <a:pt x="971639" y="968419"/>
                      <a:pt x="1000050" y="937466"/>
                      <a:pt x="1024418" y="903423"/>
                    </a:cubicBezTo>
                    <a:lnTo>
                      <a:pt x="1129506" y="938365"/>
                    </a:lnTo>
                    <a:lnTo>
                      <a:pt x="1196654" y="794944"/>
                    </a:lnTo>
                    <a:lnTo>
                      <a:pt x="1101865" y="737315"/>
                    </a:lnTo>
                    <a:cubicBezTo>
                      <a:pt x="1112283" y="696935"/>
                      <a:pt x="1117629" y="655408"/>
                      <a:pt x="1117772" y="613712"/>
                    </a:cubicBezTo>
                    <a:close/>
                    <a:moveTo>
                      <a:pt x="929760" y="611496"/>
                    </a:moveTo>
                    <a:cubicBezTo>
                      <a:pt x="929760" y="786769"/>
                      <a:pt x="787682" y="928847"/>
                      <a:pt x="612408" y="928847"/>
                    </a:cubicBezTo>
                    <a:cubicBezTo>
                      <a:pt x="437135" y="928847"/>
                      <a:pt x="295056" y="786769"/>
                      <a:pt x="295056" y="611496"/>
                    </a:cubicBezTo>
                    <a:cubicBezTo>
                      <a:pt x="295056" y="436222"/>
                      <a:pt x="437135" y="294144"/>
                      <a:pt x="612408" y="294144"/>
                    </a:cubicBezTo>
                    <a:cubicBezTo>
                      <a:pt x="612448" y="294144"/>
                      <a:pt x="612500" y="294144"/>
                      <a:pt x="612539" y="294144"/>
                    </a:cubicBezTo>
                    <a:cubicBezTo>
                      <a:pt x="787734" y="294144"/>
                      <a:pt x="929760" y="436170"/>
                      <a:pt x="929760" y="611365"/>
                    </a:cubicBezTo>
                    <a:cubicBezTo>
                      <a:pt x="929760" y="611404"/>
                      <a:pt x="929760" y="611456"/>
                      <a:pt x="929760" y="61149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08" name="Google Shape;2408;g38b88470f6c_2_3186"/>
              <p:cNvSpPr/>
              <p:nvPr/>
            </p:nvSpPr>
            <p:spPr>
              <a:xfrm>
                <a:off x="7567967" y="2334044"/>
                <a:ext cx="1238465" cy="1238383"/>
              </a:xfrm>
              <a:custGeom>
                <a:rect b="b" l="l" r="r" t="t"/>
                <a:pathLst>
                  <a:path extrusionOk="0" h="1238383" w="1238465">
                    <a:moveTo>
                      <a:pt x="642362" y="1238376"/>
                    </a:moveTo>
                    <a:lnTo>
                      <a:pt x="641710" y="1238376"/>
                    </a:lnTo>
                    <a:lnTo>
                      <a:pt x="483556" y="1225338"/>
                    </a:lnTo>
                    <a:cubicBezTo>
                      <a:pt x="479970" y="1225077"/>
                      <a:pt x="477154" y="1222157"/>
                      <a:pt x="477037" y="1218558"/>
                    </a:cubicBezTo>
                    <a:lnTo>
                      <a:pt x="474168" y="1111253"/>
                    </a:lnTo>
                    <a:cubicBezTo>
                      <a:pt x="437348" y="1100418"/>
                      <a:pt x="401884" y="1085463"/>
                      <a:pt x="368427" y="1066662"/>
                    </a:cubicBezTo>
                    <a:lnTo>
                      <a:pt x="290198" y="1140850"/>
                    </a:lnTo>
                    <a:cubicBezTo>
                      <a:pt x="287525" y="1143236"/>
                      <a:pt x="283483" y="1143236"/>
                      <a:pt x="280810" y="1140850"/>
                    </a:cubicBezTo>
                    <a:lnTo>
                      <a:pt x="159033" y="1038760"/>
                    </a:lnTo>
                    <a:cubicBezTo>
                      <a:pt x="156295" y="1036400"/>
                      <a:pt x="155734" y="1032384"/>
                      <a:pt x="157729" y="1029372"/>
                    </a:cubicBezTo>
                    <a:lnTo>
                      <a:pt x="217966" y="938104"/>
                    </a:lnTo>
                    <a:cubicBezTo>
                      <a:pt x="194471" y="908521"/>
                      <a:pt x="174313" y="876420"/>
                      <a:pt x="157859" y="842403"/>
                    </a:cubicBezTo>
                    <a:lnTo>
                      <a:pt x="49120" y="858571"/>
                    </a:lnTo>
                    <a:cubicBezTo>
                      <a:pt x="45548" y="859145"/>
                      <a:pt x="42144" y="856876"/>
                      <a:pt x="41297" y="853356"/>
                    </a:cubicBezTo>
                    <a:lnTo>
                      <a:pt x="226" y="699634"/>
                    </a:lnTo>
                    <a:cubicBezTo>
                      <a:pt x="-673" y="696166"/>
                      <a:pt x="1178" y="692567"/>
                      <a:pt x="4529" y="691290"/>
                    </a:cubicBezTo>
                    <a:lnTo>
                      <a:pt x="108053" y="650349"/>
                    </a:lnTo>
                    <a:cubicBezTo>
                      <a:pt x="107271" y="638745"/>
                      <a:pt x="107010" y="628836"/>
                      <a:pt x="107010" y="619318"/>
                    </a:cubicBezTo>
                    <a:cubicBezTo>
                      <a:pt x="107023" y="592381"/>
                      <a:pt x="109161" y="565483"/>
                      <a:pt x="113399" y="538872"/>
                    </a:cubicBezTo>
                    <a:lnTo>
                      <a:pt x="13265" y="488936"/>
                    </a:lnTo>
                    <a:cubicBezTo>
                      <a:pt x="10031" y="487358"/>
                      <a:pt x="8506" y="483590"/>
                      <a:pt x="9745" y="480200"/>
                    </a:cubicBezTo>
                    <a:lnTo>
                      <a:pt x="64114" y="330911"/>
                    </a:lnTo>
                    <a:cubicBezTo>
                      <a:pt x="65431" y="327587"/>
                      <a:pt x="68964" y="325709"/>
                      <a:pt x="72459" y="326479"/>
                    </a:cubicBezTo>
                    <a:lnTo>
                      <a:pt x="181589" y="352555"/>
                    </a:lnTo>
                    <a:cubicBezTo>
                      <a:pt x="200912" y="320950"/>
                      <a:pt x="223598" y="291523"/>
                      <a:pt x="249258" y="264807"/>
                    </a:cubicBezTo>
                    <a:lnTo>
                      <a:pt x="195801" y="165977"/>
                    </a:lnTo>
                    <a:cubicBezTo>
                      <a:pt x="194106" y="162809"/>
                      <a:pt x="195057" y="158884"/>
                      <a:pt x="198017" y="156851"/>
                    </a:cubicBezTo>
                    <a:lnTo>
                      <a:pt x="328400" y="65583"/>
                    </a:lnTo>
                    <a:cubicBezTo>
                      <a:pt x="331360" y="63496"/>
                      <a:pt x="335428" y="64005"/>
                      <a:pt x="337788" y="66756"/>
                    </a:cubicBezTo>
                    <a:lnTo>
                      <a:pt x="412106" y="150592"/>
                    </a:lnTo>
                    <a:cubicBezTo>
                      <a:pt x="446018" y="135585"/>
                      <a:pt x="481483" y="124346"/>
                      <a:pt x="517846" y="117084"/>
                    </a:cubicBezTo>
                    <a:lnTo>
                      <a:pt x="530885" y="6258"/>
                    </a:lnTo>
                    <a:cubicBezTo>
                      <a:pt x="531341" y="2712"/>
                      <a:pt x="534340" y="39"/>
                      <a:pt x="537925" y="0"/>
                    </a:cubicBezTo>
                    <a:lnTo>
                      <a:pt x="696862" y="0"/>
                    </a:lnTo>
                    <a:cubicBezTo>
                      <a:pt x="700408" y="39"/>
                      <a:pt x="703381" y="2725"/>
                      <a:pt x="703772" y="6258"/>
                    </a:cubicBezTo>
                    <a:lnTo>
                      <a:pt x="716810" y="116432"/>
                    </a:lnTo>
                    <a:cubicBezTo>
                      <a:pt x="783215" y="129027"/>
                      <a:pt x="846437" y="154790"/>
                      <a:pt x="902736" y="192184"/>
                    </a:cubicBezTo>
                    <a:lnTo>
                      <a:pt x="988398" y="124255"/>
                    </a:lnTo>
                    <a:cubicBezTo>
                      <a:pt x="991097" y="121921"/>
                      <a:pt x="995087" y="121921"/>
                      <a:pt x="997786" y="124255"/>
                    </a:cubicBezTo>
                    <a:lnTo>
                      <a:pt x="1110045" y="236645"/>
                    </a:lnTo>
                    <a:cubicBezTo>
                      <a:pt x="1112431" y="239318"/>
                      <a:pt x="1112431" y="243359"/>
                      <a:pt x="1110045" y="246032"/>
                    </a:cubicBezTo>
                    <a:lnTo>
                      <a:pt x="1042767" y="330781"/>
                    </a:lnTo>
                    <a:cubicBezTo>
                      <a:pt x="1064359" y="362438"/>
                      <a:pt x="1082339" y="396429"/>
                      <a:pt x="1096355" y="432089"/>
                    </a:cubicBezTo>
                    <a:lnTo>
                      <a:pt x="1203399" y="425700"/>
                    </a:lnTo>
                    <a:cubicBezTo>
                      <a:pt x="1206998" y="425504"/>
                      <a:pt x="1210179" y="428021"/>
                      <a:pt x="1210831" y="431567"/>
                    </a:cubicBezTo>
                    <a:lnTo>
                      <a:pt x="1238342" y="588026"/>
                    </a:lnTo>
                    <a:cubicBezTo>
                      <a:pt x="1239020" y="591560"/>
                      <a:pt x="1236856" y="595028"/>
                      <a:pt x="1233387" y="595980"/>
                    </a:cubicBezTo>
                    <a:lnTo>
                      <a:pt x="1131428" y="626359"/>
                    </a:lnTo>
                    <a:cubicBezTo>
                      <a:pt x="1130906" y="665161"/>
                      <a:pt x="1126004" y="703780"/>
                      <a:pt x="1116825" y="741487"/>
                    </a:cubicBezTo>
                    <a:lnTo>
                      <a:pt x="1206789" y="796769"/>
                    </a:lnTo>
                    <a:cubicBezTo>
                      <a:pt x="1209814" y="798673"/>
                      <a:pt x="1210987" y="802506"/>
                      <a:pt x="1209527" y="805766"/>
                    </a:cubicBezTo>
                    <a:lnTo>
                      <a:pt x="1142380" y="949187"/>
                    </a:lnTo>
                    <a:cubicBezTo>
                      <a:pt x="1140855" y="952407"/>
                      <a:pt x="1137191" y="954024"/>
                      <a:pt x="1133775" y="952968"/>
                    </a:cubicBezTo>
                    <a:lnTo>
                      <a:pt x="1033510" y="919590"/>
                    </a:lnTo>
                    <a:cubicBezTo>
                      <a:pt x="1010745" y="951038"/>
                      <a:pt x="984499" y="979814"/>
                      <a:pt x="955281" y="1005382"/>
                    </a:cubicBezTo>
                    <a:lnTo>
                      <a:pt x="997133" y="1102126"/>
                    </a:lnTo>
                    <a:cubicBezTo>
                      <a:pt x="998555" y="1105386"/>
                      <a:pt x="997316" y="1109180"/>
                      <a:pt x="994265" y="1110992"/>
                    </a:cubicBezTo>
                    <a:lnTo>
                      <a:pt x="856581" y="1190395"/>
                    </a:lnTo>
                    <a:cubicBezTo>
                      <a:pt x="853517" y="1192234"/>
                      <a:pt x="849566" y="1191438"/>
                      <a:pt x="847454" y="1188570"/>
                    </a:cubicBezTo>
                    <a:lnTo>
                      <a:pt x="784349" y="1103560"/>
                    </a:lnTo>
                    <a:cubicBezTo>
                      <a:pt x="747633" y="1116012"/>
                      <a:pt x="709626" y="1124239"/>
                      <a:pt x="671046" y="1128072"/>
                    </a:cubicBezTo>
                    <a:lnTo>
                      <a:pt x="649663" y="1232379"/>
                    </a:lnTo>
                    <a:cubicBezTo>
                      <a:pt x="649129" y="1235951"/>
                      <a:pt x="645974" y="1238546"/>
                      <a:pt x="642362" y="1238376"/>
                    </a:cubicBezTo>
                    <a:close/>
                    <a:moveTo>
                      <a:pt x="490988" y="1210865"/>
                    </a:moveTo>
                    <a:lnTo>
                      <a:pt x="636756" y="1223904"/>
                    </a:lnTo>
                    <a:lnTo>
                      <a:pt x="657747" y="1120901"/>
                    </a:lnTo>
                    <a:cubicBezTo>
                      <a:pt x="658425" y="1117837"/>
                      <a:pt x="661007" y="1115568"/>
                      <a:pt x="664136" y="1115295"/>
                    </a:cubicBezTo>
                    <a:cubicBezTo>
                      <a:pt x="705089" y="1111605"/>
                      <a:pt x="745416" y="1102843"/>
                      <a:pt x="784218" y="1089218"/>
                    </a:cubicBezTo>
                    <a:cubicBezTo>
                      <a:pt x="787165" y="1088201"/>
                      <a:pt x="790438" y="1089205"/>
                      <a:pt x="792302" y="1091695"/>
                    </a:cubicBezTo>
                    <a:lnTo>
                      <a:pt x="854625" y="1175662"/>
                    </a:lnTo>
                    <a:lnTo>
                      <a:pt x="981357" y="1102517"/>
                    </a:lnTo>
                    <a:lnTo>
                      <a:pt x="939765" y="1006816"/>
                    </a:lnTo>
                    <a:cubicBezTo>
                      <a:pt x="938605" y="1003935"/>
                      <a:pt x="939387" y="1000649"/>
                      <a:pt x="941721" y="998602"/>
                    </a:cubicBezTo>
                    <a:cubicBezTo>
                      <a:pt x="973221" y="971795"/>
                      <a:pt x="1001202" y="941129"/>
                      <a:pt x="1025036" y="907334"/>
                    </a:cubicBezTo>
                    <a:cubicBezTo>
                      <a:pt x="1026913" y="904857"/>
                      <a:pt x="1030147" y="903814"/>
                      <a:pt x="1033119" y="904726"/>
                    </a:cubicBezTo>
                    <a:lnTo>
                      <a:pt x="1132210" y="937844"/>
                    </a:lnTo>
                    <a:lnTo>
                      <a:pt x="1194012" y="805244"/>
                    </a:lnTo>
                    <a:lnTo>
                      <a:pt x="1104960" y="750484"/>
                    </a:lnTo>
                    <a:cubicBezTo>
                      <a:pt x="1102339" y="748828"/>
                      <a:pt x="1101075" y="745672"/>
                      <a:pt x="1101831" y="742660"/>
                    </a:cubicBezTo>
                    <a:cubicBezTo>
                      <a:pt x="1112040" y="702829"/>
                      <a:pt x="1117255" y="661875"/>
                      <a:pt x="1117346" y="620753"/>
                    </a:cubicBezTo>
                    <a:cubicBezTo>
                      <a:pt x="1117360" y="617649"/>
                      <a:pt x="1119433" y="614924"/>
                      <a:pt x="1122432" y="614103"/>
                    </a:cubicBezTo>
                    <a:lnTo>
                      <a:pt x="1223348" y="583985"/>
                    </a:lnTo>
                    <a:lnTo>
                      <a:pt x="1197923" y="439912"/>
                    </a:lnTo>
                    <a:lnTo>
                      <a:pt x="1092052" y="446300"/>
                    </a:lnTo>
                    <a:cubicBezTo>
                      <a:pt x="1088949" y="446535"/>
                      <a:pt x="1086055" y="444671"/>
                      <a:pt x="1085012" y="441737"/>
                    </a:cubicBezTo>
                    <a:cubicBezTo>
                      <a:pt x="1070539" y="403756"/>
                      <a:pt x="1051490" y="367680"/>
                      <a:pt x="1028295" y="334302"/>
                    </a:cubicBezTo>
                    <a:cubicBezTo>
                      <a:pt x="1026431" y="331837"/>
                      <a:pt x="1026431" y="328421"/>
                      <a:pt x="1028295" y="325957"/>
                    </a:cubicBezTo>
                    <a:lnTo>
                      <a:pt x="1094790" y="241990"/>
                    </a:lnTo>
                    <a:lnTo>
                      <a:pt x="991136" y="139118"/>
                    </a:lnTo>
                    <a:lnTo>
                      <a:pt x="906387" y="206396"/>
                    </a:lnTo>
                    <a:cubicBezTo>
                      <a:pt x="903923" y="208260"/>
                      <a:pt x="900507" y="208260"/>
                      <a:pt x="898042" y="206396"/>
                    </a:cubicBezTo>
                    <a:cubicBezTo>
                      <a:pt x="840857" y="167529"/>
                      <a:pt x="776135" y="141139"/>
                      <a:pt x="708075" y="128949"/>
                    </a:cubicBezTo>
                    <a:cubicBezTo>
                      <a:pt x="705024" y="128388"/>
                      <a:pt x="702690" y="125911"/>
                      <a:pt x="702338" y="122821"/>
                    </a:cubicBezTo>
                    <a:lnTo>
                      <a:pt x="689300" y="13690"/>
                    </a:lnTo>
                    <a:lnTo>
                      <a:pt x="543923" y="13690"/>
                    </a:lnTo>
                    <a:lnTo>
                      <a:pt x="530885" y="123473"/>
                    </a:lnTo>
                    <a:cubicBezTo>
                      <a:pt x="530637" y="126549"/>
                      <a:pt x="528329" y="129079"/>
                      <a:pt x="525278" y="129601"/>
                    </a:cubicBezTo>
                    <a:cubicBezTo>
                      <a:pt x="486437" y="137019"/>
                      <a:pt x="448613" y="149054"/>
                      <a:pt x="412627" y="165456"/>
                    </a:cubicBezTo>
                    <a:cubicBezTo>
                      <a:pt x="409785" y="166681"/>
                      <a:pt x="406473" y="165951"/>
                      <a:pt x="404413" y="163630"/>
                    </a:cubicBezTo>
                    <a:lnTo>
                      <a:pt x="330747" y="80707"/>
                    </a:lnTo>
                    <a:lnTo>
                      <a:pt x="210925" y="164543"/>
                    </a:lnTo>
                    <a:lnTo>
                      <a:pt x="263861" y="262330"/>
                    </a:lnTo>
                    <a:cubicBezTo>
                      <a:pt x="265282" y="265081"/>
                      <a:pt x="264812" y="268419"/>
                      <a:pt x="262687" y="270675"/>
                    </a:cubicBezTo>
                    <a:cubicBezTo>
                      <a:pt x="235059" y="298811"/>
                      <a:pt x="210899" y="330155"/>
                      <a:pt x="190716" y="364029"/>
                    </a:cubicBezTo>
                    <a:cubicBezTo>
                      <a:pt x="189047" y="366636"/>
                      <a:pt x="185931" y="367940"/>
                      <a:pt x="182893" y="367288"/>
                    </a:cubicBezTo>
                    <a:lnTo>
                      <a:pt x="74805" y="341212"/>
                    </a:lnTo>
                    <a:lnTo>
                      <a:pt x="24869" y="478635"/>
                    </a:lnTo>
                    <a:lnTo>
                      <a:pt x="123699" y="528050"/>
                    </a:lnTo>
                    <a:cubicBezTo>
                      <a:pt x="126463" y="529485"/>
                      <a:pt x="128001" y="532536"/>
                      <a:pt x="127480" y="535613"/>
                    </a:cubicBezTo>
                    <a:cubicBezTo>
                      <a:pt x="122826" y="563097"/>
                      <a:pt x="120465" y="590921"/>
                      <a:pt x="120439" y="618797"/>
                    </a:cubicBezTo>
                    <a:cubicBezTo>
                      <a:pt x="120439" y="629358"/>
                      <a:pt x="120439" y="640571"/>
                      <a:pt x="121873" y="654000"/>
                    </a:cubicBezTo>
                    <a:cubicBezTo>
                      <a:pt x="122043" y="657051"/>
                      <a:pt x="120270" y="659880"/>
                      <a:pt x="117440" y="661041"/>
                    </a:cubicBezTo>
                    <a:lnTo>
                      <a:pt x="14960" y="701590"/>
                    </a:lnTo>
                    <a:lnTo>
                      <a:pt x="52771" y="842795"/>
                    </a:lnTo>
                    <a:lnTo>
                      <a:pt x="160337" y="826888"/>
                    </a:lnTo>
                    <a:cubicBezTo>
                      <a:pt x="163440" y="826431"/>
                      <a:pt x="166465" y="828074"/>
                      <a:pt x="167768" y="830930"/>
                    </a:cubicBezTo>
                    <a:cubicBezTo>
                      <a:pt x="184927" y="867215"/>
                      <a:pt x="206375" y="901310"/>
                      <a:pt x="231656" y="932498"/>
                    </a:cubicBezTo>
                    <a:cubicBezTo>
                      <a:pt x="233482" y="934975"/>
                      <a:pt x="233482" y="938365"/>
                      <a:pt x="231656" y="940842"/>
                    </a:cubicBezTo>
                    <a:lnTo>
                      <a:pt x="172071" y="1031198"/>
                    </a:lnTo>
                    <a:lnTo>
                      <a:pt x="284070" y="1125204"/>
                    </a:lnTo>
                    <a:lnTo>
                      <a:pt x="362299" y="1051798"/>
                    </a:lnTo>
                    <a:cubicBezTo>
                      <a:pt x="364529" y="1049608"/>
                      <a:pt x="367945" y="1049178"/>
                      <a:pt x="370644" y="1050755"/>
                    </a:cubicBezTo>
                    <a:cubicBezTo>
                      <a:pt x="405873" y="1071095"/>
                      <a:pt x="443502" y="1087002"/>
                      <a:pt x="482643" y="1098084"/>
                    </a:cubicBezTo>
                    <a:cubicBezTo>
                      <a:pt x="485616" y="1098879"/>
                      <a:pt x="487741" y="1101526"/>
                      <a:pt x="487858" y="1104603"/>
                    </a:cubicBezTo>
                    <a:close/>
                    <a:moveTo>
                      <a:pt x="619154" y="943320"/>
                    </a:moveTo>
                    <a:cubicBezTo>
                      <a:pt x="439995" y="943320"/>
                      <a:pt x="294761" y="798086"/>
                      <a:pt x="294761" y="618927"/>
                    </a:cubicBezTo>
                    <a:cubicBezTo>
                      <a:pt x="294761" y="439768"/>
                      <a:pt x="439995" y="294535"/>
                      <a:pt x="619154" y="294535"/>
                    </a:cubicBezTo>
                    <a:cubicBezTo>
                      <a:pt x="798313" y="294535"/>
                      <a:pt x="943546" y="439768"/>
                      <a:pt x="943546" y="618927"/>
                    </a:cubicBezTo>
                    <a:cubicBezTo>
                      <a:pt x="943546" y="798151"/>
                      <a:pt x="798378" y="943489"/>
                      <a:pt x="619154" y="943711"/>
                    </a:cubicBezTo>
                    <a:close/>
                    <a:moveTo>
                      <a:pt x="619154" y="308616"/>
                    </a:moveTo>
                    <a:cubicBezTo>
                      <a:pt x="447778" y="308538"/>
                      <a:pt x="308790" y="447422"/>
                      <a:pt x="308712" y="618797"/>
                    </a:cubicBezTo>
                    <a:cubicBezTo>
                      <a:pt x="308634" y="790172"/>
                      <a:pt x="447518" y="929160"/>
                      <a:pt x="618893" y="929238"/>
                    </a:cubicBezTo>
                    <a:cubicBezTo>
                      <a:pt x="790268" y="929317"/>
                      <a:pt x="929256" y="790433"/>
                      <a:pt x="929335" y="619058"/>
                    </a:cubicBezTo>
                    <a:cubicBezTo>
                      <a:pt x="929335" y="619018"/>
                      <a:pt x="929335" y="618966"/>
                      <a:pt x="929335" y="618927"/>
                    </a:cubicBezTo>
                    <a:cubicBezTo>
                      <a:pt x="928904" y="447839"/>
                      <a:pt x="790242" y="309294"/>
                      <a:pt x="619154" y="3090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09" name="Google Shape;2409;g38b88470f6c_2_3186"/>
              <p:cNvSpPr/>
              <p:nvPr/>
            </p:nvSpPr>
            <p:spPr>
              <a:xfrm>
                <a:off x="7694039" y="2627918"/>
                <a:ext cx="1244319" cy="1096398"/>
              </a:xfrm>
              <a:custGeom>
                <a:rect b="b" l="l" r="r" t="t"/>
                <a:pathLst>
                  <a:path extrusionOk="0" h="1096398" w="1244319">
                    <a:moveTo>
                      <a:pt x="487996" y="1096398"/>
                    </a:moveTo>
                    <a:cubicBezTo>
                      <a:pt x="312697" y="1095968"/>
                      <a:pt x="142964" y="1034832"/>
                      <a:pt x="7666" y="923380"/>
                    </a:cubicBezTo>
                    <a:cubicBezTo>
                      <a:pt x="-1330" y="915923"/>
                      <a:pt x="-2595" y="902584"/>
                      <a:pt x="4863" y="893588"/>
                    </a:cubicBezTo>
                    <a:cubicBezTo>
                      <a:pt x="12321" y="884591"/>
                      <a:pt x="25659" y="883327"/>
                      <a:pt x="34655" y="890785"/>
                    </a:cubicBezTo>
                    <a:cubicBezTo>
                      <a:pt x="338121" y="1141667"/>
                      <a:pt x="787512" y="1099045"/>
                      <a:pt x="1038395" y="795579"/>
                    </a:cubicBezTo>
                    <a:cubicBezTo>
                      <a:pt x="1215820" y="580969"/>
                      <a:pt x="1252066" y="282679"/>
                      <a:pt x="1131175" y="31823"/>
                    </a:cubicBezTo>
                    <a:cubicBezTo>
                      <a:pt x="1125334" y="21640"/>
                      <a:pt x="1128867" y="8654"/>
                      <a:pt x="1139050" y="2812"/>
                    </a:cubicBezTo>
                    <a:cubicBezTo>
                      <a:pt x="1149233" y="-3016"/>
                      <a:pt x="1162219" y="505"/>
                      <a:pt x="1168060" y="10688"/>
                    </a:cubicBezTo>
                    <a:cubicBezTo>
                      <a:pt x="1168556" y="11574"/>
                      <a:pt x="1168999" y="12487"/>
                      <a:pt x="1169377" y="13439"/>
                    </a:cubicBezTo>
                    <a:cubicBezTo>
                      <a:pt x="1350335" y="389293"/>
                      <a:pt x="1192338" y="840679"/>
                      <a:pt x="816496" y="1021624"/>
                    </a:cubicBezTo>
                    <a:cubicBezTo>
                      <a:pt x="714015" y="1070961"/>
                      <a:pt x="601729" y="1096529"/>
                      <a:pt x="487996" y="109639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10" name="Google Shape;2410;g38b88470f6c_2_3186"/>
              <p:cNvSpPr/>
              <p:nvPr/>
            </p:nvSpPr>
            <p:spPr>
              <a:xfrm>
                <a:off x="8772018" y="2530792"/>
                <a:ext cx="168585" cy="194400"/>
              </a:xfrm>
              <a:custGeom>
                <a:rect b="b" l="l" r="r" t="t"/>
                <a:pathLst>
                  <a:path extrusionOk="0" h="194400" w="168585">
                    <a:moveTo>
                      <a:pt x="652" y="194401"/>
                    </a:moveTo>
                    <a:lnTo>
                      <a:pt x="0" y="0"/>
                    </a:lnTo>
                    <a:lnTo>
                      <a:pt x="168585" y="96614"/>
                    </a:lnTo>
                    <a:lnTo>
                      <a:pt x="652" y="19440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411" name="Google Shape;2411;g38b88470f6c_2_3186"/>
            <p:cNvGrpSpPr/>
            <p:nvPr/>
          </p:nvGrpSpPr>
          <p:grpSpPr>
            <a:xfrm>
              <a:off x="5716757" y="2701775"/>
              <a:ext cx="2100989" cy="2869805"/>
              <a:chOff x="5716757" y="2701775"/>
              <a:chExt cx="2100989" cy="2869805"/>
            </a:xfrm>
          </p:grpSpPr>
          <p:sp>
            <p:nvSpPr>
              <p:cNvPr id="2412" name="Google Shape;2412;g38b88470f6c_2_3186"/>
              <p:cNvSpPr/>
              <p:nvPr/>
            </p:nvSpPr>
            <p:spPr>
              <a:xfrm>
                <a:off x="5716757" y="5232585"/>
                <a:ext cx="1347376" cy="338995"/>
              </a:xfrm>
              <a:custGeom>
                <a:rect b="b" l="l" r="r" t="t"/>
                <a:pathLst>
                  <a:path extrusionOk="0" h="338995" w="1347376">
                    <a:moveTo>
                      <a:pt x="1347376" y="169497"/>
                    </a:moveTo>
                    <a:cubicBezTo>
                      <a:pt x="1347376" y="263108"/>
                      <a:pt x="1045756" y="338995"/>
                      <a:pt x="673688" y="338995"/>
                    </a:cubicBezTo>
                    <a:cubicBezTo>
                      <a:pt x="301620" y="338995"/>
                      <a:pt x="0" y="263108"/>
                      <a:pt x="0" y="169497"/>
                    </a:cubicBezTo>
                    <a:cubicBezTo>
                      <a:pt x="0" y="75887"/>
                      <a:pt x="301621" y="0"/>
                      <a:pt x="673688" y="0"/>
                    </a:cubicBezTo>
                    <a:cubicBezTo>
                      <a:pt x="1045756" y="0"/>
                      <a:pt x="1347376" y="75887"/>
                      <a:pt x="1347376" y="16949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13" name="Google Shape;2413;g38b88470f6c_2_3186"/>
              <p:cNvSpPr/>
              <p:nvPr/>
            </p:nvSpPr>
            <p:spPr>
              <a:xfrm>
                <a:off x="7044315" y="4907931"/>
                <a:ext cx="766259" cy="353076"/>
              </a:xfrm>
              <a:custGeom>
                <a:rect b="b" l="l" r="r" t="t"/>
                <a:pathLst>
                  <a:path extrusionOk="0" h="353076" w="766259">
                    <a:moveTo>
                      <a:pt x="765347" y="353077"/>
                    </a:moveTo>
                    <a:cubicBezTo>
                      <a:pt x="765347" y="345514"/>
                      <a:pt x="766260" y="337952"/>
                      <a:pt x="766260" y="330129"/>
                    </a:cubicBezTo>
                    <a:cubicBezTo>
                      <a:pt x="766260" y="147593"/>
                      <a:pt x="594806" y="0"/>
                      <a:pt x="383195" y="0"/>
                    </a:cubicBezTo>
                    <a:cubicBezTo>
                      <a:pt x="171584" y="0"/>
                      <a:pt x="0" y="147854"/>
                      <a:pt x="0" y="330129"/>
                    </a:cubicBezTo>
                    <a:cubicBezTo>
                      <a:pt x="0" y="337952"/>
                      <a:pt x="0" y="345514"/>
                      <a:pt x="1043" y="35307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14" name="Google Shape;2414;g38b88470f6c_2_3186"/>
              <p:cNvSpPr/>
              <p:nvPr/>
            </p:nvSpPr>
            <p:spPr>
              <a:xfrm>
                <a:off x="7037275" y="4900891"/>
                <a:ext cx="780471" cy="367288"/>
              </a:xfrm>
              <a:custGeom>
                <a:rect b="b" l="l" r="r" t="t"/>
                <a:pathLst>
                  <a:path extrusionOk="0" h="367288" w="780471">
                    <a:moveTo>
                      <a:pt x="772388" y="367288"/>
                    </a:moveTo>
                    <a:lnTo>
                      <a:pt x="8084" y="367288"/>
                    </a:lnTo>
                    <a:cubicBezTo>
                      <a:pt x="4394" y="367301"/>
                      <a:pt x="1317" y="364446"/>
                      <a:pt x="1043" y="360769"/>
                    </a:cubicBezTo>
                    <a:cubicBezTo>
                      <a:pt x="391" y="35190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20"/>
                      <a:pt x="776052" y="367236"/>
                      <a:pt x="772388" y="367288"/>
                    </a:cubicBezTo>
                    <a:close/>
                    <a:moveTo>
                      <a:pt x="14603" y="353468"/>
                    </a:moveTo>
                    <a:lnTo>
                      <a:pt x="765608" y="353468"/>
                    </a:lnTo>
                    <a:cubicBezTo>
                      <a:pt x="765608" y="347731"/>
                      <a:pt x="765608" y="342516"/>
                      <a:pt x="765608" y="337561"/>
                    </a:cubicBezTo>
                    <a:cubicBezTo>
                      <a:pt x="765608" y="159458"/>
                      <a:pt x="596893" y="14472"/>
                      <a:pt x="389584" y="14472"/>
                    </a:cubicBezTo>
                    <a:cubicBezTo>
                      <a:pt x="182275" y="14472"/>
                      <a:pt x="13429" y="159458"/>
                      <a:pt x="13429" y="337561"/>
                    </a:cubicBezTo>
                    <a:cubicBezTo>
                      <a:pt x="14081" y="342255"/>
                      <a:pt x="14342" y="347340"/>
                      <a:pt x="14603" y="35346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15" name="Google Shape;2415;g38b88470f6c_2_3186"/>
              <p:cNvSpPr/>
              <p:nvPr/>
            </p:nvSpPr>
            <p:spPr>
              <a:xfrm>
                <a:off x="7044315" y="4939354"/>
                <a:ext cx="766259" cy="353076"/>
              </a:xfrm>
              <a:custGeom>
                <a:rect b="b" l="l" r="r" t="t"/>
                <a:pathLst>
                  <a:path extrusionOk="0" h="353076" w="766259">
                    <a:moveTo>
                      <a:pt x="765347" y="353077"/>
                    </a:moveTo>
                    <a:cubicBezTo>
                      <a:pt x="765347" y="345514"/>
                      <a:pt x="766260" y="337822"/>
                      <a:pt x="766260" y="330129"/>
                    </a:cubicBezTo>
                    <a:cubicBezTo>
                      <a:pt x="766260" y="147593"/>
                      <a:pt x="594806" y="0"/>
                      <a:pt x="383195" y="0"/>
                    </a:cubicBezTo>
                    <a:cubicBezTo>
                      <a:pt x="171584" y="0"/>
                      <a:pt x="0" y="147854"/>
                      <a:pt x="0" y="330129"/>
                    </a:cubicBezTo>
                    <a:cubicBezTo>
                      <a:pt x="0" y="337822"/>
                      <a:pt x="0" y="345514"/>
                      <a:pt x="104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16" name="Google Shape;2416;g38b88470f6c_2_3186"/>
              <p:cNvSpPr/>
              <p:nvPr/>
            </p:nvSpPr>
            <p:spPr>
              <a:xfrm>
                <a:off x="7037275" y="4932313"/>
                <a:ext cx="780471" cy="367158"/>
              </a:xfrm>
              <a:custGeom>
                <a:rect b="b" l="l" r="r" t="t"/>
                <a:pathLst>
                  <a:path extrusionOk="0" h="367158" w="780471">
                    <a:moveTo>
                      <a:pt x="772388" y="367158"/>
                    </a:moveTo>
                    <a:lnTo>
                      <a:pt x="8084" y="367158"/>
                    </a:lnTo>
                    <a:cubicBezTo>
                      <a:pt x="4433" y="367171"/>
                      <a:pt x="1382" y="364407"/>
                      <a:pt x="1043" y="360769"/>
                    </a:cubicBezTo>
                    <a:cubicBezTo>
                      <a:pt x="391" y="35177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07"/>
                      <a:pt x="776038" y="367171"/>
                      <a:pt x="772388" y="367158"/>
                    </a:cubicBezTo>
                    <a:close/>
                    <a:moveTo>
                      <a:pt x="14603" y="353077"/>
                    </a:moveTo>
                    <a:lnTo>
                      <a:pt x="765608" y="353077"/>
                    </a:lnTo>
                    <a:cubicBezTo>
                      <a:pt x="765608" y="347340"/>
                      <a:pt x="765608" y="342125"/>
                      <a:pt x="765608" y="337170"/>
                    </a:cubicBezTo>
                    <a:cubicBezTo>
                      <a:pt x="765608" y="159067"/>
                      <a:pt x="596893" y="14082"/>
                      <a:pt x="389584" y="14082"/>
                    </a:cubicBezTo>
                    <a:cubicBezTo>
                      <a:pt x="182275" y="14082"/>
                      <a:pt x="13429" y="159067"/>
                      <a:pt x="13429" y="337170"/>
                    </a:cubicBezTo>
                    <a:cubicBezTo>
                      <a:pt x="14081" y="342125"/>
                      <a:pt x="14342" y="347340"/>
                      <a:pt x="1460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17" name="Google Shape;2417;g38b88470f6c_2_3186"/>
              <p:cNvSpPr/>
              <p:nvPr/>
            </p:nvSpPr>
            <p:spPr>
              <a:xfrm>
                <a:off x="6559174" y="3157334"/>
                <a:ext cx="615784" cy="645539"/>
              </a:xfrm>
              <a:custGeom>
                <a:rect b="b" l="l" r="r" t="t"/>
                <a:pathLst>
                  <a:path extrusionOk="0" h="645539" w="615784">
                    <a:moveTo>
                      <a:pt x="45099" y="5033"/>
                    </a:moveTo>
                    <a:lnTo>
                      <a:pt x="308603" y="421606"/>
                    </a:lnTo>
                    <a:lnTo>
                      <a:pt x="598183" y="258627"/>
                    </a:lnTo>
                    <a:lnTo>
                      <a:pt x="615785" y="399962"/>
                    </a:lnTo>
                    <a:cubicBezTo>
                      <a:pt x="615785" y="399962"/>
                      <a:pt x="336896" y="619397"/>
                      <a:pt x="298042" y="636737"/>
                    </a:cubicBezTo>
                    <a:cubicBezTo>
                      <a:pt x="259188" y="654078"/>
                      <a:pt x="188520" y="643908"/>
                      <a:pt x="170919" y="622656"/>
                    </a:cubicBezTo>
                    <a:cubicBezTo>
                      <a:pt x="153317" y="601404"/>
                      <a:pt x="5072" y="76091"/>
                      <a:pt x="5072" y="76091"/>
                    </a:cubicBezTo>
                    <a:cubicBezTo>
                      <a:pt x="5072" y="76091"/>
                      <a:pt x="-21005" y="-23130"/>
                      <a:pt x="45099" y="503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18" name="Google Shape;2418;g38b88470f6c_2_3186"/>
              <p:cNvSpPr/>
              <p:nvPr/>
            </p:nvSpPr>
            <p:spPr>
              <a:xfrm>
                <a:off x="6552042" y="3149579"/>
                <a:ext cx="630022" cy="660808"/>
              </a:xfrm>
              <a:custGeom>
                <a:rect b="b" l="l" r="r" t="t"/>
                <a:pathLst>
                  <a:path extrusionOk="0" h="660808" w="630022">
                    <a:moveTo>
                      <a:pt x="255498" y="660790"/>
                    </a:moveTo>
                    <a:cubicBezTo>
                      <a:pt x="221338" y="660790"/>
                      <a:pt x="186004" y="651402"/>
                      <a:pt x="172575" y="634714"/>
                    </a:cubicBezTo>
                    <a:cubicBezTo>
                      <a:pt x="154452" y="612939"/>
                      <a:pt x="20418" y="139259"/>
                      <a:pt x="5294" y="84759"/>
                    </a:cubicBezTo>
                    <a:cubicBezTo>
                      <a:pt x="3599" y="78631"/>
                      <a:pt x="-9309" y="25695"/>
                      <a:pt x="12725" y="6529"/>
                    </a:cubicBezTo>
                    <a:cubicBezTo>
                      <a:pt x="22504" y="-1816"/>
                      <a:pt x="36716" y="-2207"/>
                      <a:pt x="54969" y="5616"/>
                    </a:cubicBezTo>
                    <a:cubicBezTo>
                      <a:pt x="56286" y="6151"/>
                      <a:pt x="57395" y="7116"/>
                      <a:pt x="58099" y="8354"/>
                    </a:cubicBezTo>
                    <a:lnTo>
                      <a:pt x="318082" y="419321"/>
                    </a:lnTo>
                    <a:lnTo>
                      <a:pt x="601795" y="260124"/>
                    </a:lnTo>
                    <a:cubicBezTo>
                      <a:pt x="603868" y="259015"/>
                      <a:pt x="606371" y="259015"/>
                      <a:pt x="608444" y="260124"/>
                    </a:cubicBezTo>
                    <a:cubicBezTo>
                      <a:pt x="610544" y="261219"/>
                      <a:pt x="612004" y="263253"/>
                      <a:pt x="612356" y="265600"/>
                    </a:cubicBezTo>
                    <a:lnTo>
                      <a:pt x="629958" y="406804"/>
                    </a:lnTo>
                    <a:cubicBezTo>
                      <a:pt x="630297" y="409242"/>
                      <a:pt x="629293" y="411681"/>
                      <a:pt x="627350" y="413193"/>
                    </a:cubicBezTo>
                    <a:cubicBezTo>
                      <a:pt x="615876" y="422190"/>
                      <a:pt x="347157" y="632888"/>
                      <a:pt x="308043" y="650751"/>
                    </a:cubicBezTo>
                    <a:cubicBezTo>
                      <a:pt x="291406" y="657674"/>
                      <a:pt x="273517" y="661090"/>
                      <a:pt x="255498" y="660790"/>
                    </a:cubicBezTo>
                    <a:close/>
                    <a:moveTo>
                      <a:pt x="31631" y="14743"/>
                    </a:moveTo>
                    <a:cubicBezTo>
                      <a:pt x="28150" y="14600"/>
                      <a:pt x="24721" y="15708"/>
                      <a:pt x="21983" y="17872"/>
                    </a:cubicBezTo>
                    <a:cubicBezTo>
                      <a:pt x="10378" y="27912"/>
                      <a:pt x="13899" y="62333"/>
                      <a:pt x="18853" y="81630"/>
                    </a:cubicBezTo>
                    <a:cubicBezTo>
                      <a:pt x="77917" y="291024"/>
                      <a:pt x="170489" y="609159"/>
                      <a:pt x="183527" y="626239"/>
                    </a:cubicBezTo>
                    <a:cubicBezTo>
                      <a:pt x="198912" y="644623"/>
                      <a:pt x="266450" y="654662"/>
                      <a:pt x="302175" y="638364"/>
                    </a:cubicBezTo>
                    <a:cubicBezTo>
                      <a:pt x="337900" y="622066"/>
                      <a:pt x="584584" y="429752"/>
                      <a:pt x="615094" y="405110"/>
                    </a:cubicBezTo>
                    <a:lnTo>
                      <a:pt x="599187" y="278247"/>
                    </a:lnTo>
                    <a:lnTo>
                      <a:pt x="319125" y="435880"/>
                    </a:lnTo>
                    <a:cubicBezTo>
                      <a:pt x="315839" y="437692"/>
                      <a:pt x="311706" y="436597"/>
                      <a:pt x="309738" y="433402"/>
                    </a:cubicBezTo>
                    <a:lnTo>
                      <a:pt x="47407" y="18655"/>
                    </a:lnTo>
                    <a:cubicBezTo>
                      <a:pt x="42426" y="16425"/>
                      <a:pt x="37081" y="15095"/>
                      <a:pt x="31631" y="14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19" name="Google Shape;2419;g38b88470f6c_2_3186"/>
              <p:cNvSpPr/>
              <p:nvPr/>
            </p:nvSpPr>
            <p:spPr>
              <a:xfrm>
                <a:off x="6941965" y="3352986"/>
                <a:ext cx="275368" cy="377849"/>
              </a:xfrm>
              <a:custGeom>
                <a:rect b="b" l="l" r="r" t="t"/>
                <a:pathLst>
                  <a:path extrusionOk="0" h="377849" w="275368">
                    <a:moveTo>
                      <a:pt x="201311" y="42374"/>
                    </a:moveTo>
                    <a:lnTo>
                      <a:pt x="0" y="169498"/>
                    </a:lnTo>
                    <a:lnTo>
                      <a:pt x="107044" y="377849"/>
                    </a:lnTo>
                    <a:lnTo>
                      <a:pt x="275368" y="194271"/>
                    </a:lnTo>
                    <a:lnTo>
                      <a:pt x="257767" y="0"/>
                    </a:lnTo>
                    <a:lnTo>
                      <a:pt x="201311" y="4237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0" name="Google Shape;2420;g38b88470f6c_2_3186"/>
              <p:cNvSpPr/>
              <p:nvPr/>
            </p:nvSpPr>
            <p:spPr>
              <a:xfrm>
                <a:off x="6934890" y="3346286"/>
                <a:ext cx="289538" cy="391606"/>
              </a:xfrm>
              <a:custGeom>
                <a:rect b="b" l="l" r="r" t="t"/>
                <a:pathLst>
                  <a:path extrusionOk="0" h="391606" w="289538">
                    <a:moveTo>
                      <a:pt x="114119" y="391590"/>
                    </a:moveTo>
                    <a:lnTo>
                      <a:pt x="113206" y="391590"/>
                    </a:lnTo>
                    <a:cubicBezTo>
                      <a:pt x="110951" y="391186"/>
                      <a:pt x="108995" y="389804"/>
                      <a:pt x="107861" y="387809"/>
                    </a:cubicBezTo>
                    <a:lnTo>
                      <a:pt x="816" y="179196"/>
                    </a:lnTo>
                    <a:cubicBezTo>
                      <a:pt x="-905" y="175937"/>
                      <a:pt x="177" y="171895"/>
                      <a:pt x="3293" y="169939"/>
                    </a:cubicBezTo>
                    <a:lnTo>
                      <a:pt x="204344" y="43598"/>
                    </a:lnTo>
                    <a:lnTo>
                      <a:pt x="260539" y="1485"/>
                    </a:lnTo>
                    <a:cubicBezTo>
                      <a:pt x="263603" y="-901"/>
                      <a:pt x="268036" y="-354"/>
                      <a:pt x="270422" y="2710"/>
                    </a:cubicBezTo>
                    <a:cubicBezTo>
                      <a:pt x="271256" y="3780"/>
                      <a:pt x="271765" y="5083"/>
                      <a:pt x="271882" y="6439"/>
                    </a:cubicBezTo>
                    <a:lnTo>
                      <a:pt x="289484" y="200710"/>
                    </a:lnTo>
                    <a:cubicBezTo>
                      <a:pt x="289745" y="202678"/>
                      <a:pt x="289067" y="204660"/>
                      <a:pt x="287659" y="206055"/>
                    </a:cubicBezTo>
                    <a:lnTo>
                      <a:pt x="119334" y="389765"/>
                    </a:lnTo>
                    <a:cubicBezTo>
                      <a:pt x="117913" y="391055"/>
                      <a:pt x="116036" y="391721"/>
                      <a:pt x="114119" y="391590"/>
                    </a:cubicBezTo>
                    <a:close/>
                    <a:moveTo>
                      <a:pt x="16332" y="178675"/>
                    </a:moveTo>
                    <a:lnTo>
                      <a:pt x="115814" y="372293"/>
                    </a:lnTo>
                    <a:lnTo>
                      <a:pt x="275142" y="198493"/>
                    </a:lnTo>
                    <a:lnTo>
                      <a:pt x="258974" y="19999"/>
                    </a:lnTo>
                    <a:lnTo>
                      <a:pt x="212558" y="54681"/>
                    </a:lnTo>
                    <a:lnTo>
                      <a:pt x="212558" y="54681"/>
                    </a:lnTo>
                    <a:close/>
                    <a:moveTo>
                      <a:pt x="208386" y="49074"/>
                    </a:moveTo>
                    <a:lnTo>
                      <a:pt x="208386" y="49074"/>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1" name="Google Shape;2421;g38b88470f6c_2_3186"/>
              <p:cNvSpPr/>
              <p:nvPr/>
            </p:nvSpPr>
            <p:spPr>
              <a:xfrm>
                <a:off x="6312607" y="3857958"/>
                <a:ext cx="720870" cy="1274753"/>
              </a:xfrm>
              <a:custGeom>
                <a:rect b="b" l="l" r="r" t="t"/>
                <a:pathLst>
                  <a:path extrusionOk="0" h="1274753" w="720870">
                    <a:moveTo>
                      <a:pt x="0" y="279280"/>
                    </a:moveTo>
                    <a:lnTo>
                      <a:pt x="491543" y="773301"/>
                    </a:lnTo>
                    <a:cubicBezTo>
                      <a:pt x="491543" y="773301"/>
                      <a:pt x="367940" y="889863"/>
                      <a:pt x="279671" y="988823"/>
                    </a:cubicBezTo>
                    <a:cubicBezTo>
                      <a:pt x="191402" y="1087784"/>
                      <a:pt x="46677" y="1214777"/>
                      <a:pt x="46677" y="1214777"/>
                    </a:cubicBezTo>
                    <a:lnTo>
                      <a:pt x="96092" y="1274753"/>
                    </a:lnTo>
                    <a:cubicBezTo>
                      <a:pt x="96092" y="1274753"/>
                      <a:pt x="668212" y="844490"/>
                      <a:pt x="695853" y="815675"/>
                    </a:cubicBezTo>
                    <a:cubicBezTo>
                      <a:pt x="723494" y="786860"/>
                      <a:pt x="724146" y="730926"/>
                      <a:pt x="717106" y="656869"/>
                    </a:cubicBezTo>
                    <a:cubicBezTo>
                      <a:pt x="710065" y="582811"/>
                      <a:pt x="501713" y="0"/>
                      <a:pt x="501713"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2" name="Google Shape;2422;g38b88470f6c_2_3186"/>
              <p:cNvSpPr/>
              <p:nvPr/>
            </p:nvSpPr>
            <p:spPr>
              <a:xfrm>
                <a:off x="6305525" y="3851195"/>
                <a:ext cx="736305" cy="1288775"/>
              </a:xfrm>
              <a:custGeom>
                <a:rect b="b" l="l" r="r" t="t"/>
                <a:pathLst>
                  <a:path extrusionOk="0" h="1288775" w="736305">
                    <a:moveTo>
                      <a:pt x="103174" y="1288688"/>
                    </a:moveTo>
                    <a:cubicBezTo>
                      <a:pt x="101049" y="1288675"/>
                      <a:pt x="99054" y="1287723"/>
                      <a:pt x="97698" y="1286080"/>
                    </a:cubicBezTo>
                    <a:lnTo>
                      <a:pt x="48283" y="1225974"/>
                    </a:lnTo>
                    <a:cubicBezTo>
                      <a:pt x="45858" y="1223040"/>
                      <a:pt x="46197" y="1218711"/>
                      <a:pt x="49065" y="1216195"/>
                    </a:cubicBezTo>
                    <a:cubicBezTo>
                      <a:pt x="50500" y="1215021"/>
                      <a:pt x="194573" y="1088289"/>
                      <a:pt x="281538" y="990893"/>
                    </a:cubicBezTo>
                    <a:cubicBezTo>
                      <a:pt x="358725" y="904449"/>
                      <a:pt x="464074" y="803403"/>
                      <a:pt x="488586" y="779934"/>
                    </a:cubicBezTo>
                    <a:lnTo>
                      <a:pt x="2128" y="290998"/>
                    </a:lnTo>
                    <a:cubicBezTo>
                      <a:pt x="576" y="289460"/>
                      <a:pt x="-193" y="287308"/>
                      <a:pt x="42" y="285131"/>
                    </a:cubicBezTo>
                    <a:cubicBezTo>
                      <a:pt x="393" y="282928"/>
                      <a:pt x="1736" y="280998"/>
                      <a:pt x="3692" y="279916"/>
                    </a:cubicBezTo>
                    <a:lnTo>
                      <a:pt x="506448" y="636"/>
                    </a:lnTo>
                    <a:cubicBezTo>
                      <a:pt x="508365" y="-212"/>
                      <a:pt x="510529" y="-212"/>
                      <a:pt x="512446" y="636"/>
                    </a:cubicBezTo>
                    <a:cubicBezTo>
                      <a:pt x="514376" y="1431"/>
                      <a:pt x="515875" y="2996"/>
                      <a:pt x="516618" y="4938"/>
                    </a:cubicBezTo>
                    <a:cubicBezTo>
                      <a:pt x="525093" y="28668"/>
                      <a:pt x="725231" y="589314"/>
                      <a:pt x="732402" y="663372"/>
                    </a:cubicBezTo>
                    <a:cubicBezTo>
                      <a:pt x="739964" y="743166"/>
                      <a:pt x="738660" y="798448"/>
                      <a:pt x="709194" y="828045"/>
                    </a:cubicBezTo>
                    <a:cubicBezTo>
                      <a:pt x="679727" y="857642"/>
                      <a:pt x="131467" y="1270173"/>
                      <a:pt x="108129" y="1287775"/>
                    </a:cubicBezTo>
                    <a:cubicBezTo>
                      <a:pt x="106630" y="1288622"/>
                      <a:pt x="104882" y="1288948"/>
                      <a:pt x="103174" y="1288688"/>
                    </a:cubicBezTo>
                    <a:close/>
                    <a:moveTo>
                      <a:pt x="64060" y="1222323"/>
                    </a:moveTo>
                    <a:lnTo>
                      <a:pt x="104869" y="1271868"/>
                    </a:lnTo>
                    <a:cubicBezTo>
                      <a:pt x="163281" y="1227799"/>
                      <a:pt x="672947" y="843561"/>
                      <a:pt x="699024" y="817484"/>
                    </a:cubicBezTo>
                    <a:cubicBezTo>
                      <a:pt x="725100" y="791407"/>
                      <a:pt x="725100" y="737690"/>
                      <a:pt x="718190" y="664284"/>
                    </a:cubicBezTo>
                    <a:cubicBezTo>
                      <a:pt x="711671" y="596485"/>
                      <a:pt x="530830" y="86688"/>
                      <a:pt x="505927" y="16933"/>
                    </a:cubicBezTo>
                    <a:lnTo>
                      <a:pt x="19208" y="287739"/>
                    </a:lnTo>
                    <a:lnTo>
                      <a:pt x="504232" y="775110"/>
                    </a:lnTo>
                    <a:cubicBezTo>
                      <a:pt x="505536" y="776492"/>
                      <a:pt x="506279" y="778304"/>
                      <a:pt x="506318" y="780195"/>
                    </a:cubicBezTo>
                    <a:cubicBezTo>
                      <a:pt x="506214" y="782098"/>
                      <a:pt x="505431" y="783911"/>
                      <a:pt x="504102" y="785279"/>
                    </a:cubicBezTo>
                    <a:cubicBezTo>
                      <a:pt x="502798" y="786453"/>
                      <a:pt x="379716" y="902624"/>
                      <a:pt x="292621" y="1000281"/>
                    </a:cubicBezTo>
                    <a:cubicBezTo>
                      <a:pt x="213869" y="1087768"/>
                      <a:pt x="90136" y="1198724"/>
                      <a:pt x="63147" y="122232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3" name="Google Shape;2423;g38b88470f6c_2_3186"/>
              <p:cNvSpPr/>
              <p:nvPr/>
            </p:nvSpPr>
            <p:spPr>
              <a:xfrm>
                <a:off x="6248718" y="4779243"/>
                <a:ext cx="445910" cy="557386"/>
              </a:xfrm>
              <a:custGeom>
                <a:rect b="b" l="l" r="r" t="t"/>
                <a:pathLst>
                  <a:path extrusionOk="0" h="557386" w="445910">
                    <a:moveTo>
                      <a:pt x="326740" y="0"/>
                    </a:moveTo>
                    <a:lnTo>
                      <a:pt x="445910" y="207961"/>
                    </a:lnTo>
                    <a:lnTo>
                      <a:pt x="204441" y="334302"/>
                    </a:lnTo>
                    <a:cubicBezTo>
                      <a:pt x="195940" y="362138"/>
                      <a:pt x="195940" y="391865"/>
                      <a:pt x="204441" y="419702"/>
                    </a:cubicBezTo>
                    <a:cubicBezTo>
                      <a:pt x="219305" y="460643"/>
                      <a:pt x="256594" y="501452"/>
                      <a:pt x="260115" y="524009"/>
                    </a:cubicBezTo>
                    <a:cubicBezTo>
                      <a:pt x="263635" y="546565"/>
                      <a:pt x="267547" y="557387"/>
                      <a:pt x="219305" y="557387"/>
                    </a:cubicBezTo>
                    <a:cubicBezTo>
                      <a:pt x="171063" y="557387"/>
                      <a:pt x="119040" y="516577"/>
                      <a:pt x="92964" y="486849"/>
                    </a:cubicBezTo>
                    <a:cubicBezTo>
                      <a:pt x="66887" y="457122"/>
                      <a:pt x="63237" y="375372"/>
                      <a:pt x="40811" y="341994"/>
                    </a:cubicBezTo>
                    <a:cubicBezTo>
                      <a:pt x="18385" y="308616"/>
                      <a:pt x="-18644" y="260244"/>
                      <a:pt x="11083" y="215653"/>
                    </a:cubicBezTo>
                    <a:cubicBezTo>
                      <a:pt x="40811" y="171062"/>
                      <a:pt x="100135" y="163500"/>
                      <a:pt x="100135" y="16350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4" name="Google Shape;2424;g38b88470f6c_2_3186"/>
              <p:cNvSpPr/>
              <p:nvPr/>
            </p:nvSpPr>
            <p:spPr>
              <a:xfrm>
                <a:off x="6241498" y="4771893"/>
                <a:ext cx="460182" cy="571516"/>
              </a:xfrm>
              <a:custGeom>
                <a:rect b="b" l="l" r="r" t="t"/>
                <a:pathLst>
                  <a:path extrusionOk="0" h="571516" w="460182">
                    <a:moveTo>
                      <a:pt x="226264" y="571517"/>
                    </a:moveTo>
                    <a:cubicBezTo>
                      <a:pt x="172807" y="571517"/>
                      <a:pt x="118438" y="525752"/>
                      <a:pt x="94708" y="498633"/>
                    </a:cubicBezTo>
                    <a:cubicBezTo>
                      <a:pt x="79584" y="481422"/>
                      <a:pt x="71761" y="449478"/>
                      <a:pt x="64198" y="418578"/>
                    </a:cubicBezTo>
                    <a:cubicBezTo>
                      <a:pt x="60078" y="395891"/>
                      <a:pt x="52660" y="373921"/>
                      <a:pt x="42164" y="353386"/>
                    </a:cubicBezTo>
                    <a:lnTo>
                      <a:pt x="37340" y="346215"/>
                    </a:lnTo>
                    <a:cubicBezTo>
                      <a:pt x="14001" y="311794"/>
                      <a:pt x="-17943" y="264726"/>
                      <a:pt x="12436" y="219222"/>
                    </a:cubicBezTo>
                    <a:cubicBezTo>
                      <a:pt x="40860" y="176457"/>
                      <a:pt x="93926" y="166156"/>
                      <a:pt x="104617" y="164461"/>
                    </a:cubicBezTo>
                    <a:lnTo>
                      <a:pt x="329788" y="2004"/>
                    </a:lnTo>
                    <a:cubicBezTo>
                      <a:pt x="331405" y="505"/>
                      <a:pt x="333595" y="-199"/>
                      <a:pt x="335786" y="49"/>
                    </a:cubicBezTo>
                    <a:cubicBezTo>
                      <a:pt x="337729" y="453"/>
                      <a:pt x="339397" y="1692"/>
                      <a:pt x="340349" y="3439"/>
                    </a:cubicBezTo>
                    <a:lnTo>
                      <a:pt x="459258" y="212051"/>
                    </a:lnTo>
                    <a:cubicBezTo>
                      <a:pt x="460197" y="213720"/>
                      <a:pt x="460432" y="215689"/>
                      <a:pt x="459910" y="217527"/>
                    </a:cubicBezTo>
                    <a:cubicBezTo>
                      <a:pt x="459389" y="219353"/>
                      <a:pt x="458111" y="220878"/>
                      <a:pt x="456390" y="221700"/>
                    </a:cubicBezTo>
                    <a:lnTo>
                      <a:pt x="217528" y="346606"/>
                    </a:lnTo>
                    <a:cubicBezTo>
                      <a:pt x="210240" y="372214"/>
                      <a:pt x="210514" y="399385"/>
                      <a:pt x="218311" y="424836"/>
                    </a:cubicBezTo>
                    <a:cubicBezTo>
                      <a:pt x="226864" y="445384"/>
                      <a:pt x="237568" y="464968"/>
                      <a:pt x="250255" y="483247"/>
                    </a:cubicBezTo>
                    <a:cubicBezTo>
                      <a:pt x="260907" y="497355"/>
                      <a:pt x="269069" y="513196"/>
                      <a:pt x="274375" y="530055"/>
                    </a:cubicBezTo>
                    <a:lnTo>
                      <a:pt x="274375" y="532402"/>
                    </a:lnTo>
                    <a:cubicBezTo>
                      <a:pt x="276201" y="543615"/>
                      <a:pt x="277896" y="553263"/>
                      <a:pt x="271377" y="560956"/>
                    </a:cubicBezTo>
                    <a:cubicBezTo>
                      <a:pt x="264858" y="568648"/>
                      <a:pt x="252341" y="571517"/>
                      <a:pt x="226264" y="571517"/>
                    </a:cubicBezTo>
                    <a:close/>
                    <a:moveTo>
                      <a:pt x="331744" y="17651"/>
                    </a:moveTo>
                    <a:lnTo>
                      <a:pt x="111527" y="176457"/>
                    </a:lnTo>
                    <a:cubicBezTo>
                      <a:pt x="110602" y="177213"/>
                      <a:pt x="109454" y="177656"/>
                      <a:pt x="108268" y="177761"/>
                    </a:cubicBezTo>
                    <a:cubicBezTo>
                      <a:pt x="108268" y="177761"/>
                      <a:pt x="51682" y="185453"/>
                      <a:pt x="24171" y="226654"/>
                    </a:cubicBezTo>
                    <a:cubicBezTo>
                      <a:pt x="-863" y="264204"/>
                      <a:pt x="26779" y="304884"/>
                      <a:pt x="48944" y="337871"/>
                    </a:cubicBezTo>
                    <a:lnTo>
                      <a:pt x="53898" y="345172"/>
                    </a:lnTo>
                    <a:cubicBezTo>
                      <a:pt x="65476" y="367142"/>
                      <a:pt x="73612" y="390754"/>
                      <a:pt x="78019" y="415188"/>
                    </a:cubicBezTo>
                    <a:cubicBezTo>
                      <a:pt x="85060" y="444393"/>
                      <a:pt x="92491" y="474642"/>
                      <a:pt x="105269" y="489245"/>
                    </a:cubicBezTo>
                    <a:cubicBezTo>
                      <a:pt x="133953" y="522102"/>
                      <a:pt x="184151" y="557435"/>
                      <a:pt x="226264" y="557435"/>
                    </a:cubicBezTo>
                    <a:cubicBezTo>
                      <a:pt x="245952" y="557435"/>
                      <a:pt x="257556" y="555480"/>
                      <a:pt x="260685" y="551698"/>
                    </a:cubicBezTo>
                    <a:cubicBezTo>
                      <a:pt x="263814" y="547917"/>
                      <a:pt x="261859" y="542702"/>
                      <a:pt x="260685" y="534618"/>
                    </a:cubicBezTo>
                    <a:lnTo>
                      <a:pt x="260685" y="532272"/>
                    </a:lnTo>
                    <a:cubicBezTo>
                      <a:pt x="255522" y="517395"/>
                      <a:pt x="248090" y="503418"/>
                      <a:pt x="238651" y="490810"/>
                    </a:cubicBezTo>
                    <a:cubicBezTo>
                      <a:pt x="225352" y="471644"/>
                      <a:pt x="214152" y="451095"/>
                      <a:pt x="205273" y="429530"/>
                    </a:cubicBezTo>
                    <a:cubicBezTo>
                      <a:pt x="196159" y="400194"/>
                      <a:pt x="196159" y="368771"/>
                      <a:pt x="205273" y="339435"/>
                    </a:cubicBezTo>
                    <a:cubicBezTo>
                      <a:pt x="205755" y="337649"/>
                      <a:pt x="206994" y="336176"/>
                      <a:pt x="208663" y="335393"/>
                    </a:cubicBezTo>
                    <a:lnTo>
                      <a:pt x="443352" y="21244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5" name="Google Shape;2425;g38b88470f6c_2_3186"/>
              <p:cNvSpPr/>
              <p:nvPr/>
            </p:nvSpPr>
            <p:spPr>
              <a:xfrm>
                <a:off x="6248347" y="4972993"/>
                <a:ext cx="251749" cy="363261"/>
              </a:xfrm>
              <a:custGeom>
                <a:rect b="b" l="l" r="r" t="t"/>
                <a:pathLst>
                  <a:path extrusionOk="0" h="363261" w="251749">
                    <a:moveTo>
                      <a:pt x="251750" y="359596"/>
                    </a:moveTo>
                    <a:cubicBezTo>
                      <a:pt x="199597" y="344602"/>
                      <a:pt x="151225" y="302879"/>
                      <a:pt x="118108" y="257376"/>
                    </a:cubicBezTo>
                    <a:cubicBezTo>
                      <a:pt x="81079" y="206526"/>
                      <a:pt x="90336" y="118518"/>
                      <a:pt x="52916" y="86183"/>
                    </a:cubicBezTo>
                    <a:cubicBezTo>
                      <a:pt x="30230" y="66234"/>
                      <a:pt x="28404" y="27119"/>
                      <a:pt x="30360" y="0"/>
                    </a:cubicBezTo>
                    <a:cubicBezTo>
                      <a:pt x="22954" y="6180"/>
                      <a:pt x="16448" y="13377"/>
                      <a:pt x="11063" y="21383"/>
                    </a:cubicBezTo>
                    <a:cubicBezTo>
                      <a:pt x="-18664" y="65974"/>
                      <a:pt x="18495" y="114346"/>
                      <a:pt x="40790" y="147724"/>
                    </a:cubicBezTo>
                    <a:cubicBezTo>
                      <a:pt x="63086" y="181102"/>
                      <a:pt x="66867" y="262851"/>
                      <a:pt x="92944" y="292579"/>
                    </a:cubicBezTo>
                    <a:cubicBezTo>
                      <a:pt x="119020" y="322306"/>
                      <a:pt x="171173" y="363116"/>
                      <a:pt x="219285" y="363116"/>
                    </a:cubicBezTo>
                    <a:cubicBezTo>
                      <a:pt x="230224" y="363703"/>
                      <a:pt x="241189" y="362516"/>
                      <a:pt x="251750" y="3595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6" name="Google Shape;2426;g38b88470f6c_2_3186"/>
              <p:cNvSpPr/>
              <p:nvPr/>
            </p:nvSpPr>
            <p:spPr>
              <a:xfrm>
                <a:off x="6241498" y="4966533"/>
                <a:ext cx="266292" cy="377116"/>
              </a:xfrm>
              <a:custGeom>
                <a:rect b="b" l="l" r="r" t="t"/>
                <a:pathLst>
                  <a:path extrusionOk="0" h="377116" w="266292">
                    <a:moveTo>
                      <a:pt x="226264" y="376877"/>
                    </a:moveTo>
                    <a:cubicBezTo>
                      <a:pt x="172807" y="376877"/>
                      <a:pt x="118438" y="331113"/>
                      <a:pt x="94708" y="303993"/>
                    </a:cubicBezTo>
                    <a:cubicBezTo>
                      <a:pt x="79584" y="286783"/>
                      <a:pt x="71761" y="254839"/>
                      <a:pt x="64198" y="223938"/>
                    </a:cubicBezTo>
                    <a:cubicBezTo>
                      <a:pt x="60078" y="201251"/>
                      <a:pt x="52660" y="179282"/>
                      <a:pt x="42164" y="158747"/>
                    </a:cubicBezTo>
                    <a:lnTo>
                      <a:pt x="37340" y="151576"/>
                    </a:lnTo>
                    <a:cubicBezTo>
                      <a:pt x="14001" y="117155"/>
                      <a:pt x="-17943" y="70086"/>
                      <a:pt x="12436" y="24583"/>
                    </a:cubicBezTo>
                    <a:cubicBezTo>
                      <a:pt x="18199" y="15964"/>
                      <a:pt x="25188" y="8246"/>
                      <a:pt x="33167" y="1635"/>
                    </a:cubicBezTo>
                    <a:cubicBezTo>
                      <a:pt x="35332" y="-151"/>
                      <a:pt x="38343" y="-503"/>
                      <a:pt x="40860" y="723"/>
                    </a:cubicBezTo>
                    <a:cubicBezTo>
                      <a:pt x="43441" y="2014"/>
                      <a:pt x="44941" y="4765"/>
                      <a:pt x="44641" y="7633"/>
                    </a:cubicBezTo>
                    <a:cubicBezTo>
                      <a:pt x="43076" y="29668"/>
                      <a:pt x="43468" y="69304"/>
                      <a:pt x="64850" y="87949"/>
                    </a:cubicBezTo>
                    <a:cubicBezTo>
                      <a:pt x="86233" y="106594"/>
                      <a:pt x="92752" y="139059"/>
                      <a:pt x="100184" y="173871"/>
                    </a:cubicBezTo>
                    <a:cubicBezTo>
                      <a:pt x="106834" y="204902"/>
                      <a:pt x="113222" y="236977"/>
                      <a:pt x="130694" y="260315"/>
                    </a:cubicBezTo>
                    <a:cubicBezTo>
                      <a:pt x="167201" y="310512"/>
                      <a:pt x="214530" y="346759"/>
                      <a:pt x="261077" y="359927"/>
                    </a:cubicBezTo>
                    <a:cubicBezTo>
                      <a:pt x="264075" y="360684"/>
                      <a:pt x="266214" y="363357"/>
                      <a:pt x="266292" y="366447"/>
                    </a:cubicBezTo>
                    <a:cubicBezTo>
                      <a:pt x="266331" y="369511"/>
                      <a:pt x="264453" y="372262"/>
                      <a:pt x="261598" y="373357"/>
                    </a:cubicBezTo>
                    <a:cubicBezTo>
                      <a:pt x="250098" y="376486"/>
                      <a:pt x="238155" y="377672"/>
                      <a:pt x="226264" y="376877"/>
                    </a:cubicBezTo>
                    <a:close/>
                    <a:moveTo>
                      <a:pt x="30690" y="24843"/>
                    </a:moveTo>
                    <a:cubicBezTo>
                      <a:pt x="28539" y="27256"/>
                      <a:pt x="26583" y="29824"/>
                      <a:pt x="24823" y="32536"/>
                    </a:cubicBezTo>
                    <a:cubicBezTo>
                      <a:pt x="-211" y="70086"/>
                      <a:pt x="27431" y="110766"/>
                      <a:pt x="49596" y="143753"/>
                    </a:cubicBezTo>
                    <a:lnTo>
                      <a:pt x="54550" y="151054"/>
                    </a:lnTo>
                    <a:cubicBezTo>
                      <a:pt x="66128" y="173024"/>
                      <a:pt x="74264" y="196636"/>
                      <a:pt x="78671" y="221070"/>
                    </a:cubicBezTo>
                    <a:cubicBezTo>
                      <a:pt x="85712" y="250275"/>
                      <a:pt x="93143" y="280524"/>
                      <a:pt x="105921" y="295127"/>
                    </a:cubicBezTo>
                    <a:cubicBezTo>
                      <a:pt x="134605" y="327984"/>
                      <a:pt x="184802" y="363318"/>
                      <a:pt x="226916" y="363318"/>
                    </a:cubicBezTo>
                    <a:lnTo>
                      <a:pt x="229785" y="363318"/>
                    </a:lnTo>
                    <a:cubicBezTo>
                      <a:pt x="185819" y="341504"/>
                      <a:pt x="148021" y="309000"/>
                      <a:pt x="119872" y="268790"/>
                    </a:cubicBezTo>
                    <a:cubicBezTo>
                      <a:pt x="101097" y="242713"/>
                      <a:pt x="93795" y="209466"/>
                      <a:pt x="87015" y="177522"/>
                    </a:cubicBezTo>
                    <a:cubicBezTo>
                      <a:pt x="80235" y="145578"/>
                      <a:pt x="73977" y="114417"/>
                      <a:pt x="56115" y="99292"/>
                    </a:cubicBezTo>
                    <a:cubicBezTo>
                      <a:pt x="35905" y="80778"/>
                      <a:pt x="30168" y="50920"/>
                      <a:pt x="30038" y="243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7" name="Google Shape;2427;g38b88470f6c_2_3186"/>
              <p:cNvSpPr/>
              <p:nvPr/>
            </p:nvSpPr>
            <p:spPr>
              <a:xfrm>
                <a:off x="6272188" y="4079218"/>
                <a:ext cx="669815" cy="1293658"/>
              </a:xfrm>
              <a:custGeom>
                <a:rect b="b" l="l" r="r" t="t"/>
                <a:pathLst>
                  <a:path extrusionOk="0" h="1293658" w="669815">
                    <a:moveTo>
                      <a:pt x="0" y="0"/>
                    </a:moveTo>
                    <a:cubicBezTo>
                      <a:pt x="0" y="0"/>
                      <a:pt x="95310" y="175495"/>
                      <a:pt x="169498" y="277846"/>
                    </a:cubicBezTo>
                    <a:cubicBezTo>
                      <a:pt x="268328" y="414357"/>
                      <a:pt x="447213" y="622709"/>
                      <a:pt x="447213" y="622709"/>
                    </a:cubicBezTo>
                    <a:lnTo>
                      <a:pt x="419050" y="1283097"/>
                    </a:lnTo>
                    <a:lnTo>
                      <a:pt x="507319" y="1293658"/>
                    </a:lnTo>
                    <a:cubicBezTo>
                      <a:pt x="507319" y="1293658"/>
                      <a:pt x="666256" y="643961"/>
                      <a:pt x="669777" y="590895"/>
                    </a:cubicBezTo>
                    <a:cubicBezTo>
                      <a:pt x="673297" y="537829"/>
                      <a:pt x="440172" y="40028"/>
                      <a:pt x="440172" y="40028"/>
                    </a:cubicBezTo>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8" name="Google Shape;2428;g38b88470f6c_2_3186"/>
              <p:cNvSpPr/>
              <p:nvPr/>
            </p:nvSpPr>
            <p:spPr>
              <a:xfrm>
                <a:off x="6265620" y="4072179"/>
                <a:ext cx="683429" cy="1307737"/>
              </a:xfrm>
              <a:custGeom>
                <a:rect b="b" l="l" r="r" t="t"/>
                <a:pathLst>
                  <a:path extrusionOk="0" h="1307737" w="683429">
                    <a:moveTo>
                      <a:pt x="513888" y="1307738"/>
                    </a:moveTo>
                    <a:lnTo>
                      <a:pt x="512975" y="1307738"/>
                    </a:lnTo>
                    <a:lnTo>
                      <a:pt x="424706" y="1297177"/>
                    </a:lnTo>
                    <a:cubicBezTo>
                      <a:pt x="421029" y="1296707"/>
                      <a:pt x="418344" y="1293448"/>
                      <a:pt x="418578" y="1289745"/>
                    </a:cubicBezTo>
                    <a:lnTo>
                      <a:pt x="446611" y="632224"/>
                    </a:lnTo>
                    <a:cubicBezTo>
                      <a:pt x="427575" y="609799"/>
                      <a:pt x="262901" y="416832"/>
                      <a:pt x="170329" y="289057"/>
                    </a:cubicBezTo>
                    <a:cubicBezTo>
                      <a:pt x="96793" y="187488"/>
                      <a:pt x="832" y="12254"/>
                      <a:pt x="832" y="10429"/>
                    </a:cubicBezTo>
                    <a:cubicBezTo>
                      <a:pt x="-994" y="7013"/>
                      <a:pt x="284" y="2749"/>
                      <a:pt x="3700" y="911"/>
                    </a:cubicBezTo>
                    <a:cubicBezTo>
                      <a:pt x="7012" y="-980"/>
                      <a:pt x="11236" y="167"/>
                      <a:pt x="13127" y="3479"/>
                    </a:cubicBezTo>
                    <a:cubicBezTo>
                      <a:pt x="13153" y="3544"/>
                      <a:pt x="13192" y="3596"/>
                      <a:pt x="13218" y="3649"/>
                    </a:cubicBezTo>
                    <a:cubicBezTo>
                      <a:pt x="14261" y="5474"/>
                      <a:pt x="109310" y="179926"/>
                      <a:pt x="182716" y="280712"/>
                    </a:cubicBezTo>
                    <a:cubicBezTo>
                      <a:pt x="280242" y="415528"/>
                      <a:pt x="458345" y="623097"/>
                      <a:pt x="460170" y="625184"/>
                    </a:cubicBezTo>
                    <a:cubicBezTo>
                      <a:pt x="461240" y="626566"/>
                      <a:pt x="461839" y="628261"/>
                      <a:pt x="461865" y="630008"/>
                    </a:cubicBezTo>
                    <a:lnTo>
                      <a:pt x="432920" y="1283878"/>
                    </a:lnTo>
                    <a:lnTo>
                      <a:pt x="508542" y="1293005"/>
                    </a:lnTo>
                    <a:cubicBezTo>
                      <a:pt x="524580" y="1226770"/>
                      <a:pt x="666045" y="646567"/>
                      <a:pt x="669304" y="597543"/>
                    </a:cubicBezTo>
                    <a:cubicBezTo>
                      <a:pt x="672042" y="555559"/>
                      <a:pt x="505022" y="188141"/>
                      <a:pt x="440352" y="49935"/>
                    </a:cubicBezTo>
                    <a:cubicBezTo>
                      <a:pt x="438762" y="46401"/>
                      <a:pt x="440261" y="42242"/>
                      <a:pt x="443742" y="40547"/>
                    </a:cubicBezTo>
                    <a:cubicBezTo>
                      <a:pt x="447262" y="38891"/>
                      <a:pt x="451461" y="40391"/>
                      <a:pt x="453117" y="43911"/>
                    </a:cubicBezTo>
                    <a:cubicBezTo>
                      <a:pt x="453117" y="43911"/>
                      <a:pt x="453130" y="43924"/>
                      <a:pt x="453130" y="43937"/>
                    </a:cubicBezTo>
                    <a:cubicBezTo>
                      <a:pt x="477120" y="95047"/>
                      <a:pt x="686906" y="545129"/>
                      <a:pt x="683386" y="598325"/>
                    </a:cubicBezTo>
                    <a:cubicBezTo>
                      <a:pt x="679866" y="651521"/>
                      <a:pt x="526926" y="1275664"/>
                      <a:pt x="520668" y="1302392"/>
                    </a:cubicBezTo>
                    <a:cubicBezTo>
                      <a:pt x="519938" y="1305534"/>
                      <a:pt x="517122" y="1307764"/>
                      <a:pt x="513888" y="13077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29" name="Google Shape;2429;g38b88470f6c_2_3186"/>
              <p:cNvSpPr/>
              <p:nvPr/>
            </p:nvSpPr>
            <p:spPr>
              <a:xfrm>
                <a:off x="6756658" y="4074009"/>
                <a:ext cx="191564" cy="632741"/>
              </a:xfrm>
              <a:custGeom>
                <a:rect b="b" l="l" r="r" t="t"/>
                <a:pathLst>
                  <a:path extrusionOk="0" h="632741" w="191564">
                    <a:moveTo>
                      <a:pt x="183742" y="632741"/>
                    </a:moveTo>
                    <a:cubicBezTo>
                      <a:pt x="179831" y="632741"/>
                      <a:pt x="176636" y="629612"/>
                      <a:pt x="176571" y="625700"/>
                    </a:cubicBezTo>
                    <a:cubicBezTo>
                      <a:pt x="175789" y="439514"/>
                      <a:pt x="98341" y="291138"/>
                      <a:pt x="15939" y="134027"/>
                    </a:cubicBezTo>
                    <a:lnTo>
                      <a:pt x="684" y="104821"/>
                    </a:lnTo>
                    <a:cubicBezTo>
                      <a:pt x="-228" y="102878"/>
                      <a:pt x="-228" y="100636"/>
                      <a:pt x="684" y="98693"/>
                    </a:cubicBezTo>
                    <a:lnTo>
                      <a:pt x="42277" y="4296"/>
                    </a:lnTo>
                    <a:cubicBezTo>
                      <a:pt x="43828" y="697"/>
                      <a:pt x="48000" y="-972"/>
                      <a:pt x="51599" y="580"/>
                    </a:cubicBezTo>
                    <a:cubicBezTo>
                      <a:pt x="55197" y="2132"/>
                      <a:pt x="56866" y="6304"/>
                      <a:pt x="55315" y="9903"/>
                    </a:cubicBezTo>
                    <a:lnTo>
                      <a:pt x="16200" y="101171"/>
                    </a:lnTo>
                    <a:lnTo>
                      <a:pt x="29238" y="127247"/>
                    </a:lnTo>
                    <a:cubicBezTo>
                      <a:pt x="112292" y="285923"/>
                      <a:pt x="190652" y="435733"/>
                      <a:pt x="191565" y="625309"/>
                    </a:cubicBezTo>
                    <a:cubicBezTo>
                      <a:pt x="191565" y="629221"/>
                      <a:pt x="188436" y="632415"/>
                      <a:pt x="184524" y="6324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30" name="Google Shape;2430;g38b88470f6c_2_3186"/>
              <p:cNvSpPr/>
              <p:nvPr/>
            </p:nvSpPr>
            <p:spPr>
              <a:xfrm>
                <a:off x="6762524" y="4950762"/>
                <a:ext cx="18874" cy="55869"/>
              </a:xfrm>
              <a:custGeom>
                <a:rect b="b" l="l" r="r" t="t"/>
                <a:pathLst>
                  <a:path extrusionOk="0" h="55869" w="18874">
                    <a:moveTo>
                      <a:pt x="7075" y="55869"/>
                    </a:moveTo>
                    <a:lnTo>
                      <a:pt x="6293" y="55869"/>
                    </a:lnTo>
                    <a:cubicBezTo>
                      <a:pt x="2446" y="55452"/>
                      <a:pt x="-344" y="52023"/>
                      <a:pt x="34" y="48177"/>
                    </a:cubicBezTo>
                    <a:cubicBezTo>
                      <a:pt x="34" y="48177"/>
                      <a:pt x="1729" y="30836"/>
                      <a:pt x="4858" y="6193"/>
                    </a:cubicBezTo>
                    <a:cubicBezTo>
                      <a:pt x="5250" y="2399"/>
                      <a:pt x="8653" y="-365"/>
                      <a:pt x="12447" y="39"/>
                    </a:cubicBezTo>
                    <a:cubicBezTo>
                      <a:pt x="12525" y="39"/>
                      <a:pt x="12603" y="52"/>
                      <a:pt x="12681" y="65"/>
                    </a:cubicBezTo>
                    <a:cubicBezTo>
                      <a:pt x="16475" y="457"/>
                      <a:pt x="19240" y="3859"/>
                      <a:pt x="18835" y="7654"/>
                    </a:cubicBezTo>
                    <a:cubicBezTo>
                      <a:pt x="18835" y="7732"/>
                      <a:pt x="18822" y="7810"/>
                      <a:pt x="18809" y="7889"/>
                    </a:cubicBezTo>
                    <a:cubicBezTo>
                      <a:pt x="15811" y="32401"/>
                      <a:pt x="14115" y="49481"/>
                      <a:pt x="14115" y="49611"/>
                    </a:cubicBezTo>
                    <a:cubicBezTo>
                      <a:pt x="13659" y="53157"/>
                      <a:pt x="10660" y="55830"/>
                      <a:pt x="7075" y="5586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31" name="Google Shape;2431;g38b88470f6c_2_3186"/>
              <p:cNvSpPr/>
              <p:nvPr/>
            </p:nvSpPr>
            <p:spPr>
              <a:xfrm>
                <a:off x="6433155" y="4186452"/>
                <a:ext cx="404505" cy="730606"/>
              </a:xfrm>
              <a:custGeom>
                <a:rect b="b" l="l" r="r" t="t"/>
                <a:pathLst>
                  <a:path extrusionOk="0" h="730606" w="404505">
                    <a:moveTo>
                      <a:pt x="347396" y="730606"/>
                    </a:moveTo>
                    <a:lnTo>
                      <a:pt x="346484" y="730606"/>
                    </a:lnTo>
                    <a:cubicBezTo>
                      <a:pt x="342690" y="730150"/>
                      <a:pt x="339991" y="726708"/>
                      <a:pt x="340447" y="722914"/>
                    </a:cubicBezTo>
                    <a:cubicBezTo>
                      <a:pt x="340460" y="722835"/>
                      <a:pt x="340473" y="722744"/>
                      <a:pt x="340486" y="722653"/>
                    </a:cubicBezTo>
                    <a:cubicBezTo>
                      <a:pt x="349352" y="659417"/>
                      <a:pt x="357697" y="619520"/>
                      <a:pt x="365389" y="604135"/>
                    </a:cubicBezTo>
                    <a:cubicBezTo>
                      <a:pt x="370044" y="597355"/>
                      <a:pt x="371647" y="588945"/>
                      <a:pt x="369822" y="580927"/>
                    </a:cubicBezTo>
                    <a:cubicBezTo>
                      <a:pt x="366302" y="573495"/>
                      <a:pt x="353263" y="570235"/>
                      <a:pt x="340616" y="567106"/>
                    </a:cubicBezTo>
                    <a:cubicBezTo>
                      <a:pt x="335623" y="566363"/>
                      <a:pt x="331516" y="562804"/>
                      <a:pt x="330055" y="557980"/>
                    </a:cubicBezTo>
                    <a:cubicBezTo>
                      <a:pt x="327448" y="547809"/>
                      <a:pt x="339182" y="537118"/>
                      <a:pt x="356132" y="520950"/>
                    </a:cubicBezTo>
                    <a:cubicBezTo>
                      <a:pt x="368427" y="510676"/>
                      <a:pt x="379379" y="498890"/>
                      <a:pt x="388728" y="485877"/>
                    </a:cubicBezTo>
                    <a:cubicBezTo>
                      <a:pt x="390683" y="482618"/>
                      <a:pt x="390162" y="481053"/>
                      <a:pt x="389901" y="480532"/>
                    </a:cubicBezTo>
                    <a:cubicBezTo>
                      <a:pt x="387554" y="473361"/>
                      <a:pt x="368779" y="465538"/>
                      <a:pt x="350786" y="458106"/>
                    </a:cubicBezTo>
                    <a:cubicBezTo>
                      <a:pt x="324736" y="448797"/>
                      <a:pt x="300354" y="435367"/>
                      <a:pt x="278554" y="418339"/>
                    </a:cubicBezTo>
                    <a:cubicBezTo>
                      <a:pt x="240743" y="385222"/>
                      <a:pt x="71897" y="122370"/>
                      <a:pt x="1099" y="10893"/>
                    </a:cubicBezTo>
                    <a:cubicBezTo>
                      <a:pt x="-961" y="7607"/>
                      <a:pt x="-48" y="3266"/>
                      <a:pt x="3186" y="1114"/>
                    </a:cubicBezTo>
                    <a:cubicBezTo>
                      <a:pt x="6458" y="-985"/>
                      <a:pt x="10813" y="-33"/>
                      <a:pt x="12912" y="3252"/>
                    </a:cubicBezTo>
                    <a:cubicBezTo>
                      <a:pt x="12925" y="3279"/>
                      <a:pt x="12951" y="3305"/>
                      <a:pt x="12964" y="3331"/>
                    </a:cubicBezTo>
                    <a:cubicBezTo>
                      <a:pt x="159775" y="234369"/>
                      <a:pt x="262517" y="385613"/>
                      <a:pt x="287811" y="407518"/>
                    </a:cubicBezTo>
                    <a:cubicBezTo>
                      <a:pt x="308412" y="423568"/>
                      <a:pt x="331490" y="436163"/>
                      <a:pt x="356132" y="444807"/>
                    </a:cubicBezTo>
                    <a:cubicBezTo>
                      <a:pt x="381165" y="455238"/>
                      <a:pt x="399289" y="462669"/>
                      <a:pt x="403591" y="475969"/>
                    </a:cubicBezTo>
                    <a:cubicBezTo>
                      <a:pt x="405404" y="481744"/>
                      <a:pt x="404491" y="488029"/>
                      <a:pt x="401114" y="493049"/>
                    </a:cubicBezTo>
                    <a:cubicBezTo>
                      <a:pt x="391140" y="507221"/>
                      <a:pt x="379353" y="520025"/>
                      <a:pt x="366041" y="531120"/>
                    </a:cubicBezTo>
                    <a:cubicBezTo>
                      <a:pt x="358114" y="537822"/>
                      <a:pt x="350865" y="545293"/>
                      <a:pt x="344397" y="553416"/>
                    </a:cubicBezTo>
                    <a:cubicBezTo>
                      <a:pt x="360043" y="557327"/>
                      <a:pt x="376211" y="561500"/>
                      <a:pt x="382339" y="574929"/>
                    </a:cubicBezTo>
                    <a:cubicBezTo>
                      <a:pt x="386368" y="586820"/>
                      <a:pt x="384686" y="599910"/>
                      <a:pt x="377775" y="610393"/>
                    </a:cubicBezTo>
                    <a:cubicBezTo>
                      <a:pt x="372951" y="619911"/>
                      <a:pt x="364737" y="647552"/>
                      <a:pt x="354176" y="724478"/>
                    </a:cubicBezTo>
                    <a:cubicBezTo>
                      <a:pt x="353681" y="727881"/>
                      <a:pt x="350838" y="730450"/>
                      <a:pt x="347396" y="73060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32" name="Google Shape;2432;g38b88470f6c_2_3186"/>
              <p:cNvSpPr/>
              <p:nvPr/>
            </p:nvSpPr>
            <p:spPr>
              <a:xfrm>
                <a:off x="6403136" y="4138039"/>
                <a:ext cx="30439" cy="40531"/>
              </a:xfrm>
              <a:custGeom>
                <a:rect b="b" l="l" r="r" t="t"/>
                <a:pathLst>
                  <a:path extrusionOk="0" h="40531" w="30439">
                    <a:moveTo>
                      <a:pt x="23425" y="40531"/>
                    </a:moveTo>
                    <a:cubicBezTo>
                      <a:pt x="20961" y="40544"/>
                      <a:pt x="18679" y="39253"/>
                      <a:pt x="17427" y="37141"/>
                    </a:cubicBezTo>
                    <a:lnTo>
                      <a:pt x="1260" y="11065"/>
                    </a:lnTo>
                    <a:cubicBezTo>
                      <a:pt x="-956" y="7870"/>
                      <a:pt x="-174" y="3489"/>
                      <a:pt x="3020" y="1260"/>
                    </a:cubicBezTo>
                    <a:cubicBezTo>
                      <a:pt x="6214" y="-956"/>
                      <a:pt x="10595" y="-174"/>
                      <a:pt x="12825" y="3020"/>
                    </a:cubicBezTo>
                    <a:cubicBezTo>
                      <a:pt x="12929" y="3177"/>
                      <a:pt x="13034" y="3333"/>
                      <a:pt x="13125" y="3502"/>
                    </a:cubicBezTo>
                    <a:lnTo>
                      <a:pt x="29292" y="29579"/>
                    </a:lnTo>
                    <a:cubicBezTo>
                      <a:pt x="31417" y="32839"/>
                      <a:pt x="30505" y="37194"/>
                      <a:pt x="27258" y="39332"/>
                    </a:cubicBezTo>
                    <a:cubicBezTo>
                      <a:pt x="27245" y="39332"/>
                      <a:pt x="27219" y="39345"/>
                      <a:pt x="27206" y="39358"/>
                    </a:cubicBezTo>
                    <a:cubicBezTo>
                      <a:pt x="26085" y="40114"/>
                      <a:pt x="24768" y="40531"/>
                      <a:pt x="23425" y="4053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33" name="Google Shape;2433;g38b88470f6c_2_3186"/>
              <p:cNvSpPr/>
              <p:nvPr/>
            </p:nvSpPr>
            <p:spPr>
              <a:xfrm>
                <a:off x="6615678" y="5014715"/>
                <a:ext cx="416120" cy="539502"/>
              </a:xfrm>
              <a:custGeom>
                <a:rect b="b" l="l" r="r" t="t"/>
                <a:pathLst>
                  <a:path extrusionOk="0" h="539502" w="416120">
                    <a:moveTo>
                      <a:pt x="62914" y="0"/>
                    </a:moveTo>
                    <a:lnTo>
                      <a:pt x="294473" y="19557"/>
                    </a:lnTo>
                    <a:lnTo>
                      <a:pt x="231629" y="345514"/>
                    </a:lnTo>
                    <a:cubicBezTo>
                      <a:pt x="249257" y="383247"/>
                      <a:pt x="282113" y="411697"/>
                      <a:pt x="321984" y="423744"/>
                    </a:cubicBezTo>
                    <a:cubicBezTo>
                      <a:pt x="388610" y="443302"/>
                      <a:pt x="416121" y="455036"/>
                      <a:pt x="416121" y="486458"/>
                    </a:cubicBezTo>
                    <a:cubicBezTo>
                      <a:pt x="416121" y="517881"/>
                      <a:pt x="388610" y="525573"/>
                      <a:pt x="278828" y="537438"/>
                    </a:cubicBezTo>
                    <a:cubicBezTo>
                      <a:pt x="169045" y="549303"/>
                      <a:pt x="55091" y="506146"/>
                      <a:pt x="55091" y="506146"/>
                    </a:cubicBezTo>
                    <a:cubicBezTo>
                      <a:pt x="55091" y="506146"/>
                      <a:pt x="4111" y="498193"/>
                      <a:pt x="200" y="462990"/>
                    </a:cubicBezTo>
                    <a:cubicBezTo>
                      <a:pt x="-3712" y="427786"/>
                      <a:pt x="51179" y="329478"/>
                      <a:pt x="51179" y="32947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34" name="Google Shape;2434;g38b88470f6c_2_3186"/>
              <p:cNvSpPr/>
              <p:nvPr/>
            </p:nvSpPr>
            <p:spPr>
              <a:xfrm>
                <a:off x="6608211" y="5008164"/>
                <a:ext cx="430627" cy="553115"/>
              </a:xfrm>
              <a:custGeom>
                <a:rect b="b" l="l" r="r" t="t"/>
                <a:pathLst>
                  <a:path extrusionOk="0" h="553115" w="430627">
                    <a:moveTo>
                      <a:pt x="246266" y="553116"/>
                    </a:moveTo>
                    <a:cubicBezTo>
                      <a:pt x="182913" y="552190"/>
                      <a:pt x="120121" y="541003"/>
                      <a:pt x="60341" y="519998"/>
                    </a:cubicBezTo>
                    <a:cubicBezTo>
                      <a:pt x="53300" y="518825"/>
                      <a:pt x="4537" y="508916"/>
                      <a:pt x="234" y="470844"/>
                    </a:cubicBezTo>
                    <a:cubicBezTo>
                      <a:pt x="-3677" y="435641"/>
                      <a:pt x="42608" y="350240"/>
                      <a:pt x="51214" y="334725"/>
                    </a:cubicBezTo>
                    <a:lnTo>
                      <a:pt x="62948" y="6812"/>
                    </a:lnTo>
                    <a:cubicBezTo>
                      <a:pt x="63026" y="4843"/>
                      <a:pt x="63926" y="3004"/>
                      <a:pt x="65425" y="1727"/>
                    </a:cubicBezTo>
                    <a:cubicBezTo>
                      <a:pt x="66860" y="462"/>
                      <a:pt x="68737" y="-151"/>
                      <a:pt x="70641" y="32"/>
                    </a:cubicBezTo>
                    <a:lnTo>
                      <a:pt x="302201" y="19589"/>
                    </a:lnTo>
                    <a:cubicBezTo>
                      <a:pt x="304170" y="19733"/>
                      <a:pt x="305982" y="20737"/>
                      <a:pt x="307155" y="22327"/>
                    </a:cubicBezTo>
                    <a:cubicBezTo>
                      <a:pt x="308342" y="23944"/>
                      <a:pt x="308811" y="25965"/>
                      <a:pt x="308459" y="27934"/>
                    </a:cubicBezTo>
                    <a:lnTo>
                      <a:pt x="246527" y="350501"/>
                    </a:lnTo>
                    <a:cubicBezTo>
                      <a:pt x="263568" y="385391"/>
                      <a:pt x="294300" y="411676"/>
                      <a:pt x="331406" y="423124"/>
                    </a:cubicBezTo>
                    <a:cubicBezTo>
                      <a:pt x="394772" y="441769"/>
                      <a:pt x="430628" y="454155"/>
                      <a:pt x="430628" y="492618"/>
                    </a:cubicBezTo>
                    <a:cubicBezTo>
                      <a:pt x="430628" y="531081"/>
                      <a:pt x="393338" y="539295"/>
                      <a:pt x="287207" y="550638"/>
                    </a:cubicBezTo>
                    <a:cubicBezTo>
                      <a:pt x="273608" y="552190"/>
                      <a:pt x="259944" y="553012"/>
                      <a:pt x="246266" y="553116"/>
                    </a:cubicBezTo>
                    <a:close/>
                    <a:moveTo>
                      <a:pt x="76769" y="14113"/>
                    </a:moveTo>
                    <a:lnTo>
                      <a:pt x="65165" y="336289"/>
                    </a:lnTo>
                    <a:cubicBezTo>
                      <a:pt x="65191" y="337436"/>
                      <a:pt x="64865" y="338571"/>
                      <a:pt x="64252" y="339549"/>
                    </a:cubicBezTo>
                    <a:cubicBezTo>
                      <a:pt x="49388" y="365625"/>
                      <a:pt x="11186" y="441638"/>
                      <a:pt x="14185" y="468758"/>
                    </a:cubicBezTo>
                    <a:cubicBezTo>
                      <a:pt x="17445" y="498224"/>
                      <a:pt x="62687" y="505656"/>
                      <a:pt x="63209" y="505656"/>
                    </a:cubicBezTo>
                    <a:lnTo>
                      <a:pt x="64513" y="505656"/>
                    </a:lnTo>
                    <a:cubicBezTo>
                      <a:pt x="65686" y="505656"/>
                      <a:pt x="178076" y="548031"/>
                      <a:pt x="284990" y="536557"/>
                    </a:cubicBezTo>
                    <a:cubicBezTo>
                      <a:pt x="393990" y="524953"/>
                      <a:pt x="415373" y="517521"/>
                      <a:pt x="415373" y="492618"/>
                    </a:cubicBezTo>
                    <a:cubicBezTo>
                      <a:pt x="415373" y="467715"/>
                      <a:pt x="393078" y="456372"/>
                      <a:pt x="326191" y="436684"/>
                    </a:cubicBezTo>
                    <a:cubicBezTo>
                      <a:pt x="284182" y="424037"/>
                      <a:pt x="249643" y="393918"/>
                      <a:pt x="231403" y="354021"/>
                    </a:cubicBezTo>
                    <a:cubicBezTo>
                      <a:pt x="231025" y="352743"/>
                      <a:pt x="231025" y="351387"/>
                      <a:pt x="231403" y="350110"/>
                    </a:cubicBezTo>
                    <a:lnTo>
                      <a:pt x="292683" y="32106"/>
                    </a:lnTo>
                    <a:close/>
                    <a:moveTo>
                      <a:pt x="58124" y="336028"/>
                    </a:moveTo>
                    <a:lnTo>
                      <a:pt x="58124" y="336028"/>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35" name="Google Shape;2435;g38b88470f6c_2_3186"/>
              <p:cNvSpPr/>
              <p:nvPr/>
            </p:nvSpPr>
            <p:spPr>
              <a:xfrm>
                <a:off x="6615772" y="5452410"/>
                <a:ext cx="415765" cy="101806"/>
              </a:xfrm>
              <a:custGeom>
                <a:rect b="b" l="l" r="r" t="t"/>
                <a:pathLst>
                  <a:path extrusionOk="0" h="101806" w="415765">
                    <a:moveTo>
                      <a:pt x="278733" y="99743"/>
                    </a:moveTo>
                    <a:cubicBezTo>
                      <a:pt x="383039" y="88660"/>
                      <a:pt x="413027" y="80968"/>
                      <a:pt x="415765" y="53196"/>
                    </a:cubicBezTo>
                    <a:cubicBezTo>
                      <a:pt x="352504" y="67851"/>
                      <a:pt x="287260" y="71906"/>
                      <a:pt x="222668" y="65191"/>
                    </a:cubicBezTo>
                    <a:cubicBezTo>
                      <a:pt x="146486" y="55661"/>
                      <a:pt x="72389" y="33626"/>
                      <a:pt x="3365" y="0"/>
                    </a:cubicBezTo>
                    <a:cubicBezTo>
                      <a:pt x="744" y="8162"/>
                      <a:pt x="-365" y="16741"/>
                      <a:pt x="105" y="25294"/>
                    </a:cubicBezTo>
                    <a:cubicBezTo>
                      <a:pt x="4016" y="60497"/>
                      <a:pt x="54996" y="68451"/>
                      <a:pt x="54996" y="68451"/>
                    </a:cubicBezTo>
                    <a:cubicBezTo>
                      <a:pt x="54996" y="68451"/>
                      <a:pt x="168820" y="111608"/>
                      <a:pt x="278733" y="99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36" name="Google Shape;2436;g38b88470f6c_2_3186"/>
              <p:cNvSpPr/>
              <p:nvPr/>
            </p:nvSpPr>
            <p:spPr>
              <a:xfrm>
                <a:off x="6608328" y="5445809"/>
                <a:ext cx="429883" cy="115488"/>
              </a:xfrm>
              <a:custGeom>
                <a:rect b="b" l="l" r="r" t="t"/>
                <a:pathLst>
                  <a:path extrusionOk="0" h="115488" w="429883">
                    <a:moveTo>
                      <a:pt x="246150" y="115470"/>
                    </a:moveTo>
                    <a:cubicBezTo>
                      <a:pt x="182797" y="114544"/>
                      <a:pt x="120004" y="103358"/>
                      <a:pt x="60224" y="82353"/>
                    </a:cubicBezTo>
                    <a:cubicBezTo>
                      <a:pt x="53183" y="81180"/>
                      <a:pt x="4420" y="71270"/>
                      <a:pt x="117" y="33199"/>
                    </a:cubicBezTo>
                    <a:cubicBezTo>
                      <a:pt x="-391" y="23772"/>
                      <a:pt x="756" y="14332"/>
                      <a:pt x="3507" y="5297"/>
                    </a:cubicBezTo>
                    <a:cubicBezTo>
                      <a:pt x="4081" y="3276"/>
                      <a:pt x="5515" y="1607"/>
                      <a:pt x="7419" y="733"/>
                    </a:cubicBezTo>
                    <a:cubicBezTo>
                      <a:pt x="9349" y="-244"/>
                      <a:pt x="11617" y="-244"/>
                      <a:pt x="13547" y="733"/>
                    </a:cubicBezTo>
                    <a:cubicBezTo>
                      <a:pt x="81906" y="33929"/>
                      <a:pt x="155234" y="55690"/>
                      <a:pt x="230634" y="65142"/>
                    </a:cubicBezTo>
                    <a:cubicBezTo>
                      <a:pt x="294391" y="71987"/>
                      <a:pt x="358840" y="67985"/>
                      <a:pt x="421254" y="53277"/>
                    </a:cubicBezTo>
                    <a:cubicBezTo>
                      <a:pt x="423496" y="52769"/>
                      <a:pt x="425843" y="53408"/>
                      <a:pt x="427512" y="54973"/>
                    </a:cubicBezTo>
                    <a:cubicBezTo>
                      <a:pt x="429181" y="56446"/>
                      <a:pt x="430042" y="58623"/>
                      <a:pt x="429859" y="60840"/>
                    </a:cubicBezTo>
                    <a:cubicBezTo>
                      <a:pt x="426469" y="95522"/>
                      <a:pt x="387876" y="102953"/>
                      <a:pt x="286438" y="113775"/>
                    </a:cubicBezTo>
                    <a:cubicBezTo>
                      <a:pt x="273048" y="115040"/>
                      <a:pt x="259605" y="115600"/>
                      <a:pt x="246150" y="115470"/>
                    </a:cubicBezTo>
                    <a:close/>
                    <a:moveTo>
                      <a:pt x="15633" y="17162"/>
                    </a:moveTo>
                    <a:cubicBezTo>
                      <a:pt x="14577" y="21816"/>
                      <a:pt x="14225" y="26614"/>
                      <a:pt x="14590" y="31373"/>
                    </a:cubicBezTo>
                    <a:cubicBezTo>
                      <a:pt x="17849" y="60840"/>
                      <a:pt x="63092" y="68272"/>
                      <a:pt x="63614" y="68272"/>
                    </a:cubicBezTo>
                    <a:lnTo>
                      <a:pt x="64918" y="68272"/>
                    </a:lnTo>
                    <a:cubicBezTo>
                      <a:pt x="66091" y="68272"/>
                      <a:pt x="178481" y="110646"/>
                      <a:pt x="285395" y="99172"/>
                    </a:cubicBezTo>
                    <a:lnTo>
                      <a:pt x="285395" y="99172"/>
                    </a:lnTo>
                    <a:cubicBezTo>
                      <a:pt x="371448" y="90046"/>
                      <a:pt x="402740" y="83266"/>
                      <a:pt x="412779" y="69054"/>
                    </a:cubicBezTo>
                    <a:cubicBezTo>
                      <a:pt x="352516" y="82183"/>
                      <a:pt x="290506" y="85391"/>
                      <a:pt x="229200" y="78572"/>
                    </a:cubicBezTo>
                    <a:cubicBezTo>
                      <a:pt x="155208" y="69523"/>
                      <a:pt x="83132" y="48792"/>
                      <a:pt x="15633" y="1716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37" name="Google Shape;2437;g38b88470f6c_2_3186"/>
              <p:cNvSpPr/>
              <p:nvPr/>
            </p:nvSpPr>
            <p:spPr>
              <a:xfrm>
                <a:off x="5909685" y="3155683"/>
                <a:ext cx="922758" cy="985080"/>
              </a:xfrm>
              <a:custGeom>
                <a:rect b="b" l="l" r="r" t="t"/>
                <a:pathLst>
                  <a:path extrusionOk="0" h="985080" w="922758">
                    <a:moveTo>
                      <a:pt x="359635" y="92475"/>
                    </a:moveTo>
                    <a:cubicBezTo>
                      <a:pt x="359635" y="92475"/>
                      <a:pt x="91699" y="229117"/>
                      <a:pt x="30028" y="296133"/>
                    </a:cubicBezTo>
                    <a:cubicBezTo>
                      <a:pt x="-31644" y="363150"/>
                      <a:pt x="16989" y="424691"/>
                      <a:pt x="40719" y="494315"/>
                    </a:cubicBezTo>
                    <a:cubicBezTo>
                      <a:pt x="64449" y="563940"/>
                      <a:pt x="378802" y="962781"/>
                      <a:pt x="402922" y="981556"/>
                    </a:cubicBezTo>
                    <a:cubicBezTo>
                      <a:pt x="427043" y="1000331"/>
                      <a:pt x="550255" y="941398"/>
                      <a:pt x="716493" y="869035"/>
                    </a:cubicBezTo>
                    <a:cubicBezTo>
                      <a:pt x="882731" y="796673"/>
                      <a:pt x="922759" y="767207"/>
                      <a:pt x="922759" y="727048"/>
                    </a:cubicBezTo>
                    <a:cubicBezTo>
                      <a:pt x="922759" y="686891"/>
                      <a:pt x="707888" y="36020"/>
                      <a:pt x="694589" y="6683"/>
                    </a:cubicBezTo>
                    <a:cubicBezTo>
                      <a:pt x="681290" y="-22653"/>
                      <a:pt x="429260" y="51665"/>
                      <a:pt x="359635" y="9247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38" name="Google Shape;2438;g38b88470f6c_2_3186"/>
              <p:cNvSpPr/>
              <p:nvPr/>
            </p:nvSpPr>
            <p:spPr>
              <a:xfrm>
                <a:off x="5902152" y="3148608"/>
                <a:ext cx="936810" cy="999252"/>
              </a:xfrm>
              <a:custGeom>
                <a:rect b="b" l="l" r="r" t="t"/>
                <a:pathLst>
                  <a:path extrusionOk="0" h="999252" w="936810">
                    <a:moveTo>
                      <a:pt x="424406" y="999192"/>
                    </a:moveTo>
                    <a:cubicBezTo>
                      <a:pt x="417939" y="999609"/>
                      <a:pt x="411524" y="997862"/>
                      <a:pt x="406152" y="994237"/>
                    </a:cubicBezTo>
                    <a:cubicBezTo>
                      <a:pt x="387247" y="979504"/>
                      <a:pt x="67157" y="577012"/>
                      <a:pt x="41080" y="503737"/>
                    </a:cubicBezTo>
                    <a:cubicBezTo>
                      <a:pt x="36386" y="490699"/>
                      <a:pt x="30650" y="476878"/>
                      <a:pt x="25173" y="463840"/>
                    </a:cubicBezTo>
                    <a:cubicBezTo>
                      <a:pt x="2617" y="410643"/>
                      <a:pt x="-20721" y="355492"/>
                      <a:pt x="31823" y="298384"/>
                    </a:cubicBezTo>
                    <a:cubicBezTo>
                      <a:pt x="93364" y="231498"/>
                      <a:pt x="350088" y="99941"/>
                      <a:pt x="363256" y="93292"/>
                    </a:cubicBezTo>
                    <a:cubicBezTo>
                      <a:pt x="429230" y="55350"/>
                      <a:pt x="650881" y="-12579"/>
                      <a:pt x="697036" y="2024"/>
                    </a:cubicBezTo>
                    <a:cubicBezTo>
                      <a:pt x="701795" y="3171"/>
                      <a:pt x="705811" y="6366"/>
                      <a:pt x="707988" y="10760"/>
                    </a:cubicBezTo>
                    <a:cubicBezTo>
                      <a:pt x="722852" y="43355"/>
                      <a:pt x="936810" y="693444"/>
                      <a:pt x="936810" y="733993"/>
                    </a:cubicBezTo>
                    <a:cubicBezTo>
                      <a:pt x="936810" y="779105"/>
                      <a:pt x="893523" y="809615"/>
                      <a:pt x="726242" y="882499"/>
                    </a:cubicBezTo>
                    <a:cubicBezTo>
                      <a:pt x="703295" y="892408"/>
                      <a:pt x="681130" y="902187"/>
                      <a:pt x="660007" y="911574"/>
                    </a:cubicBezTo>
                    <a:cubicBezTo>
                      <a:pt x="533536" y="967509"/>
                      <a:pt x="459739" y="999061"/>
                      <a:pt x="424406" y="999192"/>
                    </a:cubicBezTo>
                    <a:close/>
                    <a:moveTo>
                      <a:pt x="680999" y="13367"/>
                    </a:moveTo>
                    <a:cubicBezTo>
                      <a:pt x="625586" y="13367"/>
                      <a:pt x="436922" y="67346"/>
                      <a:pt x="370688" y="105678"/>
                    </a:cubicBezTo>
                    <a:lnTo>
                      <a:pt x="370688" y="105678"/>
                    </a:lnTo>
                    <a:cubicBezTo>
                      <a:pt x="368080" y="106982"/>
                      <a:pt x="103142" y="242450"/>
                      <a:pt x="43166" y="307772"/>
                    </a:cubicBezTo>
                    <a:cubicBezTo>
                      <a:pt x="-3250" y="358230"/>
                      <a:pt x="16307" y="404515"/>
                      <a:pt x="39124" y="458234"/>
                    </a:cubicBezTo>
                    <a:cubicBezTo>
                      <a:pt x="44731" y="471272"/>
                      <a:pt x="50468" y="485092"/>
                      <a:pt x="55292" y="499043"/>
                    </a:cubicBezTo>
                    <a:cubicBezTo>
                      <a:pt x="80456" y="571797"/>
                      <a:pt x="396504" y="968421"/>
                      <a:pt x="415148" y="982894"/>
                    </a:cubicBezTo>
                    <a:cubicBezTo>
                      <a:pt x="433793" y="997366"/>
                      <a:pt x="540707" y="948994"/>
                      <a:pt x="655183" y="898536"/>
                    </a:cubicBezTo>
                    <a:lnTo>
                      <a:pt x="721548" y="869461"/>
                    </a:lnTo>
                    <a:cubicBezTo>
                      <a:pt x="878007" y="801271"/>
                      <a:pt x="923641" y="770761"/>
                      <a:pt x="923641" y="733993"/>
                    </a:cubicBezTo>
                    <a:cubicBezTo>
                      <a:pt x="923641" y="699572"/>
                      <a:pt x="713856" y="56002"/>
                      <a:pt x="695993" y="16887"/>
                    </a:cubicBezTo>
                    <a:cubicBezTo>
                      <a:pt x="693776" y="14410"/>
                      <a:pt x="688170" y="13367"/>
                      <a:pt x="680999" y="13367"/>
                    </a:cubicBezTo>
                    <a:close/>
                    <a:moveTo>
                      <a:pt x="367168" y="99550"/>
                    </a:moveTo>
                    <a:lnTo>
                      <a:pt x="367168" y="9955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439" name="Google Shape;2439;g38b88470f6c_2_3186"/>
              <p:cNvGrpSpPr/>
              <p:nvPr/>
            </p:nvGrpSpPr>
            <p:grpSpPr>
              <a:xfrm>
                <a:off x="5909424" y="3227297"/>
                <a:ext cx="721708" cy="913466"/>
                <a:chOff x="5909424" y="3227297"/>
                <a:chExt cx="721708" cy="913466"/>
              </a:xfrm>
            </p:grpSpPr>
            <p:sp>
              <p:nvSpPr>
                <p:cNvPr id="2440" name="Google Shape;2440;g38b88470f6c_2_3186"/>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41" name="Google Shape;2441;g38b88470f6c_2_3186"/>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FFFFFF">
                    <a:alpha val="4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442" name="Google Shape;2442;g38b88470f6c_2_3186"/>
              <p:cNvSpPr/>
              <p:nvPr/>
            </p:nvSpPr>
            <p:spPr>
              <a:xfrm>
                <a:off x="6194350" y="3178664"/>
                <a:ext cx="302407" cy="265486"/>
              </a:xfrm>
              <a:custGeom>
                <a:rect b="b" l="l" r="r" t="t"/>
                <a:pathLst>
                  <a:path extrusionOk="0" h="265486" w="302407">
                    <a:moveTo>
                      <a:pt x="0" y="109130"/>
                    </a:moveTo>
                    <a:cubicBezTo>
                      <a:pt x="32374" y="157489"/>
                      <a:pt x="74305" y="198716"/>
                      <a:pt x="123212" y="230256"/>
                    </a:cubicBezTo>
                    <a:cubicBezTo>
                      <a:pt x="208873" y="283843"/>
                      <a:pt x="265199" y="273152"/>
                      <a:pt x="294665" y="219434"/>
                    </a:cubicBezTo>
                    <a:cubicBezTo>
                      <a:pt x="318786" y="175626"/>
                      <a:pt x="280193" y="45764"/>
                      <a:pt x="265329" y="0"/>
                    </a:cubicBezTo>
                    <a:cubicBezTo>
                      <a:pt x="191402" y="20079"/>
                      <a:pt x="110043" y="49154"/>
                      <a:pt x="74970" y="69494"/>
                    </a:cubicBezTo>
                    <a:cubicBezTo>
                      <a:pt x="74970" y="69494"/>
                      <a:pt x="43939" y="85401"/>
                      <a:pt x="0" y="10913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43" name="Google Shape;2443;g38b88470f6c_2_3186"/>
              <p:cNvSpPr/>
              <p:nvPr/>
            </p:nvSpPr>
            <p:spPr>
              <a:xfrm>
                <a:off x="6187227" y="3171522"/>
                <a:ext cx="316442" cy="279644"/>
              </a:xfrm>
              <a:custGeom>
                <a:rect b="b" l="l" r="r" t="t"/>
                <a:pathLst>
                  <a:path extrusionOk="0" h="279644" w="316442">
                    <a:moveTo>
                      <a:pt x="228513" y="279642"/>
                    </a:moveTo>
                    <a:cubicBezTo>
                      <a:pt x="199307" y="279642"/>
                      <a:pt x="165147" y="267517"/>
                      <a:pt x="126554" y="243396"/>
                    </a:cubicBezTo>
                    <a:cubicBezTo>
                      <a:pt x="76904" y="211191"/>
                      <a:pt x="34295" y="169273"/>
                      <a:pt x="1256" y="120184"/>
                    </a:cubicBezTo>
                    <a:cubicBezTo>
                      <a:pt x="96" y="118554"/>
                      <a:pt x="-283" y="116507"/>
                      <a:pt x="213" y="114577"/>
                    </a:cubicBezTo>
                    <a:cubicBezTo>
                      <a:pt x="708" y="112635"/>
                      <a:pt x="1986" y="110992"/>
                      <a:pt x="3733" y="110014"/>
                    </a:cubicBezTo>
                    <a:cubicBezTo>
                      <a:pt x="47020" y="86545"/>
                      <a:pt x="78573" y="70899"/>
                      <a:pt x="78834" y="70247"/>
                    </a:cubicBezTo>
                    <a:cubicBezTo>
                      <a:pt x="112994" y="50560"/>
                      <a:pt x="192006" y="21745"/>
                      <a:pt x="270496" y="232"/>
                    </a:cubicBezTo>
                    <a:cubicBezTo>
                      <a:pt x="274147" y="-720"/>
                      <a:pt x="277915" y="1340"/>
                      <a:pt x="279102" y="4926"/>
                    </a:cubicBezTo>
                    <a:cubicBezTo>
                      <a:pt x="296182" y="57079"/>
                      <a:pt x="333080" y="184463"/>
                      <a:pt x="307916" y="230097"/>
                    </a:cubicBezTo>
                    <a:cubicBezTo>
                      <a:pt x="296703" y="252901"/>
                      <a:pt x="276312" y="269877"/>
                      <a:pt x="251852" y="276774"/>
                    </a:cubicBezTo>
                    <a:cubicBezTo>
                      <a:pt x="244224" y="278730"/>
                      <a:pt x="236388" y="279694"/>
                      <a:pt x="228513" y="279642"/>
                    </a:cubicBezTo>
                    <a:close/>
                    <a:moveTo>
                      <a:pt x="17293" y="118750"/>
                    </a:moveTo>
                    <a:cubicBezTo>
                      <a:pt x="48767" y="163523"/>
                      <a:pt x="88612" y="201777"/>
                      <a:pt x="134638" y="231401"/>
                    </a:cubicBezTo>
                    <a:cubicBezTo>
                      <a:pt x="180793" y="260215"/>
                      <a:pt x="219256" y="270515"/>
                      <a:pt x="248983" y="263083"/>
                    </a:cubicBezTo>
                    <a:cubicBezTo>
                      <a:pt x="269662" y="257086"/>
                      <a:pt x="286820" y="242574"/>
                      <a:pt x="296182" y="223186"/>
                    </a:cubicBezTo>
                    <a:cubicBezTo>
                      <a:pt x="318217" y="183420"/>
                      <a:pt x="283144" y="61642"/>
                      <a:pt x="268410" y="15747"/>
                    </a:cubicBezTo>
                    <a:cubicBezTo>
                      <a:pt x="194092" y="36348"/>
                      <a:pt x="118340" y="64119"/>
                      <a:pt x="85874" y="82764"/>
                    </a:cubicBezTo>
                    <a:cubicBezTo>
                      <a:pt x="84962" y="83025"/>
                      <a:pt x="56799" y="97367"/>
                      <a:pt x="17293" y="11875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44" name="Google Shape;2444;g38b88470f6c_2_3186"/>
              <p:cNvSpPr/>
              <p:nvPr/>
            </p:nvSpPr>
            <p:spPr>
              <a:xfrm>
                <a:off x="6175444" y="3103042"/>
                <a:ext cx="276215" cy="290553"/>
              </a:xfrm>
              <a:custGeom>
                <a:rect b="b" l="l" r="r" t="t"/>
                <a:pathLst>
                  <a:path extrusionOk="0" h="290553" w="276215">
                    <a:moveTo>
                      <a:pt x="262591" y="43287"/>
                    </a:moveTo>
                    <a:cubicBezTo>
                      <a:pt x="250439" y="57290"/>
                      <a:pt x="244637" y="75700"/>
                      <a:pt x="246554" y="94136"/>
                    </a:cubicBezTo>
                    <a:cubicBezTo>
                      <a:pt x="251900" y="120995"/>
                      <a:pt x="278759" y="225432"/>
                      <a:pt x="276021" y="260244"/>
                    </a:cubicBezTo>
                    <a:cubicBezTo>
                      <a:pt x="273282" y="295056"/>
                      <a:pt x="241208" y="300532"/>
                      <a:pt x="174191" y="273282"/>
                    </a:cubicBezTo>
                    <a:cubicBezTo>
                      <a:pt x="107175" y="246032"/>
                      <a:pt x="64409" y="168976"/>
                      <a:pt x="53587" y="150071"/>
                    </a:cubicBezTo>
                    <a:cubicBezTo>
                      <a:pt x="42766" y="131165"/>
                      <a:pt x="0" y="18775"/>
                      <a:pt x="0" y="18775"/>
                    </a:cubicBezTo>
                    <a:lnTo>
                      <a:pt x="29467" y="0"/>
                    </a:lnTo>
                    <a:cubicBezTo>
                      <a:pt x="29467" y="0"/>
                      <a:pt x="59064" y="45504"/>
                      <a:pt x="131296" y="45504"/>
                    </a:cubicBezTo>
                    <a:cubicBezTo>
                      <a:pt x="203528" y="45504"/>
                      <a:pt x="254638" y="7953"/>
                      <a:pt x="262591" y="24121"/>
                    </a:cubicBezTo>
                    <a:cubicBezTo>
                      <a:pt x="270544" y="40288"/>
                      <a:pt x="262591" y="43287"/>
                      <a:pt x="262591" y="43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45" name="Google Shape;2445;g38b88470f6c_2_3186"/>
              <p:cNvSpPr/>
              <p:nvPr/>
            </p:nvSpPr>
            <p:spPr>
              <a:xfrm>
                <a:off x="6168474" y="3096336"/>
                <a:ext cx="289997" cy="304531"/>
              </a:xfrm>
              <a:custGeom>
                <a:rect b="b" l="l" r="r" t="t"/>
                <a:pathLst>
                  <a:path extrusionOk="0" h="304531" w="289997">
                    <a:moveTo>
                      <a:pt x="247918" y="304500"/>
                    </a:moveTo>
                    <a:cubicBezTo>
                      <a:pt x="223928" y="302844"/>
                      <a:pt x="200433" y="296886"/>
                      <a:pt x="178554" y="286899"/>
                    </a:cubicBezTo>
                    <a:cubicBezTo>
                      <a:pt x="133703" y="269036"/>
                      <a:pt x="92371" y="227053"/>
                      <a:pt x="55343" y="162253"/>
                    </a:cubicBezTo>
                    <a:lnTo>
                      <a:pt x="54430" y="160688"/>
                    </a:lnTo>
                    <a:cubicBezTo>
                      <a:pt x="43608" y="141652"/>
                      <a:pt x="2277" y="32913"/>
                      <a:pt x="451" y="28350"/>
                    </a:cubicBezTo>
                    <a:cubicBezTo>
                      <a:pt x="-709" y="25233"/>
                      <a:pt x="425" y="21726"/>
                      <a:pt x="3190" y="19875"/>
                    </a:cubicBezTo>
                    <a:lnTo>
                      <a:pt x="32656" y="1100"/>
                    </a:lnTo>
                    <a:cubicBezTo>
                      <a:pt x="35942" y="-961"/>
                      <a:pt x="40283" y="-48"/>
                      <a:pt x="42435" y="3186"/>
                    </a:cubicBezTo>
                    <a:cubicBezTo>
                      <a:pt x="43608" y="4881"/>
                      <a:pt x="70989" y="45560"/>
                      <a:pt x="138266" y="45560"/>
                    </a:cubicBezTo>
                    <a:cubicBezTo>
                      <a:pt x="169441" y="44660"/>
                      <a:pt x="200263" y="38715"/>
                      <a:pt x="229534" y="27958"/>
                    </a:cubicBezTo>
                    <a:cubicBezTo>
                      <a:pt x="252481" y="20396"/>
                      <a:pt x="268649" y="14920"/>
                      <a:pt x="275690" y="27958"/>
                    </a:cubicBezTo>
                    <a:cubicBezTo>
                      <a:pt x="279771" y="34295"/>
                      <a:pt x="280918" y="42092"/>
                      <a:pt x="278819" y="49341"/>
                    </a:cubicBezTo>
                    <a:cubicBezTo>
                      <a:pt x="277854" y="51779"/>
                      <a:pt x="276172" y="53865"/>
                      <a:pt x="273995" y="55339"/>
                    </a:cubicBezTo>
                    <a:cubicBezTo>
                      <a:pt x="263603" y="67490"/>
                      <a:pt x="258609" y="83358"/>
                      <a:pt x="260174" y="99278"/>
                    </a:cubicBezTo>
                    <a:cubicBezTo>
                      <a:pt x="261348" y="105014"/>
                      <a:pt x="263434" y="114141"/>
                      <a:pt x="266041" y="125354"/>
                    </a:cubicBezTo>
                    <a:cubicBezTo>
                      <a:pt x="275690" y="167859"/>
                      <a:pt x="292118" y="238918"/>
                      <a:pt x="289771" y="267341"/>
                    </a:cubicBezTo>
                    <a:cubicBezTo>
                      <a:pt x="289797" y="279662"/>
                      <a:pt x="283630" y="291188"/>
                      <a:pt x="273343" y="297981"/>
                    </a:cubicBezTo>
                    <a:cubicBezTo>
                      <a:pt x="265676" y="302558"/>
                      <a:pt x="256849" y="304826"/>
                      <a:pt x="247918" y="304500"/>
                    </a:cubicBezTo>
                    <a:close/>
                    <a:moveTo>
                      <a:pt x="15706" y="28741"/>
                    </a:moveTo>
                    <a:cubicBezTo>
                      <a:pt x="24312" y="51297"/>
                      <a:pt x="57690" y="137871"/>
                      <a:pt x="66686" y="153647"/>
                    </a:cubicBezTo>
                    <a:lnTo>
                      <a:pt x="67599" y="155212"/>
                    </a:lnTo>
                    <a:cubicBezTo>
                      <a:pt x="102932" y="217274"/>
                      <a:pt x="142047" y="257171"/>
                      <a:pt x="183770" y="273860"/>
                    </a:cubicBezTo>
                    <a:cubicBezTo>
                      <a:pt x="235271" y="294330"/>
                      <a:pt x="256915" y="291853"/>
                      <a:pt x="266172" y="286116"/>
                    </a:cubicBezTo>
                    <a:cubicBezTo>
                      <a:pt x="272547" y="281631"/>
                      <a:pt x="276224" y="274225"/>
                      <a:pt x="275950" y="266428"/>
                    </a:cubicBezTo>
                    <a:cubicBezTo>
                      <a:pt x="278037" y="240352"/>
                      <a:pt x="261348" y="167598"/>
                      <a:pt x="252481" y="128614"/>
                    </a:cubicBezTo>
                    <a:cubicBezTo>
                      <a:pt x="249874" y="117270"/>
                      <a:pt x="247788" y="108013"/>
                      <a:pt x="246614" y="102537"/>
                    </a:cubicBezTo>
                    <a:cubicBezTo>
                      <a:pt x="244202" y="81898"/>
                      <a:pt x="250643" y="61193"/>
                      <a:pt x="264346" y="45560"/>
                    </a:cubicBezTo>
                    <a:cubicBezTo>
                      <a:pt x="264816" y="44973"/>
                      <a:pt x="265389" y="44491"/>
                      <a:pt x="266041" y="44126"/>
                    </a:cubicBezTo>
                    <a:cubicBezTo>
                      <a:pt x="266106" y="40749"/>
                      <a:pt x="265155" y="37437"/>
                      <a:pt x="263303" y="34608"/>
                    </a:cubicBezTo>
                    <a:cubicBezTo>
                      <a:pt x="253238" y="35312"/>
                      <a:pt x="243368" y="37685"/>
                      <a:pt x="234098" y="41648"/>
                    </a:cubicBezTo>
                    <a:cubicBezTo>
                      <a:pt x="203353" y="52888"/>
                      <a:pt x="170992" y="59055"/>
                      <a:pt x="138266" y="59902"/>
                    </a:cubicBezTo>
                    <a:cubicBezTo>
                      <a:pt x="99086" y="61701"/>
                      <a:pt x="61145" y="45873"/>
                      <a:pt x="34873" y="167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446" name="Google Shape;2446;g38b88470f6c_2_3186"/>
              <p:cNvGrpSpPr/>
              <p:nvPr/>
            </p:nvGrpSpPr>
            <p:grpSpPr>
              <a:xfrm>
                <a:off x="6175444" y="3103172"/>
                <a:ext cx="262591" cy="280323"/>
                <a:chOff x="6175444" y="3103172"/>
                <a:chExt cx="262591" cy="280323"/>
              </a:xfrm>
            </p:grpSpPr>
            <p:sp>
              <p:nvSpPr>
                <p:cNvPr id="2447" name="Google Shape;2447;g38b88470f6c_2_3186"/>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48" name="Google Shape;2448;g38b88470f6c_2_3186"/>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FFFFFF">
                    <a:alpha val="4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449" name="Google Shape;2449;g38b88470f6c_2_3186"/>
              <p:cNvSpPr/>
              <p:nvPr/>
            </p:nvSpPr>
            <p:spPr>
              <a:xfrm>
                <a:off x="6065662" y="2977483"/>
                <a:ext cx="128557" cy="128557"/>
              </a:xfrm>
              <a:custGeom>
                <a:rect b="b" l="l" r="r" t="t"/>
                <a:pathLst>
                  <a:path extrusionOk="0" h="128557" w="128557">
                    <a:moveTo>
                      <a:pt x="0" y="56195"/>
                    </a:moveTo>
                    <a:lnTo>
                      <a:pt x="56195" y="128557"/>
                    </a:lnTo>
                    <a:lnTo>
                      <a:pt x="128557" y="99091"/>
                    </a:lnTo>
                    <a:lnTo>
                      <a:pt x="74970" y="0"/>
                    </a:lnTo>
                    <a:lnTo>
                      <a:pt x="0" y="5619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50" name="Google Shape;2450;g38b88470f6c_2_3186"/>
              <p:cNvSpPr/>
              <p:nvPr/>
            </p:nvSpPr>
            <p:spPr>
              <a:xfrm>
                <a:off x="6058555" y="2970151"/>
                <a:ext cx="142499" cy="142930"/>
              </a:xfrm>
              <a:custGeom>
                <a:rect b="b" l="l" r="r" t="t"/>
                <a:pathLst>
                  <a:path extrusionOk="0" h="142930" w="142499">
                    <a:moveTo>
                      <a:pt x="63302" y="142930"/>
                    </a:moveTo>
                    <a:cubicBezTo>
                      <a:pt x="61176" y="142957"/>
                      <a:pt x="59155" y="141992"/>
                      <a:pt x="57825" y="140323"/>
                    </a:cubicBezTo>
                    <a:lnTo>
                      <a:pt x="1500" y="67700"/>
                    </a:lnTo>
                    <a:cubicBezTo>
                      <a:pt x="327" y="66187"/>
                      <a:pt x="-195" y="64257"/>
                      <a:pt x="66" y="62354"/>
                    </a:cubicBezTo>
                    <a:cubicBezTo>
                      <a:pt x="366" y="60502"/>
                      <a:pt x="1343" y="58834"/>
                      <a:pt x="2804" y="57660"/>
                    </a:cubicBezTo>
                    <a:lnTo>
                      <a:pt x="77904" y="1465"/>
                    </a:lnTo>
                    <a:cubicBezTo>
                      <a:pt x="79521" y="200"/>
                      <a:pt x="81633" y="-282"/>
                      <a:pt x="83641" y="161"/>
                    </a:cubicBezTo>
                    <a:cubicBezTo>
                      <a:pt x="85649" y="591"/>
                      <a:pt x="87357" y="1882"/>
                      <a:pt x="88335" y="3682"/>
                    </a:cubicBezTo>
                    <a:lnTo>
                      <a:pt x="141922" y="102773"/>
                    </a:lnTo>
                    <a:cubicBezTo>
                      <a:pt x="142692" y="104650"/>
                      <a:pt x="142692" y="106762"/>
                      <a:pt x="141922" y="108640"/>
                    </a:cubicBezTo>
                    <a:cubicBezTo>
                      <a:pt x="141283" y="110504"/>
                      <a:pt x="139849" y="111977"/>
                      <a:pt x="138011" y="112682"/>
                    </a:cubicBezTo>
                    <a:lnTo>
                      <a:pt x="65648" y="142148"/>
                    </a:lnTo>
                    <a:cubicBezTo>
                      <a:pt x="64918" y="142552"/>
                      <a:pt x="64123" y="142813"/>
                      <a:pt x="63302" y="142930"/>
                    </a:cubicBezTo>
                    <a:close/>
                    <a:moveTo>
                      <a:pt x="17016" y="64701"/>
                    </a:moveTo>
                    <a:lnTo>
                      <a:pt x="65648" y="127154"/>
                    </a:lnTo>
                    <a:lnTo>
                      <a:pt x="125755" y="102642"/>
                    </a:lnTo>
                    <a:lnTo>
                      <a:pt x="79730" y="17633"/>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51" name="Google Shape;2451;g38b88470f6c_2_3186"/>
              <p:cNvSpPr/>
              <p:nvPr/>
            </p:nvSpPr>
            <p:spPr>
              <a:xfrm>
                <a:off x="6083871" y="2778266"/>
                <a:ext cx="421712" cy="401488"/>
              </a:xfrm>
              <a:custGeom>
                <a:rect b="b" l="l" r="r" t="t"/>
                <a:pathLst>
                  <a:path extrusionOk="0" h="401488" w="421712">
                    <a:moveTo>
                      <a:pt x="78275" y="285662"/>
                    </a:moveTo>
                    <a:cubicBezTo>
                      <a:pt x="78275" y="285662"/>
                      <a:pt x="-2172" y="178357"/>
                      <a:pt x="45" y="146282"/>
                    </a:cubicBezTo>
                    <a:cubicBezTo>
                      <a:pt x="2261" y="114208"/>
                      <a:pt x="170195" y="-7700"/>
                      <a:pt x="215829" y="384"/>
                    </a:cubicBezTo>
                    <a:cubicBezTo>
                      <a:pt x="261463" y="8468"/>
                      <a:pt x="333173" y="144848"/>
                      <a:pt x="333173" y="144848"/>
                    </a:cubicBezTo>
                    <a:lnTo>
                      <a:pt x="373461" y="185136"/>
                    </a:lnTo>
                    <a:lnTo>
                      <a:pt x="360423" y="222687"/>
                    </a:lnTo>
                    <a:cubicBezTo>
                      <a:pt x="360423" y="222687"/>
                      <a:pt x="429135" y="317736"/>
                      <a:pt x="421051" y="331165"/>
                    </a:cubicBezTo>
                    <a:cubicBezTo>
                      <a:pt x="412967" y="344595"/>
                      <a:pt x="351427" y="382014"/>
                      <a:pt x="276326" y="398182"/>
                    </a:cubicBezTo>
                    <a:cubicBezTo>
                      <a:pt x="201226" y="414349"/>
                      <a:pt x="128994" y="365977"/>
                      <a:pt x="128994" y="365977"/>
                    </a:cubicBezTo>
                    <a:cubicBezTo>
                      <a:pt x="128994" y="365977"/>
                      <a:pt x="78144" y="387360"/>
                      <a:pt x="56631" y="374061"/>
                    </a:cubicBezTo>
                    <a:cubicBezTo>
                      <a:pt x="35118" y="360762"/>
                      <a:pt x="5782" y="312390"/>
                      <a:pt x="11127" y="301699"/>
                    </a:cubicBezTo>
                    <a:cubicBezTo>
                      <a:pt x="16473" y="291007"/>
                      <a:pt x="78275" y="285662"/>
                      <a:pt x="78275" y="28566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52" name="Google Shape;2452;g38b88470f6c_2_3186"/>
              <p:cNvSpPr/>
              <p:nvPr/>
            </p:nvSpPr>
            <p:spPr>
              <a:xfrm>
                <a:off x="6077313" y="2770815"/>
                <a:ext cx="435145" cy="415280"/>
              </a:xfrm>
              <a:custGeom>
                <a:rect b="b" l="l" r="r" t="t"/>
                <a:pathLst>
                  <a:path extrusionOk="0" h="415280" w="435145">
                    <a:moveTo>
                      <a:pt x="251070" y="415280"/>
                    </a:moveTo>
                    <a:cubicBezTo>
                      <a:pt x="210065" y="413951"/>
                      <a:pt x="170090" y="402047"/>
                      <a:pt x="135030" y="380729"/>
                    </a:cubicBezTo>
                    <a:cubicBezTo>
                      <a:pt x="121991" y="385684"/>
                      <a:pt x="80790" y="400026"/>
                      <a:pt x="59668" y="386857"/>
                    </a:cubicBezTo>
                    <a:cubicBezTo>
                      <a:pt x="38546" y="373688"/>
                      <a:pt x="3082" y="321666"/>
                      <a:pt x="11427" y="305368"/>
                    </a:cubicBezTo>
                    <a:cubicBezTo>
                      <a:pt x="16512" y="295068"/>
                      <a:pt x="44805" y="289591"/>
                      <a:pt x="71794" y="286593"/>
                    </a:cubicBezTo>
                    <a:cubicBezTo>
                      <a:pt x="50933" y="257909"/>
                      <a:pt x="-2394" y="181374"/>
                      <a:pt x="83" y="152429"/>
                    </a:cubicBezTo>
                    <a:cubicBezTo>
                      <a:pt x="1648" y="132871"/>
                      <a:pt x="43501" y="97929"/>
                      <a:pt x="68274" y="78762"/>
                    </a:cubicBezTo>
                    <a:cubicBezTo>
                      <a:pt x="107388" y="48905"/>
                      <a:pt x="189399" y="-5986"/>
                      <a:pt x="224733" y="533"/>
                    </a:cubicBezTo>
                    <a:cubicBezTo>
                      <a:pt x="271410" y="8747"/>
                      <a:pt x="336993" y="129612"/>
                      <a:pt x="346511" y="147735"/>
                    </a:cubicBezTo>
                    <a:lnTo>
                      <a:pt x="385625" y="186850"/>
                    </a:lnTo>
                    <a:cubicBezTo>
                      <a:pt x="387620" y="188780"/>
                      <a:pt x="388233" y="191713"/>
                      <a:pt x="387190" y="194282"/>
                    </a:cubicBezTo>
                    <a:lnTo>
                      <a:pt x="375064" y="228312"/>
                    </a:lnTo>
                    <a:cubicBezTo>
                      <a:pt x="420959" y="292069"/>
                      <a:pt x="440256" y="330141"/>
                      <a:pt x="433997" y="341484"/>
                    </a:cubicBezTo>
                    <a:cubicBezTo>
                      <a:pt x="424610" y="356999"/>
                      <a:pt x="360983" y="395332"/>
                      <a:pt x="284709" y="411760"/>
                    </a:cubicBezTo>
                    <a:cubicBezTo>
                      <a:pt x="273653" y="414081"/>
                      <a:pt x="262374" y="415268"/>
                      <a:pt x="251070" y="415280"/>
                    </a:cubicBezTo>
                    <a:close/>
                    <a:moveTo>
                      <a:pt x="135682" y="365735"/>
                    </a:moveTo>
                    <a:cubicBezTo>
                      <a:pt x="137077" y="365722"/>
                      <a:pt x="138433" y="366126"/>
                      <a:pt x="139593" y="366909"/>
                    </a:cubicBezTo>
                    <a:cubicBezTo>
                      <a:pt x="140375" y="366909"/>
                      <a:pt x="210391" y="413325"/>
                      <a:pt x="281580" y="398070"/>
                    </a:cubicBezTo>
                    <a:cubicBezTo>
                      <a:pt x="358375" y="381642"/>
                      <a:pt x="415744" y="344222"/>
                      <a:pt x="421741" y="334313"/>
                    </a:cubicBezTo>
                    <a:cubicBezTo>
                      <a:pt x="422654" y="325447"/>
                      <a:pt x="391232" y="274858"/>
                      <a:pt x="361374" y="233657"/>
                    </a:cubicBezTo>
                    <a:cubicBezTo>
                      <a:pt x="359992" y="231780"/>
                      <a:pt x="359640" y="229329"/>
                      <a:pt x="360462" y="227138"/>
                    </a:cubicBezTo>
                    <a:lnTo>
                      <a:pt x="372326" y="193760"/>
                    </a:lnTo>
                    <a:lnTo>
                      <a:pt x="335167" y="156731"/>
                    </a:lnTo>
                    <a:cubicBezTo>
                      <a:pt x="334659" y="156184"/>
                      <a:pt x="334228" y="155571"/>
                      <a:pt x="333863" y="154906"/>
                    </a:cubicBezTo>
                    <a:cubicBezTo>
                      <a:pt x="314436" y="117877"/>
                      <a:pt x="255634" y="20221"/>
                      <a:pt x="221604" y="14093"/>
                    </a:cubicBezTo>
                    <a:cubicBezTo>
                      <a:pt x="200482" y="10442"/>
                      <a:pt x="136855" y="43689"/>
                      <a:pt x="76879" y="89975"/>
                    </a:cubicBezTo>
                    <a:cubicBezTo>
                      <a:pt x="34635" y="122441"/>
                      <a:pt x="14817" y="145779"/>
                      <a:pt x="14165" y="153602"/>
                    </a:cubicBezTo>
                    <a:cubicBezTo>
                      <a:pt x="12339" y="175115"/>
                      <a:pt x="59929" y="247608"/>
                      <a:pt x="90439" y="288157"/>
                    </a:cubicBezTo>
                    <a:cubicBezTo>
                      <a:pt x="91964" y="290230"/>
                      <a:pt x="92264" y="292968"/>
                      <a:pt x="91221" y="295328"/>
                    </a:cubicBezTo>
                    <a:cubicBezTo>
                      <a:pt x="90191" y="297675"/>
                      <a:pt x="87922" y="299240"/>
                      <a:pt x="85354" y="299370"/>
                    </a:cubicBezTo>
                    <a:cubicBezTo>
                      <a:pt x="56018" y="301978"/>
                      <a:pt x="27725" y="307715"/>
                      <a:pt x="23813" y="312408"/>
                    </a:cubicBezTo>
                    <a:cubicBezTo>
                      <a:pt x="22509" y="319971"/>
                      <a:pt x="46630" y="362476"/>
                      <a:pt x="67100" y="375253"/>
                    </a:cubicBezTo>
                    <a:cubicBezTo>
                      <a:pt x="82094" y="384641"/>
                      <a:pt x="120688" y="371863"/>
                      <a:pt x="132292" y="366648"/>
                    </a:cubicBezTo>
                    <a:cubicBezTo>
                      <a:pt x="133322" y="366048"/>
                      <a:pt x="134495" y="365735"/>
                      <a:pt x="135682" y="3657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453" name="Google Shape;2453;g38b88470f6c_2_3186"/>
              <p:cNvGrpSpPr/>
              <p:nvPr/>
            </p:nvGrpSpPr>
            <p:grpSpPr>
              <a:xfrm>
                <a:off x="6084245" y="2777613"/>
                <a:ext cx="361352" cy="401447"/>
                <a:chOff x="6084245" y="2777613"/>
                <a:chExt cx="361352" cy="401447"/>
              </a:xfrm>
            </p:grpSpPr>
            <p:sp>
              <p:nvSpPr>
                <p:cNvPr id="2454" name="Google Shape;2454;g38b88470f6c_2_3186"/>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55" name="Google Shape;2455;g38b88470f6c_2_3186"/>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FFFFFF">
                    <a:alpha val="4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456" name="Google Shape;2456;g38b88470f6c_2_3186"/>
              <p:cNvSpPr/>
              <p:nvPr/>
            </p:nvSpPr>
            <p:spPr>
              <a:xfrm>
                <a:off x="7083821" y="3078912"/>
                <a:ext cx="334953" cy="1959141"/>
              </a:xfrm>
              <a:custGeom>
                <a:rect b="b" l="l" r="r" t="t"/>
                <a:pathLst>
                  <a:path extrusionOk="0" h="1959141" w="334953">
                    <a:moveTo>
                      <a:pt x="0" y="5746"/>
                    </a:moveTo>
                    <a:lnTo>
                      <a:pt x="297534" y="1959141"/>
                    </a:lnTo>
                    <a:lnTo>
                      <a:pt x="334953" y="1953795"/>
                    </a:lnTo>
                    <a:lnTo>
                      <a:pt x="48111" y="3008"/>
                    </a:lnTo>
                    <a:cubicBezTo>
                      <a:pt x="32257" y="-1791"/>
                      <a:pt x="15216" y="-826"/>
                      <a:pt x="0" y="57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57" name="Google Shape;2457;g38b88470f6c_2_3186"/>
              <p:cNvSpPr/>
              <p:nvPr/>
            </p:nvSpPr>
            <p:spPr>
              <a:xfrm>
                <a:off x="7076844" y="3071818"/>
                <a:ext cx="349190" cy="1973928"/>
              </a:xfrm>
              <a:custGeom>
                <a:rect b="b" l="l" r="r" t="t"/>
                <a:pathLst>
                  <a:path extrusionOk="0" h="1973928" w="349190">
                    <a:moveTo>
                      <a:pt x="304511" y="1973928"/>
                    </a:moveTo>
                    <a:cubicBezTo>
                      <a:pt x="300991" y="1973967"/>
                      <a:pt x="297992" y="1971411"/>
                      <a:pt x="297471" y="1967930"/>
                    </a:cubicBezTo>
                    <a:lnTo>
                      <a:pt x="68" y="13883"/>
                    </a:lnTo>
                    <a:cubicBezTo>
                      <a:pt x="-389" y="10571"/>
                      <a:pt x="1502" y="7377"/>
                      <a:pt x="4631" y="6190"/>
                    </a:cubicBezTo>
                    <a:cubicBezTo>
                      <a:pt x="21555" y="-1098"/>
                      <a:pt x="40564" y="-1985"/>
                      <a:pt x="58088" y="3713"/>
                    </a:cubicBezTo>
                    <a:cubicBezTo>
                      <a:pt x="60343" y="4691"/>
                      <a:pt x="61921" y="6764"/>
                      <a:pt x="62260" y="9189"/>
                    </a:cubicBezTo>
                    <a:lnTo>
                      <a:pt x="349102" y="1959846"/>
                    </a:lnTo>
                    <a:cubicBezTo>
                      <a:pt x="349402" y="1961737"/>
                      <a:pt x="348933" y="1963654"/>
                      <a:pt x="347799" y="1965192"/>
                    </a:cubicBezTo>
                    <a:cubicBezTo>
                      <a:pt x="346625" y="1966652"/>
                      <a:pt x="344956" y="1967630"/>
                      <a:pt x="343105" y="1967930"/>
                    </a:cubicBezTo>
                    <a:lnTo>
                      <a:pt x="305554" y="1973276"/>
                    </a:lnTo>
                    <a:close/>
                    <a:moveTo>
                      <a:pt x="14931" y="18185"/>
                    </a:moveTo>
                    <a:lnTo>
                      <a:pt x="310379" y="1958282"/>
                    </a:lnTo>
                    <a:lnTo>
                      <a:pt x="333978" y="1954892"/>
                    </a:lnTo>
                    <a:lnTo>
                      <a:pt x="48961" y="15578"/>
                    </a:lnTo>
                    <a:cubicBezTo>
                      <a:pt x="37579" y="13465"/>
                      <a:pt x="25857" y="14365"/>
                      <a:pt x="14931" y="1818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58" name="Google Shape;2458;g38b88470f6c_2_3186"/>
              <p:cNvSpPr/>
              <p:nvPr/>
            </p:nvSpPr>
            <p:spPr>
              <a:xfrm>
                <a:off x="7032378" y="3323444"/>
                <a:ext cx="68639" cy="137851"/>
              </a:xfrm>
              <a:custGeom>
                <a:rect b="b" l="l" r="r" t="t"/>
                <a:pathLst>
                  <a:path extrusionOk="0" h="137851" w="68639">
                    <a:moveTo>
                      <a:pt x="59527" y="2422"/>
                    </a:moveTo>
                    <a:cubicBezTo>
                      <a:pt x="59527" y="2422"/>
                      <a:pt x="594" y="-10616"/>
                      <a:pt x="594" y="23805"/>
                    </a:cubicBezTo>
                    <a:cubicBezTo>
                      <a:pt x="594" y="58226"/>
                      <a:pt x="-4752" y="117550"/>
                      <a:pt x="16631" y="130980"/>
                    </a:cubicBezTo>
                    <a:cubicBezTo>
                      <a:pt x="38014" y="144409"/>
                      <a:pt x="64873" y="139064"/>
                      <a:pt x="67611" y="106859"/>
                    </a:cubicBezTo>
                    <a:cubicBezTo>
                      <a:pt x="70349" y="74655"/>
                      <a:pt x="67611" y="-5661"/>
                      <a:pt x="59527" y="24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59" name="Google Shape;2459;g38b88470f6c_2_3186"/>
              <p:cNvSpPr/>
              <p:nvPr/>
            </p:nvSpPr>
            <p:spPr>
              <a:xfrm>
                <a:off x="7025042" y="3315838"/>
                <a:ext cx="82255" cy="152276"/>
              </a:xfrm>
              <a:custGeom>
                <a:rect b="b" l="l" r="r" t="t"/>
                <a:pathLst>
                  <a:path extrusionOk="0" h="152276" w="82255">
                    <a:moveTo>
                      <a:pt x="46133" y="152276"/>
                    </a:moveTo>
                    <a:cubicBezTo>
                      <a:pt x="36862" y="152133"/>
                      <a:pt x="27827" y="149369"/>
                      <a:pt x="20056" y="144323"/>
                    </a:cubicBezTo>
                    <a:cubicBezTo>
                      <a:pt x="-1457" y="131285"/>
                      <a:pt x="-544" y="87346"/>
                      <a:pt x="368" y="49013"/>
                    </a:cubicBezTo>
                    <a:cubicBezTo>
                      <a:pt x="368" y="42624"/>
                      <a:pt x="368" y="36627"/>
                      <a:pt x="368" y="31151"/>
                    </a:cubicBezTo>
                    <a:cubicBezTo>
                      <a:pt x="55" y="22532"/>
                      <a:pt x="3823" y="14266"/>
                      <a:pt x="10538" y="8855"/>
                    </a:cubicBezTo>
                    <a:cubicBezTo>
                      <a:pt x="26575" y="-4183"/>
                      <a:pt x="56303" y="511"/>
                      <a:pt x="65560" y="2336"/>
                    </a:cubicBezTo>
                    <a:cubicBezTo>
                      <a:pt x="67294" y="1762"/>
                      <a:pt x="69171" y="1762"/>
                      <a:pt x="70905" y="2336"/>
                    </a:cubicBezTo>
                    <a:cubicBezTo>
                      <a:pt x="86551" y="9507"/>
                      <a:pt x="81466" y="113292"/>
                      <a:pt x="81466" y="114335"/>
                    </a:cubicBezTo>
                    <a:cubicBezTo>
                      <a:pt x="81349" y="128351"/>
                      <a:pt x="73735" y="141233"/>
                      <a:pt x="61518" y="148104"/>
                    </a:cubicBezTo>
                    <a:cubicBezTo>
                      <a:pt x="56785" y="150660"/>
                      <a:pt x="51517" y="152094"/>
                      <a:pt x="46133" y="152276"/>
                    </a:cubicBezTo>
                    <a:close/>
                    <a:moveTo>
                      <a:pt x="43134" y="14201"/>
                    </a:moveTo>
                    <a:cubicBezTo>
                      <a:pt x="34959" y="13575"/>
                      <a:pt x="26797" y="15544"/>
                      <a:pt x="19795" y="19807"/>
                    </a:cubicBezTo>
                    <a:cubicBezTo>
                      <a:pt x="16392" y="22545"/>
                      <a:pt x="14580" y="26796"/>
                      <a:pt x="14971" y="31151"/>
                    </a:cubicBezTo>
                    <a:cubicBezTo>
                      <a:pt x="14971" y="36627"/>
                      <a:pt x="14971" y="42885"/>
                      <a:pt x="14971" y="49274"/>
                    </a:cubicBezTo>
                    <a:cubicBezTo>
                      <a:pt x="14319" y="78740"/>
                      <a:pt x="13406" y="123201"/>
                      <a:pt x="28009" y="132328"/>
                    </a:cubicBezTo>
                    <a:cubicBezTo>
                      <a:pt x="36119" y="138234"/>
                      <a:pt x="46680" y="139616"/>
                      <a:pt x="56042" y="135978"/>
                    </a:cubicBezTo>
                    <a:cubicBezTo>
                      <a:pt x="63786" y="131258"/>
                      <a:pt x="68415" y="122757"/>
                      <a:pt x="68167" y="113683"/>
                    </a:cubicBezTo>
                    <a:cubicBezTo>
                      <a:pt x="70384" y="81231"/>
                      <a:pt x="69210" y="48622"/>
                      <a:pt x="64647" y="16417"/>
                    </a:cubicBezTo>
                    <a:cubicBezTo>
                      <a:pt x="57567" y="15035"/>
                      <a:pt x="50357" y="14383"/>
                      <a:pt x="43134" y="144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60" name="Google Shape;2460;g38b88470f6c_2_3186"/>
              <p:cNvSpPr/>
              <p:nvPr/>
            </p:nvSpPr>
            <p:spPr>
              <a:xfrm>
                <a:off x="7126215" y="3460018"/>
                <a:ext cx="128490" cy="59009"/>
              </a:xfrm>
              <a:custGeom>
                <a:rect b="b" l="l" r="r" t="t"/>
                <a:pathLst>
                  <a:path extrusionOk="0" h="59009" w="128490">
                    <a:moveTo>
                      <a:pt x="242" y="11617"/>
                    </a:moveTo>
                    <a:cubicBezTo>
                      <a:pt x="242" y="11617"/>
                      <a:pt x="-1844" y="53730"/>
                      <a:pt x="6239" y="57903"/>
                    </a:cubicBezTo>
                    <a:cubicBezTo>
                      <a:pt x="14323" y="62075"/>
                      <a:pt x="122411" y="53730"/>
                      <a:pt x="126452" y="44864"/>
                    </a:cubicBezTo>
                    <a:cubicBezTo>
                      <a:pt x="130494" y="35998"/>
                      <a:pt x="128539" y="2750"/>
                      <a:pt x="120455" y="664"/>
                    </a:cubicBezTo>
                    <a:cubicBezTo>
                      <a:pt x="112371" y="-1422"/>
                      <a:pt x="10281" y="1186"/>
                      <a:pt x="242" y="116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61" name="Google Shape;2461;g38b88470f6c_2_3186"/>
              <p:cNvSpPr/>
              <p:nvPr/>
            </p:nvSpPr>
            <p:spPr>
              <a:xfrm>
                <a:off x="7119044" y="3453381"/>
                <a:ext cx="142681" cy="72881"/>
              </a:xfrm>
              <a:custGeom>
                <a:rect b="b" l="l" r="r" t="t"/>
                <a:pathLst>
                  <a:path extrusionOk="0" h="72881" w="142681">
                    <a:moveTo>
                      <a:pt x="28795" y="72753"/>
                    </a:moveTo>
                    <a:cubicBezTo>
                      <a:pt x="22511" y="73183"/>
                      <a:pt x="16201" y="72531"/>
                      <a:pt x="10151" y="70797"/>
                    </a:cubicBezTo>
                    <a:cubicBezTo>
                      <a:pt x="2197" y="66625"/>
                      <a:pt x="-1192" y="48893"/>
                      <a:pt x="372" y="17992"/>
                    </a:cubicBezTo>
                    <a:cubicBezTo>
                      <a:pt x="385" y="16297"/>
                      <a:pt x="1037" y="14667"/>
                      <a:pt x="2197" y="13429"/>
                    </a:cubicBezTo>
                    <a:cubicBezTo>
                      <a:pt x="16018" y="-1044"/>
                      <a:pt x="123845" y="-522"/>
                      <a:pt x="129451" y="390"/>
                    </a:cubicBezTo>
                    <a:cubicBezTo>
                      <a:pt x="133441" y="1720"/>
                      <a:pt x="136609" y="4784"/>
                      <a:pt x="138056" y="8735"/>
                    </a:cubicBezTo>
                    <a:cubicBezTo>
                      <a:pt x="143467" y="23416"/>
                      <a:pt x="144145" y="39414"/>
                      <a:pt x="140012" y="54499"/>
                    </a:cubicBezTo>
                    <a:cubicBezTo>
                      <a:pt x="137939" y="57759"/>
                      <a:pt x="134653" y="60066"/>
                      <a:pt x="130885" y="60888"/>
                    </a:cubicBezTo>
                    <a:cubicBezTo>
                      <a:pt x="97351" y="68307"/>
                      <a:pt x="63138" y="72283"/>
                      <a:pt x="28795" y="72753"/>
                    </a:cubicBezTo>
                    <a:close/>
                    <a:moveTo>
                      <a:pt x="17191" y="58280"/>
                    </a:moveTo>
                    <a:cubicBezTo>
                      <a:pt x="54325" y="58893"/>
                      <a:pt x="91405" y="55347"/>
                      <a:pt x="127756" y="47719"/>
                    </a:cubicBezTo>
                    <a:cubicBezTo>
                      <a:pt x="129568" y="36572"/>
                      <a:pt x="128591" y="25150"/>
                      <a:pt x="124888" y="14472"/>
                    </a:cubicBezTo>
                    <a:cubicBezTo>
                      <a:pt x="111849" y="12777"/>
                      <a:pt x="30490" y="15776"/>
                      <a:pt x="14323" y="22295"/>
                    </a:cubicBezTo>
                    <a:cubicBezTo>
                      <a:pt x="13358" y="34368"/>
                      <a:pt x="14323" y="46520"/>
                      <a:pt x="17191" y="5828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62" name="Google Shape;2462;g38b88470f6c_2_3186"/>
              <p:cNvSpPr/>
              <p:nvPr/>
            </p:nvSpPr>
            <p:spPr>
              <a:xfrm>
                <a:off x="7094343" y="3402669"/>
                <a:ext cx="163717" cy="74559"/>
              </a:xfrm>
              <a:custGeom>
                <a:rect b="b" l="l" r="r" t="t"/>
                <a:pathLst>
                  <a:path extrusionOk="0" h="74559" w="163717">
                    <a:moveTo>
                      <a:pt x="300" y="14205"/>
                    </a:moveTo>
                    <a:cubicBezTo>
                      <a:pt x="300" y="14205"/>
                      <a:pt x="-2308" y="67792"/>
                      <a:pt x="7862" y="73138"/>
                    </a:cubicBezTo>
                    <a:cubicBezTo>
                      <a:pt x="18032" y="78483"/>
                      <a:pt x="156107" y="67792"/>
                      <a:pt x="161192" y="57101"/>
                    </a:cubicBezTo>
                    <a:cubicBezTo>
                      <a:pt x="166277" y="46409"/>
                      <a:pt x="163669" y="3513"/>
                      <a:pt x="153499" y="906"/>
                    </a:cubicBezTo>
                    <a:cubicBezTo>
                      <a:pt x="143330" y="-1702"/>
                      <a:pt x="13077" y="906"/>
                      <a:pt x="300" y="1420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63" name="Google Shape;2463;g38b88470f6c_2_3186"/>
              <p:cNvSpPr/>
              <p:nvPr/>
            </p:nvSpPr>
            <p:spPr>
              <a:xfrm>
                <a:off x="7086936" y="3396120"/>
                <a:ext cx="178088" cy="88334"/>
              </a:xfrm>
              <a:custGeom>
                <a:rect b="b" l="l" r="r" t="t"/>
                <a:pathLst>
                  <a:path extrusionOk="0" h="88334" w="178088">
                    <a:moveTo>
                      <a:pt x="34045" y="88161"/>
                    </a:moveTo>
                    <a:cubicBezTo>
                      <a:pt x="26626" y="88709"/>
                      <a:pt x="19168" y="87953"/>
                      <a:pt x="12010" y="85945"/>
                    </a:cubicBezTo>
                    <a:cubicBezTo>
                      <a:pt x="276" y="79817"/>
                      <a:pt x="-1028" y="46830"/>
                      <a:pt x="536" y="20753"/>
                    </a:cubicBezTo>
                    <a:cubicBezTo>
                      <a:pt x="641" y="19045"/>
                      <a:pt x="1332" y="17442"/>
                      <a:pt x="2492" y="16190"/>
                    </a:cubicBezTo>
                    <a:cubicBezTo>
                      <a:pt x="19051" y="-1151"/>
                      <a:pt x="155692" y="-1021"/>
                      <a:pt x="162733" y="805"/>
                    </a:cubicBezTo>
                    <a:cubicBezTo>
                      <a:pt x="167244" y="2317"/>
                      <a:pt x="170816" y="5825"/>
                      <a:pt x="172381" y="10323"/>
                    </a:cubicBezTo>
                    <a:cubicBezTo>
                      <a:pt x="178965" y="28485"/>
                      <a:pt x="179878" y="48212"/>
                      <a:pt x="174988" y="66909"/>
                    </a:cubicBezTo>
                    <a:cubicBezTo>
                      <a:pt x="172576" y="70638"/>
                      <a:pt x="168769" y="73272"/>
                      <a:pt x="164427" y="74210"/>
                    </a:cubicBezTo>
                    <a:cubicBezTo>
                      <a:pt x="121518" y="83089"/>
                      <a:pt x="77853" y="87770"/>
                      <a:pt x="34045" y="88161"/>
                    </a:cubicBezTo>
                    <a:close/>
                    <a:moveTo>
                      <a:pt x="14618" y="24534"/>
                    </a:moveTo>
                    <a:cubicBezTo>
                      <a:pt x="12883" y="41093"/>
                      <a:pt x="14383" y="57834"/>
                      <a:pt x="19051" y="73819"/>
                    </a:cubicBezTo>
                    <a:cubicBezTo>
                      <a:pt x="30655" y="77209"/>
                      <a:pt x="147347" y="68082"/>
                      <a:pt x="162472" y="59607"/>
                    </a:cubicBezTo>
                    <a:cubicBezTo>
                      <a:pt x="165992" y="49568"/>
                      <a:pt x="163124" y="18276"/>
                      <a:pt x="158169" y="13843"/>
                    </a:cubicBezTo>
                    <a:cubicBezTo>
                      <a:pt x="145652" y="11235"/>
                      <a:pt x="33523" y="15408"/>
                      <a:pt x="14618" y="2453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64" name="Google Shape;2464;g38b88470f6c_2_3186"/>
              <p:cNvSpPr/>
              <p:nvPr/>
            </p:nvSpPr>
            <p:spPr>
              <a:xfrm>
                <a:off x="7088983" y="3343554"/>
                <a:ext cx="171719" cy="74741"/>
              </a:xfrm>
              <a:custGeom>
                <a:rect b="b" l="l" r="r" t="t"/>
                <a:pathLst>
                  <a:path extrusionOk="0" h="74741" w="171719">
                    <a:moveTo>
                      <a:pt x="314" y="14387"/>
                    </a:moveTo>
                    <a:cubicBezTo>
                      <a:pt x="314" y="14387"/>
                      <a:pt x="-2424" y="67974"/>
                      <a:pt x="8267" y="73320"/>
                    </a:cubicBezTo>
                    <a:cubicBezTo>
                      <a:pt x="18959" y="78665"/>
                      <a:pt x="163684" y="67974"/>
                      <a:pt x="169030" y="57282"/>
                    </a:cubicBezTo>
                    <a:cubicBezTo>
                      <a:pt x="174375" y="46591"/>
                      <a:pt x="171767" y="3695"/>
                      <a:pt x="161076" y="957"/>
                    </a:cubicBezTo>
                    <a:cubicBezTo>
                      <a:pt x="150385" y="-1781"/>
                      <a:pt x="13613" y="957"/>
                      <a:pt x="314" y="1438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65" name="Google Shape;2465;g38b88470f6c_2_3186"/>
              <p:cNvSpPr/>
              <p:nvPr/>
            </p:nvSpPr>
            <p:spPr>
              <a:xfrm>
                <a:off x="7081796" y="3337297"/>
                <a:ext cx="185946" cy="87537"/>
              </a:xfrm>
              <a:custGeom>
                <a:rect b="b" l="l" r="r" t="t"/>
                <a:pathLst>
                  <a:path extrusionOk="0" h="87537" w="185946">
                    <a:moveTo>
                      <a:pt x="34882" y="87399"/>
                    </a:moveTo>
                    <a:cubicBezTo>
                      <a:pt x="27333" y="87804"/>
                      <a:pt x="19758" y="87321"/>
                      <a:pt x="12326" y="85965"/>
                    </a:cubicBezTo>
                    <a:cubicBezTo>
                      <a:pt x="70" y="79837"/>
                      <a:pt x="-712" y="46850"/>
                      <a:pt x="331" y="20774"/>
                    </a:cubicBezTo>
                    <a:cubicBezTo>
                      <a:pt x="448" y="19014"/>
                      <a:pt x="1191" y="17345"/>
                      <a:pt x="2417" y="16080"/>
                    </a:cubicBezTo>
                    <a:cubicBezTo>
                      <a:pt x="19758" y="-1261"/>
                      <a:pt x="162657" y="-1000"/>
                      <a:pt x="169959" y="825"/>
                    </a:cubicBezTo>
                    <a:cubicBezTo>
                      <a:pt x="174770" y="2377"/>
                      <a:pt x="178590" y="6093"/>
                      <a:pt x="180259" y="10865"/>
                    </a:cubicBezTo>
                    <a:cubicBezTo>
                      <a:pt x="186935" y="28884"/>
                      <a:pt x="187756" y="48545"/>
                      <a:pt x="182606" y="67060"/>
                    </a:cubicBezTo>
                    <a:cubicBezTo>
                      <a:pt x="175696" y="80620"/>
                      <a:pt x="79864" y="87399"/>
                      <a:pt x="34882" y="87399"/>
                    </a:cubicBezTo>
                    <a:close/>
                    <a:moveTo>
                      <a:pt x="14282" y="24555"/>
                    </a:moveTo>
                    <a:cubicBezTo>
                      <a:pt x="13499" y="47633"/>
                      <a:pt x="15585" y="70059"/>
                      <a:pt x="19106" y="73579"/>
                    </a:cubicBezTo>
                    <a:cubicBezTo>
                      <a:pt x="30710" y="77099"/>
                      <a:pt x="154834" y="67712"/>
                      <a:pt x="170350" y="59367"/>
                    </a:cubicBezTo>
                    <a:cubicBezTo>
                      <a:pt x="173870" y="49589"/>
                      <a:pt x="171002" y="17905"/>
                      <a:pt x="165787" y="13864"/>
                    </a:cubicBezTo>
                    <a:cubicBezTo>
                      <a:pt x="154704" y="11517"/>
                      <a:pt x="34361" y="15167"/>
                      <a:pt x="14282" y="2455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66" name="Google Shape;2466;g38b88470f6c_2_3186"/>
              <p:cNvSpPr/>
              <p:nvPr/>
            </p:nvSpPr>
            <p:spPr>
              <a:xfrm>
                <a:off x="7080905" y="3284274"/>
                <a:ext cx="171810" cy="74696"/>
              </a:xfrm>
              <a:custGeom>
                <a:rect b="b" l="l" r="r" t="t"/>
                <a:pathLst>
                  <a:path extrusionOk="0" h="74696" w="171810">
                    <a:moveTo>
                      <a:pt x="309" y="14342"/>
                    </a:moveTo>
                    <a:cubicBezTo>
                      <a:pt x="309" y="14342"/>
                      <a:pt x="-2429" y="67929"/>
                      <a:pt x="8393" y="73275"/>
                    </a:cubicBezTo>
                    <a:cubicBezTo>
                      <a:pt x="19215" y="78620"/>
                      <a:pt x="163809" y="67929"/>
                      <a:pt x="169155" y="57238"/>
                    </a:cubicBezTo>
                    <a:cubicBezTo>
                      <a:pt x="174501" y="46546"/>
                      <a:pt x="171763" y="3650"/>
                      <a:pt x="161071" y="912"/>
                    </a:cubicBezTo>
                    <a:cubicBezTo>
                      <a:pt x="150380" y="-1826"/>
                      <a:pt x="13738" y="1303"/>
                      <a:pt x="309" y="1434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67" name="Google Shape;2467;g38b88470f6c_2_3186"/>
              <p:cNvSpPr/>
              <p:nvPr/>
            </p:nvSpPr>
            <p:spPr>
              <a:xfrm>
                <a:off x="7073519" y="3277973"/>
                <a:ext cx="185878" cy="87837"/>
              </a:xfrm>
              <a:custGeom>
                <a:rect b="b" l="l" r="r" t="t"/>
                <a:pathLst>
                  <a:path extrusionOk="0" h="87837" w="185878">
                    <a:moveTo>
                      <a:pt x="35075" y="87791"/>
                    </a:moveTo>
                    <a:cubicBezTo>
                      <a:pt x="27422" y="88025"/>
                      <a:pt x="19768" y="87373"/>
                      <a:pt x="12258" y="85835"/>
                    </a:cubicBezTo>
                    <a:cubicBezTo>
                      <a:pt x="2" y="79707"/>
                      <a:pt x="-780" y="46720"/>
                      <a:pt x="393" y="20644"/>
                    </a:cubicBezTo>
                    <a:cubicBezTo>
                      <a:pt x="485" y="18909"/>
                      <a:pt x="1228" y="17280"/>
                      <a:pt x="2479" y="16080"/>
                    </a:cubicBezTo>
                    <a:cubicBezTo>
                      <a:pt x="19690" y="-1261"/>
                      <a:pt x="162590" y="-1000"/>
                      <a:pt x="169891" y="825"/>
                    </a:cubicBezTo>
                    <a:cubicBezTo>
                      <a:pt x="174702" y="2377"/>
                      <a:pt x="178522" y="6093"/>
                      <a:pt x="180191" y="10865"/>
                    </a:cubicBezTo>
                    <a:cubicBezTo>
                      <a:pt x="186867" y="28884"/>
                      <a:pt x="187688" y="48545"/>
                      <a:pt x="182538" y="67060"/>
                    </a:cubicBezTo>
                    <a:cubicBezTo>
                      <a:pt x="175889" y="80880"/>
                      <a:pt x="80057" y="87791"/>
                      <a:pt x="35075" y="87791"/>
                    </a:cubicBezTo>
                    <a:close/>
                    <a:moveTo>
                      <a:pt x="14605" y="24946"/>
                    </a:moveTo>
                    <a:cubicBezTo>
                      <a:pt x="12832" y="41440"/>
                      <a:pt x="14422" y="58115"/>
                      <a:pt x="19299" y="73970"/>
                    </a:cubicBezTo>
                    <a:cubicBezTo>
                      <a:pt x="31033" y="77490"/>
                      <a:pt x="155158" y="67973"/>
                      <a:pt x="170673" y="59758"/>
                    </a:cubicBezTo>
                    <a:cubicBezTo>
                      <a:pt x="174194" y="49980"/>
                      <a:pt x="170673" y="18297"/>
                      <a:pt x="166110" y="14255"/>
                    </a:cubicBezTo>
                    <a:cubicBezTo>
                      <a:pt x="155679" y="11908"/>
                      <a:pt x="34684" y="15428"/>
                      <a:pt x="14605" y="249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68" name="Google Shape;2468;g38b88470f6c_2_3186"/>
              <p:cNvSpPr/>
              <p:nvPr/>
            </p:nvSpPr>
            <p:spPr>
              <a:xfrm>
                <a:off x="5914287" y="3433562"/>
                <a:ext cx="962877" cy="299112"/>
              </a:xfrm>
              <a:custGeom>
                <a:rect b="b" l="l" r="r" t="t"/>
                <a:pathLst>
                  <a:path extrusionOk="0" h="299112" w="962877">
                    <a:moveTo>
                      <a:pt x="0" y="113694"/>
                    </a:moveTo>
                    <a:cubicBezTo>
                      <a:pt x="3651" y="194531"/>
                      <a:pt x="73666" y="252030"/>
                      <a:pt x="117345" y="280062"/>
                    </a:cubicBezTo>
                    <a:cubicBezTo>
                      <a:pt x="137189" y="292840"/>
                      <a:pt x="160371" y="299463"/>
                      <a:pt x="183970" y="299098"/>
                    </a:cubicBezTo>
                    <a:lnTo>
                      <a:pt x="962877" y="288798"/>
                    </a:lnTo>
                    <a:lnTo>
                      <a:pt x="962877" y="117345"/>
                    </a:lnTo>
                    <a:lnTo>
                      <a:pt x="121517" y="0"/>
                    </a:lnTo>
                    <a:cubicBezTo>
                      <a:pt x="121517" y="0"/>
                      <a:pt x="54630" y="2608"/>
                      <a:pt x="36638" y="52935"/>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69" name="Google Shape;2469;g38b88470f6c_2_3186"/>
              <p:cNvSpPr/>
              <p:nvPr/>
            </p:nvSpPr>
            <p:spPr>
              <a:xfrm>
                <a:off x="5907242" y="3425739"/>
                <a:ext cx="977354" cy="313962"/>
              </a:xfrm>
              <a:custGeom>
                <a:rect b="b" l="l" r="r" t="t"/>
                <a:pathLst>
                  <a:path extrusionOk="0" h="313962" w="977354">
                    <a:moveTo>
                      <a:pt x="189190" y="313962"/>
                    </a:moveTo>
                    <a:cubicBezTo>
                      <a:pt x="164770" y="314040"/>
                      <a:pt x="140857" y="307012"/>
                      <a:pt x="120348" y="293752"/>
                    </a:cubicBezTo>
                    <a:cubicBezTo>
                      <a:pt x="77061" y="265851"/>
                      <a:pt x="3916" y="206396"/>
                      <a:pt x="5" y="121778"/>
                    </a:cubicBezTo>
                    <a:cubicBezTo>
                      <a:pt x="-139" y="117866"/>
                      <a:pt x="2873" y="114554"/>
                      <a:pt x="6785" y="114346"/>
                    </a:cubicBezTo>
                    <a:cubicBezTo>
                      <a:pt x="10592" y="114124"/>
                      <a:pt x="13865" y="117045"/>
                      <a:pt x="14073" y="120852"/>
                    </a:cubicBezTo>
                    <a:cubicBezTo>
                      <a:pt x="14086" y="120943"/>
                      <a:pt x="14086" y="121034"/>
                      <a:pt x="14086" y="121126"/>
                    </a:cubicBezTo>
                    <a:cubicBezTo>
                      <a:pt x="17737" y="199355"/>
                      <a:pt x="86970" y="255550"/>
                      <a:pt x="128041" y="281888"/>
                    </a:cubicBezTo>
                    <a:cubicBezTo>
                      <a:pt x="146633" y="294130"/>
                      <a:pt x="168512" y="300402"/>
                      <a:pt x="190755" y="299881"/>
                    </a:cubicBezTo>
                    <a:lnTo>
                      <a:pt x="963273" y="289711"/>
                    </a:lnTo>
                    <a:lnTo>
                      <a:pt x="963273" y="131296"/>
                    </a:lnTo>
                    <a:lnTo>
                      <a:pt x="127910" y="13951"/>
                    </a:lnTo>
                    <a:cubicBezTo>
                      <a:pt x="128562" y="13951"/>
                      <a:pt x="66891" y="17211"/>
                      <a:pt x="50724" y="62323"/>
                    </a:cubicBezTo>
                    <a:cubicBezTo>
                      <a:pt x="49433" y="65987"/>
                      <a:pt x="45417" y="67916"/>
                      <a:pt x="41753" y="66639"/>
                    </a:cubicBezTo>
                    <a:cubicBezTo>
                      <a:pt x="41741" y="66626"/>
                      <a:pt x="41741" y="66626"/>
                      <a:pt x="41727" y="66626"/>
                    </a:cubicBezTo>
                    <a:cubicBezTo>
                      <a:pt x="38090" y="65217"/>
                      <a:pt x="36186" y="61202"/>
                      <a:pt x="37425" y="57499"/>
                    </a:cubicBezTo>
                    <a:cubicBezTo>
                      <a:pt x="56722" y="3390"/>
                      <a:pt x="125694" y="0"/>
                      <a:pt x="128693" y="0"/>
                    </a:cubicBezTo>
                    <a:lnTo>
                      <a:pt x="971227" y="117345"/>
                    </a:lnTo>
                    <a:cubicBezTo>
                      <a:pt x="974721" y="117853"/>
                      <a:pt x="977328" y="120852"/>
                      <a:pt x="977355" y="124385"/>
                    </a:cubicBezTo>
                    <a:lnTo>
                      <a:pt x="977355" y="296621"/>
                    </a:lnTo>
                    <a:cubicBezTo>
                      <a:pt x="977355" y="300454"/>
                      <a:pt x="974278" y="303596"/>
                      <a:pt x="970444" y="303662"/>
                    </a:cubicBezTo>
                    <a:lnTo>
                      <a:pt x="190885" y="31396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470" name="Google Shape;2470;g38b88470f6c_2_3186"/>
              <p:cNvGrpSpPr/>
              <p:nvPr/>
            </p:nvGrpSpPr>
            <p:grpSpPr>
              <a:xfrm>
                <a:off x="5914287" y="3433041"/>
                <a:ext cx="962877" cy="299634"/>
                <a:chOff x="5914287" y="3433041"/>
                <a:chExt cx="962877" cy="299634"/>
              </a:xfrm>
            </p:grpSpPr>
            <p:sp>
              <p:nvSpPr>
                <p:cNvPr id="2471" name="Google Shape;2471;g38b88470f6c_2_3186"/>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72" name="Google Shape;2472;g38b88470f6c_2_3186"/>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FFFFFF">
                    <a:alpha val="4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473" name="Google Shape;2473;g38b88470f6c_2_3186"/>
              <p:cNvSpPr/>
              <p:nvPr/>
            </p:nvSpPr>
            <p:spPr>
              <a:xfrm>
                <a:off x="6815885" y="3528007"/>
                <a:ext cx="489979" cy="253025"/>
              </a:xfrm>
              <a:custGeom>
                <a:rect b="b" l="l" r="r" t="t"/>
                <a:pathLst>
                  <a:path extrusionOk="0" h="253025" w="489979">
                    <a:moveTo>
                      <a:pt x="5346" y="1517"/>
                    </a:moveTo>
                    <a:lnTo>
                      <a:pt x="0" y="253025"/>
                    </a:lnTo>
                    <a:lnTo>
                      <a:pt x="256854" y="199829"/>
                    </a:lnTo>
                    <a:cubicBezTo>
                      <a:pt x="256854" y="199829"/>
                      <a:pt x="388150" y="210521"/>
                      <a:pt x="417616" y="207913"/>
                    </a:cubicBezTo>
                    <a:cubicBezTo>
                      <a:pt x="447083" y="205305"/>
                      <a:pt x="471204" y="162279"/>
                      <a:pt x="471204" y="140896"/>
                    </a:cubicBezTo>
                    <a:lnTo>
                      <a:pt x="471204" y="92655"/>
                    </a:lnTo>
                    <a:cubicBezTo>
                      <a:pt x="483094" y="83841"/>
                      <a:pt x="490057" y="69903"/>
                      <a:pt x="489979" y="55104"/>
                    </a:cubicBezTo>
                    <a:cubicBezTo>
                      <a:pt x="487371" y="33721"/>
                      <a:pt x="444475" y="20292"/>
                      <a:pt x="444475" y="20292"/>
                    </a:cubicBezTo>
                    <a:cubicBezTo>
                      <a:pt x="444475" y="20292"/>
                      <a:pt x="321263" y="-6567"/>
                      <a:pt x="286321" y="1517"/>
                    </a:cubicBezTo>
                    <a:cubicBezTo>
                      <a:pt x="251378" y="9601"/>
                      <a:pt x="5346" y="1517"/>
                      <a:pt x="5346" y="15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74" name="Google Shape;2474;g38b88470f6c_2_3186"/>
              <p:cNvSpPr/>
              <p:nvPr/>
            </p:nvSpPr>
            <p:spPr>
              <a:xfrm>
                <a:off x="6808844" y="3520839"/>
                <a:ext cx="504530" cy="268146"/>
              </a:xfrm>
              <a:custGeom>
                <a:rect b="b" l="l" r="r" t="t"/>
                <a:pathLst>
                  <a:path extrusionOk="0" h="268146" w="504530">
                    <a:moveTo>
                      <a:pt x="7041" y="267625"/>
                    </a:moveTo>
                    <a:cubicBezTo>
                      <a:pt x="5424" y="267651"/>
                      <a:pt x="3846" y="267091"/>
                      <a:pt x="2608" y="266061"/>
                    </a:cubicBezTo>
                    <a:cubicBezTo>
                      <a:pt x="965" y="264665"/>
                      <a:pt x="13" y="262619"/>
                      <a:pt x="0" y="260454"/>
                    </a:cubicBezTo>
                    <a:lnTo>
                      <a:pt x="5346" y="8555"/>
                    </a:lnTo>
                    <a:cubicBezTo>
                      <a:pt x="5450" y="6690"/>
                      <a:pt x="6232" y="4917"/>
                      <a:pt x="7562" y="3600"/>
                    </a:cubicBezTo>
                    <a:cubicBezTo>
                      <a:pt x="8840" y="2166"/>
                      <a:pt x="10730" y="1449"/>
                      <a:pt x="12647" y="1644"/>
                    </a:cubicBezTo>
                    <a:cubicBezTo>
                      <a:pt x="97657" y="4382"/>
                      <a:pt x="265329" y="8033"/>
                      <a:pt x="292188" y="1644"/>
                    </a:cubicBezTo>
                    <a:cubicBezTo>
                      <a:pt x="328174" y="-6700"/>
                      <a:pt x="448647" y="19376"/>
                      <a:pt x="453341" y="20419"/>
                    </a:cubicBezTo>
                    <a:cubicBezTo>
                      <a:pt x="458035" y="21462"/>
                      <a:pt x="501322" y="36065"/>
                      <a:pt x="504451" y="61229"/>
                    </a:cubicBezTo>
                    <a:cubicBezTo>
                      <a:pt x="505364" y="77618"/>
                      <a:pt x="498323" y="93434"/>
                      <a:pt x="485546" y="103734"/>
                    </a:cubicBezTo>
                    <a:lnTo>
                      <a:pt x="485546" y="148716"/>
                    </a:lnTo>
                    <a:cubicBezTo>
                      <a:pt x="485546" y="172185"/>
                      <a:pt x="459469" y="219514"/>
                      <a:pt x="425439" y="222774"/>
                    </a:cubicBezTo>
                    <a:cubicBezTo>
                      <a:pt x="396885" y="225381"/>
                      <a:pt x="277715" y="215863"/>
                      <a:pt x="264547" y="214820"/>
                    </a:cubicBezTo>
                    <a:lnTo>
                      <a:pt x="8214" y="268147"/>
                    </a:lnTo>
                    <a:close/>
                    <a:moveTo>
                      <a:pt x="19297" y="15986"/>
                    </a:moveTo>
                    <a:lnTo>
                      <a:pt x="14342" y="251849"/>
                    </a:lnTo>
                    <a:lnTo>
                      <a:pt x="262852" y="199696"/>
                    </a:lnTo>
                    <a:lnTo>
                      <a:pt x="264938" y="199696"/>
                    </a:lnTo>
                    <a:cubicBezTo>
                      <a:pt x="266242" y="199696"/>
                      <a:pt x="395321" y="210257"/>
                      <a:pt x="424396" y="207780"/>
                    </a:cubicBezTo>
                    <a:cubicBezTo>
                      <a:pt x="449821" y="205432"/>
                      <a:pt x="471595" y="166057"/>
                      <a:pt x="471595" y="147803"/>
                    </a:cubicBezTo>
                    <a:lnTo>
                      <a:pt x="471595" y="99562"/>
                    </a:lnTo>
                    <a:cubicBezTo>
                      <a:pt x="471595" y="97345"/>
                      <a:pt x="472664" y="95259"/>
                      <a:pt x="474463" y="93955"/>
                    </a:cubicBezTo>
                    <a:cubicBezTo>
                      <a:pt x="474463" y="93955"/>
                      <a:pt x="492586" y="79874"/>
                      <a:pt x="490500" y="62924"/>
                    </a:cubicBezTo>
                    <a:cubicBezTo>
                      <a:pt x="488805" y="49886"/>
                      <a:pt x="462338" y="37891"/>
                      <a:pt x="449821" y="33979"/>
                    </a:cubicBezTo>
                    <a:cubicBezTo>
                      <a:pt x="416573" y="26808"/>
                      <a:pt x="322697" y="8946"/>
                      <a:pt x="295448" y="15334"/>
                    </a:cubicBezTo>
                    <a:cubicBezTo>
                      <a:pt x="262982" y="23027"/>
                      <a:pt x="60889" y="17290"/>
                      <a:pt x="19297" y="1598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75" name="Google Shape;2475;g38b88470f6c_2_3186"/>
              <p:cNvSpPr/>
              <p:nvPr/>
            </p:nvSpPr>
            <p:spPr>
              <a:xfrm>
                <a:off x="5996317" y="2708886"/>
                <a:ext cx="490509" cy="356996"/>
              </a:xfrm>
              <a:custGeom>
                <a:rect b="b" l="l" r="r" t="t"/>
                <a:pathLst>
                  <a:path extrusionOk="0" h="356996" w="490509">
                    <a:moveTo>
                      <a:pt x="34533" y="356997"/>
                    </a:moveTo>
                    <a:lnTo>
                      <a:pt x="484615" y="150731"/>
                    </a:lnTo>
                    <a:cubicBezTo>
                      <a:pt x="484615" y="150731"/>
                      <a:pt x="503390" y="137693"/>
                      <a:pt x="473923" y="134564"/>
                    </a:cubicBezTo>
                    <a:cubicBezTo>
                      <a:pt x="444261" y="134459"/>
                      <a:pt x="414664" y="137158"/>
                      <a:pt x="385524" y="142647"/>
                    </a:cubicBezTo>
                    <a:cubicBezTo>
                      <a:pt x="385524" y="142647"/>
                      <a:pt x="290475" y="7440"/>
                      <a:pt x="271699" y="2095"/>
                    </a:cubicBezTo>
                    <a:cubicBezTo>
                      <a:pt x="252924" y="-3251"/>
                      <a:pt x="242233" y="2095"/>
                      <a:pt x="239625" y="12916"/>
                    </a:cubicBezTo>
                    <a:lnTo>
                      <a:pt x="236887" y="23608"/>
                    </a:lnTo>
                    <a:cubicBezTo>
                      <a:pt x="236887" y="23608"/>
                      <a:pt x="82775" y="67547"/>
                      <a:pt x="23711" y="145255"/>
                    </a:cubicBezTo>
                    <a:cubicBezTo>
                      <a:pt x="-35352" y="222963"/>
                      <a:pt x="34533" y="356997"/>
                      <a:pt x="34533" y="3569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76" name="Google Shape;2476;g38b88470f6c_2_3186"/>
              <p:cNvSpPr/>
              <p:nvPr/>
            </p:nvSpPr>
            <p:spPr>
              <a:xfrm>
                <a:off x="5989189" y="2701775"/>
                <a:ext cx="504812" cy="371148"/>
              </a:xfrm>
              <a:custGeom>
                <a:rect b="b" l="l" r="r" t="t"/>
                <a:pathLst>
                  <a:path extrusionOk="0" h="371148" w="504812">
                    <a:moveTo>
                      <a:pt x="41660" y="371148"/>
                    </a:moveTo>
                    <a:cubicBezTo>
                      <a:pt x="39027" y="371161"/>
                      <a:pt x="36615" y="369701"/>
                      <a:pt x="35402" y="367367"/>
                    </a:cubicBezTo>
                    <a:cubicBezTo>
                      <a:pt x="32403" y="361761"/>
                      <a:pt x="-35656" y="228509"/>
                      <a:pt x="25232" y="148194"/>
                    </a:cubicBezTo>
                    <a:cubicBezTo>
                      <a:pt x="80384" y="75570"/>
                      <a:pt x="212983" y="32674"/>
                      <a:pt x="238147" y="25112"/>
                    </a:cubicBezTo>
                    <a:lnTo>
                      <a:pt x="239842" y="18202"/>
                    </a:lnTo>
                    <a:cubicBezTo>
                      <a:pt x="241250" y="12100"/>
                      <a:pt x="245123" y="6859"/>
                      <a:pt x="250534" y="3729"/>
                    </a:cubicBezTo>
                    <a:cubicBezTo>
                      <a:pt x="260039" y="-743"/>
                      <a:pt x="270939" y="-1212"/>
                      <a:pt x="280782" y="2426"/>
                    </a:cubicBezTo>
                    <a:cubicBezTo>
                      <a:pt x="299688" y="7902"/>
                      <a:pt x="370486" y="106732"/>
                      <a:pt x="395780" y="142066"/>
                    </a:cubicBezTo>
                    <a:cubicBezTo>
                      <a:pt x="424099" y="136694"/>
                      <a:pt x="452888" y="134217"/>
                      <a:pt x="481702" y="134634"/>
                    </a:cubicBezTo>
                    <a:cubicBezTo>
                      <a:pt x="490308" y="135416"/>
                      <a:pt x="501912" y="137502"/>
                      <a:pt x="504389" y="146499"/>
                    </a:cubicBezTo>
                    <a:cubicBezTo>
                      <a:pt x="506866" y="155495"/>
                      <a:pt x="497740" y="162275"/>
                      <a:pt x="495914" y="163579"/>
                    </a:cubicBezTo>
                    <a:lnTo>
                      <a:pt x="494741" y="163579"/>
                    </a:lnTo>
                    <a:lnTo>
                      <a:pt x="44529" y="369844"/>
                    </a:lnTo>
                    <a:cubicBezTo>
                      <a:pt x="43707" y="370535"/>
                      <a:pt x="42717" y="370992"/>
                      <a:pt x="41660" y="371148"/>
                    </a:cubicBezTo>
                    <a:close/>
                    <a:moveTo>
                      <a:pt x="265528" y="14160"/>
                    </a:moveTo>
                    <a:cubicBezTo>
                      <a:pt x="262803" y="14056"/>
                      <a:pt x="260104" y="14682"/>
                      <a:pt x="257705" y="15985"/>
                    </a:cubicBezTo>
                    <a:cubicBezTo>
                      <a:pt x="255541" y="17198"/>
                      <a:pt x="254015" y="19297"/>
                      <a:pt x="253533" y="21722"/>
                    </a:cubicBezTo>
                    <a:lnTo>
                      <a:pt x="250925" y="32414"/>
                    </a:lnTo>
                    <a:cubicBezTo>
                      <a:pt x="250286" y="34865"/>
                      <a:pt x="248409" y="36795"/>
                      <a:pt x="245970" y="37499"/>
                    </a:cubicBezTo>
                    <a:cubicBezTo>
                      <a:pt x="244406" y="37499"/>
                      <a:pt x="93292" y="81829"/>
                      <a:pt x="36576" y="156669"/>
                    </a:cubicBezTo>
                    <a:cubicBezTo>
                      <a:pt x="-12188" y="220947"/>
                      <a:pt x="32664" y="328252"/>
                      <a:pt x="44920" y="354850"/>
                    </a:cubicBezTo>
                    <a:lnTo>
                      <a:pt x="488222" y="151714"/>
                    </a:lnTo>
                    <a:lnTo>
                      <a:pt x="489656" y="150410"/>
                    </a:lnTo>
                    <a:cubicBezTo>
                      <a:pt x="486683" y="149536"/>
                      <a:pt x="483619" y="148963"/>
                      <a:pt x="480529" y="148715"/>
                    </a:cubicBezTo>
                    <a:cubicBezTo>
                      <a:pt x="451532" y="148663"/>
                      <a:pt x="422587" y="151323"/>
                      <a:pt x="394085" y="156669"/>
                    </a:cubicBezTo>
                    <a:cubicBezTo>
                      <a:pt x="391373" y="157164"/>
                      <a:pt x="388635" y="156056"/>
                      <a:pt x="387045" y="153800"/>
                    </a:cubicBezTo>
                    <a:cubicBezTo>
                      <a:pt x="341541" y="88609"/>
                      <a:pt x="287954" y="20027"/>
                      <a:pt x="277001" y="15985"/>
                    </a:cubicBezTo>
                    <a:cubicBezTo>
                      <a:pt x="273273" y="14877"/>
                      <a:pt x="269413" y="14264"/>
                      <a:pt x="265528" y="1416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77" name="Google Shape;2477;g38b88470f6c_2_3186"/>
              <p:cNvSpPr/>
              <p:nvPr/>
            </p:nvSpPr>
            <p:spPr>
              <a:xfrm>
                <a:off x="6201260" y="2739601"/>
                <a:ext cx="65478" cy="193944"/>
              </a:xfrm>
              <a:custGeom>
                <a:rect b="b" l="l" r="r" t="t"/>
                <a:pathLst>
                  <a:path extrusionOk="0" h="193944" w="65478">
                    <a:moveTo>
                      <a:pt x="46938" y="193943"/>
                    </a:moveTo>
                    <a:cubicBezTo>
                      <a:pt x="44526" y="193917"/>
                      <a:pt x="42283" y="192692"/>
                      <a:pt x="40940" y="190684"/>
                    </a:cubicBezTo>
                    <a:cubicBezTo>
                      <a:pt x="36768" y="184165"/>
                      <a:pt x="0" y="125492"/>
                      <a:pt x="0" y="98112"/>
                    </a:cubicBezTo>
                    <a:cubicBezTo>
                      <a:pt x="0" y="73209"/>
                      <a:pt x="33769" y="52087"/>
                      <a:pt x="48633" y="44003"/>
                    </a:cubicBezTo>
                    <a:lnTo>
                      <a:pt x="31813" y="10364"/>
                    </a:lnTo>
                    <a:cubicBezTo>
                      <a:pt x="30079" y="6766"/>
                      <a:pt x="31605" y="2450"/>
                      <a:pt x="35203" y="716"/>
                    </a:cubicBezTo>
                    <a:cubicBezTo>
                      <a:pt x="38802" y="-1018"/>
                      <a:pt x="43117" y="507"/>
                      <a:pt x="44852" y="4106"/>
                    </a:cubicBezTo>
                    <a:lnTo>
                      <a:pt x="64931" y="44003"/>
                    </a:lnTo>
                    <a:cubicBezTo>
                      <a:pt x="65661" y="45750"/>
                      <a:pt x="65661" y="47732"/>
                      <a:pt x="64931" y="49479"/>
                    </a:cubicBezTo>
                    <a:cubicBezTo>
                      <a:pt x="64357" y="51292"/>
                      <a:pt x="63027" y="52765"/>
                      <a:pt x="61280" y="53521"/>
                    </a:cubicBezTo>
                    <a:cubicBezTo>
                      <a:pt x="49154" y="59388"/>
                      <a:pt x="14342" y="79598"/>
                      <a:pt x="14342" y="98112"/>
                    </a:cubicBezTo>
                    <a:cubicBezTo>
                      <a:pt x="14342" y="118191"/>
                      <a:pt x="42374" y="166172"/>
                      <a:pt x="53457" y="182991"/>
                    </a:cubicBezTo>
                    <a:cubicBezTo>
                      <a:pt x="55504" y="186316"/>
                      <a:pt x="54513" y="190658"/>
                      <a:pt x="51240" y="192770"/>
                    </a:cubicBezTo>
                    <a:cubicBezTo>
                      <a:pt x="49950" y="193552"/>
                      <a:pt x="48450" y="193969"/>
                      <a:pt x="46938" y="1939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78" name="Google Shape;2478;g38b88470f6c_2_3186"/>
              <p:cNvSpPr/>
              <p:nvPr/>
            </p:nvSpPr>
            <p:spPr>
              <a:xfrm>
                <a:off x="6059404" y="2824336"/>
                <a:ext cx="48897" cy="171277"/>
              </a:xfrm>
              <a:custGeom>
                <a:rect b="b" l="l" r="r" t="t"/>
                <a:pathLst>
                  <a:path extrusionOk="0" h="171277" w="48897">
                    <a:moveTo>
                      <a:pt x="42505" y="171271"/>
                    </a:moveTo>
                    <a:cubicBezTo>
                      <a:pt x="39923" y="171219"/>
                      <a:pt x="37563" y="169837"/>
                      <a:pt x="36246" y="167620"/>
                    </a:cubicBezTo>
                    <a:cubicBezTo>
                      <a:pt x="34812" y="164882"/>
                      <a:pt x="0" y="101255"/>
                      <a:pt x="0" y="66573"/>
                    </a:cubicBezTo>
                    <a:cubicBezTo>
                      <a:pt x="1187" y="42739"/>
                      <a:pt x="10379" y="20001"/>
                      <a:pt x="26077" y="2034"/>
                    </a:cubicBezTo>
                    <a:cubicBezTo>
                      <a:pt x="28815" y="-678"/>
                      <a:pt x="33248" y="-678"/>
                      <a:pt x="35986" y="2034"/>
                    </a:cubicBezTo>
                    <a:cubicBezTo>
                      <a:pt x="38724" y="4824"/>
                      <a:pt x="38724" y="9283"/>
                      <a:pt x="35986" y="12073"/>
                    </a:cubicBezTo>
                    <a:cubicBezTo>
                      <a:pt x="22635" y="27446"/>
                      <a:pt x="14707" y="46781"/>
                      <a:pt x="13429" y="67095"/>
                    </a:cubicBezTo>
                    <a:cubicBezTo>
                      <a:pt x="13429" y="98126"/>
                      <a:pt x="47720" y="160579"/>
                      <a:pt x="47981" y="161231"/>
                    </a:cubicBezTo>
                    <a:cubicBezTo>
                      <a:pt x="49897" y="164608"/>
                      <a:pt x="48711" y="168911"/>
                      <a:pt x="45334" y="170827"/>
                    </a:cubicBezTo>
                    <a:cubicBezTo>
                      <a:pt x="45308" y="170841"/>
                      <a:pt x="45269" y="170867"/>
                      <a:pt x="45243" y="170880"/>
                    </a:cubicBezTo>
                    <a:cubicBezTo>
                      <a:pt x="44356" y="171180"/>
                      <a:pt x="43430" y="171310"/>
                      <a:pt x="42505" y="17127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79" name="Google Shape;2479;g38b88470f6c_2_3186"/>
              <p:cNvSpPr/>
              <p:nvPr/>
            </p:nvSpPr>
            <p:spPr>
              <a:xfrm>
                <a:off x="6029008" y="2899900"/>
                <a:ext cx="272913" cy="133598"/>
              </a:xfrm>
              <a:custGeom>
                <a:rect b="b" l="l" r="r" t="t"/>
                <a:pathLst>
                  <a:path extrusionOk="0" h="133598" w="272913">
                    <a:moveTo>
                      <a:pt x="6405" y="133388"/>
                    </a:moveTo>
                    <a:cubicBezTo>
                      <a:pt x="2533" y="133036"/>
                      <a:pt x="-323" y="129607"/>
                      <a:pt x="29" y="125734"/>
                    </a:cubicBezTo>
                    <a:cubicBezTo>
                      <a:pt x="238" y="123505"/>
                      <a:pt x="1490" y="121510"/>
                      <a:pt x="3406" y="120349"/>
                    </a:cubicBezTo>
                    <a:lnTo>
                      <a:pt x="262738" y="658"/>
                    </a:lnTo>
                    <a:cubicBezTo>
                      <a:pt x="266336" y="-998"/>
                      <a:pt x="270600" y="580"/>
                      <a:pt x="272256" y="4178"/>
                    </a:cubicBezTo>
                    <a:cubicBezTo>
                      <a:pt x="273911" y="7777"/>
                      <a:pt x="272334" y="12040"/>
                      <a:pt x="268735" y="13696"/>
                    </a:cubicBezTo>
                    <a:lnTo>
                      <a:pt x="9274" y="133518"/>
                    </a:lnTo>
                    <a:cubicBezTo>
                      <a:pt x="8322" y="133662"/>
                      <a:pt x="7344" y="133609"/>
                      <a:pt x="6405" y="13338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80" name="Google Shape;2480;g38b88470f6c_2_3186"/>
              <p:cNvSpPr/>
              <p:nvPr/>
            </p:nvSpPr>
            <p:spPr>
              <a:xfrm>
                <a:off x="7044315" y="4966343"/>
                <a:ext cx="766259" cy="353207"/>
              </a:xfrm>
              <a:custGeom>
                <a:rect b="b" l="l" r="r" t="t"/>
                <a:pathLst>
                  <a:path extrusionOk="0" h="353207" w="766259">
                    <a:moveTo>
                      <a:pt x="765347" y="353207"/>
                    </a:moveTo>
                    <a:cubicBezTo>
                      <a:pt x="765347" y="345645"/>
                      <a:pt x="766260" y="337952"/>
                      <a:pt x="766260" y="330260"/>
                    </a:cubicBezTo>
                    <a:cubicBezTo>
                      <a:pt x="766260" y="147724"/>
                      <a:pt x="594806" y="0"/>
                      <a:pt x="383195" y="0"/>
                    </a:cubicBezTo>
                    <a:cubicBezTo>
                      <a:pt x="171584" y="0"/>
                      <a:pt x="0" y="147854"/>
                      <a:pt x="0" y="330260"/>
                    </a:cubicBezTo>
                    <a:cubicBezTo>
                      <a:pt x="0" y="337952"/>
                      <a:pt x="0" y="345645"/>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81" name="Google Shape;2481;g38b88470f6c_2_3186"/>
              <p:cNvSpPr/>
              <p:nvPr/>
            </p:nvSpPr>
            <p:spPr>
              <a:xfrm>
                <a:off x="7037275" y="4959693"/>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472"/>
                      <a:pt x="0" y="337300"/>
                    </a:cubicBezTo>
                    <a:cubicBezTo>
                      <a:pt x="0" y="151375"/>
                      <a:pt x="175104" y="0"/>
                      <a:pt x="390236" y="0"/>
                    </a:cubicBezTo>
                    <a:cubicBezTo>
                      <a:pt x="605367" y="0"/>
                      <a:pt x="780472" y="151375"/>
                      <a:pt x="780472" y="337300"/>
                    </a:cubicBezTo>
                    <a:cubicBezTo>
                      <a:pt x="780472" y="344341"/>
                      <a:pt x="780472" y="351904"/>
                      <a:pt x="779429" y="360769"/>
                    </a:cubicBezTo>
                    <a:cubicBezTo>
                      <a:pt x="779090" y="364420"/>
                      <a:pt x="776052" y="367236"/>
                      <a:pt x="772388" y="367289"/>
                    </a:cubicBezTo>
                    <a:close/>
                    <a:moveTo>
                      <a:pt x="14603" y="353207"/>
                    </a:moveTo>
                    <a:lnTo>
                      <a:pt x="765608" y="353207"/>
                    </a:lnTo>
                    <a:cubicBezTo>
                      <a:pt x="765608" y="347340"/>
                      <a:pt x="765608" y="342255"/>
                      <a:pt x="765608" y="337300"/>
                    </a:cubicBezTo>
                    <a:cubicBezTo>
                      <a:pt x="765608" y="159067"/>
                      <a:pt x="596893" y="14212"/>
                      <a:pt x="389584" y="14212"/>
                    </a:cubicBezTo>
                    <a:cubicBezTo>
                      <a:pt x="182275" y="14212"/>
                      <a:pt x="13429" y="159067"/>
                      <a:pt x="13429" y="337300"/>
                    </a:cubicBezTo>
                    <a:cubicBezTo>
                      <a:pt x="14081" y="342255"/>
                      <a:pt x="14342" y="347470"/>
                      <a:pt x="14603" y="3532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82" name="Google Shape;2482;g38b88470f6c_2_3186"/>
              <p:cNvSpPr/>
              <p:nvPr/>
            </p:nvSpPr>
            <p:spPr>
              <a:xfrm>
                <a:off x="7044315" y="4998156"/>
                <a:ext cx="766259" cy="353207"/>
              </a:xfrm>
              <a:custGeom>
                <a:rect b="b" l="l" r="r" t="t"/>
                <a:pathLst>
                  <a:path extrusionOk="0" h="353207" w="766259">
                    <a:moveTo>
                      <a:pt x="765347" y="353207"/>
                    </a:moveTo>
                    <a:cubicBezTo>
                      <a:pt x="765347" y="345514"/>
                      <a:pt x="766260" y="337952"/>
                      <a:pt x="766260" y="330260"/>
                    </a:cubicBezTo>
                    <a:cubicBezTo>
                      <a:pt x="766260" y="147724"/>
                      <a:pt x="594806" y="0"/>
                      <a:pt x="383195" y="0"/>
                    </a:cubicBezTo>
                    <a:cubicBezTo>
                      <a:pt x="171584" y="0"/>
                      <a:pt x="0" y="147854"/>
                      <a:pt x="0" y="330260"/>
                    </a:cubicBezTo>
                    <a:cubicBezTo>
                      <a:pt x="0" y="337952"/>
                      <a:pt x="0" y="345514"/>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83" name="Google Shape;2483;g38b88470f6c_2_3186"/>
              <p:cNvSpPr/>
              <p:nvPr/>
            </p:nvSpPr>
            <p:spPr>
              <a:xfrm>
                <a:off x="7037275" y="4991376"/>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341"/>
                      <a:pt x="0" y="337301"/>
                    </a:cubicBezTo>
                    <a:cubicBezTo>
                      <a:pt x="0" y="151244"/>
                      <a:pt x="175104" y="0"/>
                      <a:pt x="390236" y="0"/>
                    </a:cubicBezTo>
                    <a:cubicBezTo>
                      <a:pt x="605367" y="0"/>
                      <a:pt x="780472" y="151244"/>
                      <a:pt x="780472" y="337301"/>
                    </a:cubicBezTo>
                    <a:cubicBezTo>
                      <a:pt x="780472" y="344341"/>
                      <a:pt x="780472" y="351773"/>
                      <a:pt x="779429" y="360769"/>
                    </a:cubicBezTo>
                    <a:cubicBezTo>
                      <a:pt x="779090" y="364420"/>
                      <a:pt x="776052" y="367236"/>
                      <a:pt x="772388" y="367289"/>
                    </a:cubicBezTo>
                    <a:close/>
                    <a:moveTo>
                      <a:pt x="14603" y="353077"/>
                    </a:moveTo>
                    <a:lnTo>
                      <a:pt x="765608" y="353077"/>
                    </a:lnTo>
                    <a:cubicBezTo>
                      <a:pt x="765608" y="347340"/>
                      <a:pt x="765608" y="342125"/>
                      <a:pt x="765608" y="337301"/>
                    </a:cubicBezTo>
                    <a:cubicBezTo>
                      <a:pt x="765608" y="159067"/>
                      <a:pt x="596893" y="14082"/>
                      <a:pt x="389584" y="14082"/>
                    </a:cubicBezTo>
                    <a:cubicBezTo>
                      <a:pt x="182275" y="14082"/>
                      <a:pt x="14081" y="158676"/>
                      <a:pt x="14081" y="337040"/>
                    </a:cubicBezTo>
                    <a:cubicBezTo>
                      <a:pt x="14081" y="341994"/>
                      <a:pt x="14342" y="347079"/>
                      <a:pt x="14603" y="35281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84" name="Google Shape;2484;g38b88470f6c_2_3186"/>
              <p:cNvSpPr/>
              <p:nvPr/>
            </p:nvSpPr>
            <p:spPr>
              <a:xfrm>
                <a:off x="7112766" y="4998156"/>
                <a:ext cx="634572" cy="212914"/>
              </a:xfrm>
              <a:custGeom>
                <a:rect b="b" l="l" r="r" t="t"/>
                <a:pathLst>
                  <a:path extrusionOk="0" h="212914" w="634572">
                    <a:moveTo>
                      <a:pt x="314744" y="0"/>
                    </a:moveTo>
                    <a:cubicBezTo>
                      <a:pt x="184361" y="0"/>
                      <a:pt x="69233" y="56195"/>
                      <a:pt x="0" y="141987"/>
                    </a:cubicBezTo>
                    <a:lnTo>
                      <a:pt x="89834" y="212915"/>
                    </a:lnTo>
                    <a:cubicBezTo>
                      <a:pt x="184948" y="94892"/>
                      <a:pt x="357731" y="76326"/>
                      <a:pt x="475754" y="171440"/>
                    </a:cubicBezTo>
                    <a:cubicBezTo>
                      <a:pt x="491022" y="183735"/>
                      <a:pt x="504920" y="197647"/>
                      <a:pt x="517228" y="212915"/>
                    </a:cubicBezTo>
                    <a:lnTo>
                      <a:pt x="634573" y="147724"/>
                    </a:lnTo>
                    <a:cubicBezTo>
                      <a:pt x="565470" y="58672"/>
                      <a:pt x="447995" y="0"/>
                      <a:pt x="314744"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85" name="Google Shape;2485;g38b88470f6c_2_3186"/>
              <p:cNvSpPr/>
              <p:nvPr/>
            </p:nvSpPr>
            <p:spPr>
              <a:xfrm>
                <a:off x="7105704" y="4991116"/>
                <a:ext cx="648138" cy="227127"/>
              </a:xfrm>
              <a:custGeom>
                <a:rect b="b" l="l" r="r" t="t"/>
                <a:pathLst>
                  <a:path extrusionOk="0" h="227127" w="648138">
                    <a:moveTo>
                      <a:pt x="524291" y="227127"/>
                    </a:moveTo>
                    <a:cubicBezTo>
                      <a:pt x="522127" y="227153"/>
                      <a:pt x="520093" y="226136"/>
                      <a:pt x="518815" y="224389"/>
                    </a:cubicBezTo>
                    <a:cubicBezTo>
                      <a:pt x="426139" y="109391"/>
                      <a:pt x="257802" y="91294"/>
                      <a:pt x="142804" y="183957"/>
                    </a:cubicBezTo>
                    <a:cubicBezTo>
                      <a:pt x="127915" y="195952"/>
                      <a:pt x="114368" y="209512"/>
                      <a:pt x="102373" y="224389"/>
                    </a:cubicBezTo>
                    <a:cubicBezTo>
                      <a:pt x="99974" y="227375"/>
                      <a:pt x="95632" y="227896"/>
                      <a:pt x="92594" y="225562"/>
                    </a:cubicBezTo>
                    <a:lnTo>
                      <a:pt x="2630" y="154504"/>
                    </a:lnTo>
                    <a:cubicBezTo>
                      <a:pt x="1169" y="153343"/>
                      <a:pt x="231" y="151661"/>
                      <a:pt x="22" y="149810"/>
                    </a:cubicBezTo>
                    <a:cubicBezTo>
                      <a:pt x="-121" y="147932"/>
                      <a:pt x="439" y="146081"/>
                      <a:pt x="1587" y="144595"/>
                    </a:cubicBezTo>
                    <a:cubicBezTo>
                      <a:pt x="74601" y="54109"/>
                      <a:pt x="194292" y="0"/>
                      <a:pt x="321807" y="0"/>
                    </a:cubicBezTo>
                    <a:cubicBezTo>
                      <a:pt x="452190" y="0"/>
                      <a:pt x="574098" y="56325"/>
                      <a:pt x="646721" y="150462"/>
                    </a:cubicBezTo>
                    <a:cubicBezTo>
                      <a:pt x="647907" y="152118"/>
                      <a:pt x="648377" y="154191"/>
                      <a:pt x="648025" y="156199"/>
                    </a:cubicBezTo>
                    <a:cubicBezTo>
                      <a:pt x="647621" y="158246"/>
                      <a:pt x="646330" y="160019"/>
                      <a:pt x="644504" y="161023"/>
                    </a:cubicBezTo>
                    <a:lnTo>
                      <a:pt x="527160" y="226214"/>
                    </a:lnTo>
                    <a:cubicBezTo>
                      <a:pt x="526273" y="226710"/>
                      <a:pt x="525295" y="227010"/>
                      <a:pt x="524291" y="227127"/>
                    </a:cubicBezTo>
                    <a:close/>
                    <a:moveTo>
                      <a:pt x="310594" y="110695"/>
                    </a:moveTo>
                    <a:cubicBezTo>
                      <a:pt x="393726" y="110552"/>
                      <a:pt x="472634" y="147332"/>
                      <a:pt x="525986" y="211090"/>
                    </a:cubicBezTo>
                    <a:lnTo>
                      <a:pt x="630293" y="152809"/>
                    </a:lnTo>
                    <a:cubicBezTo>
                      <a:pt x="559755" y="65843"/>
                      <a:pt x="445149" y="14212"/>
                      <a:pt x="321676" y="14212"/>
                    </a:cubicBezTo>
                    <a:cubicBezTo>
                      <a:pt x="201072" y="14212"/>
                      <a:pt x="87770" y="64149"/>
                      <a:pt x="16972" y="148115"/>
                    </a:cubicBezTo>
                    <a:lnTo>
                      <a:pt x="95202" y="210308"/>
                    </a:lnTo>
                    <a:cubicBezTo>
                      <a:pt x="148750" y="146889"/>
                      <a:pt x="227605" y="110421"/>
                      <a:pt x="310594" y="1106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86" name="Google Shape;2486;g38b88470f6c_2_3186"/>
              <p:cNvSpPr/>
              <p:nvPr/>
            </p:nvSpPr>
            <p:spPr>
              <a:xfrm>
                <a:off x="7299344" y="5229050"/>
                <a:ext cx="232733" cy="122313"/>
              </a:xfrm>
              <a:custGeom>
                <a:rect b="b" l="l" r="r" t="t"/>
                <a:pathLst>
                  <a:path extrusionOk="0" h="122313" w="232733">
                    <a:moveTo>
                      <a:pt x="232733" y="112535"/>
                    </a:moveTo>
                    <a:cubicBezTo>
                      <a:pt x="230582" y="48269"/>
                      <a:pt x="176734" y="-2085"/>
                      <a:pt x="112468" y="66"/>
                    </a:cubicBezTo>
                    <a:cubicBezTo>
                      <a:pt x="51227" y="2114"/>
                      <a:pt x="2047" y="51294"/>
                      <a:pt x="0" y="112535"/>
                    </a:cubicBezTo>
                    <a:cubicBezTo>
                      <a:pt x="0" y="115794"/>
                      <a:pt x="0" y="119054"/>
                      <a:pt x="0" y="122313"/>
                    </a:cubicBezTo>
                    <a:lnTo>
                      <a:pt x="231690" y="122313"/>
                    </a:lnTo>
                    <a:cubicBezTo>
                      <a:pt x="232472" y="119054"/>
                      <a:pt x="232733" y="115794"/>
                      <a:pt x="232733" y="1125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487" name="Google Shape;2487;g38b88470f6c_2_3186"/>
              <p:cNvSpPr/>
              <p:nvPr/>
            </p:nvSpPr>
            <p:spPr>
              <a:xfrm>
                <a:off x="7292825" y="5222387"/>
                <a:ext cx="246814" cy="136357"/>
              </a:xfrm>
              <a:custGeom>
                <a:rect b="b" l="l" r="r" t="t"/>
                <a:pathLst>
                  <a:path extrusionOk="0" h="136357" w="246814">
                    <a:moveTo>
                      <a:pt x="238731" y="136277"/>
                    </a:moveTo>
                    <a:lnTo>
                      <a:pt x="7041" y="136277"/>
                    </a:lnTo>
                    <a:cubicBezTo>
                      <a:pt x="3377" y="136225"/>
                      <a:pt x="339" y="133409"/>
                      <a:pt x="0" y="129758"/>
                    </a:cubicBezTo>
                    <a:cubicBezTo>
                      <a:pt x="0" y="126368"/>
                      <a:pt x="0" y="122978"/>
                      <a:pt x="0" y="119458"/>
                    </a:cubicBezTo>
                    <a:cubicBezTo>
                      <a:pt x="2216" y="51307"/>
                      <a:pt x="59259" y="-2150"/>
                      <a:pt x="127423" y="67"/>
                    </a:cubicBezTo>
                    <a:cubicBezTo>
                      <a:pt x="192458" y="2179"/>
                      <a:pt x="244703" y="54410"/>
                      <a:pt x="246815" y="119458"/>
                    </a:cubicBezTo>
                    <a:cubicBezTo>
                      <a:pt x="246815" y="122978"/>
                      <a:pt x="246815" y="126368"/>
                      <a:pt x="246815" y="129758"/>
                    </a:cubicBezTo>
                    <a:cubicBezTo>
                      <a:pt x="246567" y="133644"/>
                      <a:pt x="243229" y="136590"/>
                      <a:pt x="239344" y="136343"/>
                    </a:cubicBezTo>
                    <a:cubicBezTo>
                      <a:pt x="239135" y="136329"/>
                      <a:pt x="238939" y="136304"/>
                      <a:pt x="238731" y="136277"/>
                    </a:cubicBezTo>
                    <a:close/>
                    <a:moveTo>
                      <a:pt x="13690" y="122066"/>
                    </a:moveTo>
                    <a:lnTo>
                      <a:pt x="232212" y="122066"/>
                    </a:lnTo>
                    <a:lnTo>
                      <a:pt x="232212" y="119458"/>
                    </a:lnTo>
                    <a:cubicBezTo>
                      <a:pt x="232212" y="59117"/>
                      <a:pt x="183292" y="10197"/>
                      <a:pt x="122951" y="10197"/>
                    </a:cubicBezTo>
                    <a:cubicBezTo>
                      <a:pt x="62610" y="10197"/>
                      <a:pt x="13690" y="59117"/>
                      <a:pt x="13690" y="11945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sp>
        <p:nvSpPr>
          <p:cNvPr id="2488" name="Google Shape;2488;g38b88470f6c_2_3186"/>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489" name="Google Shape;2489;g38b88470f6c_2_3186"/>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p:cSld name="Transition slide">
    <p:spTree>
      <p:nvGrpSpPr>
        <p:cNvPr id="2490" name="Shape 2490"/>
        <p:cNvGrpSpPr/>
        <p:nvPr/>
      </p:nvGrpSpPr>
      <p:grpSpPr>
        <a:xfrm>
          <a:off x="0" y="0"/>
          <a:ext cx="0" cy="0"/>
          <a:chOff x="0" y="0"/>
          <a:chExt cx="0" cy="0"/>
        </a:xfrm>
      </p:grpSpPr>
      <p:sp>
        <p:nvSpPr>
          <p:cNvPr id="2491" name="Google Shape;2491;g38b88470f6c_2_3304"/>
          <p:cNvSpPr/>
          <p:nvPr/>
        </p:nvSpPr>
        <p:spPr>
          <a:xfrm>
            <a:off x="2292581" y="0"/>
            <a:ext cx="72000" cy="1492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492" name="Google Shape;2492;g38b88470f6c_2_3304"/>
          <p:cNvSpPr/>
          <p:nvPr/>
        </p:nvSpPr>
        <p:spPr>
          <a:xfrm>
            <a:off x="2256531" y="0"/>
            <a:ext cx="72000" cy="1491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493" name="Google Shape;2493;g38b88470f6c_2_3304"/>
          <p:cNvSpPr/>
          <p:nvPr/>
        </p:nvSpPr>
        <p:spPr>
          <a:xfrm>
            <a:off x="9686155" y="698"/>
            <a:ext cx="72000" cy="1554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494" name="Google Shape;2494;g38b88470f6c_2_3304"/>
          <p:cNvGrpSpPr/>
          <p:nvPr/>
        </p:nvGrpSpPr>
        <p:grpSpPr>
          <a:xfrm>
            <a:off x="911104" y="1079070"/>
            <a:ext cx="10369887" cy="4698606"/>
            <a:chOff x="1290381" y="1417103"/>
            <a:chExt cx="9045610" cy="4098575"/>
          </a:xfrm>
        </p:grpSpPr>
        <p:sp>
          <p:nvSpPr>
            <p:cNvPr id="2495" name="Google Shape;2495;g38b88470f6c_2_3304"/>
            <p:cNvSpPr/>
            <p:nvPr/>
          </p:nvSpPr>
          <p:spPr>
            <a:xfrm>
              <a:off x="1363291" y="1491778"/>
              <a:ext cx="8972700" cy="40239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496" name="Google Shape;2496;g38b88470f6c_2_3304"/>
            <p:cNvSpPr/>
            <p:nvPr/>
          </p:nvSpPr>
          <p:spPr>
            <a:xfrm>
              <a:off x="1290381" y="1417103"/>
              <a:ext cx="8972700" cy="4023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497" name="Google Shape;2497;g38b88470f6c_2_3304"/>
          <p:cNvSpPr/>
          <p:nvPr/>
        </p:nvSpPr>
        <p:spPr>
          <a:xfrm>
            <a:off x="9650105" y="0"/>
            <a:ext cx="72000" cy="1554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498" name="Google Shape;2498;g38b88470f6c_2_3304"/>
          <p:cNvSpPr txBox="1"/>
          <p:nvPr>
            <p:ph idx="1" type="body"/>
          </p:nvPr>
        </p:nvSpPr>
        <p:spPr>
          <a:xfrm>
            <a:off x="994679" y="1164672"/>
            <a:ext cx="10105200" cy="44097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6000"/>
              <a:buFont typeface="Arial"/>
              <a:buNone/>
              <a:defRPr b="1" i="0" sz="60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499" name="Google Shape;2499;g38b88470f6c_2_3304"/>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
  <p:cSld name="Discussion">
    <p:spTree>
      <p:nvGrpSpPr>
        <p:cNvPr id="2500" name="Shape 2500"/>
        <p:cNvGrpSpPr/>
        <p:nvPr/>
      </p:nvGrpSpPr>
      <p:grpSpPr>
        <a:xfrm>
          <a:off x="0" y="0"/>
          <a:ext cx="0" cy="0"/>
          <a:chOff x="0" y="0"/>
          <a:chExt cx="0" cy="0"/>
        </a:xfrm>
      </p:grpSpPr>
      <p:pic>
        <p:nvPicPr>
          <p:cNvPr id="2501" name="Google Shape;2501;g38b88470f6c_2_3314"/>
          <p:cNvPicPr preferRelativeResize="0"/>
          <p:nvPr/>
        </p:nvPicPr>
        <p:blipFill rotWithShape="1">
          <a:blip r:embed="rId2">
            <a:alphaModFix/>
          </a:blip>
          <a:srcRect b="0" l="0" r="0" t="0"/>
          <a:stretch/>
        </p:blipFill>
        <p:spPr>
          <a:xfrm>
            <a:off x="5580495" y="918441"/>
            <a:ext cx="4762500" cy="4762500"/>
          </a:xfrm>
          <a:prstGeom prst="rect">
            <a:avLst/>
          </a:prstGeom>
          <a:noFill/>
          <a:ln>
            <a:noFill/>
          </a:ln>
        </p:spPr>
      </p:pic>
      <p:grpSp>
        <p:nvGrpSpPr>
          <p:cNvPr id="2502" name="Google Shape;2502;g38b88470f6c_2_3314"/>
          <p:cNvGrpSpPr/>
          <p:nvPr/>
        </p:nvGrpSpPr>
        <p:grpSpPr>
          <a:xfrm>
            <a:off x="680011" y="-12733"/>
            <a:ext cx="4628621" cy="1818822"/>
            <a:chOff x="536716" y="-17702"/>
            <a:chExt cx="5955508" cy="2340224"/>
          </a:xfrm>
        </p:grpSpPr>
        <p:sp>
          <p:nvSpPr>
            <p:cNvPr id="2503" name="Google Shape;2503;g38b88470f6c_2_3314"/>
            <p:cNvSpPr/>
            <p:nvPr/>
          </p:nvSpPr>
          <p:spPr>
            <a:xfrm>
              <a:off x="5830491" y="-16804"/>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504" name="Google Shape;2504;g38b88470f6c_2_3314"/>
            <p:cNvGrpSpPr/>
            <p:nvPr/>
          </p:nvGrpSpPr>
          <p:grpSpPr>
            <a:xfrm>
              <a:off x="536716" y="-17702"/>
              <a:ext cx="5955508" cy="2340224"/>
              <a:chOff x="947530" y="-17702"/>
              <a:chExt cx="5955508" cy="2340224"/>
            </a:xfrm>
          </p:grpSpPr>
          <p:sp>
            <p:nvSpPr>
              <p:cNvPr id="2505" name="Google Shape;2505;g38b88470f6c_2_3314"/>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06" name="Google Shape;2506;g38b88470f6c_2_3314"/>
              <p:cNvSpPr/>
              <p:nvPr/>
            </p:nvSpPr>
            <p:spPr>
              <a:xfrm>
                <a:off x="1041338" y="920922"/>
                <a:ext cx="58617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07" name="Google Shape;2507;g38b88470f6c_2_3314"/>
              <p:cNvSpPr/>
              <p:nvPr/>
            </p:nvSpPr>
            <p:spPr>
              <a:xfrm>
                <a:off x="947530" y="824843"/>
                <a:ext cx="58617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08" name="Google Shape;2508;g38b88470f6c_2_3314"/>
              <p:cNvSpPr/>
              <p:nvPr/>
            </p:nvSpPr>
            <p:spPr>
              <a:xfrm>
                <a:off x="6194922" y="-17702"/>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509" name="Google Shape;2509;g38b88470f6c_2_3314"/>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510" name="Google Shape;2510;g38b88470f6c_2_3314"/>
          <p:cNvSpPr txBox="1"/>
          <p:nvPr/>
        </p:nvSpPr>
        <p:spPr>
          <a:xfrm>
            <a:off x="680025" y="702888"/>
            <a:ext cx="4555800" cy="9234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Discussion</a:t>
            </a:r>
            <a:endParaRPr b="0" i="0" sz="1400" u="none" cap="none" strike="noStrike">
              <a:solidFill>
                <a:srgbClr val="000000"/>
              </a:solidFill>
              <a:latin typeface="Arial"/>
              <a:ea typeface="Arial"/>
              <a:cs typeface="Arial"/>
              <a:sym typeface="Arial"/>
            </a:endParaRPr>
          </a:p>
        </p:txBody>
      </p:sp>
      <p:sp>
        <p:nvSpPr>
          <p:cNvPr id="2511" name="Google Shape;2511;g38b88470f6c_2_3314"/>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512" name="Google Shape;2512;g38b88470f6c_2_3314"/>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aluate">
  <p:cSld name="Evaluate">
    <p:spTree>
      <p:nvGrpSpPr>
        <p:cNvPr id="2513" name="Shape 2513"/>
        <p:cNvGrpSpPr/>
        <p:nvPr/>
      </p:nvGrpSpPr>
      <p:grpSpPr>
        <a:xfrm>
          <a:off x="0" y="0"/>
          <a:ext cx="0" cy="0"/>
          <a:chOff x="0" y="0"/>
          <a:chExt cx="0" cy="0"/>
        </a:xfrm>
      </p:grpSpPr>
      <p:grpSp>
        <p:nvGrpSpPr>
          <p:cNvPr id="2514" name="Google Shape;2514;g38b88470f6c_2_3327"/>
          <p:cNvGrpSpPr/>
          <p:nvPr/>
        </p:nvGrpSpPr>
        <p:grpSpPr>
          <a:xfrm>
            <a:off x="680011" y="0"/>
            <a:ext cx="3090697" cy="1806089"/>
            <a:chOff x="536716" y="-1319"/>
            <a:chExt cx="3976708" cy="2323841"/>
          </a:xfrm>
        </p:grpSpPr>
        <p:sp>
          <p:nvSpPr>
            <p:cNvPr id="2515" name="Google Shape;2515;g38b88470f6c_2_3327"/>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516" name="Google Shape;2516;g38b88470f6c_2_3327"/>
            <p:cNvGrpSpPr/>
            <p:nvPr/>
          </p:nvGrpSpPr>
          <p:grpSpPr>
            <a:xfrm>
              <a:off x="536716" y="0"/>
              <a:ext cx="3976708" cy="2322522"/>
              <a:chOff x="947530" y="0"/>
              <a:chExt cx="3976708" cy="2322522"/>
            </a:xfrm>
          </p:grpSpPr>
          <p:sp>
            <p:nvSpPr>
              <p:cNvPr id="2517" name="Google Shape;2517;g38b88470f6c_2_3327"/>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18" name="Google Shape;2518;g38b88470f6c_2_3327"/>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19" name="Google Shape;2519;g38b88470f6c_2_3327"/>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20" name="Google Shape;2520;g38b88470f6c_2_3327"/>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521" name="Google Shape;2521;g38b88470f6c_2_3327"/>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522" name="Google Shape;2522;g38b88470f6c_2_3327"/>
          <p:cNvSpPr txBox="1"/>
          <p:nvPr/>
        </p:nvSpPr>
        <p:spPr>
          <a:xfrm>
            <a:off x="680025" y="777563"/>
            <a:ext cx="30180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Evaluate</a:t>
            </a:r>
            <a:endParaRPr b="0" i="0" sz="5400" u="none" cap="none" strike="noStrike">
              <a:solidFill>
                <a:schemeClr val="lt1"/>
              </a:solidFill>
              <a:latin typeface="Fredoka"/>
              <a:ea typeface="Fredoka"/>
              <a:cs typeface="Fredoka"/>
              <a:sym typeface="Fredoka"/>
            </a:endParaRPr>
          </a:p>
        </p:txBody>
      </p:sp>
      <p:pic>
        <p:nvPicPr>
          <p:cNvPr id="2523" name="Google Shape;2523;g38b88470f6c_2_3327"/>
          <p:cNvPicPr preferRelativeResize="0"/>
          <p:nvPr/>
        </p:nvPicPr>
        <p:blipFill rotWithShape="1">
          <a:blip r:embed="rId2">
            <a:alphaModFix/>
          </a:blip>
          <a:srcRect b="0" l="0" r="0" t="0"/>
          <a:stretch/>
        </p:blipFill>
        <p:spPr>
          <a:xfrm>
            <a:off x="4095258" y="-663083"/>
            <a:ext cx="6778655" cy="6778655"/>
          </a:xfrm>
          <a:prstGeom prst="rect">
            <a:avLst/>
          </a:prstGeom>
          <a:noFill/>
          <a:ln>
            <a:noFill/>
          </a:ln>
        </p:spPr>
      </p:pic>
      <p:sp>
        <p:nvSpPr>
          <p:cNvPr id="2524" name="Google Shape;2524;g38b88470f6c_2_3327"/>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s">
  <p:cSld name="Tasks">
    <p:spTree>
      <p:nvGrpSpPr>
        <p:cNvPr id="2525" name="Shape 2525"/>
        <p:cNvGrpSpPr/>
        <p:nvPr/>
      </p:nvGrpSpPr>
      <p:grpSpPr>
        <a:xfrm>
          <a:off x="0" y="0"/>
          <a:ext cx="0" cy="0"/>
          <a:chOff x="0" y="0"/>
          <a:chExt cx="0" cy="0"/>
        </a:xfrm>
      </p:grpSpPr>
      <p:pic>
        <p:nvPicPr>
          <p:cNvPr id="2526" name="Google Shape;2526;g38b88470f6c_2_3339"/>
          <p:cNvPicPr preferRelativeResize="0"/>
          <p:nvPr/>
        </p:nvPicPr>
        <p:blipFill rotWithShape="1">
          <a:blip r:embed="rId2">
            <a:alphaModFix/>
          </a:blip>
          <a:srcRect b="0" l="0" r="0" t="0"/>
          <a:stretch/>
        </p:blipFill>
        <p:spPr>
          <a:xfrm>
            <a:off x="1052356" y="626052"/>
            <a:ext cx="5605895" cy="5605895"/>
          </a:xfrm>
          <a:prstGeom prst="rect">
            <a:avLst/>
          </a:prstGeom>
          <a:noFill/>
          <a:ln>
            <a:noFill/>
          </a:ln>
        </p:spPr>
      </p:pic>
      <p:sp>
        <p:nvSpPr>
          <p:cNvPr id="2527" name="Google Shape;2527;g38b88470f6c_2_3339"/>
          <p:cNvSpPr txBox="1"/>
          <p:nvPr>
            <p:ph idx="1" type="body"/>
          </p:nvPr>
        </p:nvSpPr>
        <p:spPr>
          <a:xfrm>
            <a:off x="6657975" y="2059619"/>
            <a:ext cx="4687800" cy="39855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grpSp>
        <p:nvGrpSpPr>
          <p:cNvPr id="2528" name="Google Shape;2528;g38b88470f6c_2_3339"/>
          <p:cNvGrpSpPr/>
          <p:nvPr/>
        </p:nvGrpSpPr>
        <p:grpSpPr>
          <a:xfrm>
            <a:off x="7456649" y="0"/>
            <a:ext cx="3090697" cy="1806089"/>
            <a:chOff x="536716" y="-1319"/>
            <a:chExt cx="3976708" cy="2323841"/>
          </a:xfrm>
        </p:grpSpPr>
        <p:sp>
          <p:nvSpPr>
            <p:cNvPr id="2529" name="Google Shape;2529;g38b88470f6c_2_3339"/>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530" name="Google Shape;2530;g38b88470f6c_2_3339"/>
            <p:cNvGrpSpPr/>
            <p:nvPr/>
          </p:nvGrpSpPr>
          <p:grpSpPr>
            <a:xfrm>
              <a:off x="536716" y="0"/>
              <a:ext cx="3976708" cy="2322522"/>
              <a:chOff x="947530" y="0"/>
              <a:chExt cx="3976708" cy="2322522"/>
            </a:xfrm>
          </p:grpSpPr>
          <p:sp>
            <p:nvSpPr>
              <p:cNvPr id="2531" name="Google Shape;2531;g38b88470f6c_2_333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32" name="Google Shape;2532;g38b88470f6c_2_3339"/>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33" name="Google Shape;2533;g38b88470f6c_2_3339"/>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34" name="Google Shape;2534;g38b88470f6c_2_3339"/>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535" name="Google Shape;2535;g38b88470f6c_2_333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536" name="Google Shape;2536;g38b88470f6c_2_3339"/>
          <p:cNvSpPr txBox="1"/>
          <p:nvPr/>
        </p:nvSpPr>
        <p:spPr>
          <a:xfrm>
            <a:off x="7456663"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Tasks</a:t>
            </a:r>
            <a:endParaRPr b="0" i="0" sz="1400" u="none" cap="none" strike="noStrike">
              <a:solidFill>
                <a:srgbClr val="000000"/>
              </a:solidFill>
              <a:latin typeface="Arial"/>
              <a:ea typeface="Arial"/>
              <a:cs typeface="Arial"/>
              <a:sym typeface="Arial"/>
            </a:endParaRPr>
          </a:p>
        </p:txBody>
      </p:sp>
      <p:sp>
        <p:nvSpPr>
          <p:cNvPr id="2537" name="Google Shape;2537;g38b88470f6c_2_3339"/>
          <p:cNvSpPr/>
          <p:nvPr/>
        </p:nvSpPr>
        <p:spPr>
          <a:xfrm>
            <a:off x="10619152" y="6115573"/>
            <a:ext cx="993300" cy="333600"/>
          </a:xfrm>
          <a:prstGeom prst="rect">
            <a:avLst/>
          </a:prstGeom>
          <a:blipFill rotWithShape="1">
            <a:blip r:embed="rId3">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2538" name="Google Shape;2538;g38b88470f6c_2_3339"/>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Summary">
  <p:cSld name="Session Summary">
    <p:spTree>
      <p:nvGrpSpPr>
        <p:cNvPr id="2539" name="Shape 2539"/>
        <p:cNvGrpSpPr/>
        <p:nvPr/>
      </p:nvGrpSpPr>
      <p:grpSpPr>
        <a:xfrm>
          <a:off x="0" y="0"/>
          <a:ext cx="0" cy="0"/>
          <a:chOff x="0" y="0"/>
          <a:chExt cx="0" cy="0"/>
        </a:xfrm>
      </p:grpSpPr>
      <p:grpSp>
        <p:nvGrpSpPr>
          <p:cNvPr id="2540" name="Google Shape;2540;g38b88470f6c_2_3353"/>
          <p:cNvGrpSpPr/>
          <p:nvPr/>
        </p:nvGrpSpPr>
        <p:grpSpPr>
          <a:xfrm>
            <a:off x="6634601" y="419286"/>
            <a:ext cx="4977959" cy="715758"/>
            <a:chOff x="6651018" y="1094904"/>
            <a:chExt cx="4977959" cy="715758"/>
          </a:xfrm>
        </p:grpSpPr>
        <p:grpSp>
          <p:nvGrpSpPr>
            <p:cNvPr id="2541" name="Google Shape;2541;g38b88470f6c_2_3353"/>
            <p:cNvGrpSpPr/>
            <p:nvPr/>
          </p:nvGrpSpPr>
          <p:grpSpPr>
            <a:xfrm flipH="1">
              <a:off x="6651018" y="1105239"/>
              <a:ext cx="4977959" cy="705423"/>
              <a:chOff x="-276224" y="579518"/>
              <a:chExt cx="4483840" cy="705423"/>
            </a:xfrm>
          </p:grpSpPr>
          <p:sp>
            <p:nvSpPr>
              <p:cNvPr id="2542" name="Google Shape;2542;g38b88470f6c_2_3353"/>
              <p:cNvSpPr/>
              <p:nvPr/>
            </p:nvSpPr>
            <p:spPr>
              <a:xfrm>
                <a:off x="-160684" y="676841"/>
                <a:ext cx="4368300" cy="6081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43" name="Google Shape;2543;g38b88470f6c_2_3353"/>
              <p:cNvSpPr/>
              <p:nvPr/>
            </p:nvSpPr>
            <p:spPr>
              <a:xfrm>
                <a:off x="-276224" y="579518"/>
                <a:ext cx="4368300" cy="6081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2544" name="Google Shape;2544;g38b88470f6c_2_3353"/>
            <p:cNvSpPr txBox="1"/>
            <p:nvPr/>
          </p:nvSpPr>
          <p:spPr>
            <a:xfrm>
              <a:off x="6813500" y="1094904"/>
              <a:ext cx="4797600" cy="60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2600"/>
                <a:buFont typeface="Arial"/>
                <a:buNone/>
              </a:pPr>
              <a:r>
                <a:rPr b="1" i="0" lang="en-US" sz="2600" u="none" cap="none" strike="noStrike">
                  <a:solidFill>
                    <a:schemeClr val="lt1"/>
                  </a:solidFill>
                  <a:latin typeface="Calibri"/>
                  <a:ea typeface="Calibri"/>
                  <a:cs typeface="Calibri"/>
                  <a:sym typeface="Calibri"/>
                </a:rPr>
                <a:t>For Next Session, Search for…</a:t>
              </a:r>
              <a:endParaRPr b="0" i="0" sz="1400" u="none" cap="none" strike="noStrike">
                <a:solidFill>
                  <a:srgbClr val="000000"/>
                </a:solidFill>
                <a:latin typeface="Arial"/>
                <a:ea typeface="Arial"/>
                <a:cs typeface="Arial"/>
                <a:sym typeface="Arial"/>
              </a:endParaRPr>
            </a:p>
          </p:txBody>
        </p:sp>
      </p:grpSp>
      <p:grpSp>
        <p:nvGrpSpPr>
          <p:cNvPr id="2545" name="Google Shape;2545;g38b88470f6c_2_3353"/>
          <p:cNvGrpSpPr/>
          <p:nvPr/>
        </p:nvGrpSpPr>
        <p:grpSpPr>
          <a:xfrm>
            <a:off x="546596" y="408850"/>
            <a:ext cx="4862692" cy="736415"/>
            <a:chOff x="563013" y="978293"/>
            <a:chExt cx="4862692" cy="736415"/>
          </a:xfrm>
        </p:grpSpPr>
        <p:grpSp>
          <p:nvGrpSpPr>
            <p:cNvPr id="2546" name="Google Shape;2546;g38b88470f6c_2_3353"/>
            <p:cNvGrpSpPr/>
            <p:nvPr/>
          </p:nvGrpSpPr>
          <p:grpSpPr>
            <a:xfrm>
              <a:off x="563051" y="978293"/>
              <a:ext cx="4862654" cy="736415"/>
              <a:chOff x="971550" y="628179"/>
              <a:chExt cx="4207540" cy="727323"/>
            </a:xfrm>
          </p:grpSpPr>
          <p:sp>
            <p:nvSpPr>
              <p:cNvPr id="2547" name="Google Shape;2547;g38b88470f6c_2_3353"/>
              <p:cNvSpPr/>
              <p:nvPr/>
            </p:nvSpPr>
            <p:spPr>
              <a:xfrm>
                <a:off x="1087090" y="725502"/>
                <a:ext cx="4092000" cy="6300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48" name="Google Shape;2548;g38b88470f6c_2_3353"/>
              <p:cNvSpPr/>
              <p:nvPr/>
            </p:nvSpPr>
            <p:spPr>
              <a:xfrm>
                <a:off x="971550" y="628179"/>
                <a:ext cx="4092000" cy="600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2549" name="Google Shape;2549;g38b88470f6c_2_3353"/>
            <p:cNvSpPr txBox="1"/>
            <p:nvPr/>
          </p:nvSpPr>
          <p:spPr>
            <a:xfrm>
              <a:off x="563013" y="978323"/>
              <a:ext cx="4747200" cy="60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2600"/>
                <a:buFont typeface="Arial"/>
                <a:buNone/>
              </a:pPr>
              <a:r>
                <a:rPr b="1" i="0" lang="en-US" sz="2600" u="none" cap="none" strike="noStrike">
                  <a:solidFill>
                    <a:schemeClr val="lt1"/>
                  </a:solidFill>
                  <a:latin typeface="Calibri"/>
                  <a:ea typeface="Calibri"/>
                  <a:cs typeface="Calibri"/>
                  <a:sym typeface="Calibri"/>
                </a:rPr>
                <a:t>In this Session, You learned…</a:t>
              </a:r>
              <a:endParaRPr b="0" i="0" sz="1400" u="none" cap="none" strike="noStrike">
                <a:solidFill>
                  <a:srgbClr val="000000"/>
                </a:solidFill>
                <a:latin typeface="Arial"/>
                <a:ea typeface="Arial"/>
                <a:cs typeface="Arial"/>
                <a:sym typeface="Arial"/>
              </a:endParaRPr>
            </a:p>
          </p:txBody>
        </p:sp>
      </p:grpSp>
      <p:sp>
        <p:nvSpPr>
          <p:cNvPr id="2550" name="Google Shape;2550;g38b88470f6c_2_3353"/>
          <p:cNvSpPr txBox="1"/>
          <p:nvPr>
            <p:ph idx="1" type="body"/>
          </p:nvPr>
        </p:nvSpPr>
        <p:spPr>
          <a:xfrm>
            <a:off x="662484" y="1247527"/>
            <a:ext cx="4746600" cy="48681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51" name="Google Shape;2551;g38b88470f6c_2_3353"/>
          <p:cNvSpPr txBox="1"/>
          <p:nvPr>
            <p:ph idx="2" type="body"/>
          </p:nvPr>
        </p:nvSpPr>
        <p:spPr>
          <a:xfrm>
            <a:off x="6762792" y="1247527"/>
            <a:ext cx="4831800" cy="48576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552" name="Google Shape;2552;g38b88470f6c_2_3353"/>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553" name="Google Shape;2553;g38b88470f6c_2_3353"/>
          <p:cNvSpPr txBox="1"/>
          <p:nvPr/>
        </p:nvSpPr>
        <p:spPr>
          <a:xfrm>
            <a:off x="5730320" y="6000322"/>
            <a:ext cx="731700" cy="525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fld id="{00000000-1234-1234-1234-123412341234}" type="slidenum">
              <a:rPr b="1" i="0" lang="en-US" sz="1600" u="none" cap="none" strike="noStrike">
                <a:solidFill>
                  <a:srgbClr val="000000"/>
                </a:solidFill>
                <a:latin typeface="Arial"/>
                <a:ea typeface="Arial"/>
                <a:cs typeface="Arial"/>
                <a:sym typeface="Arial"/>
              </a:rPr>
              <a:t>‹#›</a:t>
            </a:fld>
            <a:endParaRPr b="1" i="0" sz="16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3">
    <p:spTree>
      <p:nvGrpSpPr>
        <p:cNvPr id="2554" name="Shape 2554"/>
        <p:cNvGrpSpPr/>
        <p:nvPr/>
      </p:nvGrpSpPr>
      <p:grpSpPr>
        <a:xfrm>
          <a:off x="0" y="0"/>
          <a:ext cx="0" cy="0"/>
          <a:chOff x="0" y="0"/>
          <a:chExt cx="0" cy="0"/>
        </a:xfrm>
      </p:grpSpPr>
      <p:grpSp>
        <p:nvGrpSpPr>
          <p:cNvPr id="2555" name="Google Shape;2555;g38b88470f6c_2_3368"/>
          <p:cNvGrpSpPr/>
          <p:nvPr/>
        </p:nvGrpSpPr>
        <p:grpSpPr>
          <a:xfrm>
            <a:off x="680011" y="0"/>
            <a:ext cx="3090697" cy="1806089"/>
            <a:chOff x="536716" y="-1319"/>
            <a:chExt cx="3976708" cy="2323841"/>
          </a:xfrm>
        </p:grpSpPr>
        <p:sp>
          <p:nvSpPr>
            <p:cNvPr id="2556" name="Google Shape;2556;g38b88470f6c_2_3368"/>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557" name="Google Shape;2557;g38b88470f6c_2_3368"/>
            <p:cNvGrpSpPr/>
            <p:nvPr/>
          </p:nvGrpSpPr>
          <p:grpSpPr>
            <a:xfrm>
              <a:off x="536716" y="0"/>
              <a:ext cx="3976708" cy="2322522"/>
              <a:chOff x="947530" y="0"/>
              <a:chExt cx="3976708" cy="2322522"/>
            </a:xfrm>
          </p:grpSpPr>
          <p:sp>
            <p:nvSpPr>
              <p:cNvPr id="2558" name="Google Shape;2558;g38b88470f6c_2_3368"/>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59" name="Google Shape;2559;g38b88470f6c_2_3368"/>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60" name="Google Shape;2560;g38b88470f6c_2_3368"/>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4800" u="none" cap="none" strike="noStrike">
                    <a:solidFill>
                      <a:schemeClr val="lt1"/>
                    </a:solidFill>
                    <a:latin typeface="Quicksand"/>
                    <a:ea typeface="Quicksand"/>
                    <a:cs typeface="Quicksand"/>
                    <a:sym typeface="Quicksand"/>
                  </a:rPr>
                  <a:t>Q &amp; A </a:t>
                </a:r>
                <a:endParaRPr b="1" i="0" sz="4800" u="none" cap="none" strike="noStrike">
                  <a:solidFill>
                    <a:schemeClr val="lt1"/>
                  </a:solidFill>
                  <a:latin typeface="Quicksand"/>
                  <a:ea typeface="Quicksand"/>
                  <a:cs typeface="Quicksand"/>
                  <a:sym typeface="Quicksand"/>
                </a:endParaRPr>
              </a:p>
            </p:txBody>
          </p:sp>
          <p:sp>
            <p:nvSpPr>
              <p:cNvPr id="2561" name="Google Shape;2561;g38b88470f6c_2_3368"/>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562" name="Google Shape;2562;g38b88470f6c_2_3368"/>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y Questions?">
  <p:cSld name="Any Questions?">
    <p:spTree>
      <p:nvGrpSpPr>
        <p:cNvPr id="2563" name="Shape 2563"/>
        <p:cNvGrpSpPr/>
        <p:nvPr/>
      </p:nvGrpSpPr>
      <p:grpSpPr>
        <a:xfrm>
          <a:off x="0" y="0"/>
          <a:ext cx="0" cy="0"/>
          <a:chOff x="0" y="0"/>
          <a:chExt cx="0" cy="0"/>
        </a:xfrm>
      </p:grpSpPr>
      <p:pic>
        <p:nvPicPr>
          <p:cNvPr id="2564" name="Google Shape;2564;g38b88470f6c_2_3377"/>
          <p:cNvPicPr preferRelativeResize="0"/>
          <p:nvPr/>
        </p:nvPicPr>
        <p:blipFill rotWithShape="1">
          <a:blip r:embed="rId2">
            <a:alphaModFix/>
          </a:blip>
          <a:srcRect b="0" l="0" r="0" t="0"/>
          <a:stretch/>
        </p:blipFill>
        <p:spPr>
          <a:xfrm>
            <a:off x="648936" y="1127591"/>
            <a:ext cx="5710169" cy="3961991"/>
          </a:xfrm>
          <a:prstGeom prst="rect">
            <a:avLst/>
          </a:prstGeom>
          <a:noFill/>
          <a:ln>
            <a:noFill/>
          </a:ln>
        </p:spPr>
      </p:pic>
      <p:sp>
        <p:nvSpPr>
          <p:cNvPr id="2565" name="Google Shape;2565;g38b88470f6c_2_3377"/>
          <p:cNvSpPr txBox="1"/>
          <p:nvPr/>
        </p:nvSpPr>
        <p:spPr>
          <a:xfrm>
            <a:off x="6288656" y="2231425"/>
            <a:ext cx="4768500" cy="17547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rgbClr val="002060"/>
                </a:solidFill>
                <a:latin typeface="Fredoka"/>
                <a:ea typeface="Fredoka"/>
                <a:cs typeface="Fredoka"/>
                <a:sym typeface="Fredoka"/>
              </a:rPr>
              <a:t>ANY QUESTIONS?</a:t>
            </a:r>
            <a:endParaRPr b="0" i="0" sz="1400" u="none" cap="none" strike="noStrike">
              <a:solidFill>
                <a:schemeClr val="dk1"/>
              </a:solidFill>
              <a:latin typeface="Fredoka"/>
              <a:ea typeface="Fredoka"/>
              <a:cs typeface="Fredoka"/>
              <a:sym typeface="Fredoka"/>
            </a:endParaRPr>
          </a:p>
        </p:txBody>
      </p:sp>
      <p:sp>
        <p:nvSpPr>
          <p:cNvPr id="2566" name="Google Shape;2566;g38b88470f6c_2_3377"/>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2567" name="Shape 2567"/>
        <p:cNvGrpSpPr/>
        <p:nvPr/>
      </p:nvGrpSpPr>
      <p:grpSpPr>
        <a:xfrm>
          <a:off x="0" y="0"/>
          <a:ext cx="0" cy="0"/>
          <a:chOff x="0" y="0"/>
          <a:chExt cx="0" cy="0"/>
        </a:xfrm>
      </p:grpSpPr>
      <p:sp>
        <p:nvSpPr>
          <p:cNvPr id="2568" name="Google Shape;2568;g38b88470f6c_2_3381"/>
          <p:cNvSpPr txBox="1"/>
          <p:nvPr/>
        </p:nvSpPr>
        <p:spPr>
          <a:xfrm>
            <a:off x="2505636" y="2773309"/>
            <a:ext cx="7180800" cy="13236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172A4B"/>
                </a:solidFill>
                <a:latin typeface="Fredoka"/>
                <a:ea typeface="Fredoka"/>
                <a:cs typeface="Fredoka"/>
                <a:sym typeface="Fredoka"/>
              </a:rPr>
              <a:t>THANK YOU!</a:t>
            </a:r>
            <a:endParaRPr b="0" i="0" sz="2400" u="none" cap="none" strike="noStrike">
              <a:solidFill>
                <a:srgbClr val="172A4B"/>
              </a:solidFill>
              <a:latin typeface="Fredoka"/>
              <a:ea typeface="Fredoka"/>
              <a:cs typeface="Fredoka"/>
              <a:sym typeface="Fredoka"/>
            </a:endParaRPr>
          </a:p>
        </p:txBody>
      </p:sp>
      <p:sp>
        <p:nvSpPr>
          <p:cNvPr id="2569" name="Google Shape;2569;g38b88470f6c_2_3381"/>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2570" name="Google Shape;2570;g38b88470f6c_2_3381"/>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Contents">
    <p:spTree>
      <p:nvGrpSpPr>
        <p:cNvPr id="2571" name="Shape 2571"/>
        <p:cNvGrpSpPr/>
        <p:nvPr/>
      </p:nvGrpSpPr>
      <p:grpSpPr>
        <a:xfrm>
          <a:off x="0" y="0"/>
          <a:ext cx="0" cy="0"/>
          <a:chOff x="0" y="0"/>
          <a:chExt cx="0" cy="0"/>
        </a:xfrm>
      </p:grpSpPr>
      <p:sp>
        <p:nvSpPr>
          <p:cNvPr id="2572" name="Google Shape;2572;g38b88470f6c_2_3385"/>
          <p:cNvSpPr txBox="1"/>
          <p:nvPr>
            <p:ph idx="1" type="body"/>
          </p:nvPr>
        </p:nvSpPr>
        <p:spPr>
          <a:xfrm>
            <a:off x="2704330" y="1163553"/>
            <a:ext cx="100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573" name="Google Shape;2573;g38b88470f6c_2_3385"/>
          <p:cNvSpPr txBox="1"/>
          <p:nvPr>
            <p:ph idx="2" type="body"/>
          </p:nvPr>
        </p:nvSpPr>
        <p:spPr>
          <a:xfrm>
            <a:off x="2568593" y="1667167"/>
            <a:ext cx="8285700" cy="3551100"/>
          </a:xfrm>
          <a:prstGeom prst="rect">
            <a:avLst/>
          </a:prstGeom>
          <a:noFill/>
          <a:ln>
            <a:noFill/>
          </a:ln>
        </p:spPr>
        <p:txBody>
          <a:bodyPr anchorCtr="0" anchor="t" bIns="45700" lIns="91425" spcFirstLastPara="1" rIns="91425" wrap="square" tIns="45700">
            <a:noAutofit/>
          </a:bodyPr>
          <a:lstStyle>
            <a:lvl1pPr indent="-459740" lvl="0" marL="457200" marR="0" algn="l">
              <a:lnSpc>
                <a:spcPct val="90000"/>
              </a:lnSpc>
              <a:spcBef>
                <a:spcPts val="1000"/>
              </a:spcBef>
              <a:spcAft>
                <a:spcPts val="0"/>
              </a:spcAft>
              <a:buClr>
                <a:schemeClr val="accent2"/>
              </a:buClr>
              <a:buSzPts val="3640"/>
              <a:buFont typeface="Noto Sans Symbols"/>
              <a:buChar char="∙"/>
              <a:defRPr b="0" i="0" sz="2800" u="none" cap="none" strike="noStrike">
                <a:solidFill>
                  <a:srgbClr val="172A4B"/>
                </a:solidFill>
                <a:latin typeface="Quicksand"/>
                <a:ea typeface="Quicksand"/>
                <a:cs typeface="Quicksand"/>
                <a:sym typeface="Quicksand"/>
              </a:defRPr>
            </a:lvl1pPr>
            <a:lvl2pPr indent="-426720" lvl="1" marL="914400" marR="0" algn="l">
              <a:lnSpc>
                <a:spcPct val="90000"/>
              </a:lnSpc>
              <a:spcBef>
                <a:spcPts val="500"/>
              </a:spcBef>
              <a:spcAft>
                <a:spcPts val="0"/>
              </a:spcAft>
              <a:buClr>
                <a:schemeClr val="accent2"/>
              </a:buClr>
              <a:buSzPts val="3120"/>
              <a:buFont typeface="Noto Sans Symbols"/>
              <a:buChar char="∙"/>
              <a:defRPr b="0" i="0" sz="2400" u="none" cap="none" strike="noStrike">
                <a:solidFill>
                  <a:srgbClr val="172A4B"/>
                </a:solidFill>
                <a:latin typeface="Quicksand"/>
                <a:ea typeface="Quicksand"/>
                <a:cs typeface="Quicksand"/>
                <a:sym typeface="Quicksand"/>
              </a:defRPr>
            </a:lvl2pPr>
            <a:lvl3pPr indent="-393700" lvl="2" marL="1371600" marR="0" algn="l">
              <a:lnSpc>
                <a:spcPct val="90000"/>
              </a:lnSpc>
              <a:spcBef>
                <a:spcPts val="500"/>
              </a:spcBef>
              <a:spcAft>
                <a:spcPts val="0"/>
              </a:spcAft>
              <a:buClr>
                <a:schemeClr val="accent2"/>
              </a:buClr>
              <a:buSzPts val="2600"/>
              <a:buFont typeface="Noto Sans Symbols"/>
              <a:buChar char="∙"/>
              <a:defRPr b="0" i="0" sz="2000" u="none" cap="none" strike="noStrike">
                <a:solidFill>
                  <a:srgbClr val="172A4B"/>
                </a:solidFill>
                <a:latin typeface="Quicksand"/>
                <a:ea typeface="Quicksand"/>
                <a:cs typeface="Quicksand"/>
                <a:sym typeface="Quicksand"/>
              </a:defRPr>
            </a:lvl3pPr>
            <a:lvl4pPr indent="-377190" lvl="3" marL="1828800" marR="0" algn="l">
              <a:lnSpc>
                <a:spcPct val="90000"/>
              </a:lnSpc>
              <a:spcBef>
                <a:spcPts val="500"/>
              </a:spcBef>
              <a:spcAft>
                <a:spcPts val="0"/>
              </a:spcAft>
              <a:buClr>
                <a:schemeClr val="accent2"/>
              </a:buClr>
              <a:buSzPts val="2340"/>
              <a:buFont typeface="Noto Sans Symbols"/>
              <a:buChar char="∙"/>
              <a:defRPr b="0" i="0" sz="1800" u="none" cap="none" strike="noStrike">
                <a:solidFill>
                  <a:srgbClr val="172A4B"/>
                </a:solidFill>
                <a:latin typeface="Quicksand"/>
                <a:ea typeface="Quicksand"/>
                <a:cs typeface="Quicksand"/>
                <a:sym typeface="Quicksand"/>
              </a:defRPr>
            </a:lvl4pPr>
            <a:lvl5pPr indent="-377190" lvl="4" marL="2286000" marR="0" algn="l">
              <a:lnSpc>
                <a:spcPct val="90000"/>
              </a:lnSpc>
              <a:spcBef>
                <a:spcPts val="500"/>
              </a:spcBef>
              <a:spcAft>
                <a:spcPts val="0"/>
              </a:spcAft>
              <a:buClr>
                <a:schemeClr val="accent2"/>
              </a:buClr>
              <a:buSzPts val="2340"/>
              <a:buFont typeface="Noto Sans Symbols"/>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574" name="Google Shape;2574;g38b88470f6c_2_3385"/>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2575" name="Google Shape;2575;g38b88470f6c_2_3385"/>
          <p:cNvSpPr txBox="1"/>
          <p:nvPr/>
        </p:nvSpPr>
        <p:spPr>
          <a:xfrm>
            <a:off x="996843" y="968220"/>
            <a:ext cx="4207500" cy="699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5400"/>
              <a:buFont typeface="Quicksand"/>
              <a:buNone/>
            </a:pPr>
            <a:r>
              <a:rPr b="1" i="0" lang="en-US" sz="5400" u="none" cap="none" strike="noStrike">
                <a:solidFill>
                  <a:srgbClr val="002060"/>
                </a:solidFill>
                <a:latin typeface="Quicksand"/>
                <a:ea typeface="Quicksand"/>
                <a:cs typeface="Quicksand"/>
                <a:sym typeface="Quicksand"/>
              </a:rPr>
              <a:t>CONTENTS </a:t>
            </a:r>
            <a:endParaRPr b="1" i="0" sz="5400" u="none" cap="none" strike="noStrike">
              <a:solidFill>
                <a:srgbClr val="FC7C00"/>
              </a:solidFill>
              <a:latin typeface="Quicksand"/>
              <a:ea typeface="Quicksand"/>
              <a:cs typeface="Quicksand"/>
              <a:sym typeface="Quicksand"/>
            </a:endParaRPr>
          </a:p>
        </p:txBody>
      </p:sp>
      <p:sp>
        <p:nvSpPr>
          <p:cNvPr id="2576" name="Google Shape;2576;g38b88470f6c_2_3385"/>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Session</a:t>
            </a:r>
            <a:endParaRPr b="0" i="0" sz="1400" u="none" cap="none" strike="noStrike">
              <a:solidFill>
                <a:srgbClr val="000000"/>
              </a:solidFill>
              <a:latin typeface="Arial"/>
              <a:ea typeface="Arial"/>
              <a:cs typeface="Arial"/>
              <a:sym typeface="Arial"/>
            </a:endParaRPr>
          </a:p>
        </p:txBody>
      </p:sp>
      <p:sp>
        <p:nvSpPr>
          <p:cNvPr id="2577" name="Google Shape;2577;g38b88470f6c_2_3385"/>
          <p:cNvSpPr txBox="1"/>
          <p:nvPr>
            <p:ph idx="3" type="body"/>
          </p:nvPr>
        </p:nvSpPr>
        <p:spPr>
          <a:xfrm>
            <a:off x="2333229" y="654684"/>
            <a:ext cx="570300" cy="3879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578" name="Google Shape;2578;g38b88470f6c_2_3385"/>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p:cSld name="Recap">
    <p:spTree>
      <p:nvGrpSpPr>
        <p:cNvPr id="2579" name="Shape 2579"/>
        <p:cNvGrpSpPr/>
        <p:nvPr/>
      </p:nvGrpSpPr>
      <p:grpSpPr>
        <a:xfrm>
          <a:off x="0" y="0"/>
          <a:ext cx="0" cy="0"/>
          <a:chOff x="0" y="0"/>
          <a:chExt cx="0" cy="0"/>
        </a:xfrm>
      </p:grpSpPr>
      <p:sp>
        <p:nvSpPr>
          <p:cNvPr id="2580" name="Google Shape;2580;g38b88470f6c_2_3393"/>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2581" name="Google Shape;2581;g38b88470f6c_2_3393"/>
          <p:cNvSpPr txBox="1"/>
          <p:nvPr/>
        </p:nvSpPr>
        <p:spPr>
          <a:xfrm>
            <a:off x="973639" y="2890391"/>
            <a:ext cx="4093200" cy="1077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72A4B"/>
                </a:solidFill>
                <a:latin typeface="Quicksand"/>
                <a:ea typeface="Quicksand"/>
                <a:cs typeface="Quicksand"/>
                <a:sym typeface="Quicksand"/>
              </a:rPr>
              <a:t>Now, Let’s Preview Our Tasks… </a:t>
            </a:r>
            <a:endParaRPr b="0" i="0" sz="1400" u="none" cap="none" strike="noStrike">
              <a:solidFill>
                <a:srgbClr val="000000"/>
              </a:solidFill>
              <a:latin typeface="Arial"/>
              <a:ea typeface="Arial"/>
              <a:cs typeface="Arial"/>
              <a:sym typeface="Arial"/>
            </a:endParaRPr>
          </a:p>
        </p:txBody>
      </p:sp>
      <p:pic>
        <p:nvPicPr>
          <p:cNvPr id="2582" name="Google Shape;2582;g38b88470f6c_2_3393"/>
          <p:cNvPicPr preferRelativeResize="0"/>
          <p:nvPr/>
        </p:nvPicPr>
        <p:blipFill rotWithShape="1">
          <a:blip r:embed="rId3">
            <a:alphaModFix/>
          </a:blip>
          <a:srcRect b="0" l="0" r="0" t="0"/>
          <a:stretch/>
        </p:blipFill>
        <p:spPr>
          <a:xfrm>
            <a:off x="5660725" y="778588"/>
            <a:ext cx="5309935" cy="5309935"/>
          </a:xfrm>
          <a:prstGeom prst="rect">
            <a:avLst/>
          </a:prstGeom>
          <a:noFill/>
          <a:ln>
            <a:noFill/>
          </a:ln>
        </p:spPr>
      </p:pic>
      <p:sp>
        <p:nvSpPr>
          <p:cNvPr id="2583" name="Google Shape;2583;g38b88470f6c_2_3393"/>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ert Video">
  <p:cSld name="Insert Video">
    <p:spTree>
      <p:nvGrpSpPr>
        <p:cNvPr id="2584" name="Shape 2584"/>
        <p:cNvGrpSpPr/>
        <p:nvPr/>
      </p:nvGrpSpPr>
      <p:grpSpPr>
        <a:xfrm>
          <a:off x="0" y="0"/>
          <a:ext cx="0" cy="0"/>
          <a:chOff x="0" y="0"/>
          <a:chExt cx="0" cy="0"/>
        </a:xfrm>
      </p:grpSpPr>
      <p:sp>
        <p:nvSpPr>
          <p:cNvPr id="2585" name="Google Shape;2585;g38b88470f6c_2_3398"/>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2586" name="Google Shape;2586;g38b88470f6c_2_3398"/>
          <p:cNvSpPr/>
          <p:nvPr>
            <p:ph idx="2" type="media"/>
          </p:nvPr>
        </p:nvSpPr>
        <p:spPr>
          <a:xfrm>
            <a:off x="1124438" y="688283"/>
            <a:ext cx="9491100" cy="5338800"/>
          </a:xfrm>
          <a:prstGeom prst="rect">
            <a:avLst/>
          </a:prstGeom>
          <a:noFill/>
          <a:ln>
            <a:noFill/>
          </a:ln>
        </p:spPr>
        <p:txBody>
          <a:bodyPr anchorCtr="0" anchor="t" bIns="45700" lIns="91425" spcFirstLastPara="1" rIns="91425" wrap="square" tIns="1828800">
            <a:noAutofit/>
          </a:bodyPr>
          <a:lstStyle>
            <a:lvl1pPr lvl="0" marR="0" algn="ctr">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lvl="1"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lvl="2"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lvl="3"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lvl="4"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lvl="5"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lvl="6"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lvl="7"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lvl="8"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587" name="Google Shape;2587;g38b88470f6c_2_3398"/>
          <p:cNvSpPr txBox="1"/>
          <p:nvPr>
            <p:ph type="title"/>
          </p:nvPr>
        </p:nvSpPr>
        <p:spPr>
          <a:xfrm>
            <a:off x="325939" y="78301"/>
            <a:ext cx="7579800" cy="459000"/>
          </a:xfrm>
          <a:prstGeom prst="rect">
            <a:avLst/>
          </a:prstGeom>
          <a:solidFill>
            <a:schemeClr val="accent2"/>
          </a:solidFill>
          <a:ln>
            <a:noFill/>
          </a:ln>
          <a:effectLst>
            <a:outerShdw blurRad="127000" rotWithShape="0" algn="tl" dir="2700000" dist="127000">
              <a:srgbClr val="BFBFBF">
                <a:alpha val="74120"/>
              </a:srgbClr>
            </a:outerShdw>
          </a:effectLst>
        </p:spPr>
        <p:txBody>
          <a:bodyPr anchorCtr="0" anchor="ctr" bIns="0" lIns="91425" spcFirstLastPara="1" rIns="0" wrap="square" tIns="0">
            <a:noAutofit/>
          </a:bodyPr>
          <a:lstStyle>
            <a:lvl1pPr lvl="0" marR="0" algn="l">
              <a:lnSpc>
                <a:spcPct val="90000"/>
              </a:lnSpc>
              <a:spcBef>
                <a:spcPts val="0"/>
              </a:spcBef>
              <a:spcAft>
                <a:spcPts val="0"/>
              </a:spcAft>
              <a:buClr>
                <a:schemeClr val="lt1"/>
              </a:buClr>
              <a:buSzPts val="3200"/>
              <a:buFont typeface="Quicksand"/>
              <a:buNone/>
              <a:defRPr b="1" i="0" sz="32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88" name="Google Shape;2588;g38b88470f6c_2_3398"/>
          <p:cNvSpPr txBox="1"/>
          <p:nvPr>
            <p:ph idx="1"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589" name="Google Shape;2589;g38b88470f6c_2_3398"/>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1">
  <p:cSld name="Title with content T1">
    <p:spTree>
      <p:nvGrpSpPr>
        <p:cNvPr id="2590" name="Shape 2590"/>
        <p:cNvGrpSpPr/>
        <p:nvPr/>
      </p:nvGrpSpPr>
      <p:grpSpPr>
        <a:xfrm>
          <a:off x="0" y="0"/>
          <a:ext cx="0" cy="0"/>
          <a:chOff x="0" y="0"/>
          <a:chExt cx="0" cy="0"/>
        </a:xfrm>
      </p:grpSpPr>
      <p:grpSp>
        <p:nvGrpSpPr>
          <p:cNvPr id="2591" name="Google Shape;2591;g38b88470f6c_2_3404"/>
          <p:cNvGrpSpPr/>
          <p:nvPr/>
        </p:nvGrpSpPr>
        <p:grpSpPr>
          <a:xfrm>
            <a:off x="0" y="579518"/>
            <a:ext cx="4207500" cy="823623"/>
            <a:chOff x="0" y="579518"/>
            <a:chExt cx="4207500" cy="823623"/>
          </a:xfrm>
        </p:grpSpPr>
        <p:sp>
          <p:nvSpPr>
            <p:cNvPr id="2592" name="Google Shape;2592;g38b88470f6c_2_3404"/>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593" name="Google Shape;2593;g38b88470f6c_2_3404"/>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594" name="Google Shape;2594;g38b88470f6c_2_3404"/>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595" name="Google Shape;2595;g38b88470f6c_2_3404"/>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2596" name="Google Shape;2596;g38b88470f6c_2_3404"/>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ctr">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597" name="Google Shape;2597;g38b88470f6c_2_3404"/>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98" name="Google Shape;2598;g38b88470f6c_2_3404"/>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2">
  <p:cSld name="Title with content T2">
    <p:spTree>
      <p:nvGrpSpPr>
        <p:cNvPr id="2599" name="Shape 2599"/>
        <p:cNvGrpSpPr/>
        <p:nvPr/>
      </p:nvGrpSpPr>
      <p:grpSpPr>
        <a:xfrm>
          <a:off x="0" y="0"/>
          <a:ext cx="0" cy="0"/>
          <a:chOff x="0" y="0"/>
          <a:chExt cx="0" cy="0"/>
        </a:xfrm>
      </p:grpSpPr>
      <p:sp>
        <p:nvSpPr>
          <p:cNvPr id="2600" name="Google Shape;2600;g38b88470f6c_2_3413"/>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601" name="Google Shape;2601;g38b88470f6c_2_3413"/>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grpSp>
        <p:nvGrpSpPr>
          <p:cNvPr id="2602" name="Google Shape;2602;g38b88470f6c_2_3413"/>
          <p:cNvGrpSpPr/>
          <p:nvPr/>
        </p:nvGrpSpPr>
        <p:grpSpPr>
          <a:xfrm>
            <a:off x="-1" y="579518"/>
            <a:ext cx="7079588" cy="823623"/>
            <a:chOff x="0" y="579518"/>
            <a:chExt cx="4146900" cy="823623"/>
          </a:xfrm>
        </p:grpSpPr>
        <p:sp>
          <p:nvSpPr>
            <p:cNvPr id="2603" name="Google Shape;2603;g38b88470f6c_2_3413"/>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604" name="Google Shape;2604;g38b88470f6c_2_3413"/>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605" name="Google Shape;2605;g38b88470f6c_2_3413"/>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606" name="Google Shape;2606;g38b88470f6c_2_3413"/>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07" name="Google Shape;2607;g38b88470f6c_2_3413"/>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 T1">
  <p:cSld name="Title with two content T1">
    <p:spTree>
      <p:nvGrpSpPr>
        <p:cNvPr id="2608" name="Shape 2608"/>
        <p:cNvGrpSpPr/>
        <p:nvPr/>
      </p:nvGrpSpPr>
      <p:grpSpPr>
        <a:xfrm>
          <a:off x="0" y="0"/>
          <a:ext cx="0" cy="0"/>
          <a:chOff x="0" y="0"/>
          <a:chExt cx="0" cy="0"/>
        </a:xfrm>
      </p:grpSpPr>
      <p:grpSp>
        <p:nvGrpSpPr>
          <p:cNvPr id="2609" name="Google Shape;2609;g38b88470f6c_2_3422"/>
          <p:cNvGrpSpPr/>
          <p:nvPr/>
        </p:nvGrpSpPr>
        <p:grpSpPr>
          <a:xfrm>
            <a:off x="0" y="579518"/>
            <a:ext cx="4207500" cy="823623"/>
            <a:chOff x="0" y="579518"/>
            <a:chExt cx="4207500" cy="823623"/>
          </a:xfrm>
        </p:grpSpPr>
        <p:sp>
          <p:nvSpPr>
            <p:cNvPr id="2610" name="Google Shape;2610;g38b88470f6c_2_3422"/>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611" name="Google Shape;2611;g38b88470f6c_2_3422"/>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612" name="Google Shape;2612;g38b88470f6c_2_3422"/>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2613" name="Google Shape;2613;g38b88470f6c_2_3422"/>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614" name="Google Shape;2614;g38b88470f6c_2_3422"/>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615" name="Google Shape;2615;g38b88470f6c_2_3422"/>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616" name="Google Shape;2616;g38b88470f6c_2_3422"/>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17" name="Google Shape;2617;g38b88470f6c_2_3422"/>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s T2">
  <p:cSld name="Title with Two Contents T2">
    <p:spTree>
      <p:nvGrpSpPr>
        <p:cNvPr id="2618" name="Shape 2618"/>
        <p:cNvGrpSpPr/>
        <p:nvPr/>
      </p:nvGrpSpPr>
      <p:grpSpPr>
        <a:xfrm>
          <a:off x="0" y="0"/>
          <a:ext cx="0" cy="0"/>
          <a:chOff x="0" y="0"/>
          <a:chExt cx="0" cy="0"/>
        </a:xfrm>
      </p:grpSpPr>
      <p:grpSp>
        <p:nvGrpSpPr>
          <p:cNvPr id="2619" name="Google Shape;2619;g38b88470f6c_2_3432"/>
          <p:cNvGrpSpPr/>
          <p:nvPr/>
        </p:nvGrpSpPr>
        <p:grpSpPr>
          <a:xfrm>
            <a:off x="-1" y="579518"/>
            <a:ext cx="7079588" cy="823623"/>
            <a:chOff x="0" y="579518"/>
            <a:chExt cx="4146900" cy="823623"/>
          </a:xfrm>
        </p:grpSpPr>
        <p:sp>
          <p:nvSpPr>
            <p:cNvPr id="2620" name="Google Shape;2620;g38b88470f6c_2_3432"/>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621" name="Google Shape;2621;g38b88470f6c_2_3432"/>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622" name="Google Shape;2622;g38b88470f6c_2_3432"/>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2623" name="Google Shape;2623;g38b88470f6c_2_3432"/>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624" name="Google Shape;2624;g38b88470f6c_2_3432"/>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625" name="Google Shape;2625;g38b88470f6c_2_3432"/>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626" name="Google Shape;2626;g38b88470f6c_2_3432"/>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27" name="Google Shape;2627;g38b88470f6c_2_3432"/>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mparison T1">
  <p:cSld name="Title with Comparison T1">
    <p:spTree>
      <p:nvGrpSpPr>
        <p:cNvPr id="2628" name="Shape 2628"/>
        <p:cNvGrpSpPr/>
        <p:nvPr/>
      </p:nvGrpSpPr>
      <p:grpSpPr>
        <a:xfrm>
          <a:off x="0" y="0"/>
          <a:ext cx="0" cy="0"/>
          <a:chOff x="0" y="0"/>
          <a:chExt cx="0" cy="0"/>
        </a:xfrm>
      </p:grpSpPr>
      <p:grpSp>
        <p:nvGrpSpPr>
          <p:cNvPr id="2629" name="Google Shape;2629;g38b88470f6c_2_3442"/>
          <p:cNvGrpSpPr/>
          <p:nvPr/>
        </p:nvGrpSpPr>
        <p:grpSpPr>
          <a:xfrm>
            <a:off x="0" y="579518"/>
            <a:ext cx="4207500" cy="823623"/>
            <a:chOff x="0" y="579518"/>
            <a:chExt cx="4207500" cy="823623"/>
          </a:xfrm>
        </p:grpSpPr>
        <p:sp>
          <p:nvSpPr>
            <p:cNvPr id="2630" name="Google Shape;2630;g38b88470f6c_2_3442"/>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631" name="Google Shape;2631;g38b88470f6c_2_3442"/>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632" name="Google Shape;2632;g38b88470f6c_2_3442"/>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2633" name="Google Shape;2633;g38b88470f6c_2_3442"/>
          <p:cNvSpPr txBox="1"/>
          <p:nvPr>
            <p:ph idx="1" type="body"/>
          </p:nvPr>
        </p:nvSpPr>
        <p:spPr>
          <a:xfrm>
            <a:off x="490194" y="1461565"/>
            <a:ext cx="5505900" cy="675900"/>
          </a:xfrm>
          <a:prstGeom prst="rect">
            <a:avLst/>
          </a:prstGeom>
          <a:noFill/>
          <a:ln>
            <a:noFill/>
          </a:ln>
        </p:spPr>
        <p:txBody>
          <a:bodyPr anchorCtr="0" anchor="b"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2634" name="Google Shape;2634;g38b88470f6c_2_3442"/>
          <p:cNvSpPr txBox="1"/>
          <p:nvPr>
            <p:ph idx="2" type="body"/>
          </p:nvPr>
        </p:nvSpPr>
        <p:spPr>
          <a:xfrm>
            <a:off x="490194" y="2275952"/>
            <a:ext cx="5505900" cy="3823200"/>
          </a:xfrm>
          <a:prstGeom prst="rect">
            <a:avLst/>
          </a:prstGeom>
          <a:noFill/>
          <a:ln>
            <a:noFill/>
          </a:ln>
        </p:spPr>
        <p:txBody>
          <a:bodyPr anchorCtr="0" anchor="t" bIns="45700" lIns="91425" spcFirstLastPara="1" rIns="91425" wrap="square" tIns="45700">
            <a:noAutofit/>
          </a:bodyPr>
          <a:lstStyle>
            <a:lvl1pPr indent="-381000" lvl="0" marL="457200" marR="0" algn="l">
              <a:lnSpc>
                <a:spcPct val="90000"/>
              </a:lnSpc>
              <a:spcBef>
                <a:spcPts val="10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2900" lvl="2" marL="13716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3pPr>
            <a:lvl4pPr indent="-330200" lvl="3" marL="18288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635" name="Google Shape;2635;g38b88470f6c_2_3442"/>
          <p:cNvSpPr txBox="1"/>
          <p:nvPr>
            <p:ph idx="3" type="body"/>
          </p:nvPr>
        </p:nvSpPr>
        <p:spPr>
          <a:xfrm>
            <a:off x="6170612" y="1461565"/>
            <a:ext cx="5462100" cy="675900"/>
          </a:xfrm>
          <a:prstGeom prst="rect">
            <a:avLst/>
          </a:prstGeom>
          <a:noFill/>
          <a:ln>
            <a:noFill/>
          </a:ln>
        </p:spPr>
        <p:txBody>
          <a:bodyPr anchorCtr="0" anchor="b"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2636" name="Google Shape;2636;g38b88470f6c_2_3442"/>
          <p:cNvSpPr txBox="1"/>
          <p:nvPr>
            <p:ph idx="4" type="body"/>
          </p:nvPr>
        </p:nvSpPr>
        <p:spPr>
          <a:xfrm>
            <a:off x="6170611" y="2275952"/>
            <a:ext cx="5462100" cy="3823200"/>
          </a:xfrm>
          <a:prstGeom prst="rect">
            <a:avLst/>
          </a:prstGeom>
          <a:noFill/>
          <a:ln>
            <a:noFill/>
          </a:ln>
        </p:spPr>
        <p:txBody>
          <a:bodyPr anchorCtr="0" anchor="t" bIns="45700" lIns="91425" spcFirstLastPara="1" rIns="91425" wrap="square" tIns="45700">
            <a:noAutofit/>
          </a:bodyPr>
          <a:lstStyle>
            <a:lvl1pPr indent="-381000" lvl="0" marL="457200" marR="0" algn="l">
              <a:lnSpc>
                <a:spcPct val="90000"/>
              </a:lnSpc>
              <a:spcBef>
                <a:spcPts val="10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2900" lvl="2" marL="13716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3pPr>
            <a:lvl4pPr indent="-330200" lvl="3" marL="18288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637" name="Google Shape;2637;g38b88470f6c_2_3442"/>
          <p:cNvSpPr txBox="1"/>
          <p:nvPr>
            <p:ph idx="5"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638" name="Google Shape;2638;g38b88470f6c_2_3442"/>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39" name="Google Shape;2639;g38b88470f6c_2_3442"/>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p:cSld name="Brainstorming">
    <p:spTree>
      <p:nvGrpSpPr>
        <p:cNvPr id="2640" name="Shape 2640"/>
        <p:cNvGrpSpPr/>
        <p:nvPr/>
      </p:nvGrpSpPr>
      <p:grpSpPr>
        <a:xfrm>
          <a:off x="0" y="0"/>
          <a:ext cx="0" cy="0"/>
          <a:chOff x="0" y="0"/>
          <a:chExt cx="0" cy="0"/>
        </a:xfrm>
      </p:grpSpPr>
      <p:grpSp>
        <p:nvGrpSpPr>
          <p:cNvPr id="2641" name="Google Shape;2641;g38b88470f6c_2_3454"/>
          <p:cNvGrpSpPr/>
          <p:nvPr/>
        </p:nvGrpSpPr>
        <p:grpSpPr>
          <a:xfrm>
            <a:off x="680011" y="-12733"/>
            <a:ext cx="4628621" cy="1818822"/>
            <a:chOff x="536716" y="-17702"/>
            <a:chExt cx="5955508" cy="2340224"/>
          </a:xfrm>
        </p:grpSpPr>
        <p:sp>
          <p:nvSpPr>
            <p:cNvPr id="2642" name="Google Shape;2642;g38b88470f6c_2_3454"/>
            <p:cNvSpPr/>
            <p:nvPr/>
          </p:nvSpPr>
          <p:spPr>
            <a:xfrm>
              <a:off x="5830491" y="-16804"/>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643" name="Google Shape;2643;g38b88470f6c_2_3454"/>
            <p:cNvGrpSpPr/>
            <p:nvPr/>
          </p:nvGrpSpPr>
          <p:grpSpPr>
            <a:xfrm>
              <a:off x="536716" y="-17702"/>
              <a:ext cx="5955508" cy="2340224"/>
              <a:chOff x="947530" y="-17702"/>
              <a:chExt cx="5955508" cy="2340224"/>
            </a:xfrm>
          </p:grpSpPr>
          <p:sp>
            <p:nvSpPr>
              <p:cNvPr id="2644" name="Google Shape;2644;g38b88470f6c_2_3454"/>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645" name="Google Shape;2645;g38b88470f6c_2_3454"/>
              <p:cNvSpPr/>
              <p:nvPr/>
            </p:nvSpPr>
            <p:spPr>
              <a:xfrm>
                <a:off x="1041338" y="920922"/>
                <a:ext cx="58617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646" name="Google Shape;2646;g38b88470f6c_2_3454"/>
              <p:cNvSpPr/>
              <p:nvPr/>
            </p:nvSpPr>
            <p:spPr>
              <a:xfrm>
                <a:off x="947530" y="824843"/>
                <a:ext cx="58617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647" name="Google Shape;2647;g38b88470f6c_2_3454"/>
              <p:cNvSpPr/>
              <p:nvPr/>
            </p:nvSpPr>
            <p:spPr>
              <a:xfrm>
                <a:off x="6194922" y="-17702"/>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648" name="Google Shape;2648;g38b88470f6c_2_3454"/>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649" name="Google Shape;2649;g38b88470f6c_2_3454"/>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2650" name="Google Shape;2650;g38b88470f6c_2_3454"/>
          <p:cNvSpPr txBox="1"/>
          <p:nvPr/>
        </p:nvSpPr>
        <p:spPr>
          <a:xfrm>
            <a:off x="639545" y="777563"/>
            <a:ext cx="4555800" cy="831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Brainstorming</a:t>
            </a:r>
            <a:endParaRPr b="0" i="0" sz="5400" u="none" cap="none" strike="noStrike">
              <a:solidFill>
                <a:schemeClr val="lt1"/>
              </a:solidFill>
              <a:latin typeface="Fredoka"/>
              <a:ea typeface="Fredoka"/>
              <a:cs typeface="Fredoka"/>
              <a:sym typeface="Fredoka"/>
            </a:endParaRPr>
          </a:p>
        </p:txBody>
      </p:sp>
      <p:pic>
        <p:nvPicPr>
          <p:cNvPr id="2651" name="Google Shape;2651;g38b88470f6c_2_3454"/>
          <p:cNvPicPr preferRelativeResize="0"/>
          <p:nvPr/>
        </p:nvPicPr>
        <p:blipFill rotWithShape="1">
          <a:blip r:embed="rId3">
            <a:alphaModFix/>
          </a:blip>
          <a:srcRect b="0" l="0" r="0" t="0"/>
          <a:stretch/>
        </p:blipFill>
        <p:spPr>
          <a:xfrm>
            <a:off x="4758431" y="498639"/>
            <a:ext cx="5860720" cy="5860720"/>
          </a:xfrm>
          <a:prstGeom prst="rect">
            <a:avLst/>
          </a:prstGeom>
          <a:noFill/>
          <a:ln>
            <a:noFill/>
          </a:ln>
        </p:spPr>
      </p:pic>
      <p:sp>
        <p:nvSpPr>
          <p:cNvPr id="2652" name="Google Shape;2652;g38b88470f6c_2_3454"/>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653" name="Google Shape;2653;g38b88470f6c_2_3454"/>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est Your Work!">
  <p:cSld name="2_Test Your Work!">
    <p:spTree>
      <p:nvGrpSpPr>
        <p:cNvPr id="2654" name="Shape 2654"/>
        <p:cNvGrpSpPr/>
        <p:nvPr/>
      </p:nvGrpSpPr>
      <p:grpSpPr>
        <a:xfrm>
          <a:off x="0" y="0"/>
          <a:ext cx="0" cy="0"/>
          <a:chOff x="0" y="0"/>
          <a:chExt cx="0" cy="0"/>
        </a:xfrm>
      </p:grpSpPr>
      <p:sp>
        <p:nvSpPr>
          <p:cNvPr id="2655" name="Google Shape;2655;g38b88470f6c_2_3468"/>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pic>
        <p:nvPicPr>
          <p:cNvPr id="2656" name="Google Shape;2656;g38b88470f6c_2_3468"/>
          <p:cNvPicPr preferRelativeResize="0"/>
          <p:nvPr/>
        </p:nvPicPr>
        <p:blipFill rotWithShape="1">
          <a:blip r:embed="rId3">
            <a:alphaModFix/>
          </a:blip>
          <a:srcRect b="0" l="0" r="0" t="0"/>
          <a:stretch/>
        </p:blipFill>
        <p:spPr>
          <a:xfrm>
            <a:off x="2805112" y="-209028"/>
            <a:ext cx="6581775" cy="6581775"/>
          </a:xfrm>
          <a:prstGeom prst="rect">
            <a:avLst/>
          </a:prstGeom>
          <a:noFill/>
          <a:ln>
            <a:noFill/>
          </a:ln>
        </p:spPr>
      </p:pic>
      <p:sp>
        <p:nvSpPr>
          <p:cNvPr id="2657" name="Google Shape;2657;g38b88470f6c_2_3468"/>
          <p:cNvSpPr txBox="1"/>
          <p:nvPr>
            <p:ph idx="1" type="body"/>
          </p:nvPr>
        </p:nvSpPr>
        <p:spPr>
          <a:xfrm>
            <a:off x="3789363" y="5721350"/>
            <a:ext cx="5091000" cy="5478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002060"/>
              </a:buClr>
              <a:buSzPts val="2800"/>
              <a:buFont typeface="Arial"/>
              <a:buNone/>
              <a:defRPr b="1" i="0" sz="2800" u="none" cap="none" strike="noStrike">
                <a:solidFill>
                  <a:srgbClr val="002060"/>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002060"/>
              </a:buClr>
              <a:buSzPts val="2400"/>
              <a:buFont typeface="Arial"/>
              <a:buNone/>
              <a:defRPr b="1" i="0" sz="2400" u="none" cap="none" strike="noStrike">
                <a:solidFill>
                  <a:srgbClr val="002060"/>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002060"/>
              </a:buClr>
              <a:buSzPts val="2000"/>
              <a:buFont typeface="Arial"/>
              <a:buNone/>
              <a:defRPr b="1" i="0" sz="2000" u="none" cap="none" strike="noStrike">
                <a:solidFill>
                  <a:srgbClr val="002060"/>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002060"/>
              </a:buClr>
              <a:buSzPts val="1800"/>
              <a:buFont typeface="Arial"/>
              <a:buNone/>
              <a:defRPr b="1" i="0" sz="1800" u="none" cap="none" strike="noStrike">
                <a:solidFill>
                  <a:srgbClr val="002060"/>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002060"/>
              </a:buClr>
              <a:buSzPts val="1800"/>
              <a:buFont typeface="Arial"/>
              <a:buNone/>
              <a:defRPr b="1" i="0" sz="1800" u="none" cap="none" strike="noStrike">
                <a:solidFill>
                  <a:srgbClr val="002060"/>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658" name="Google Shape;2658;g38b88470f6c_2_3468"/>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2060"/>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st Your Work!">
  <p:cSld name="1_Test Your Work!">
    <p:spTree>
      <p:nvGrpSpPr>
        <p:cNvPr id="2659" name="Shape 2659"/>
        <p:cNvGrpSpPr/>
        <p:nvPr/>
      </p:nvGrpSpPr>
      <p:grpSpPr>
        <a:xfrm>
          <a:off x="0" y="0"/>
          <a:ext cx="0" cy="0"/>
          <a:chOff x="0" y="0"/>
          <a:chExt cx="0" cy="0"/>
        </a:xfrm>
      </p:grpSpPr>
      <p:sp>
        <p:nvSpPr>
          <p:cNvPr id="2660" name="Google Shape;2660;g38b88470f6c_2_3473"/>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2661" name="Google Shape;2661;g38b88470f6c_2_3473"/>
          <p:cNvSpPr txBox="1"/>
          <p:nvPr/>
        </p:nvSpPr>
        <p:spPr>
          <a:xfrm>
            <a:off x="3987293" y="5751951"/>
            <a:ext cx="4191000" cy="59100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172A4B"/>
              </a:buClr>
              <a:buSzPts val="2800"/>
              <a:buFont typeface="Arial"/>
              <a:buNone/>
            </a:pPr>
            <a:r>
              <a:rPr b="1" i="0" lang="en-US" sz="2800" u="none" cap="none" strike="noStrike">
                <a:solidFill>
                  <a:srgbClr val="172A4B"/>
                </a:solidFill>
                <a:latin typeface="Quicksand"/>
                <a:ea typeface="Quicksand"/>
                <a:cs typeface="Quicksand"/>
                <a:sym typeface="Quicksand"/>
              </a:rPr>
              <a:t>It Works Yaa</a:t>
            </a:r>
            <a:r>
              <a:rPr b="1" baseline="-25000" i="0" lang="en-US" sz="3600" u="none" cap="none" strike="noStrike">
                <a:solidFill>
                  <a:srgbClr val="172A4B"/>
                </a:solidFill>
                <a:latin typeface="Quicksand"/>
                <a:ea typeface="Quicksand"/>
                <a:cs typeface="Quicksand"/>
                <a:sym typeface="Quicksand"/>
              </a:rPr>
              <a:t>Y</a:t>
            </a:r>
            <a:r>
              <a:rPr b="1" i="0" lang="en-US" sz="2800" u="none" cap="none" strike="noStrike">
                <a:solidFill>
                  <a:srgbClr val="172A4B"/>
                </a:solidFill>
                <a:latin typeface="Quicksand"/>
                <a:ea typeface="Quicksand"/>
                <a:cs typeface="Quicksand"/>
                <a:sym typeface="Quicksand"/>
              </a:rPr>
              <a:t>!</a:t>
            </a:r>
            <a:endParaRPr b="0" i="0" sz="1400" u="none" cap="none" strike="noStrike">
              <a:solidFill>
                <a:srgbClr val="000000"/>
              </a:solidFill>
              <a:latin typeface="Arial"/>
              <a:ea typeface="Arial"/>
              <a:cs typeface="Arial"/>
              <a:sym typeface="Arial"/>
            </a:endParaRPr>
          </a:p>
        </p:txBody>
      </p:sp>
      <p:sp>
        <p:nvSpPr>
          <p:cNvPr id="2662" name="Google Shape;2662;g38b88470f6c_2_3473"/>
          <p:cNvSpPr/>
          <p:nvPr/>
        </p:nvSpPr>
        <p:spPr>
          <a:xfrm>
            <a:off x="2316544" y="2334255"/>
            <a:ext cx="496171" cy="1881101"/>
          </a:xfrm>
          <a:custGeom>
            <a:rect b="b" l="l" r="r" t="t"/>
            <a:pathLst>
              <a:path extrusionOk="0" h="1262484" w="333001">
                <a:moveTo>
                  <a:pt x="372" y="3632"/>
                </a:moveTo>
                <a:cubicBezTo>
                  <a:pt x="24621" y="51181"/>
                  <a:pt x="34297" y="104826"/>
                  <a:pt x="28185" y="157842"/>
                </a:cubicBezTo>
                <a:cubicBezTo>
                  <a:pt x="22470" y="203086"/>
                  <a:pt x="6753" y="246901"/>
                  <a:pt x="12468" y="293002"/>
                </a:cubicBezTo>
                <a:cubicBezTo>
                  <a:pt x="21422" y="365773"/>
                  <a:pt x="72476" y="423780"/>
                  <a:pt x="113719" y="481025"/>
                </a:cubicBezTo>
                <a:cubicBezTo>
                  <a:pt x="137685" y="511724"/>
                  <a:pt x="156946" y="545814"/>
                  <a:pt x="170869" y="582181"/>
                </a:cubicBezTo>
                <a:cubicBezTo>
                  <a:pt x="185919" y="626948"/>
                  <a:pt x="182299" y="673525"/>
                  <a:pt x="173917" y="719245"/>
                </a:cubicBezTo>
                <a:cubicBezTo>
                  <a:pt x="158106" y="806113"/>
                  <a:pt x="135817" y="887743"/>
                  <a:pt x="184490" y="968419"/>
                </a:cubicBezTo>
                <a:cubicBezTo>
                  <a:pt x="211350" y="1012806"/>
                  <a:pt x="247641" y="1050430"/>
                  <a:pt x="272882" y="1095864"/>
                </a:cubicBezTo>
                <a:cubicBezTo>
                  <a:pt x="300096" y="1146004"/>
                  <a:pt x="317124" y="1201039"/>
                  <a:pt x="322983" y="1257789"/>
                </a:cubicBezTo>
                <a:cubicBezTo>
                  <a:pt x="323555" y="1262932"/>
                  <a:pt x="333461" y="1264647"/>
                  <a:pt x="332985" y="1258837"/>
                </a:cubicBezTo>
                <a:cubicBezTo>
                  <a:pt x="329630" y="1211202"/>
                  <a:pt x="317859" y="1164539"/>
                  <a:pt x="298218" y="1121010"/>
                </a:cubicBezTo>
                <a:cubicBezTo>
                  <a:pt x="278311" y="1077004"/>
                  <a:pt x="249355" y="1040047"/>
                  <a:pt x="220780" y="1001567"/>
                </a:cubicBezTo>
                <a:cubicBezTo>
                  <a:pt x="192205" y="963085"/>
                  <a:pt x="167345" y="920604"/>
                  <a:pt x="164773" y="870407"/>
                </a:cubicBezTo>
                <a:cubicBezTo>
                  <a:pt x="162392" y="823544"/>
                  <a:pt x="174298" y="777348"/>
                  <a:pt x="183823" y="731818"/>
                </a:cubicBezTo>
                <a:cubicBezTo>
                  <a:pt x="192015" y="690004"/>
                  <a:pt x="198111" y="646855"/>
                  <a:pt x="189252" y="604660"/>
                </a:cubicBezTo>
                <a:cubicBezTo>
                  <a:pt x="180798" y="569389"/>
                  <a:pt x="165807" y="536013"/>
                  <a:pt x="145056" y="506266"/>
                </a:cubicBezTo>
                <a:cubicBezTo>
                  <a:pt x="103337" y="443211"/>
                  <a:pt x="44377" y="385585"/>
                  <a:pt x="27042" y="309956"/>
                </a:cubicBezTo>
                <a:cubicBezTo>
                  <a:pt x="14373" y="254521"/>
                  <a:pt x="36567" y="202038"/>
                  <a:pt x="40186" y="147174"/>
                </a:cubicBezTo>
                <a:cubicBezTo>
                  <a:pt x="44044" y="96339"/>
                  <a:pt x="31886" y="45580"/>
                  <a:pt x="5420" y="2013"/>
                </a:cubicBezTo>
                <a:cubicBezTo>
                  <a:pt x="3420" y="-1226"/>
                  <a:pt x="-1533" y="-464"/>
                  <a:pt x="467" y="363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63" name="Google Shape;2663;g38b88470f6c_2_3473"/>
          <p:cNvSpPr/>
          <p:nvPr/>
        </p:nvSpPr>
        <p:spPr>
          <a:xfrm>
            <a:off x="2298126" y="2367463"/>
            <a:ext cx="107287" cy="117267"/>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64" name="Google Shape;2664;g38b88470f6c_2_3473"/>
          <p:cNvSpPr/>
          <p:nvPr/>
        </p:nvSpPr>
        <p:spPr>
          <a:xfrm>
            <a:off x="2298126" y="2367463"/>
            <a:ext cx="107287" cy="117267"/>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000000">
              <a:alpha val="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65" name="Google Shape;2665;g38b88470f6c_2_3473"/>
          <p:cNvSpPr/>
          <p:nvPr/>
        </p:nvSpPr>
        <p:spPr>
          <a:xfrm>
            <a:off x="1959874" y="1620270"/>
            <a:ext cx="637167" cy="773882"/>
          </a:xfrm>
          <a:custGeom>
            <a:rect b="b" l="l" r="r" t="t"/>
            <a:pathLst>
              <a:path extrusionOk="0" h="519384" w="427629">
                <a:moveTo>
                  <a:pt x="3143" y="260591"/>
                </a:moveTo>
                <a:cubicBezTo>
                  <a:pt x="20669" y="376986"/>
                  <a:pt x="134969" y="509955"/>
                  <a:pt x="258794" y="519385"/>
                </a:cubicBezTo>
                <a:cubicBezTo>
                  <a:pt x="373761" y="467378"/>
                  <a:pt x="442722" y="312216"/>
                  <a:pt x="424815" y="195535"/>
                </a:cubicBezTo>
                <a:cubicBezTo>
                  <a:pt x="406908" y="78854"/>
                  <a:pt x="315278" y="-18016"/>
                  <a:pt x="179546" y="2844"/>
                </a:cubicBezTo>
                <a:cubicBezTo>
                  <a:pt x="43815" y="23704"/>
                  <a:pt x="-14764" y="144195"/>
                  <a:pt x="3143" y="26059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66" name="Google Shape;2666;g38b88470f6c_2_3473"/>
          <p:cNvSpPr/>
          <p:nvPr/>
        </p:nvSpPr>
        <p:spPr>
          <a:xfrm>
            <a:off x="1959922" y="1928368"/>
            <a:ext cx="635481" cy="465789"/>
          </a:xfrm>
          <a:custGeom>
            <a:rect b="b" l="l" r="r" t="t"/>
            <a:pathLst>
              <a:path extrusionOk="0" h="312610" w="426497">
                <a:moveTo>
                  <a:pt x="424878" y="51340"/>
                </a:moveTo>
                <a:cubicBezTo>
                  <a:pt x="424878" y="51340"/>
                  <a:pt x="411162" y="167830"/>
                  <a:pt x="273812" y="197929"/>
                </a:cubicBezTo>
                <a:cubicBezTo>
                  <a:pt x="141986" y="227076"/>
                  <a:pt x="11112" y="97441"/>
                  <a:pt x="349" y="0"/>
                </a:cubicBezTo>
                <a:cubicBezTo>
                  <a:pt x="-580" y="17983"/>
                  <a:pt x="345" y="36024"/>
                  <a:pt x="3111" y="53816"/>
                </a:cubicBezTo>
                <a:cubicBezTo>
                  <a:pt x="20637" y="170212"/>
                  <a:pt x="134937" y="303181"/>
                  <a:pt x="258762" y="312611"/>
                </a:cubicBezTo>
                <a:cubicBezTo>
                  <a:pt x="354012" y="269558"/>
                  <a:pt x="417639" y="155638"/>
                  <a:pt x="426498" y="51625"/>
                </a:cubicBezTo>
                <a:close/>
              </a:path>
            </a:pathLst>
          </a:custGeom>
          <a:solidFill>
            <a:srgbClr val="000000">
              <a:alpha val="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67" name="Google Shape;2667;g38b88470f6c_2_3473"/>
          <p:cNvSpPr/>
          <p:nvPr/>
        </p:nvSpPr>
        <p:spPr>
          <a:xfrm>
            <a:off x="7635445" y="3025135"/>
            <a:ext cx="453209" cy="1702189"/>
          </a:xfrm>
          <a:custGeom>
            <a:rect b="b" l="l" r="r" t="t"/>
            <a:pathLst>
              <a:path extrusionOk="0" h="1142409" w="304167">
                <a:moveTo>
                  <a:pt x="298880" y="1065"/>
                </a:moveTo>
                <a:cubicBezTo>
                  <a:pt x="277372" y="31078"/>
                  <a:pt x="262828" y="65501"/>
                  <a:pt x="256303" y="101839"/>
                </a:cubicBezTo>
                <a:cubicBezTo>
                  <a:pt x="250017" y="137939"/>
                  <a:pt x="256303" y="173944"/>
                  <a:pt x="258113" y="210139"/>
                </a:cubicBezTo>
                <a:cubicBezTo>
                  <a:pt x="260970" y="257764"/>
                  <a:pt x="250683" y="297673"/>
                  <a:pt x="219060" y="333964"/>
                </a:cubicBezTo>
                <a:cubicBezTo>
                  <a:pt x="194009" y="362539"/>
                  <a:pt x="163720" y="386351"/>
                  <a:pt x="141050" y="417212"/>
                </a:cubicBezTo>
                <a:cubicBezTo>
                  <a:pt x="95521" y="479220"/>
                  <a:pt x="85234" y="548562"/>
                  <a:pt x="94568" y="623524"/>
                </a:cubicBezTo>
                <a:cubicBezTo>
                  <a:pt x="105141" y="708391"/>
                  <a:pt x="124858" y="788211"/>
                  <a:pt x="83996" y="868792"/>
                </a:cubicBezTo>
                <a:cubicBezTo>
                  <a:pt x="62088" y="912036"/>
                  <a:pt x="33132" y="951469"/>
                  <a:pt x="17797" y="997951"/>
                </a:cubicBezTo>
                <a:cubicBezTo>
                  <a:pt x="4091" y="1043195"/>
                  <a:pt x="-1768" y="1090458"/>
                  <a:pt x="461" y="1137683"/>
                </a:cubicBezTo>
                <a:cubicBezTo>
                  <a:pt x="461" y="1142922"/>
                  <a:pt x="10463" y="1144541"/>
                  <a:pt x="10558" y="1138731"/>
                </a:cubicBezTo>
                <a:cubicBezTo>
                  <a:pt x="9777" y="1093678"/>
                  <a:pt x="15587" y="1048758"/>
                  <a:pt x="27798" y="1005381"/>
                </a:cubicBezTo>
                <a:cubicBezTo>
                  <a:pt x="40276" y="965566"/>
                  <a:pt x="62755" y="930610"/>
                  <a:pt x="83138" y="894510"/>
                </a:cubicBezTo>
                <a:cubicBezTo>
                  <a:pt x="103798" y="860544"/>
                  <a:pt x="116800" y="822482"/>
                  <a:pt x="121238" y="782972"/>
                </a:cubicBezTo>
                <a:cubicBezTo>
                  <a:pt x="123105" y="747444"/>
                  <a:pt x="120705" y="711820"/>
                  <a:pt x="114095" y="676864"/>
                </a:cubicBezTo>
                <a:cubicBezTo>
                  <a:pt x="107808" y="636192"/>
                  <a:pt x="100188" y="594949"/>
                  <a:pt x="102188" y="553705"/>
                </a:cubicBezTo>
                <a:cubicBezTo>
                  <a:pt x="104674" y="512767"/>
                  <a:pt x="117628" y="473143"/>
                  <a:pt x="139812" y="438643"/>
                </a:cubicBezTo>
                <a:cubicBezTo>
                  <a:pt x="178865" y="376636"/>
                  <a:pt x="254684" y="338536"/>
                  <a:pt x="267733" y="261478"/>
                </a:cubicBezTo>
                <a:cubicBezTo>
                  <a:pt x="274019" y="224140"/>
                  <a:pt x="266018" y="186231"/>
                  <a:pt x="264209" y="148893"/>
                </a:cubicBezTo>
                <a:cubicBezTo>
                  <a:pt x="261732" y="97077"/>
                  <a:pt x="278782" y="49833"/>
                  <a:pt x="303833" y="5256"/>
                </a:cubicBezTo>
                <a:cubicBezTo>
                  <a:pt x="305452" y="2494"/>
                  <a:pt x="300785" y="-1983"/>
                  <a:pt x="298689" y="97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68" name="Google Shape;2668;g38b88470f6c_2_3473"/>
          <p:cNvSpPr/>
          <p:nvPr/>
        </p:nvSpPr>
        <p:spPr>
          <a:xfrm>
            <a:off x="7993288" y="3057466"/>
            <a:ext cx="106560" cy="117089"/>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69" name="Google Shape;2669;g38b88470f6c_2_3473"/>
          <p:cNvSpPr/>
          <p:nvPr/>
        </p:nvSpPr>
        <p:spPr>
          <a:xfrm>
            <a:off x="7993288" y="3057466"/>
            <a:ext cx="106560" cy="117089"/>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000000">
              <a:alpha val="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70" name="Google Shape;2670;g38b88470f6c_2_3473"/>
          <p:cNvSpPr/>
          <p:nvPr/>
        </p:nvSpPr>
        <p:spPr>
          <a:xfrm>
            <a:off x="7832107" y="2316556"/>
            <a:ext cx="638590" cy="768205"/>
          </a:xfrm>
          <a:custGeom>
            <a:rect b="b" l="l" r="r" t="t"/>
            <a:pathLst>
              <a:path extrusionOk="0" h="515574" w="428584">
                <a:moveTo>
                  <a:pt x="422263" y="273640"/>
                </a:moveTo>
                <a:cubicBezTo>
                  <a:pt x="397022" y="388607"/>
                  <a:pt x="274816" y="514051"/>
                  <a:pt x="150801" y="515575"/>
                </a:cubicBezTo>
                <a:cubicBezTo>
                  <a:pt x="39358" y="456234"/>
                  <a:pt x="-19506" y="297071"/>
                  <a:pt x="5830" y="182200"/>
                </a:cubicBezTo>
                <a:cubicBezTo>
                  <a:pt x="31167" y="67328"/>
                  <a:pt x="128798" y="-23921"/>
                  <a:pt x="263005" y="5606"/>
                </a:cubicBezTo>
                <a:cubicBezTo>
                  <a:pt x="397213" y="35134"/>
                  <a:pt x="447600" y="158101"/>
                  <a:pt x="422263" y="2736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71" name="Google Shape;2671;g38b88470f6c_2_3473"/>
          <p:cNvSpPr/>
          <p:nvPr/>
        </p:nvSpPr>
        <p:spPr>
          <a:xfrm>
            <a:off x="7832424" y="2643673"/>
            <a:ext cx="638367" cy="440384"/>
          </a:xfrm>
          <a:custGeom>
            <a:rect b="b" l="l" r="r" t="t"/>
            <a:pathLst>
              <a:path extrusionOk="0" h="295560" w="428434">
                <a:moveTo>
                  <a:pt x="1334" y="24098"/>
                </a:moveTo>
                <a:cubicBezTo>
                  <a:pt x="1334" y="24098"/>
                  <a:pt x="8096" y="141256"/>
                  <a:pt x="142685" y="180118"/>
                </a:cubicBezTo>
                <a:cubicBezTo>
                  <a:pt x="272415" y="217551"/>
                  <a:pt x="411290" y="96583"/>
                  <a:pt x="428435" y="0"/>
                </a:cubicBezTo>
                <a:cubicBezTo>
                  <a:pt x="428130" y="18040"/>
                  <a:pt x="426025" y="36004"/>
                  <a:pt x="422148" y="53626"/>
                </a:cubicBezTo>
                <a:cubicBezTo>
                  <a:pt x="396907" y="168592"/>
                  <a:pt x="274701" y="294037"/>
                  <a:pt x="150686" y="295561"/>
                </a:cubicBezTo>
                <a:cubicBezTo>
                  <a:pt x="58293" y="246412"/>
                  <a:pt x="2191" y="128683"/>
                  <a:pt x="0" y="24289"/>
                </a:cubicBezTo>
                <a:close/>
              </a:path>
            </a:pathLst>
          </a:custGeom>
          <a:solidFill>
            <a:srgbClr val="000000">
              <a:alpha val="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672" name="Google Shape;2672;g38b88470f6c_2_3473"/>
          <p:cNvGrpSpPr/>
          <p:nvPr/>
        </p:nvGrpSpPr>
        <p:grpSpPr>
          <a:xfrm>
            <a:off x="5457741" y="1333256"/>
            <a:ext cx="1594947" cy="4101702"/>
            <a:chOff x="5652866" y="1771703"/>
            <a:chExt cx="1133902" cy="2916040"/>
          </a:xfrm>
        </p:grpSpPr>
        <p:sp>
          <p:nvSpPr>
            <p:cNvPr id="2673" name="Google Shape;2673;g38b88470f6c_2_3473"/>
            <p:cNvSpPr/>
            <p:nvPr/>
          </p:nvSpPr>
          <p:spPr>
            <a:xfrm>
              <a:off x="5881496" y="4377690"/>
              <a:ext cx="284569" cy="310053"/>
            </a:xfrm>
            <a:custGeom>
              <a:rect b="b" l="l" r="r" t="t"/>
              <a:pathLst>
                <a:path extrusionOk="0" h="310053" w="284569">
                  <a:moveTo>
                    <a:pt x="0" y="263176"/>
                  </a:moveTo>
                  <a:cubicBezTo>
                    <a:pt x="6953" y="281654"/>
                    <a:pt x="17336" y="300038"/>
                    <a:pt x="38100" y="306896"/>
                  </a:cubicBezTo>
                  <a:cubicBezTo>
                    <a:pt x="80772" y="321088"/>
                    <a:pt x="136208" y="284416"/>
                    <a:pt x="159163" y="257080"/>
                  </a:cubicBezTo>
                  <a:cubicBezTo>
                    <a:pt x="186976" y="223933"/>
                    <a:pt x="191167" y="188595"/>
                    <a:pt x="211550" y="161068"/>
                  </a:cubicBezTo>
                  <a:cubicBezTo>
                    <a:pt x="231934" y="133540"/>
                    <a:pt x="260699" y="116110"/>
                    <a:pt x="274606" y="92297"/>
                  </a:cubicBezTo>
                  <a:cubicBezTo>
                    <a:pt x="286245" y="74209"/>
                    <a:pt x="287788" y="51406"/>
                    <a:pt x="278701" y="31909"/>
                  </a:cubicBezTo>
                  <a:cubicBezTo>
                    <a:pt x="272148" y="19983"/>
                    <a:pt x="262204" y="10268"/>
                    <a:pt x="250127" y="4000"/>
                  </a:cubicBezTo>
                  <a:cubicBezTo>
                    <a:pt x="246983" y="2096"/>
                    <a:pt x="241459" y="1905"/>
                    <a:pt x="238030"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74" name="Google Shape;2674;g38b88470f6c_2_3473"/>
            <p:cNvSpPr/>
            <p:nvPr/>
          </p:nvSpPr>
          <p:spPr>
            <a:xfrm>
              <a:off x="5868097" y="4334335"/>
              <a:ext cx="281372" cy="339795"/>
            </a:xfrm>
            <a:custGeom>
              <a:rect b="b" l="l" r="r" t="t"/>
              <a:pathLst>
                <a:path extrusionOk="0" h="339795" w="281372">
                  <a:moveTo>
                    <a:pt x="102077" y="132889"/>
                  </a:moveTo>
                  <a:cubicBezTo>
                    <a:pt x="99115" y="150015"/>
                    <a:pt x="92409" y="166274"/>
                    <a:pt x="82455" y="180514"/>
                  </a:cubicBezTo>
                  <a:cubicBezTo>
                    <a:pt x="64739" y="204136"/>
                    <a:pt x="41974" y="221567"/>
                    <a:pt x="21114" y="242046"/>
                  </a:cubicBezTo>
                  <a:cubicBezTo>
                    <a:pt x="13599" y="248094"/>
                    <a:pt x="7494" y="255695"/>
                    <a:pt x="3207" y="264334"/>
                  </a:cubicBezTo>
                  <a:cubicBezTo>
                    <a:pt x="-5556" y="287194"/>
                    <a:pt x="4731" y="305673"/>
                    <a:pt x="20829" y="323484"/>
                  </a:cubicBezTo>
                  <a:cubicBezTo>
                    <a:pt x="27858" y="329895"/>
                    <a:pt x="36316" y="334534"/>
                    <a:pt x="45498" y="337010"/>
                  </a:cubicBezTo>
                  <a:cubicBezTo>
                    <a:pt x="59024" y="340725"/>
                    <a:pt x="73311" y="340725"/>
                    <a:pt x="86837" y="337010"/>
                  </a:cubicBezTo>
                  <a:cubicBezTo>
                    <a:pt x="112916" y="328075"/>
                    <a:pt x="136243" y="312550"/>
                    <a:pt x="154560" y="291957"/>
                  </a:cubicBezTo>
                  <a:cubicBezTo>
                    <a:pt x="190659" y="251571"/>
                    <a:pt x="188373" y="198517"/>
                    <a:pt x="231426" y="163084"/>
                  </a:cubicBezTo>
                  <a:cubicBezTo>
                    <a:pt x="274479" y="127650"/>
                    <a:pt x="303435" y="89836"/>
                    <a:pt x="259525" y="44116"/>
                  </a:cubicBezTo>
                  <a:cubicBezTo>
                    <a:pt x="238189" y="21828"/>
                    <a:pt x="214377" y="12303"/>
                    <a:pt x="207995" y="4302"/>
                  </a:cubicBezTo>
                  <a:cubicBezTo>
                    <a:pt x="196565" y="-9891"/>
                    <a:pt x="169895" y="14970"/>
                    <a:pt x="161418" y="22209"/>
                  </a:cubicBezTo>
                  <a:cubicBezTo>
                    <a:pt x="152940" y="29448"/>
                    <a:pt x="144749" y="38020"/>
                    <a:pt x="136081" y="45640"/>
                  </a:cubicBezTo>
                  <a:cubicBezTo>
                    <a:pt x="128099" y="54622"/>
                    <a:pt x="120775" y="64176"/>
                    <a:pt x="114174" y="74215"/>
                  </a:cubicBezTo>
                  <a:cubicBezTo>
                    <a:pt x="111430" y="77015"/>
                    <a:pt x="109154" y="80235"/>
                    <a:pt x="107411" y="83740"/>
                  </a:cubicBezTo>
                  <a:cubicBezTo>
                    <a:pt x="105915" y="88407"/>
                    <a:pt x="105334" y="93322"/>
                    <a:pt x="105696" y="98218"/>
                  </a:cubicBezTo>
                  <a:cubicBezTo>
                    <a:pt x="105649" y="109867"/>
                    <a:pt x="104439" y="121478"/>
                    <a:pt x="102077" y="132889"/>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75" name="Google Shape;2675;g38b88470f6c_2_3473"/>
            <p:cNvSpPr/>
            <p:nvPr/>
          </p:nvSpPr>
          <p:spPr>
            <a:xfrm>
              <a:off x="5866204" y="4542626"/>
              <a:ext cx="170645" cy="131219"/>
            </a:xfrm>
            <a:custGeom>
              <a:rect b="b" l="l" r="r" t="t"/>
              <a:pathLst>
                <a:path extrusionOk="0" h="131219" w="170645">
                  <a:moveTo>
                    <a:pt x="157120" y="83380"/>
                  </a:moveTo>
                  <a:cubicBezTo>
                    <a:pt x="162140" y="78084"/>
                    <a:pt x="166664" y="72350"/>
                    <a:pt x="170645" y="66235"/>
                  </a:cubicBezTo>
                  <a:cubicBezTo>
                    <a:pt x="163854" y="45823"/>
                    <a:pt x="150452" y="28249"/>
                    <a:pt x="132545" y="16324"/>
                  </a:cubicBezTo>
                  <a:cubicBezTo>
                    <a:pt x="110085" y="1074"/>
                    <a:pt x="82158" y="-3783"/>
                    <a:pt x="55869" y="2989"/>
                  </a:cubicBezTo>
                  <a:cubicBezTo>
                    <a:pt x="42677" y="11095"/>
                    <a:pt x="30209" y="20334"/>
                    <a:pt x="18626" y="30611"/>
                  </a:cubicBezTo>
                  <a:cubicBezTo>
                    <a:pt x="11054" y="37155"/>
                    <a:pt x="5301" y="45556"/>
                    <a:pt x="1958" y="54995"/>
                  </a:cubicBezTo>
                  <a:cubicBezTo>
                    <a:pt x="-4148" y="77741"/>
                    <a:pt x="4320" y="101906"/>
                    <a:pt x="23294" y="115860"/>
                  </a:cubicBezTo>
                  <a:cubicBezTo>
                    <a:pt x="29980" y="122032"/>
                    <a:pt x="38153" y="126366"/>
                    <a:pt x="47011" y="128433"/>
                  </a:cubicBezTo>
                  <a:cubicBezTo>
                    <a:pt x="60574" y="132148"/>
                    <a:pt x="74881" y="132148"/>
                    <a:pt x="88445" y="128433"/>
                  </a:cubicBezTo>
                  <a:cubicBezTo>
                    <a:pt x="114610" y="119127"/>
                    <a:pt x="138165" y="103678"/>
                    <a:pt x="157120" y="83380"/>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76" name="Google Shape;2676;g38b88470f6c_2_3473"/>
            <p:cNvSpPr/>
            <p:nvPr/>
          </p:nvSpPr>
          <p:spPr>
            <a:xfrm>
              <a:off x="5935217" y="4266438"/>
              <a:ext cx="142569" cy="157883"/>
            </a:xfrm>
            <a:custGeom>
              <a:rect b="b" l="l" r="r" t="t"/>
              <a:pathLst>
                <a:path extrusionOk="0" h="157883" w="142569">
                  <a:moveTo>
                    <a:pt x="110681" y="0"/>
                  </a:moveTo>
                  <a:lnTo>
                    <a:pt x="136398" y="78772"/>
                  </a:lnTo>
                  <a:cubicBezTo>
                    <a:pt x="136398" y="78772"/>
                    <a:pt x="156115" y="104584"/>
                    <a:pt x="125063" y="134493"/>
                  </a:cubicBezTo>
                  <a:cubicBezTo>
                    <a:pt x="94012" y="164401"/>
                    <a:pt x="59246" y="163068"/>
                    <a:pt x="44291" y="144875"/>
                  </a:cubicBezTo>
                  <a:lnTo>
                    <a:pt x="0" y="61246"/>
                  </a:ln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77" name="Google Shape;2677;g38b88470f6c_2_3473"/>
            <p:cNvSpPr/>
            <p:nvPr/>
          </p:nvSpPr>
          <p:spPr>
            <a:xfrm>
              <a:off x="6620446" y="3743472"/>
              <a:ext cx="166322" cy="367991"/>
            </a:xfrm>
            <a:custGeom>
              <a:rect b="b" l="l" r="r" t="t"/>
              <a:pathLst>
                <a:path extrusionOk="0" h="367991" w="166322">
                  <a:moveTo>
                    <a:pt x="73057" y="363708"/>
                  </a:moveTo>
                  <a:cubicBezTo>
                    <a:pt x="84392" y="369042"/>
                    <a:pt x="114300" y="371042"/>
                    <a:pt x="130778" y="359803"/>
                  </a:cubicBezTo>
                  <a:cubicBezTo>
                    <a:pt x="165163" y="336371"/>
                    <a:pt x="172498" y="267315"/>
                    <a:pt x="161735" y="229120"/>
                  </a:cubicBezTo>
                  <a:cubicBezTo>
                    <a:pt x="148590" y="182828"/>
                    <a:pt x="122872" y="159397"/>
                    <a:pt x="114110" y="131584"/>
                  </a:cubicBezTo>
                  <a:cubicBezTo>
                    <a:pt x="105346" y="103771"/>
                    <a:pt x="107728" y="63956"/>
                    <a:pt x="96107" y="39667"/>
                  </a:cubicBezTo>
                  <a:cubicBezTo>
                    <a:pt x="86554" y="20627"/>
                    <a:pt x="69161" y="6701"/>
                    <a:pt x="48482" y="1567"/>
                  </a:cubicBezTo>
                  <a:cubicBezTo>
                    <a:pt x="35357" y="-2014"/>
                    <a:pt x="21317" y="615"/>
                    <a:pt x="10382" y="8711"/>
                  </a:cubicBezTo>
                  <a:lnTo>
                    <a:pt x="0" y="1633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78" name="Google Shape;2678;g38b88470f6c_2_3473"/>
            <p:cNvSpPr/>
            <p:nvPr/>
          </p:nvSpPr>
          <p:spPr>
            <a:xfrm>
              <a:off x="6526149" y="3754864"/>
              <a:ext cx="242380" cy="357256"/>
            </a:xfrm>
            <a:custGeom>
              <a:rect b="b" l="l" r="r" t="t"/>
              <a:pathLst>
                <a:path extrusionOk="0" h="357256" w="242380">
                  <a:moveTo>
                    <a:pt x="79915" y="177437"/>
                  </a:moveTo>
                  <a:cubicBezTo>
                    <a:pt x="92116" y="190038"/>
                    <a:pt x="101098" y="205392"/>
                    <a:pt x="106108" y="222204"/>
                  </a:cubicBezTo>
                  <a:cubicBezTo>
                    <a:pt x="114871" y="249827"/>
                    <a:pt x="115633" y="279354"/>
                    <a:pt x="119348" y="307929"/>
                  </a:cubicBezTo>
                  <a:cubicBezTo>
                    <a:pt x="120129" y="317502"/>
                    <a:pt x="122615" y="326855"/>
                    <a:pt x="126682" y="335552"/>
                  </a:cubicBezTo>
                  <a:cubicBezTo>
                    <a:pt x="137160" y="355649"/>
                    <a:pt x="161068" y="359364"/>
                    <a:pt x="184880" y="356316"/>
                  </a:cubicBezTo>
                  <a:cubicBezTo>
                    <a:pt x="194377" y="354259"/>
                    <a:pt x="203263" y="350058"/>
                    <a:pt x="210883" y="344029"/>
                  </a:cubicBezTo>
                  <a:cubicBezTo>
                    <a:pt x="221894" y="335361"/>
                    <a:pt x="230296" y="323826"/>
                    <a:pt x="235172" y="310691"/>
                  </a:cubicBezTo>
                  <a:cubicBezTo>
                    <a:pt x="243345" y="284145"/>
                    <a:pt x="244592" y="255942"/>
                    <a:pt x="238792" y="228776"/>
                  </a:cubicBezTo>
                  <a:cubicBezTo>
                    <a:pt x="230124" y="177151"/>
                    <a:pt x="178213" y="143051"/>
                    <a:pt x="178879" y="92188"/>
                  </a:cubicBezTo>
                  <a:cubicBezTo>
                    <a:pt x="179546" y="41324"/>
                    <a:pt x="149733" y="-24493"/>
                    <a:pt x="85725" y="9225"/>
                  </a:cubicBezTo>
                  <a:cubicBezTo>
                    <a:pt x="53921" y="26951"/>
                    <a:pt x="25013" y="49440"/>
                    <a:pt x="0" y="75900"/>
                  </a:cubicBezTo>
                  <a:cubicBezTo>
                    <a:pt x="15240" y="98760"/>
                    <a:pt x="30861" y="121525"/>
                    <a:pt x="45815" y="144575"/>
                  </a:cubicBezTo>
                  <a:cubicBezTo>
                    <a:pt x="48720" y="150414"/>
                    <a:pt x="52406" y="155834"/>
                    <a:pt x="56769" y="160672"/>
                  </a:cubicBezTo>
                  <a:cubicBezTo>
                    <a:pt x="63341" y="166483"/>
                    <a:pt x="71914" y="169626"/>
                    <a:pt x="78486" y="17591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79" name="Google Shape;2679;g38b88470f6c_2_3473"/>
            <p:cNvSpPr/>
            <p:nvPr/>
          </p:nvSpPr>
          <p:spPr>
            <a:xfrm>
              <a:off x="6639544" y="3958575"/>
              <a:ext cx="128792" cy="154797"/>
            </a:xfrm>
            <a:custGeom>
              <a:rect b="b" l="l" r="r" t="t"/>
              <a:pathLst>
                <a:path extrusionOk="0" h="154797" w="128792">
                  <a:moveTo>
                    <a:pt x="125397" y="25923"/>
                  </a:moveTo>
                  <a:cubicBezTo>
                    <a:pt x="124139" y="18807"/>
                    <a:pt x="122129" y="11845"/>
                    <a:pt x="119396" y="5158"/>
                  </a:cubicBezTo>
                  <a:cubicBezTo>
                    <a:pt x="99231" y="-1909"/>
                    <a:pt x="77229" y="-1709"/>
                    <a:pt x="57198" y="5730"/>
                  </a:cubicBezTo>
                  <a:cubicBezTo>
                    <a:pt x="30842" y="13940"/>
                    <a:pt x="9973" y="34209"/>
                    <a:pt x="1000" y="60308"/>
                  </a:cubicBezTo>
                  <a:cubicBezTo>
                    <a:pt x="-333" y="75738"/>
                    <a:pt x="-333" y="91264"/>
                    <a:pt x="1000" y="106694"/>
                  </a:cubicBezTo>
                  <a:cubicBezTo>
                    <a:pt x="1981" y="116639"/>
                    <a:pt x="5239" y="126221"/>
                    <a:pt x="10525" y="134698"/>
                  </a:cubicBezTo>
                  <a:cubicBezTo>
                    <a:pt x="24527" y="154986"/>
                    <a:pt x="47101" y="156510"/>
                    <a:pt x="70914" y="153748"/>
                  </a:cubicBezTo>
                  <a:cubicBezTo>
                    <a:pt x="80401" y="151672"/>
                    <a:pt x="89287" y="147471"/>
                    <a:pt x="96917" y="141461"/>
                  </a:cubicBezTo>
                  <a:cubicBezTo>
                    <a:pt x="107899" y="132774"/>
                    <a:pt x="116300" y="121239"/>
                    <a:pt x="121206" y="108123"/>
                  </a:cubicBezTo>
                  <a:cubicBezTo>
                    <a:pt x="129616" y="81529"/>
                    <a:pt x="131064" y="53231"/>
                    <a:pt x="125397" y="25923"/>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80" name="Google Shape;2680;g38b88470f6c_2_3473"/>
            <p:cNvSpPr/>
            <p:nvPr/>
          </p:nvSpPr>
          <p:spPr>
            <a:xfrm>
              <a:off x="6538436" y="3797808"/>
              <a:ext cx="84706" cy="125349"/>
            </a:xfrm>
            <a:custGeom>
              <a:rect b="b" l="l" r="r" t="t"/>
              <a:pathLst>
                <a:path extrusionOk="0" h="125349" w="84706">
                  <a:moveTo>
                    <a:pt x="2191" y="1714"/>
                  </a:moveTo>
                  <a:lnTo>
                    <a:pt x="42481" y="0"/>
                  </a:lnTo>
                  <a:cubicBezTo>
                    <a:pt x="63617" y="9458"/>
                    <a:pt x="78924" y="28480"/>
                    <a:pt x="83629" y="51149"/>
                  </a:cubicBezTo>
                  <a:cubicBezTo>
                    <a:pt x="87382" y="74371"/>
                    <a:pt x="81229" y="98107"/>
                    <a:pt x="66675" y="116586"/>
                  </a:cubicBezTo>
                  <a:lnTo>
                    <a:pt x="0" y="125349"/>
                  </a:lnTo>
                  <a:lnTo>
                    <a:pt x="2000" y="4381"/>
                  </a:lnTo>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81" name="Google Shape;2681;g38b88470f6c_2_3473"/>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82" name="Google Shape;2682;g38b88470f6c_2_3473"/>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83" name="Google Shape;2683;g38b88470f6c_2_3473"/>
            <p:cNvSpPr/>
            <p:nvPr/>
          </p:nvSpPr>
          <p:spPr>
            <a:xfrm>
              <a:off x="6248018" y="3795712"/>
              <a:ext cx="201834" cy="89439"/>
            </a:xfrm>
            <a:custGeom>
              <a:rect b="b" l="l" r="r" t="t"/>
              <a:pathLst>
                <a:path extrusionOk="0" h="89439" w="201834">
                  <a:moveTo>
                    <a:pt x="17717" y="1429"/>
                  </a:moveTo>
                  <a:cubicBezTo>
                    <a:pt x="17717" y="1429"/>
                    <a:pt x="21527" y="51816"/>
                    <a:pt x="0" y="89440"/>
                  </a:cubicBezTo>
                  <a:cubicBezTo>
                    <a:pt x="15250" y="75152"/>
                    <a:pt x="27070" y="57598"/>
                    <a:pt x="34576" y="38100"/>
                  </a:cubicBezTo>
                  <a:cubicBezTo>
                    <a:pt x="46006" y="7048"/>
                    <a:pt x="135160" y="14383"/>
                    <a:pt x="201835"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84" name="Google Shape;2684;g38b88470f6c_2_3473"/>
            <p:cNvSpPr/>
            <p:nvPr/>
          </p:nvSpPr>
          <p:spPr>
            <a:xfrm>
              <a:off x="5923025" y="3318795"/>
              <a:ext cx="115252" cy="393382"/>
            </a:xfrm>
            <a:custGeom>
              <a:rect b="b" l="l" r="r" t="t"/>
              <a:pathLst>
                <a:path extrusionOk="0" h="393382" w="115252">
                  <a:moveTo>
                    <a:pt x="115253" y="154496"/>
                  </a:moveTo>
                  <a:lnTo>
                    <a:pt x="110871" y="84201"/>
                  </a:lnTo>
                  <a:cubicBezTo>
                    <a:pt x="72790" y="62389"/>
                    <a:pt x="38967" y="33861"/>
                    <a:pt x="11049" y="0"/>
                  </a:cubicBezTo>
                  <a:cubicBezTo>
                    <a:pt x="32595" y="34271"/>
                    <a:pt x="59407" y="64932"/>
                    <a:pt x="90488" y="90869"/>
                  </a:cubicBezTo>
                  <a:lnTo>
                    <a:pt x="97155" y="140589"/>
                  </a:lnTo>
                  <a:lnTo>
                    <a:pt x="0" y="393383"/>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85" name="Google Shape;2685;g38b88470f6c_2_3473"/>
            <p:cNvSpPr/>
            <p:nvPr/>
          </p:nvSpPr>
          <p:spPr>
            <a:xfrm>
              <a:off x="5838348" y="3829050"/>
              <a:ext cx="122300" cy="164591"/>
            </a:xfrm>
            <a:custGeom>
              <a:rect b="b" l="l" r="r" t="t"/>
              <a:pathLst>
                <a:path extrusionOk="0" h="164591" w="122300">
                  <a:moveTo>
                    <a:pt x="22384" y="0"/>
                  </a:moveTo>
                  <a:cubicBezTo>
                    <a:pt x="16383" y="8744"/>
                    <a:pt x="8792" y="16269"/>
                    <a:pt x="0" y="22193"/>
                  </a:cubicBezTo>
                  <a:cubicBezTo>
                    <a:pt x="26003" y="36443"/>
                    <a:pt x="48920" y="55702"/>
                    <a:pt x="67437" y="78867"/>
                  </a:cubicBezTo>
                  <a:cubicBezTo>
                    <a:pt x="87554" y="106223"/>
                    <a:pt x="105880" y="134864"/>
                    <a:pt x="122301" y="164592"/>
                  </a:cubicBezTo>
                  <a:cubicBezTo>
                    <a:pt x="95726" y="99631"/>
                    <a:pt x="64199" y="39814"/>
                    <a:pt x="2238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86" name="Google Shape;2686;g38b88470f6c_2_3473"/>
            <p:cNvSpPr/>
            <p:nvPr/>
          </p:nvSpPr>
          <p:spPr>
            <a:xfrm>
              <a:off x="5679311" y="1771703"/>
              <a:ext cx="300718" cy="982735"/>
            </a:xfrm>
            <a:custGeom>
              <a:rect b="b" l="l" r="r" t="t"/>
              <a:pathLst>
                <a:path extrusionOk="0" h="982735" w="300718">
                  <a:moveTo>
                    <a:pt x="13209" y="637074"/>
                  </a:moveTo>
                  <a:cubicBezTo>
                    <a:pt x="26926" y="672412"/>
                    <a:pt x="196280" y="922824"/>
                    <a:pt x="236952" y="982736"/>
                  </a:cubicBezTo>
                  <a:cubicBezTo>
                    <a:pt x="352585" y="933396"/>
                    <a:pt x="275623" y="797475"/>
                    <a:pt x="275623" y="797475"/>
                  </a:cubicBezTo>
                  <a:cubicBezTo>
                    <a:pt x="275623" y="797475"/>
                    <a:pt x="154084" y="600784"/>
                    <a:pt x="134368" y="567637"/>
                  </a:cubicBezTo>
                  <a:cubicBezTo>
                    <a:pt x="129719" y="559188"/>
                    <a:pt x="126805" y="549891"/>
                    <a:pt x="125795" y="540300"/>
                  </a:cubicBezTo>
                  <a:cubicBezTo>
                    <a:pt x="123318" y="522774"/>
                    <a:pt x="114746" y="307699"/>
                    <a:pt x="125223" y="242739"/>
                  </a:cubicBezTo>
                  <a:cubicBezTo>
                    <a:pt x="127186" y="231204"/>
                    <a:pt x="133320" y="220796"/>
                    <a:pt x="142464" y="213497"/>
                  </a:cubicBezTo>
                  <a:cubicBezTo>
                    <a:pt x="166752" y="193780"/>
                    <a:pt x="175230" y="175397"/>
                    <a:pt x="192470" y="152346"/>
                  </a:cubicBezTo>
                  <a:cubicBezTo>
                    <a:pt x="205900" y="134154"/>
                    <a:pt x="218664" y="128439"/>
                    <a:pt x="215901" y="123771"/>
                  </a:cubicBezTo>
                  <a:cubicBezTo>
                    <a:pt x="208243" y="112741"/>
                    <a:pt x="193356" y="109498"/>
                    <a:pt x="181802" y="116342"/>
                  </a:cubicBezTo>
                  <a:cubicBezTo>
                    <a:pt x="169238" y="123214"/>
                    <a:pt x="157532" y="131559"/>
                    <a:pt x="146940" y="141202"/>
                  </a:cubicBezTo>
                  <a:cubicBezTo>
                    <a:pt x="153075" y="116242"/>
                    <a:pt x="163209" y="92439"/>
                    <a:pt x="176944" y="70717"/>
                  </a:cubicBezTo>
                  <a:cubicBezTo>
                    <a:pt x="208186" y="20806"/>
                    <a:pt x="206376" y="-7102"/>
                    <a:pt x="131796" y="1566"/>
                  </a:cubicBezTo>
                  <a:cubicBezTo>
                    <a:pt x="85028" y="6995"/>
                    <a:pt x="39498" y="43190"/>
                    <a:pt x="17496" y="150537"/>
                  </a:cubicBezTo>
                  <a:cubicBezTo>
                    <a:pt x="11114" y="181398"/>
                    <a:pt x="9685" y="227975"/>
                    <a:pt x="7304" y="267980"/>
                  </a:cubicBezTo>
                  <a:cubicBezTo>
                    <a:pt x="2160" y="358848"/>
                    <a:pt x="-1269" y="502676"/>
                    <a:pt x="446" y="565636"/>
                  </a:cubicBezTo>
                  <a:cubicBezTo>
                    <a:pt x="1018" y="597259"/>
                    <a:pt x="-411" y="601831"/>
                    <a:pt x="13209" y="63707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87" name="Google Shape;2687;g38b88470f6c_2_3473"/>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88" name="Google Shape;2688;g38b88470f6c_2_3473"/>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000000">
                <a:alpha val="2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89" name="Google Shape;2689;g38b88470f6c_2_3473"/>
            <p:cNvSpPr/>
            <p:nvPr/>
          </p:nvSpPr>
          <p:spPr>
            <a:xfrm>
              <a:off x="5847016" y="2536453"/>
              <a:ext cx="478473" cy="740034"/>
            </a:xfrm>
            <a:custGeom>
              <a:rect b="b" l="l" r="r" t="t"/>
              <a:pathLst>
                <a:path extrusionOk="0" h="740034" w="478473">
                  <a:moveTo>
                    <a:pt x="478441" y="176552"/>
                  </a:moveTo>
                  <a:lnTo>
                    <a:pt x="468916" y="347240"/>
                  </a:lnTo>
                  <a:lnTo>
                    <a:pt x="458534" y="710238"/>
                  </a:lnTo>
                  <a:cubicBezTo>
                    <a:pt x="326803" y="771864"/>
                    <a:pt x="132302" y="734717"/>
                    <a:pt x="0" y="628132"/>
                  </a:cubicBezTo>
                  <a:cubicBezTo>
                    <a:pt x="0" y="628132"/>
                    <a:pt x="7525" y="210366"/>
                    <a:pt x="34766" y="113782"/>
                  </a:cubicBezTo>
                  <a:cubicBezTo>
                    <a:pt x="62008" y="17199"/>
                    <a:pt x="110966" y="-1947"/>
                    <a:pt x="179070" y="149"/>
                  </a:cubicBezTo>
                  <a:cubicBezTo>
                    <a:pt x="250984" y="2435"/>
                    <a:pt x="343376" y="12531"/>
                    <a:pt x="343376" y="12531"/>
                  </a:cubicBezTo>
                  <a:lnTo>
                    <a:pt x="422053" y="33486"/>
                  </a:lnTo>
                  <a:cubicBezTo>
                    <a:pt x="422053" y="33486"/>
                    <a:pt x="480060" y="142357"/>
                    <a:pt x="478441" y="176552"/>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90" name="Google Shape;2690;g38b88470f6c_2_3473"/>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91" name="Google Shape;2691;g38b88470f6c_2_3473"/>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000000">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92" name="Google Shape;2692;g38b88470f6c_2_3473"/>
            <p:cNvSpPr/>
            <p:nvPr/>
          </p:nvSpPr>
          <p:spPr>
            <a:xfrm>
              <a:off x="6236868" y="1810174"/>
              <a:ext cx="354025" cy="971601"/>
            </a:xfrm>
            <a:custGeom>
              <a:rect b="b" l="l" r="r" t="t"/>
              <a:pathLst>
                <a:path extrusionOk="0" h="971601" w="354025">
                  <a:moveTo>
                    <a:pt x="310426" y="648514"/>
                  </a:moveTo>
                  <a:cubicBezTo>
                    <a:pt x="293566" y="682423"/>
                    <a:pt x="101352" y="915690"/>
                    <a:pt x="55155" y="971602"/>
                  </a:cubicBezTo>
                  <a:cubicBezTo>
                    <a:pt x="-55239" y="911594"/>
                    <a:pt x="34201" y="783578"/>
                    <a:pt x="34201" y="783578"/>
                  </a:cubicBezTo>
                  <a:cubicBezTo>
                    <a:pt x="34201" y="783578"/>
                    <a:pt x="173456" y="599650"/>
                    <a:pt x="196316" y="568027"/>
                  </a:cubicBezTo>
                  <a:cubicBezTo>
                    <a:pt x="201755" y="560055"/>
                    <a:pt x="205574" y="551092"/>
                    <a:pt x="207555" y="541643"/>
                  </a:cubicBezTo>
                  <a:cubicBezTo>
                    <a:pt x="211556" y="524307"/>
                    <a:pt x="240417" y="311043"/>
                    <a:pt x="236130" y="245415"/>
                  </a:cubicBezTo>
                  <a:cubicBezTo>
                    <a:pt x="235254" y="233776"/>
                    <a:pt x="230139" y="222860"/>
                    <a:pt x="221748" y="214745"/>
                  </a:cubicBezTo>
                  <a:cubicBezTo>
                    <a:pt x="199459" y="192742"/>
                    <a:pt x="192696" y="173788"/>
                    <a:pt x="177742" y="149023"/>
                  </a:cubicBezTo>
                  <a:cubicBezTo>
                    <a:pt x="166027" y="129973"/>
                    <a:pt x="153930" y="122829"/>
                    <a:pt x="157073" y="118161"/>
                  </a:cubicBezTo>
                  <a:cubicBezTo>
                    <a:pt x="165760" y="107929"/>
                    <a:pt x="180867" y="106104"/>
                    <a:pt x="191744" y="113971"/>
                  </a:cubicBezTo>
                  <a:cubicBezTo>
                    <a:pt x="203631" y="121997"/>
                    <a:pt x="214509" y="131432"/>
                    <a:pt x="224129" y="142069"/>
                  </a:cubicBezTo>
                  <a:cubicBezTo>
                    <a:pt x="220328" y="116620"/>
                    <a:pt x="212451" y="91952"/>
                    <a:pt x="200793" y="69013"/>
                  </a:cubicBezTo>
                  <a:cubicBezTo>
                    <a:pt x="174409" y="16434"/>
                    <a:pt x="178885" y="-11283"/>
                    <a:pt x="252323" y="4338"/>
                  </a:cubicBezTo>
                  <a:cubicBezTo>
                    <a:pt x="298329" y="13863"/>
                    <a:pt x="340334" y="54630"/>
                    <a:pt x="352431" y="163500"/>
                  </a:cubicBezTo>
                  <a:cubicBezTo>
                    <a:pt x="355860" y="194838"/>
                    <a:pt x="352907" y="241320"/>
                    <a:pt x="351478" y="281325"/>
                  </a:cubicBezTo>
                  <a:cubicBezTo>
                    <a:pt x="348049" y="372384"/>
                    <a:pt x="337953" y="515830"/>
                    <a:pt x="330333" y="578410"/>
                  </a:cubicBezTo>
                  <a:cubicBezTo>
                    <a:pt x="326332" y="610032"/>
                    <a:pt x="327380" y="614700"/>
                    <a:pt x="310426" y="64851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93" name="Google Shape;2693;g38b88470f6c_2_3473"/>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94" name="Google Shape;2694;g38b88470f6c_2_3473"/>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000000">
                <a:alpha val="290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95" name="Google Shape;2695;g38b88470f6c_2_3473"/>
            <p:cNvSpPr/>
            <p:nvPr/>
          </p:nvSpPr>
          <p:spPr>
            <a:xfrm>
              <a:off x="5923055" y="2114408"/>
              <a:ext cx="246319" cy="246324"/>
            </a:xfrm>
            <a:custGeom>
              <a:rect b="b" l="l" r="r" t="t"/>
              <a:pathLst>
                <a:path extrusionOk="0" h="246324" w="246319">
                  <a:moveTo>
                    <a:pt x="246192" y="128825"/>
                  </a:moveTo>
                  <a:cubicBezTo>
                    <a:pt x="243068" y="196767"/>
                    <a:pt x="185451" y="249316"/>
                    <a:pt x="117499" y="246192"/>
                  </a:cubicBezTo>
                  <a:cubicBezTo>
                    <a:pt x="49558" y="243068"/>
                    <a:pt x="-2992" y="185451"/>
                    <a:pt x="132" y="117509"/>
                  </a:cubicBezTo>
                  <a:cubicBezTo>
                    <a:pt x="3266" y="49558"/>
                    <a:pt x="60873" y="-2992"/>
                    <a:pt x="128825" y="132"/>
                  </a:cubicBezTo>
                  <a:cubicBezTo>
                    <a:pt x="128863" y="142"/>
                    <a:pt x="128901" y="142"/>
                    <a:pt x="128939" y="142"/>
                  </a:cubicBezTo>
                  <a:cubicBezTo>
                    <a:pt x="196814" y="3380"/>
                    <a:pt x="249259" y="60940"/>
                    <a:pt x="246192" y="12882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96" name="Google Shape;2696;g38b88470f6c_2_3473"/>
            <p:cNvSpPr/>
            <p:nvPr/>
          </p:nvSpPr>
          <p:spPr>
            <a:xfrm>
              <a:off x="6196202" y="2334958"/>
              <a:ext cx="58578" cy="126777"/>
            </a:xfrm>
            <a:custGeom>
              <a:rect b="b" l="l" r="r" t="t"/>
              <a:pathLst>
                <a:path extrusionOk="0" h="126777" w="58578">
                  <a:moveTo>
                    <a:pt x="58579" y="0"/>
                  </a:moveTo>
                  <a:cubicBezTo>
                    <a:pt x="58579" y="0"/>
                    <a:pt x="34195" y="92678"/>
                    <a:pt x="25527" y="107728"/>
                  </a:cubicBezTo>
                  <a:cubicBezTo>
                    <a:pt x="19793" y="117138"/>
                    <a:pt x="10649" y="123958"/>
                    <a:pt x="0" y="126778"/>
                  </a:cubicBezTo>
                  <a:lnTo>
                    <a:pt x="4572" y="6086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97" name="Google Shape;2697;g38b88470f6c_2_3473"/>
            <p:cNvSpPr/>
            <p:nvPr/>
          </p:nvSpPr>
          <p:spPr>
            <a:xfrm>
              <a:off x="6216491" y="2199402"/>
              <a:ext cx="64297" cy="138031"/>
            </a:xfrm>
            <a:custGeom>
              <a:rect b="b" l="l" r="r" t="t"/>
              <a:pathLst>
                <a:path extrusionOk="0" h="138031" w="64297">
                  <a:moveTo>
                    <a:pt x="19621" y="110"/>
                  </a:moveTo>
                  <a:cubicBezTo>
                    <a:pt x="33814" y="-871"/>
                    <a:pt x="47663" y="4749"/>
                    <a:pt x="57150" y="15350"/>
                  </a:cubicBezTo>
                  <a:cubicBezTo>
                    <a:pt x="72771" y="32971"/>
                    <a:pt x="61151" y="85073"/>
                    <a:pt x="38100" y="135556"/>
                  </a:cubicBezTo>
                  <a:lnTo>
                    <a:pt x="0" y="13803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98" name="Google Shape;2698;g38b88470f6c_2_3473"/>
            <p:cNvSpPr/>
            <p:nvPr/>
          </p:nvSpPr>
          <p:spPr>
            <a:xfrm>
              <a:off x="5937907" y="2132942"/>
              <a:ext cx="354146" cy="456330"/>
            </a:xfrm>
            <a:custGeom>
              <a:rect b="b" l="l" r="r" t="t"/>
              <a:pathLst>
                <a:path extrusionOk="0" h="456330" w="354146">
                  <a:moveTo>
                    <a:pt x="267820" y="204017"/>
                  </a:moveTo>
                  <a:cubicBezTo>
                    <a:pt x="275154" y="208874"/>
                    <a:pt x="286870" y="194968"/>
                    <a:pt x="296395" y="185633"/>
                  </a:cubicBezTo>
                  <a:cubicBezTo>
                    <a:pt x="305920" y="176299"/>
                    <a:pt x="337162" y="164488"/>
                    <a:pt x="350783" y="197063"/>
                  </a:cubicBezTo>
                  <a:cubicBezTo>
                    <a:pt x="364403" y="229639"/>
                    <a:pt x="333828" y="271835"/>
                    <a:pt x="309635" y="278216"/>
                  </a:cubicBezTo>
                  <a:cubicBezTo>
                    <a:pt x="267820" y="289170"/>
                    <a:pt x="262962" y="262500"/>
                    <a:pt x="262962" y="262500"/>
                  </a:cubicBezTo>
                  <a:lnTo>
                    <a:pt x="252675" y="414900"/>
                  </a:lnTo>
                  <a:lnTo>
                    <a:pt x="252675" y="414900"/>
                  </a:lnTo>
                  <a:cubicBezTo>
                    <a:pt x="198478" y="478051"/>
                    <a:pt x="56746" y="465764"/>
                    <a:pt x="119325" y="400041"/>
                  </a:cubicBezTo>
                  <a:lnTo>
                    <a:pt x="121516" y="354893"/>
                  </a:lnTo>
                  <a:cubicBezTo>
                    <a:pt x="103056" y="356864"/>
                    <a:pt x="84445" y="356864"/>
                    <a:pt x="65985" y="354893"/>
                  </a:cubicBezTo>
                  <a:cubicBezTo>
                    <a:pt x="35886" y="348797"/>
                    <a:pt x="18360" y="323936"/>
                    <a:pt x="10359" y="290789"/>
                  </a:cubicBezTo>
                  <a:cubicBezTo>
                    <a:pt x="-1928" y="237544"/>
                    <a:pt x="-5452" y="194777"/>
                    <a:pt x="11883" y="91907"/>
                  </a:cubicBezTo>
                  <a:cubicBezTo>
                    <a:pt x="30933" y="-20869"/>
                    <a:pt x="162950" y="-15821"/>
                    <a:pt x="232006" y="32376"/>
                  </a:cubicBezTo>
                  <a:cubicBezTo>
                    <a:pt x="301062" y="80572"/>
                    <a:pt x="267820" y="204017"/>
                    <a:pt x="267820" y="204017"/>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699" name="Google Shape;2699;g38b88470f6c_2_3473"/>
            <p:cNvSpPr/>
            <p:nvPr/>
          </p:nvSpPr>
          <p:spPr>
            <a:xfrm>
              <a:off x="5932678" y="2093404"/>
              <a:ext cx="309536" cy="256222"/>
            </a:xfrm>
            <a:custGeom>
              <a:rect b="b" l="l" r="r" t="t"/>
              <a:pathLst>
                <a:path extrusionOk="0" h="256222" w="309536">
                  <a:moveTo>
                    <a:pt x="272477" y="256222"/>
                  </a:moveTo>
                  <a:cubicBezTo>
                    <a:pt x="276287" y="256222"/>
                    <a:pt x="291527" y="233267"/>
                    <a:pt x="301529" y="225171"/>
                  </a:cubicBezTo>
                  <a:cubicBezTo>
                    <a:pt x="315150" y="213932"/>
                    <a:pt x="303434" y="106108"/>
                    <a:pt x="303434" y="106108"/>
                  </a:cubicBezTo>
                  <a:cubicBezTo>
                    <a:pt x="313464" y="87259"/>
                    <a:pt x="310968" y="64189"/>
                    <a:pt x="297147" y="47911"/>
                  </a:cubicBezTo>
                  <a:cubicBezTo>
                    <a:pt x="280288" y="27527"/>
                    <a:pt x="256571" y="2381"/>
                    <a:pt x="175418" y="8096"/>
                  </a:cubicBezTo>
                  <a:cubicBezTo>
                    <a:pt x="117506" y="12192"/>
                    <a:pt x="53974" y="27146"/>
                    <a:pt x="4539" y="0"/>
                  </a:cubicBezTo>
                  <a:cubicBezTo>
                    <a:pt x="-6748" y="33299"/>
                    <a:pt x="3453" y="70114"/>
                    <a:pt x="30257" y="92869"/>
                  </a:cubicBezTo>
                  <a:cubicBezTo>
                    <a:pt x="30257" y="92869"/>
                    <a:pt x="47973" y="105632"/>
                    <a:pt x="95884" y="113729"/>
                  </a:cubicBezTo>
                  <a:cubicBezTo>
                    <a:pt x="140118" y="119091"/>
                    <a:pt x="184762" y="120367"/>
                    <a:pt x="229234" y="117539"/>
                  </a:cubicBezTo>
                  <a:cubicBezTo>
                    <a:pt x="243236" y="116205"/>
                    <a:pt x="245617" y="129921"/>
                    <a:pt x="251427" y="167259"/>
                  </a:cubicBezTo>
                  <a:cubicBezTo>
                    <a:pt x="256857" y="200120"/>
                    <a:pt x="259714" y="255365"/>
                    <a:pt x="272477" y="2562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00" name="Google Shape;2700;g38b88470f6c_2_3473"/>
            <p:cNvSpPr/>
            <p:nvPr/>
          </p:nvSpPr>
          <p:spPr>
            <a:xfrm>
              <a:off x="6233267" y="2170105"/>
              <a:ext cx="49041" cy="37789"/>
            </a:xfrm>
            <a:custGeom>
              <a:rect b="b" l="l" r="r" t="t"/>
              <a:pathLst>
                <a:path extrusionOk="0" h="37789" w="49041">
                  <a:moveTo>
                    <a:pt x="2369" y="37789"/>
                  </a:moveTo>
                  <a:lnTo>
                    <a:pt x="49041" y="15405"/>
                  </a:lnTo>
                  <a:cubicBezTo>
                    <a:pt x="43707" y="2642"/>
                    <a:pt x="29038" y="-3388"/>
                    <a:pt x="16275" y="1937"/>
                  </a:cubicBezTo>
                  <a:cubicBezTo>
                    <a:pt x="15885" y="2099"/>
                    <a:pt x="15504" y="2270"/>
                    <a:pt x="15132" y="2451"/>
                  </a:cubicBezTo>
                  <a:cubicBezTo>
                    <a:pt x="2054" y="8871"/>
                    <a:pt x="-3585" y="24492"/>
                    <a:pt x="2369" y="3778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01" name="Google Shape;2701;g38b88470f6c_2_3473"/>
            <p:cNvSpPr/>
            <p:nvPr/>
          </p:nvSpPr>
          <p:spPr>
            <a:xfrm>
              <a:off x="6058376" y="2435733"/>
              <a:ext cx="127349" cy="70580"/>
            </a:xfrm>
            <a:custGeom>
              <a:rect b="b" l="l" r="r" t="t"/>
              <a:pathLst>
                <a:path extrusionOk="0" h="70580" w="127349">
                  <a:moveTo>
                    <a:pt x="762" y="52578"/>
                  </a:moveTo>
                  <a:cubicBezTo>
                    <a:pt x="762" y="52578"/>
                    <a:pt x="68961" y="42196"/>
                    <a:pt x="93154" y="30766"/>
                  </a:cubicBezTo>
                  <a:cubicBezTo>
                    <a:pt x="107366" y="24155"/>
                    <a:pt x="119272" y="13440"/>
                    <a:pt x="127349" y="0"/>
                  </a:cubicBezTo>
                  <a:cubicBezTo>
                    <a:pt x="123139" y="13659"/>
                    <a:pt x="116205" y="26327"/>
                    <a:pt x="106966" y="37243"/>
                  </a:cubicBezTo>
                  <a:cubicBezTo>
                    <a:pt x="88678" y="58483"/>
                    <a:pt x="0" y="70580"/>
                    <a:pt x="0" y="7058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02" name="Google Shape;2702;g38b88470f6c_2_3473"/>
            <p:cNvSpPr/>
            <p:nvPr/>
          </p:nvSpPr>
          <p:spPr>
            <a:xfrm>
              <a:off x="6083616" y="2301139"/>
              <a:ext cx="27243" cy="27238"/>
            </a:xfrm>
            <a:custGeom>
              <a:rect b="b" l="l" r="r" t="t"/>
              <a:pathLst>
                <a:path extrusionOk="0" h="27238" w="27243">
                  <a:moveTo>
                    <a:pt x="1" y="13436"/>
                  </a:moveTo>
                  <a:cubicBezTo>
                    <a:pt x="-94" y="20960"/>
                    <a:pt x="5916" y="27133"/>
                    <a:pt x="13441" y="27237"/>
                  </a:cubicBezTo>
                  <a:cubicBezTo>
                    <a:pt x="20966" y="27333"/>
                    <a:pt x="27138" y="21313"/>
                    <a:pt x="27243" y="13788"/>
                  </a:cubicBezTo>
                  <a:cubicBezTo>
                    <a:pt x="27338" y="6425"/>
                    <a:pt x="21556" y="320"/>
                    <a:pt x="14193" y="5"/>
                  </a:cubicBezTo>
                  <a:cubicBezTo>
                    <a:pt x="6564" y="-204"/>
                    <a:pt x="211" y="5797"/>
                    <a:pt x="1" y="13426"/>
                  </a:cubicBezTo>
                  <a:cubicBezTo>
                    <a:pt x="1" y="13426"/>
                    <a:pt x="1" y="13436"/>
                    <a:pt x="1" y="1343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03" name="Google Shape;2703;g38b88470f6c_2_3473"/>
            <p:cNvSpPr/>
            <p:nvPr/>
          </p:nvSpPr>
          <p:spPr>
            <a:xfrm>
              <a:off x="6100381" y="2255297"/>
              <a:ext cx="30948" cy="25940"/>
            </a:xfrm>
            <a:custGeom>
              <a:rect b="b" l="l" r="r" t="t"/>
              <a:pathLst>
                <a:path extrusionOk="0" h="25940" w="30948">
                  <a:moveTo>
                    <a:pt x="0" y="8605"/>
                  </a:moveTo>
                  <a:lnTo>
                    <a:pt x="28575" y="25940"/>
                  </a:lnTo>
                  <a:cubicBezTo>
                    <a:pt x="33271" y="17882"/>
                    <a:pt x="30794" y="7557"/>
                    <a:pt x="22955" y="2509"/>
                  </a:cubicBezTo>
                  <a:cubicBezTo>
                    <a:pt x="15392" y="-2273"/>
                    <a:pt x="5391" y="-15"/>
                    <a:pt x="619" y="7547"/>
                  </a:cubicBezTo>
                  <a:cubicBezTo>
                    <a:pt x="400" y="7890"/>
                    <a:pt x="190" y="8243"/>
                    <a:pt x="0" y="860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04" name="Google Shape;2704;g38b88470f6c_2_3473"/>
            <p:cNvSpPr/>
            <p:nvPr/>
          </p:nvSpPr>
          <p:spPr>
            <a:xfrm>
              <a:off x="6037707" y="2407348"/>
              <a:ext cx="32208" cy="22177"/>
            </a:xfrm>
            <a:custGeom>
              <a:rect b="b" l="l" r="r" t="t"/>
              <a:pathLst>
                <a:path extrusionOk="0" h="22177" w="32208">
                  <a:moveTo>
                    <a:pt x="31432" y="0"/>
                  </a:moveTo>
                  <a:lnTo>
                    <a:pt x="0" y="10096"/>
                  </a:lnTo>
                  <a:cubicBezTo>
                    <a:pt x="2276" y="18745"/>
                    <a:pt x="11125" y="23917"/>
                    <a:pt x="19774" y="21641"/>
                  </a:cubicBezTo>
                  <a:cubicBezTo>
                    <a:pt x="19917" y="21603"/>
                    <a:pt x="20050" y="21565"/>
                    <a:pt x="20193" y="21526"/>
                  </a:cubicBezTo>
                  <a:cubicBezTo>
                    <a:pt x="29213" y="18650"/>
                    <a:pt x="34233" y="9049"/>
                    <a:pt x="31432" y="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05" name="Google Shape;2705;g38b88470f6c_2_3473"/>
            <p:cNvSpPr/>
            <p:nvPr/>
          </p:nvSpPr>
          <p:spPr>
            <a:xfrm>
              <a:off x="5962106" y="2242152"/>
              <a:ext cx="30071" cy="26607"/>
            </a:xfrm>
            <a:custGeom>
              <a:rect b="b" l="l" r="r" t="t"/>
              <a:pathLst>
                <a:path extrusionOk="0" h="26607" w="30071">
                  <a:moveTo>
                    <a:pt x="2734" y="26608"/>
                  </a:moveTo>
                  <a:lnTo>
                    <a:pt x="30071" y="7558"/>
                  </a:lnTo>
                  <a:cubicBezTo>
                    <a:pt x="25404" y="52"/>
                    <a:pt x="15546" y="-2253"/>
                    <a:pt x="8030" y="2414"/>
                  </a:cubicBezTo>
                  <a:cubicBezTo>
                    <a:pt x="7783" y="2567"/>
                    <a:pt x="7545" y="2729"/>
                    <a:pt x="7307" y="2890"/>
                  </a:cubicBezTo>
                  <a:cubicBezTo>
                    <a:pt x="-247" y="8348"/>
                    <a:pt x="-2247" y="18740"/>
                    <a:pt x="2734" y="2660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06" name="Google Shape;2706;g38b88470f6c_2_3473"/>
            <p:cNvSpPr/>
            <p:nvPr/>
          </p:nvSpPr>
          <p:spPr>
            <a:xfrm>
              <a:off x="5971132" y="2291015"/>
              <a:ext cx="27326" cy="29212"/>
            </a:xfrm>
            <a:custGeom>
              <a:rect b="b" l="l" r="r" t="t"/>
              <a:pathLst>
                <a:path extrusionOk="0" h="29212" w="27326">
                  <a:moveTo>
                    <a:pt x="90" y="14035"/>
                  </a:moveTo>
                  <a:cubicBezTo>
                    <a:pt x="-767" y="21512"/>
                    <a:pt x="4595" y="28265"/>
                    <a:pt x="12063" y="29122"/>
                  </a:cubicBezTo>
                  <a:cubicBezTo>
                    <a:pt x="19540" y="29979"/>
                    <a:pt x="26293" y="24617"/>
                    <a:pt x="27151" y="17140"/>
                  </a:cubicBezTo>
                  <a:cubicBezTo>
                    <a:pt x="27227" y="16492"/>
                    <a:pt x="27255" y="15835"/>
                    <a:pt x="27236" y="15178"/>
                  </a:cubicBezTo>
                  <a:cubicBezTo>
                    <a:pt x="28094" y="7701"/>
                    <a:pt x="22731" y="947"/>
                    <a:pt x="15263" y="90"/>
                  </a:cubicBezTo>
                  <a:cubicBezTo>
                    <a:pt x="7786" y="-767"/>
                    <a:pt x="1033" y="4595"/>
                    <a:pt x="176" y="12073"/>
                  </a:cubicBezTo>
                  <a:cubicBezTo>
                    <a:pt x="100" y="12720"/>
                    <a:pt x="71" y="13377"/>
                    <a:pt x="90" y="140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07" name="Google Shape;2707;g38b88470f6c_2_3473"/>
            <p:cNvSpPr/>
            <p:nvPr/>
          </p:nvSpPr>
          <p:spPr>
            <a:xfrm>
              <a:off x="5990748" y="2295525"/>
              <a:ext cx="50101" cy="81248"/>
            </a:xfrm>
            <a:custGeom>
              <a:rect b="b" l="l" r="r" t="t"/>
              <a:pathLst>
                <a:path extrusionOk="0" h="81248" w="50101">
                  <a:moveTo>
                    <a:pt x="50102" y="0"/>
                  </a:moveTo>
                  <a:lnTo>
                    <a:pt x="41815" y="81248"/>
                  </a:lnTo>
                  <a:lnTo>
                    <a:pt x="0" y="64675"/>
                  </a:lnTo>
                  <a:lnTo>
                    <a:pt x="50102" y="0"/>
                  </a:ln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708" name="Google Shape;2708;g38b88470f6c_2_3473"/>
          <p:cNvGrpSpPr/>
          <p:nvPr/>
        </p:nvGrpSpPr>
        <p:grpSpPr>
          <a:xfrm>
            <a:off x="335406" y="217184"/>
            <a:ext cx="11376424" cy="5726587"/>
            <a:chOff x="3962400" y="1361312"/>
            <a:chExt cx="4234979" cy="2131775"/>
          </a:xfrm>
        </p:grpSpPr>
        <p:sp>
          <p:nvSpPr>
            <p:cNvPr id="2709" name="Google Shape;2709;g38b88470f6c_2_3473"/>
            <p:cNvSpPr/>
            <p:nvPr/>
          </p:nvSpPr>
          <p:spPr>
            <a:xfrm>
              <a:off x="6537135" y="1462759"/>
              <a:ext cx="98614" cy="187923"/>
            </a:xfrm>
            <a:custGeom>
              <a:rect b="b" l="l" r="r" t="t"/>
              <a:pathLst>
                <a:path extrusionOk="0" h="187923" w="98614">
                  <a:moveTo>
                    <a:pt x="76262" y="186"/>
                  </a:moveTo>
                  <a:cubicBezTo>
                    <a:pt x="31781" y="-4196"/>
                    <a:pt x="-28513" y="70099"/>
                    <a:pt x="15112" y="105818"/>
                  </a:cubicBezTo>
                  <a:cubicBezTo>
                    <a:pt x="39305" y="125630"/>
                    <a:pt x="91979" y="117057"/>
                    <a:pt x="91312" y="80005"/>
                  </a:cubicBezTo>
                  <a:cubicBezTo>
                    <a:pt x="91093" y="77893"/>
                    <a:pt x="89493" y="76185"/>
                    <a:pt x="87407" y="75814"/>
                  </a:cubicBezTo>
                  <a:cubicBezTo>
                    <a:pt x="52450" y="67813"/>
                    <a:pt x="17779" y="82863"/>
                    <a:pt x="23684" y="123439"/>
                  </a:cubicBezTo>
                  <a:cubicBezTo>
                    <a:pt x="30209" y="159460"/>
                    <a:pt x="60746" y="186202"/>
                    <a:pt x="97313" y="187923"/>
                  </a:cubicBezTo>
                  <a:cubicBezTo>
                    <a:pt x="99408" y="187923"/>
                    <a:pt x="98646" y="184304"/>
                    <a:pt x="97313" y="183923"/>
                  </a:cubicBezTo>
                  <a:cubicBezTo>
                    <a:pt x="66833" y="177541"/>
                    <a:pt x="38067" y="158586"/>
                    <a:pt x="32066" y="126011"/>
                  </a:cubicBezTo>
                  <a:cubicBezTo>
                    <a:pt x="29323" y="114348"/>
                    <a:pt x="31724" y="102072"/>
                    <a:pt x="38639" y="92292"/>
                  </a:cubicBezTo>
                  <a:cubicBezTo>
                    <a:pt x="42715" y="87396"/>
                    <a:pt x="48097" y="83762"/>
                    <a:pt x="54164" y="81815"/>
                  </a:cubicBezTo>
                  <a:cubicBezTo>
                    <a:pt x="59403" y="80196"/>
                    <a:pt x="78167" y="77243"/>
                    <a:pt x="82739" y="81815"/>
                  </a:cubicBezTo>
                  <a:cubicBezTo>
                    <a:pt x="90931" y="90292"/>
                    <a:pt x="68642" y="104675"/>
                    <a:pt x="61975" y="106961"/>
                  </a:cubicBezTo>
                  <a:cubicBezTo>
                    <a:pt x="48649" y="111744"/>
                    <a:pt x="33876" y="110348"/>
                    <a:pt x="21684" y="103151"/>
                  </a:cubicBezTo>
                  <a:cubicBezTo>
                    <a:pt x="3206" y="90197"/>
                    <a:pt x="7778" y="65813"/>
                    <a:pt x="16731" y="48573"/>
                  </a:cubicBezTo>
                  <a:cubicBezTo>
                    <a:pt x="28828" y="25236"/>
                    <a:pt x="49973" y="6282"/>
                    <a:pt x="77215" y="5329"/>
                  </a:cubicBezTo>
                  <a:cubicBezTo>
                    <a:pt x="79691" y="5329"/>
                    <a:pt x="78358" y="662"/>
                    <a:pt x="76453" y="47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0" name="Google Shape;2710;g38b88470f6c_2_3473"/>
            <p:cNvSpPr/>
            <p:nvPr/>
          </p:nvSpPr>
          <p:spPr>
            <a:xfrm>
              <a:off x="6626447" y="2802468"/>
              <a:ext cx="236183" cy="124501"/>
            </a:xfrm>
            <a:custGeom>
              <a:rect b="b" l="l" r="r" t="t"/>
              <a:pathLst>
                <a:path extrusionOk="0" h="124501" w="236183">
                  <a:moveTo>
                    <a:pt x="1714" y="123897"/>
                  </a:moveTo>
                  <a:cubicBezTo>
                    <a:pt x="15716" y="92370"/>
                    <a:pt x="14192" y="59699"/>
                    <a:pt x="54959" y="49316"/>
                  </a:cubicBezTo>
                  <a:cubicBezTo>
                    <a:pt x="72866" y="44745"/>
                    <a:pt x="115253" y="40553"/>
                    <a:pt x="128683" y="56460"/>
                  </a:cubicBezTo>
                  <a:cubicBezTo>
                    <a:pt x="133740" y="64395"/>
                    <a:pt x="132245" y="74834"/>
                    <a:pt x="125158" y="81035"/>
                  </a:cubicBezTo>
                  <a:cubicBezTo>
                    <a:pt x="114586" y="90560"/>
                    <a:pt x="106680" y="79130"/>
                    <a:pt x="103918" y="69033"/>
                  </a:cubicBezTo>
                  <a:cubicBezTo>
                    <a:pt x="99555" y="49926"/>
                    <a:pt x="107728" y="30152"/>
                    <a:pt x="124301" y="19694"/>
                  </a:cubicBezTo>
                  <a:cubicBezTo>
                    <a:pt x="159753" y="-3662"/>
                    <a:pt x="207178" y="3949"/>
                    <a:pt x="233553" y="37220"/>
                  </a:cubicBezTo>
                  <a:cubicBezTo>
                    <a:pt x="235077" y="39125"/>
                    <a:pt x="236696" y="37220"/>
                    <a:pt x="236029" y="35124"/>
                  </a:cubicBezTo>
                  <a:cubicBezTo>
                    <a:pt x="204788" y="-36789"/>
                    <a:pt x="55054" y="13217"/>
                    <a:pt x="102679" y="82178"/>
                  </a:cubicBezTo>
                  <a:cubicBezTo>
                    <a:pt x="117253" y="103037"/>
                    <a:pt x="142970" y="84654"/>
                    <a:pt x="138113" y="62556"/>
                  </a:cubicBezTo>
                  <a:cubicBezTo>
                    <a:pt x="132779" y="38077"/>
                    <a:pt x="91059" y="39315"/>
                    <a:pt x="72580" y="40553"/>
                  </a:cubicBezTo>
                  <a:cubicBezTo>
                    <a:pt x="53854" y="40563"/>
                    <a:pt x="35795" y="47526"/>
                    <a:pt x="21907" y="60080"/>
                  </a:cubicBezTo>
                  <a:cubicBezTo>
                    <a:pt x="5620" y="76082"/>
                    <a:pt x="3429" y="101418"/>
                    <a:pt x="0" y="122945"/>
                  </a:cubicBezTo>
                  <a:cubicBezTo>
                    <a:pt x="0" y="123897"/>
                    <a:pt x="857" y="125326"/>
                    <a:pt x="1524"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1" name="Google Shape;2711;g38b88470f6c_2_3473"/>
            <p:cNvSpPr/>
            <p:nvPr/>
          </p:nvSpPr>
          <p:spPr>
            <a:xfrm>
              <a:off x="7694603" y="1371080"/>
              <a:ext cx="119561" cy="155761"/>
            </a:xfrm>
            <a:custGeom>
              <a:rect b="b" l="l" r="r" t="t"/>
              <a:pathLst>
                <a:path extrusionOk="0" h="155761" w="119561">
                  <a:moveTo>
                    <a:pt x="1596" y="8901"/>
                  </a:moveTo>
                  <a:cubicBezTo>
                    <a:pt x="30838" y="329"/>
                    <a:pt x="71034" y="2710"/>
                    <a:pt x="95513" y="22427"/>
                  </a:cubicBezTo>
                  <a:cubicBezTo>
                    <a:pt x="114563" y="37667"/>
                    <a:pt x="125231" y="70719"/>
                    <a:pt x="97322" y="82053"/>
                  </a:cubicBezTo>
                  <a:cubicBezTo>
                    <a:pt x="86369" y="86435"/>
                    <a:pt x="50269" y="86435"/>
                    <a:pt x="45983" y="71576"/>
                  </a:cubicBezTo>
                  <a:cubicBezTo>
                    <a:pt x="42935" y="61194"/>
                    <a:pt x="54079" y="55002"/>
                    <a:pt x="63033" y="53669"/>
                  </a:cubicBezTo>
                  <a:cubicBezTo>
                    <a:pt x="89226" y="49573"/>
                    <a:pt x="113801" y="77196"/>
                    <a:pt x="113134" y="101865"/>
                  </a:cubicBezTo>
                  <a:cubicBezTo>
                    <a:pt x="112277" y="138918"/>
                    <a:pt x="69128" y="151205"/>
                    <a:pt x="38649" y="151491"/>
                  </a:cubicBezTo>
                  <a:cubicBezTo>
                    <a:pt x="36648" y="151491"/>
                    <a:pt x="37125" y="155301"/>
                    <a:pt x="38649" y="155396"/>
                  </a:cubicBezTo>
                  <a:cubicBezTo>
                    <a:pt x="90560" y="160444"/>
                    <a:pt x="148472" y="112343"/>
                    <a:pt x="102276" y="64146"/>
                  </a:cubicBezTo>
                  <a:cubicBezTo>
                    <a:pt x="89893" y="51192"/>
                    <a:pt x="70462" y="41953"/>
                    <a:pt x="52555" y="49097"/>
                  </a:cubicBezTo>
                  <a:cubicBezTo>
                    <a:pt x="42459" y="53193"/>
                    <a:pt x="34458" y="62337"/>
                    <a:pt x="39506" y="73290"/>
                  </a:cubicBezTo>
                  <a:cubicBezTo>
                    <a:pt x="47602" y="90912"/>
                    <a:pt x="80177" y="93960"/>
                    <a:pt x="95989" y="89483"/>
                  </a:cubicBezTo>
                  <a:cubicBezTo>
                    <a:pt x="112915" y="84979"/>
                    <a:pt x="122992" y="67605"/>
                    <a:pt x="118487" y="50676"/>
                  </a:cubicBezTo>
                  <a:cubicBezTo>
                    <a:pt x="118316" y="50017"/>
                    <a:pt x="118116" y="49363"/>
                    <a:pt x="117896" y="48716"/>
                  </a:cubicBezTo>
                  <a:cubicBezTo>
                    <a:pt x="105133" y="1853"/>
                    <a:pt x="39506" y="-8434"/>
                    <a:pt x="644" y="6139"/>
                  </a:cubicBezTo>
                  <a:cubicBezTo>
                    <a:pt x="-499" y="6139"/>
                    <a:pt x="-23" y="9282"/>
                    <a:pt x="131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2" name="Google Shape;2712;g38b88470f6c_2_3473"/>
            <p:cNvSpPr/>
            <p:nvPr/>
          </p:nvSpPr>
          <p:spPr>
            <a:xfrm>
              <a:off x="8077767" y="3337310"/>
              <a:ext cx="119612" cy="155777"/>
            </a:xfrm>
            <a:custGeom>
              <a:rect b="b" l="l" r="r" t="t"/>
              <a:pathLst>
                <a:path extrusionOk="0" h="155777" w="119612">
                  <a:moveTo>
                    <a:pt x="1623" y="8917"/>
                  </a:moveTo>
                  <a:cubicBezTo>
                    <a:pt x="30865" y="345"/>
                    <a:pt x="71060" y="2726"/>
                    <a:pt x="95540" y="22443"/>
                  </a:cubicBezTo>
                  <a:cubicBezTo>
                    <a:pt x="114590" y="37683"/>
                    <a:pt x="125257" y="70734"/>
                    <a:pt x="97349" y="82069"/>
                  </a:cubicBezTo>
                  <a:cubicBezTo>
                    <a:pt x="86396" y="86451"/>
                    <a:pt x="50296" y="86451"/>
                    <a:pt x="46010" y="71496"/>
                  </a:cubicBezTo>
                  <a:cubicBezTo>
                    <a:pt x="42962" y="61209"/>
                    <a:pt x="54106" y="55018"/>
                    <a:pt x="62964" y="53589"/>
                  </a:cubicBezTo>
                  <a:cubicBezTo>
                    <a:pt x="89253" y="49589"/>
                    <a:pt x="113732" y="77211"/>
                    <a:pt x="113161" y="101881"/>
                  </a:cubicBezTo>
                  <a:cubicBezTo>
                    <a:pt x="112304" y="138933"/>
                    <a:pt x="69155" y="151221"/>
                    <a:pt x="38675" y="151506"/>
                  </a:cubicBezTo>
                  <a:cubicBezTo>
                    <a:pt x="36675" y="151506"/>
                    <a:pt x="37151" y="155316"/>
                    <a:pt x="38675" y="155412"/>
                  </a:cubicBezTo>
                  <a:cubicBezTo>
                    <a:pt x="90587" y="160460"/>
                    <a:pt x="148498" y="112359"/>
                    <a:pt x="102302" y="64162"/>
                  </a:cubicBezTo>
                  <a:cubicBezTo>
                    <a:pt x="89920" y="51208"/>
                    <a:pt x="70489" y="41969"/>
                    <a:pt x="52582" y="49113"/>
                  </a:cubicBezTo>
                  <a:cubicBezTo>
                    <a:pt x="42485" y="53113"/>
                    <a:pt x="34484" y="62352"/>
                    <a:pt x="39532" y="73306"/>
                  </a:cubicBezTo>
                  <a:cubicBezTo>
                    <a:pt x="47629" y="90927"/>
                    <a:pt x="80204" y="93975"/>
                    <a:pt x="96016" y="89403"/>
                  </a:cubicBezTo>
                  <a:cubicBezTo>
                    <a:pt x="112865" y="85022"/>
                    <a:pt x="122972" y="67801"/>
                    <a:pt x="118590" y="50951"/>
                  </a:cubicBezTo>
                  <a:cubicBezTo>
                    <a:pt x="118399" y="50208"/>
                    <a:pt x="118171" y="49465"/>
                    <a:pt x="117923" y="48732"/>
                  </a:cubicBezTo>
                  <a:cubicBezTo>
                    <a:pt x="105160" y="1773"/>
                    <a:pt x="39532" y="-8418"/>
                    <a:pt x="671" y="6155"/>
                  </a:cubicBezTo>
                  <a:cubicBezTo>
                    <a:pt x="-472" y="6155"/>
                    <a:pt x="-92" y="9298"/>
                    <a:pt x="1337" y="89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3" name="Google Shape;2713;g38b88470f6c_2_3473"/>
            <p:cNvSpPr/>
            <p:nvPr/>
          </p:nvSpPr>
          <p:spPr>
            <a:xfrm>
              <a:off x="7816864" y="1922010"/>
              <a:ext cx="132976" cy="168383"/>
            </a:xfrm>
            <a:custGeom>
              <a:rect b="b" l="l" r="r" t="t"/>
              <a:pathLst>
                <a:path extrusionOk="0" h="168383" w="132976">
                  <a:moveTo>
                    <a:pt x="48214" y="40"/>
                  </a:moveTo>
                  <a:cubicBezTo>
                    <a:pt x="13353" y="10422"/>
                    <a:pt x="-19032" y="71763"/>
                    <a:pt x="13353" y="99671"/>
                  </a:cubicBezTo>
                  <a:cubicBezTo>
                    <a:pt x="40880" y="123388"/>
                    <a:pt x="96506" y="118054"/>
                    <a:pt x="87267" y="72811"/>
                  </a:cubicBezTo>
                  <a:cubicBezTo>
                    <a:pt x="87086" y="71761"/>
                    <a:pt x="86362" y="70888"/>
                    <a:pt x="85362" y="70525"/>
                  </a:cubicBezTo>
                  <a:cubicBezTo>
                    <a:pt x="48786" y="61762"/>
                    <a:pt x="36689" y="104434"/>
                    <a:pt x="44404" y="132628"/>
                  </a:cubicBezTo>
                  <a:cubicBezTo>
                    <a:pt x="56310" y="176443"/>
                    <a:pt x="100506" y="175871"/>
                    <a:pt x="132415" y="153011"/>
                  </a:cubicBezTo>
                  <a:cubicBezTo>
                    <a:pt x="133463" y="152249"/>
                    <a:pt x="132987" y="149201"/>
                    <a:pt x="131463" y="149963"/>
                  </a:cubicBezTo>
                  <a:cubicBezTo>
                    <a:pt x="105364" y="163012"/>
                    <a:pt x="68788" y="174633"/>
                    <a:pt x="52881" y="141295"/>
                  </a:cubicBezTo>
                  <a:cubicBezTo>
                    <a:pt x="44404" y="123484"/>
                    <a:pt x="44118" y="93670"/>
                    <a:pt x="60501" y="80240"/>
                  </a:cubicBezTo>
                  <a:cubicBezTo>
                    <a:pt x="64759" y="76263"/>
                    <a:pt x="70389" y="74080"/>
                    <a:pt x="76218" y="74144"/>
                  </a:cubicBezTo>
                  <a:cubicBezTo>
                    <a:pt x="88410" y="75573"/>
                    <a:pt x="86314" y="88717"/>
                    <a:pt x="79456" y="97099"/>
                  </a:cubicBezTo>
                  <a:cubicBezTo>
                    <a:pt x="68502" y="110434"/>
                    <a:pt x="46500" y="109006"/>
                    <a:pt x="31831" y="103862"/>
                  </a:cubicBezTo>
                  <a:cubicBezTo>
                    <a:pt x="-18366" y="86050"/>
                    <a:pt x="16115" y="20995"/>
                    <a:pt x="48881" y="2707"/>
                  </a:cubicBezTo>
                  <a:cubicBezTo>
                    <a:pt x="49833" y="2135"/>
                    <a:pt x="49643" y="-341"/>
                    <a:pt x="48214"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4" name="Google Shape;2714;g38b88470f6c_2_3473"/>
            <p:cNvSpPr/>
            <p:nvPr/>
          </p:nvSpPr>
          <p:spPr>
            <a:xfrm>
              <a:off x="6943397" y="1768271"/>
              <a:ext cx="148815" cy="239258"/>
            </a:xfrm>
            <a:custGeom>
              <a:rect b="b" l="l" r="r" t="t"/>
              <a:pathLst>
                <a:path extrusionOk="0" h="239258" w="148815">
                  <a:moveTo>
                    <a:pt x="146441" y="521"/>
                  </a:moveTo>
                  <a:cubicBezTo>
                    <a:pt x="105293" y="-4718"/>
                    <a:pt x="16806" y="29953"/>
                    <a:pt x="39856" y="86246"/>
                  </a:cubicBezTo>
                  <a:cubicBezTo>
                    <a:pt x="52144" y="116250"/>
                    <a:pt x="107008" y="135490"/>
                    <a:pt x="125010" y="101105"/>
                  </a:cubicBezTo>
                  <a:cubicBezTo>
                    <a:pt x="125810" y="99158"/>
                    <a:pt x="124924" y="96925"/>
                    <a:pt x="123010" y="96057"/>
                  </a:cubicBezTo>
                  <a:cubicBezTo>
                    <a:pt x="37285" y="47479"/>
                    <a:pt x="-53013" y="187783"/>
                    <a:pt x="37951" y="238932"/>
                  </a:cubicBezTo>
                  <a:cubicBezTo>
                    <a:pt x="40809" y="240551"/>
                    <a:pt x="40713" y="235693"/>
                    <a:pt x="39094" y="234455"/>
                  </a:cubicBezTo>
                  <a:cubicBezTo>
                    <a:pt x="6500" y="212137"/>
                    <a:pt x="-1835" y="167618"/>
                    <a:pt x="20482" y="135020"/>
                  </a:cubicBezTo>
                  <a:cubicBezTo>
                    <a:pt x="20740" y="134634"/>
                    <a:pt x="21016" y="134251"/>
                    <a:pt x="21283" y="133871"/>
                  </a:cubicBezTo>
                  <a:cubicBezTo>
                    <a:pt x="30550" y="119075"/>
                    <a:pt x="43743" y="107139"/>
                    <a:pt x="59383" y="99391"/>
                  </a:cubicBezTo>
                  <a:cubicBezTo>
                    <a:pt x="71098" y="93866"/>
                    <a:pt x="100530" y="86056"/>
                    <a:pt x="111484" y="97486"/>
                  </a:cubicBezTo>
                  <a:cubicBezTo>
                    <a:pt x="116437" y="102820"/>
                    <a:pt x="116342" y="96152"/>
                    <a:pt x="113770" y="102343"/>
                  </a:cubicBezTo>
                  <a:cubicBezTo>
                    <a:pt x="111322" y="106021"/>
                    <a:pt x="107588" y="108640"/>
                    <a:pt x="103293" y="109678"/>
                  </a:cubicBezTo>
                  <a:cubicBezTo>
                    <a:pt x="93939" y="112647"/>
                    <a:pt x="83852" y="112311"/>
                    <a:pt x="74718" y="108725"/>
                  </a:cubicBezTo>
                  <a:cubicBezTo>
                    <a:pt x="55668" y="102058"/>
                    <a:pt x="40713" y="84532"/>
                    <a:pt x="46143" y="63481"/>
                  </a:cubicBezTo>
                  <a:cubicBezTo>
                    <a:pt x="56144" y="21286"/>
                    <a:pt x="109865" y="6331"/>
                    <a:pt x="147489" y="5665"/>
                  </a:cubicBezTo>
                  <a:cubicBezTo>
                    <a:pt x="150060" y="5665"/>
                    <a:pt x="148441" y="807"/>
                    <a:pt x="146441" y="52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5" name="Google Shape;2715;g38b88470f6c_2_3473"/>
            <p:cNvSpPr/>
            <p:nvPr/>
          </p:nvSpPr>
          <p:spPr>
            <a:xfrm>
              <a:off x="7277060" y="1389030"/>
              <a:ext cx="67571" cy="71723"/>
            </a:xfrm>
            <a:custGeom>
              <a:rect b="b" l="l" r="r" t="t"/>
              <a:pathLst>
                <a:path extrusionOk="0" h="71723" w="67571">
                  <a:moveTo>
                    <a:pt x="40" y="0"/>
                  </a:moveTo>
                  <a:cubicBezTo>
                    <a:pt x="40" y="0"/>
                    <a:pt x="-2437" y="46101"/>
                    <a:pt x="31758" y="71723"/>
                  </a:cubicBezTo>
                  <a:lnTo>
                    <a:pt x="67572" y="60769"/>
                  </a:lnTo>
                  <a:cubicBezTo>
                    <a:pt x="67572" y="60769"/>
                    <a:pt x="43664" y="49339"/>
                    <a:pt x="3175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6" name="Google Shape;2716;g38b88470f6c_2_3473"/>
            <p:cNvSpPr/>
            <p:nvPr/>
          </p:nvSpPr>
          <p:spPr>
            <a:xfrm>
              <a:off x="6673742" y="2505075"/>
              <a:ext cx="67576" cy="71723"/>
            </a:xfrm>
            <a:custGeom>
              <a:rect b="b" l="l" r="r" t="t"/>
              <a:pathLst>
                <a:path extrusionOk="0" h="71723" w="67576">
                  <a:moveTo>
                    <a:pt x="44" y="0"/>
                  </a:moveTo>
                  <a:cubicBezTo>
                    <a:pt x="44" y="0"/>
                    <a:pt x="-2528" y="46101"/>
                    <a:pt x="31667" y="71723"/>
                  </a:cubicBezTo>
                  <a:lnTo>
                    <a:pt x="67576" y="60770"/>
                  </a:lnTo>
                  <a:cubicBezTo>
                    <a:pt x="67576" y="60770"/>
                    <a:pt x="43573" y="49339"/>
                    <a:pt x="31667"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7" name="Google Shape;2717;g38b88470f6c_2_3473"/>
            <p:cNvSpPr/>
            <p:nvPr/>
          </p:nvSpPr>
          <p:spPr>
            <a:xfrm>
              <a:off x="6966541" y="3024568"/>
              <a:ext cx="67575" cy="71628"/>
            </a:xfrm>
            <a:custGeom>
              <a:rect b="b" l="l" r="r" t="t"/>
              <a:pathLst>
                <a:path extrusionOk="0" h="71628" w="67575">
                  <a:moveTo>
                    <a:pt x="44" y="0"/>
                  </a:moveTo>
                  <a:cubicBezTo>
                    <a:pt x="44" y="0"/>
                    <a:pt x="-2528" y="46006"/>
                    <a:pt x="31762" y="71628"/>
                  </a:cubicBezTo>
                  <a:lnTo>
                    <a:pt x="67576" y="60770"/>
                  </a:lnTo>
                  <a:cubicBezTo>
                    <a:pt x="67576" y="60770"/>
                    <a:pt x="43668" y="49244"/>
                    <a:pt x="3176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8" name="Google Shape;2718;g38b88470f6c_2_3473"/>
            <p:cNvSpPr/>
            <p:nvPr/>
          </p:nvSpPr>
          <p:spPr>
            <a:xfrm>
              <a:off x="8000238" y="1604200"/>
              <a:ext cx="88963" cy="62007"/>
            </a:xfrm>
            <a:custGeom>
              <a:rect b="b" l="l" r="r" t="t"/>
              <a:pathLst>
                <a:path extrusionOk="0" h="62007" w="88963">
                  <a:moveTo>
                    <a:pt x="88963" y="15812"/>
                  </a:moveTo>
                  <a:cubicBezTo>
                    <a:pt x="88963" y="15812"/>
                    <a:pt x="68008" y="56960"/>
                    <a:pt x="25622" y="62008"/>
                  </a:cubicBezTo>
                  <a:lnTo>
                    <a:pt x="0" y="34576"/>
                  </a:lnTo>
                  <a:cubicBezTo>
                    <a:pt x="0" y="34576"/>
                    <a:pt x="26479"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19" name="Google Shape;2719;g38b88470f6c_2_3473"/>
            <p:cNvSpPr/>
            <p:nvPr/>
          </p:nvSpPr>
          <p:spPr>
            <a:xfrm>
              <a:off x="7754588" y="3075336"/>
              <a:ext cx="88963" cy="62007"/>
            </a:xfrm>
            <a:custGeom>
              <a:rect b="b" l="l" r="r" t="t"/>
              <a:pathLst>
                <a:path extrusionOk="0" h="62007" w="88963">
                  <a:moveTo>
                    <a:pt x="88963" y="15907"/>
                  </a:moveTo>
                  <a:cubicBezTo>
                    <a:pt x="88963" y="15907"/>
                    <a:pt x="68104" y="57055"/>
                    <a:pt x="25622" y="62008"/>
                  </a:cubicBezTo>
                  <a:lnTo>
                    <a:pt x="0" y="34671"/>
                  </a:lnTo>
                  <a:cubicBezTo>
                    <a:pt x="0" y="34671"/>
                    <a:pt x="26575"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0" name="Google Shape;2720;g38b88470f6c_2_3473"/>
            <p:cNvSpPr/>
            <p:nvPr/>
          </p:nvSpPr>
          <p:spPr>
            <a:xfrm>
              <a:off x="7168324" y="2211133"/>
              <a:ext cx="88963" cy="62007"/>
            </a:xfrm>
            <a:custGeom>
              <a:rect b="b" l="l" r="r" t="t"/>
              <a:pathLst>
                <a:path extrusionOk="0" h="62007" w="88963">
                  <a:moveTo>
                    <a:pt x="88964" y="15907"/>
                  </a:moveTo>
                  <a:cubicBezTo>
                    <a:pt x="88964" y="15907"/>
                    <a:pt x="68104" y="57055"/>
                    <a:pt x="25622" y="62008"/>
                  </a:cubicBezTo>
                  <a:lnTo>
                    <a:pt x="0" y="34671"/>
                  </a:lnTo>
                  <a:cubicBezTo>
                    <a:pt x="0" y="34671"/>
                    <a:pt x="26575" y="36671"/>
                    <a:pt x="615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1" name="Google Shape;2721;g38b88470f6c_2_3473"/>
            <p:cNvSpPr/>
            <p:nvPr/>
          </p:nvSpPr>
          <p:spPr>
            <a:xfrm>
              <a:off x="6787324" y="1703450"/>
              <a:ext cx="88868" cy="62007"/>
            </a:xfrm>
            <a:custGeom>
              <a:rect b="b" l="l" r="r" t="t"/>
              <a:pathLst>
                <a:path extrusionOk="0" h="62007" w="88868">
                  <a:moveTo>
                    <a:pt x="88868" y="15812"/>
                  </a:moveTo>
                  <a:cubicBezTo>
                    <a:pt x="88868" y="15812"/>
                    <a:pt x="68009" y="56960"/>
                    <a:pt x="25622" y="62008"/>
                  </a:cubicBezTo>
                  <a:lnTo>
                    <a:pt x="0" y="34576"/>
                  </a:lnTo>
                  <a:cubicBezTo>
                    <a:pt x="0" y="34576"/>
                    <a:pt x="26479" y="36671"/>
                    <a:pt x="615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2" name="Google Shape;2722;g38b88470f6c_2_3473"/>
            <p:cNvSpPr/>
            <p:nvPr/>
          </p:nvSpPr>
          <p:spPr>
            <a:xfrm>
              <a:off x="7593901" y="1717929"/>
              <a:ext cx="73723" cy="63633"/>
            </a:xfrm>
            <a:custGeom>
              <a:rect b="b" l="l" r="r" t="t"/>
              <a:pathLst>
                <a:path extrusionOk="0" h="63633" w="73723">
                  <a:moveTo>
                    <a:pt x="73723" y="63246"/>
                  </a:moveTo>
                  <a:cubicBezTo>
                    <a:pt x="73723" y="63246"/>
                    <a:pt x="27908" y="68961"/>
                    <a:pt x="0" y="36481"/>
                  </a:cubicBezTo>
                  <a:lnTo>
                    <a:pt x="8477" y="0"/>
                  </a:lnTo>
                  <a:cubicBezTo>
                    <a:pt x="8477"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3" name="Google Shape;2723;g38b88470f6c_2_3473"/>
            <p:cNvSpPr/>
            <p:nvPr/>
          </p:nvSpPr>
          <p:spPr>
            <a:xfrm>
              <a:off x="6929723" y="1493138"/>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4" name="Google Shape;2724;g38b88470f6c_2_3473"/>
            <p:cNvSpPr/>
            <p:nvPr/>
          </p:nvSpPr>
          <p:spPr>
            <a:xfrm>
              <a:off x="6159436" y="1393126"/>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5" name="Google Shape;2725;g38b88470f6c_2_3473"/>
            <p:cNvSpPr/>
            <p:nvPr/>
          </p:nvSpPr>
          <p:spPr>
            <a:xfrm>
              <a:off x="6707505" y="2007584"/>
              <a:ext cx="73628" cy="63619"/>
            </a:xfrm>
            <a:custGeom>
              <a:rect b="b" l="l" r="r" t="t"/>
              <a:pathLst>
                <a:path extrusionOk="0" h="63619" w="73628">
                  <a:moveTo>
                    <a:pt x="73628" y="63246"/>
                  </a:moveTo>
                  <a:cubicBezTo>
                    <a:pt x="73628" y="63246"/>
                    <a:pt x="27908" y="68866"/>
                    <a:pt x="0" y="36481"/>
                  </a:cubicBezTo>
                  <a:lnTo>
                    <a:pt x="8382" y="0"/>
                  </a:lnTo>
                  <a:cubicBezTo>
                    <a:pt x="8382"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6" name="Google Shape;2726;g38b88470f6c_2_3473"/>
            <p:cNvSpPr/>
            <p:nvPr/>
          </p:nvSpPr>
          <p:spPr>
            <a:xfrm>
              <a:off x="8078057" y="2348674"/>
              <a:ext cx="73628" cy="63619"/>
            </a:xfrm>
            <a:custGeom>
              <a:rect b="b" l="l" r="r" t="t"/>
              <a:pathLst>
                <a:path extrusionOk="0" h="63619" w="73628">
                  <a:moveTo>
                    <a:pt x="73628" y="63246"/>
                  </a:moveTo>
                  <a:cubicBezTo>
                    <a:pt x="73628" y="63246"/>
                    <a:pt x="27813" y="68866"/>
                    <a:pt x="0" y="36481"/>
                  </a:cubicBezTo>
                  <a:lnTo>
                    <a:pt x="8382" y="0"/>
                  </a:lnTo>
                  <a:cubicBezTo>
                    <a:pt x="8382" y="0"/>
                    <a:pt x="21527" y="23146"/>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7" name="Google Shape;2727;g38b88470f6c_2_3473"/>
            <p:cNvSpPr/>
            <p:nvPr/>
          </p:nvSpPr>
          <p:spPr>
            <a:xfrm>
              <a:off x="7265003" y="1937194"/>
              <a:ext cx="88963" cy="59245"/>
            </a:xfrm>
            <a:custGeom>
              <a:rect b="b" l="l" r="r" t="t"/>
              <a:pathLst>
                <a:path extrusionOk="0" h="59245" w="88963">
                  <a:moveTo>
                    <a:pt x="88963" y="13049"/>
                  </a:moveTo>
                  <a:cubicBezTo>
                    <a:pt x="88963" y="13049"/>
                    <a:pt x="68104" y="54197"/>
                    <a:pt x="25622" y="59246"/>
                  </a:cubicBezTo>
                  <a:lnTo>
                    <a:pt x="0" y="31814"/>
                  </a:lnTo>
                  <a:cubicBezTo>
                    <a:pt x="0" y="31814"/>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8" name="Google Shape;2728;g38b88470f6c_2_3473"/>
            <p:cNvSpPr/>
            <p:nvPr/>
          </p:nvSpPr>
          <p:spPr>
            <a:xfrm>
              <a:off x="7320057" y="2004822"/>
              <a:ext cx="80009" cy="68579"/>
            </a:xfrm>
            <a:custGeom>
              <a:rect b="b" l="l" r="r" t="t"/>
              <a:pathLst>
                <a:path extrusionOk="0" h="68579" w="80009">
                  <a:moveTo>
                    <a:pt x="80010" y="6191"/>
                  </a:moveTo>
                  <a:cubicBezTo>
                    <a:pt x="80010" y="6191"/>
                    <a:pt x="71818" y="51625"/>
                    <a:pt x="32385" y="68580"/>
                  </a:cubicBezTo>
                  <a:lnTo>
                    <a:pt x="0" y="49530"/>
                  </a:lnTo>
                  <a:cubicBezTo>
                    <a:pt x="22917" y="39195"/>
                    <a:pt x="41958" y="21850"/>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29" name="Google Shape;2729;g38b88470f6c_2_3473"/>
            <p:cNvSpPr/>
            <p:nvPr/>
          </p:nvSpPr>
          <p:spPr>
            <a:xfrm>
              <a:off x="5767825" y="1427135"/>
              <a:ext cx="98602" cy="187828"/>
            </a:xfrm>
            <a:custGeom>
              <a:rect b="b" l="l" r="r" t="t"/>
              <a:pathLst>
                <a:path extrusionOk="0" h="187828" w="98602">
                  <a:moveTo>
                    <a:pt x="22327" y="186"/>
                  </a:moveTo>
                  <a:cubicBezTo>
                    <a:pt x="66904" y="-4196"/>
                    <a:pt x="127102" y="70004"/>
                    <a:pt x="83478" y="105723"/>
                  </a:cubicBezTo>
                  <a:cubicBezTo>
                    <a:pt x="59379" y="125630"/>
                    <a:pt x="6611" y="116962"/>
                    <a:pt x="7278" y="79910"/>
                  </a:cubicBezTo>
                  <a:cubicBezTo>
                    <a:pt x="7535" y="77836"/>
                    <a:pt x="9125" y="76174"/>
                    <a:pt x="11183" y="75814"/>
                  </a:cubicBezTo>
                  <a:cubicBezTo>
                    <a:pt x="46235" y="67813"/>
                    <a:pt x="80811" y="82768"/>
                    <a:pt x="74905" y="123439"/>
                  </a:cubicBezTo>
                  <a:cubicBezTo>
                    <a:pt x="68409" y="159426"/>
                    <a:pt x="37900" y="186143"/>
                    <a:pt x="1372" y="187828"/>
                  </a:cubicBezTo>
                  <a:cubicBezTo>
                    <a:pt x="-819" y="187828"/>
                    <a:pt x="-57" y="184209"/>
                    <a:pt x="1372" y="183923"/>
                  </a:cubicBezTo>
                  <a:cubicBezTo>
                    <a:pt x="31852" y="177446"/>
                    <a:pt x="60618" y="158491"/>
                    <a:pt x="66523" y="125916"/>
                  </a:cubicBezTo>
                  <a:cubicBezTo>
                    <a:pt x="69314" y="114285"/>
                    <a:pt x="66914" y="102018"/>
                    <a:pt x="59951" y="92293"/>
                  </a:cubicBezTo>
                  <a:cubicBezTo>
                    <a:pt x="55836" y="87227"/>
                    <a:pt x="50292" y="83512"/>
                    <a:pt x="44044" y="81625"/>
                  </a:cubicBezTo>
                  <a:cubicBezTo>
                    <a:pt x="38901" y="80005"/>
                    <a:pt x="20041" y="77053"/>
                    <a:pt x="15945" y="81625"/>
                  </a:cubicBezTo>
                  <a:cubicBezTo>
                    <a:pt x="7659" y="90197"/>
                    <a:pt x="30042" y="104485"/>
                    <a:pt x="36710" y="106771"/>
                  </a:cubicBezTo>
                  <a:cubicBezTo>
                    <a:pt x="49997" y="111620"/>
                    <a:pt x="64761" y="110220"/>
                    <a:pt x="76905" y="102961"/>
                  </a:cubicBezTo>
                  <a:cubicBezTo>
                    <a:pt x="95384" y="90102"/>
                    <a:pt x="90812" y="65718"/>
                    <a:pt x="81858" y="48382"/>
                  </a:cubicBezTo>
                  <a:cubicBezTo>
                    <a:pt x="69857" y="25141"/>
                    <a:pt x="48616" y="6091"/>
                    <a:pt x="21374" y="5234"/>
                  </a:cubicBezTo>
                  <a:cubicBezTo>
                    <a:pt x="18993" y="5234"/>
                    <a:pt x="20232" y="567"/>
                    <a:pt x="22136" y="37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0" name="Google Shape;2730;g38b88470f6c_2_3473"/>
            <p:cNvSpPr/>
            <p:nvPr/>
          </p:nvSpPr>
          <p:spPr>
            <a:xfrm>
              <a:off x="5483864" y="2864761"/>
              <a:ext cx="236184" cy="124457"/>
            </a:xfrm>
            <a:custGeom>
              <a:rect b="b" l="l" r="r" t="t"/>
              <a:pathLst>
                <a:path extrusionOk="0" h="124457" w="236184">
                  <a:moveTo>
                    <a:pt x="234851" y="123897"/>
                  </a:moveTo>
                  <a:cubicBezTo>
                    <a:pt x="220849" y="92370"/>
                    <a:pt x="222278" y="59699"/>
                    <a:pt x="181606" y="49221"/>
                  </a:cubicBezTo>
                  <a:cubicBezTo>
                    <a:pt x="163699" y="44649"/>
                    <a:pt x="121313" y="40458"/>
                    <a:pt x="107787" y="56460"/>
                  </a:cubicBezTo>
                  <a:cubicBezTo>
                    <a:pt x="102786" y="64376"/>
                    <a:pt x="104282" y="74758"/>
                    <a:pt x="111311" y="80940"/>
                  </a:cubicBezTo>
                  <a:cubicBezTo>
                    <a:pt x="121979" y="90465"/>
                    <a:pt x="130361" y="79035"/>
                    <a:pt x="132647" y="69033"/>
                  </a:cubicBezTo>
                  <a:cubicBezTo>
                    <a:pt x="137019" y="49898"/>
                    <a:pt x="128847" y="30086"/>
                    <a:pt x="112264" y="19599"/>
                  </a:cubicBezTo>
                  <a:cubicBezTo>
                    <a:pt x="76688" y="-4033"/>
                    <a:pt x="28930" y="3635"/>
                    <a:pt x="2536" y="37220"/>
                  </a:cubicBezTo>
                  <a:cubicBezTo>
                    <a:pt x="1107" y="39030"/>
                    <a:pt x="-512" y="37220"/>
                    <a:pt x="155" y="35124"/>
                  </a:cubicBezTo>
                  <a:cubicBezTo>
                    <a:pt x="31397" y="-36789"/>
                    <a:pt x="181130" y="13217"/>
                    <a:pt x="133505" y="82178"/>
                  </a:cubicBezTo>
                  <a:cubicBezTo>
                    <a:pt x="118931" y="103038"/>
                    <a:pt x="93119" y="84559"/>
                    <a:pt x="97976" y="62556"/>
                  </a:cubicBezTo>
                  <a:cubicBezTo>
                    <a:pt x="103406" y="38077"/>
                    <a:pt x="145601" y="39315"/>
                    <a:pt x="163508" y="40458"/>
                  </a:cubicBezTo>
                  <a:cubicBezTo>
                    <a:pt x="182254" y="40497"/>
                    <a:pt x="200332" y="47450"/>
                    <a:pt x="214277" y="59985"/>
                  </a:cubicBezTo>
                  <a:cubicBezTo>
                    <a:pt x="230564" y="76082"/>
                    <a:pt x="232755" y="101418"/>
                    <a:pt x="236184" y="122850"/>
                  </a:cubicBezTo>
                  <a:cubicBezTo>
                    <a:pt x="236184" y="123897"/>
                    <a:pt x="235327" y="125231"/>
                    <a:pt x="234660"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1" name="Google Shape;2731;g38b88470f6c_2_3473"/>
            <p:cNvSpPr/>
            <p:nvPr/>
          </p:nvSpPr>
          <p:spPr>
            <a:xfrm>
              <a:off x="4430223" y="1371080"/>
              <a:ext cx="119560" cy="155761"/>
            </a:xfrm>
            <a:custGeom>
              <a:rect b="b" l="l" r="r" t="t"/>
              <a:pathLst>
                <a:path extrusionOk="0" h="155761" w="119560">
                  <a:moveTo>
                    <a:pt x="117964" y="8901"/>
                  </a:moveTo>
                  <a:cubicBezTo>
                    <a:pt x="88722" y="329"/>
                    <a:pt x="48527" y="2710"/>
                    <a:pt x="23952" y="22427"/>
                  </a:cubicBezTo>
                  <a:cubicBezTo>
                    <a:pt x="4902" y="37667"/>
                    <a:pt x="-5670" y="70719"/>
                    <a:pt x="22238" y="82053"/>
                  </a:cubicBezTo>
                  <a:cubicBezTo>
                    <a:pt x="33192" y="86435"/>
                    <a:pt x="69291" y="86435"/>
                    <a:pt x="73578" y="71576"/>
                  </a:cubicBezTo>
                  <a:cubicBezTo>
                    <a:pt x="76626" y="61194"/>
                    <a:pt x="65481" y="55002"/>
                    <a:pt x="56528" y="53669"/>
                  </a:cubicBezTo>
                  <a:cubicBezTo>
                    <a:pt x="30334" y="49573"/>
                    <a:pt x="5760" y="77196"/>
                    <a:pt x="6331" y="101865"/>
                  </a:cubicBezTo>
                  <a:cubicBezTo>
                    <a:pt x="7284" y="138918"/>
                    <a:pt x="50432" y="151205"/>
                    <a:pt x="80912" y="151491"/>
                  </a:cubicBezTo>
                  <a:cubicBezTo>
                    <a:pt x="82912" y="151491"/>
                    <a:pt x="82436" y="155301"/>
                    <a:pt x="80912" y="155396"/>
                  </a:cubicBezTo>
                  <a:cubicBezTo>
                    <a:pt x="29001" y="160444"/>
                    <a:pt x="-28911" y="112343"/>
                    <a:pt x="17190" y="64146"/>
                  </a:cubicBezTo>
                  <a:cubicBezTo>
                    <a:pt x="29667" y="51192"/>
                    <a:pt x="49098" y="41953"/>
                    <a:pt x="67005" y="49097"/>
                  </a:cubicBezTo>
                  <a:cubicBezTo>
                    <a:pt x="77102" y="53193"/>
                    <a:pt x="85103" y="62337"/>
                    <a:pt x="80055" y="73290"/>
                  </a:cubicBezTo>
                  <a:cubicBezTo>
                    <a:pt x="71958" y="90912"/>
                    <a:pt x="39383" y="93960"/>
                    <a:pt x="23571" y="89483"/>
                  </a:cubicBezTo>
                  <a:cubicBezTo>
                    <a:pt x="6643" y="84979"/>
                    <a:pt x="-3430" y="67605"/>
                    <a:pt x="1074" y="50676"/>
                  </a:cubicBezTo>
                  <a:cubicBezTo>
                    <a:pt x="1249" y="50017"/>
                    <a:pt x="1446" y="49363"/>
                    <a:pt x="1664" y="48716"/>
                  </a:cubicBezTo>
                  <a:cubicBezTo>
                    <a:pt x="14427" y="1853"/>
                    <a:pt x="79959" y="-8434"/>
                    <a:pt x="118917" y="6139"/>
                  </a:cubicBezTo>
                  <a:cubicBezTo>
                    <a:pt x="120060" y="6139"/>
                    <a:pt x="119583" y="9282"/>
                    <a:pt x="11825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2" name="Google Shape;2732;g38b88470f6c_2_3473"/>
            <p:cNvSpPr/>
            <p:nvPr/>
          </p:nvSpPr>
          <p:spPr>
            <a:xfrm>
              <a:off x="4089954" y="3302290"/>
              <a:ext cx="119595" cy="155637"/>
            </a:xfrm>
            <a:custGeom>
              <a:rect b="b" l="l" r="r" t="t"/>
              <a:pathLst>
                <a:path extrusionOk="0" h="155637" w="119595">
                  <a:moveTo>
                    <a:pt x="118095" y="8695"/>
                  </a:moveTo>
                  <a:cubicBezTo>
                    <a:pt x="88853" y="122"/>
                    <a:pt x="48658" y="2504"/>
                    <a:pt x="24083" y="22220"/>
                  </a:cubicBezTo>
                  <a:cubicBezTo>
                    <a:pt x="5033" y="37460"/>
                    <a:pt x="-5635" y="70512"/>
                    <a:pt x="22369" y="81847"/>
                  </a:cubicBezTo>
                  <a:cubicBezTo>
                    <a:pt x="33322" y="86228"/>
                    <a:pt x="69327" y="86228"/>
                    <a:pt x="73708" y="71369"/>
                  </a:cubicBezTo>
                  <a:cubicBezTo>
                    <a:pt x="76661" y="60987"/>
                    <a:pt x="65517" y="54796"/>
                    <a:pt x="56659" y="53462"/>
                  </a:cubicBezTo>
                  <a:cubicBezTo>
                    <a:pt x="30370" y="49367"/>
                    <a:pt x="5890" y="76989"/>
                    <a:pt x="6462" y="101659"/>
                  </a:cubicBezTo>
                  <a:cubicBezTo>
                    <a:pt x="7319" y="138711"/>
                    <a:pt x="50467" y="150998"/>
                    <a:pt x="80947" y="151284"/>
                  </a:cubicBezTo>
                  <a:cubicBezTo>
                    <a:pt x="83043" y="151284"/>
                    <a:pt x="82471" y="155094"/>
                    <a:pt x="80947" y="155285"/>
                  </a:cubicBezTo>
                  <a:cubicBezTo>
                    <a:pt x="29036" y="160238"/>
                    <a:pt x="-28876" y="112136"/>
                    <a:pt x="17225" y="63940"/>
                  </a:cubicBezTo>
                  <a:cubicBezTo>
                    <a:pt x="29703" y="50986"/>
                    <a:pt x="49039" y="41747"/>
                    <a:pt x="66946" y="48890"/>
                  </a:cubicBezTo>
                  <a:cubicBezTo>
                    <a:pt x="77137" y="52986"/>
                    <a:pt x="85138" y="62130"/>
                    <a:pt x="80090" y="73084"/>
                  </a:cubicBezTo>
                  <a:cubicBezTo>
                    <a:pt x="71994" y="90705"/>
                    <a:pt x="39323" y="93753"/>
                    <a:pt x="23512" y="89276"/>
                  </a:cubicBezTo>
                  <a:cubicBezTo>
                    <a:pt x="6632" y="84790"/>
                    <a:pt x="-3416" y="67474"/>
                    <a:pt x="1068" y="50595"/>
                  </a:cubicBezTo>
                  <a:cubicBezTo>
                    <a:pt x="1255" y="49890"/>
                    <a:pt x="1465" y="49195"/>
                    <a:pt x="1699" y="48509"/>
                  </a:cubicBezTo>
                  <a:cubicBezTo>
                    <a:pt x="14368" y="1646"/>
                    <a:pt x="79995" y="-8164"/>
                    <a:pt x="118952" y="5933"/>
                  </a:cubicBezTo>
                  <a:cubicBezTo>
                    <a:pt x="120095" y="5933"/>
                    <a:pt x="119619" y="9076"/>
                    <a:pt x="118285" y="869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3" name="Google Shape;2733;g38b88470f6c_2_3473"/>
            <p:cNvSpPr/>
            <p:nvPr/>
          </p:nvSpPr>
          <p:spPr>
            <a:xfrm>
              <a:off x="4198249" y="1939631"/>
              <a:ext cx="132976" cy="168431"/>
            </a:xfrm>
            <a:custGeom>
              <a:rect b="b" l="l" r="r" t="t"/>
              <a:pathLst>
                <a:path extrusionOk="0" h="168431" w="132976">
                  <a:moveTo>
                    <a:pt x="84762" y="40"/>
                  </a:moveTo>
                  <a:cubicBezTo>
                    <a:pt x="119624" y="10422"/>
                    <a:pt x="152009" y="71763"/>
                    <a:pt x="119624" y="99671"/>
                  </a:cubicBezTo>
                  <a:cubicBezTo>
                    <a:pt x="92097" y="123484"/>
                    <a:pt x="36471" y="118054"/>
                    <a:pt x="45710" y="72811"/>
                  </a:cubicBezTo>
                  <a:cubicBezTo>
                    <a:pt x="45921" y="71782"/>
                    <a:pt x="46637" y="70915"/>
                    <a:pt x="47615" y="70525"/>
                  </a:cubicBezTo>
                  <a:cubicBezTo>
                    <a:pt x="84191" y="61857"/>
                    <a:pt x="96288" y="104529"/>
                    <a:pt x="88572" y="132723"/>
                  </a:cubicBezTo>
                  <a:cubicBezTo>
                    <a:pt x="76666" y="176443"/>
                    <a:pt x="32470" y="175966"/>
                    <a:pt x="561" y="153011"/>
                  </a:cubicBezTo>
                  <a:cubicBezTo>
                    <a:pt x="-486" y="152249"/>
                    <a:pt x="-10" y="149296"/>
                    <a:pt x="1514" y="150058"/>
                  </a:cubicBezTo>
                  <a:cubicBezTo>
                    <a:pt x="27612" y="163108"/>
                    <a:pt x="64188" y="174633"/>
                    <a:pt x="80095" y="141295"/>
                  </a:cubicBezTo>
                  <a:cubicBezTo>
                    <a:pt x="88572" y="123484"/>
                    <a:pt x="88858" y="93670"/>
                    <a:pt x="72475" y="80335"/>
                  </a:cubicBezTo>
                  <a:cubicBezTo>
                    <a:pt x="68224" y="76335"/>
                    <a:pt x="62598" y="74116"/>
                    <a:pt x="56759" y="74144"/>
                  </a:cubicBezTo>
                  <a:cubicBezTo>
                    <a:pt x="44567" y="75573"/>
                    <a:pt x="46662" y="88813"/>
                    <a:pt x="53520" y="97099"/>
                  </a:cubicBezTo>
                  <a:cubicBezTo>
                    <a:pt x="64474" y="110434"/>
                    <a:pt x="86477" y="109006"/>
                    <a:pt x="101145" y="103862"/>
                  </a:cubicBezTo>
                  <a:cubicBezTo>
                    <a:pt x="151342" y="86146"/>
                    <a:pt x="116862" y="20995"/>
                    <a:pt x="84096" y="2707"/>
                  </a:cubicBezTo>
                  <a:cubicBezTo>
                    <a:pt x="83143" y="2135"/>
                    <a:pt x="83334" y="-341"/>
                    <a:pt x="84762"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4" name="Google Shape;2734;g38b88470f6c_2_3473"/>
            <p:cNvSpPr/>
            <p:nvPr/>
          </p:nvSpPr>
          <p:spPr>
            <a:xfrm>
              <a:off x="4348962" y="2716998"/>
              <a:ext cx="138697" cy="217633"/>
            </a:xfrm>
            <a:custGeom>
              <a:rect b="b" l="l" r="r" t="t"/>
              <a:pathLst>
                <a:path extrusionOk="0" h="217633" w="138697">
                  <a:moveTo>
                    <a:pt x="44824" y="2770"/>
                  </a:moveTo>
                  <a:cubicBezTo>
                    <a:pt x="-14516" y="7533"/>
                    <a:pt x="-3848" y="120213"/>
                    <a:pt x="44062" y="135453"/>
                  </a:cubicBezTo>
                  <a:cubicBezTo>
                    <a:pt x="50010" y="137577"/>
                    <a:pt x="56562" y="137235"/>
                    <a:pt x="62255" y="134501"/>
                  </a:cubicBezTo>
                  <a:cubicBezTo>
                    <a:pt x="69394" y="129253"/>
                    <a:pt x="73434" y="120775"/>
                    <a:pt x="73018" y="111927"/>
                  </a:cubicBezTo>
                  <a:cubicBezTo>
                    <a:pt x="67303" y="92877"/>
                    <a:pt x="34918" y="117070"/>
                    <a:pt x="31204" y="124595"/>
                  </a:cubicBezTo>
                  <a:cubicBezTo>
                    <a:pt x="18554" y="144931"/>
                    <a:pt x="20399" y="171096"/>
                    <a:pt x="35776" y="189460"/>
                  </a:cubicBezTo>
                  <a:cubicBezTo>
                    <a:pt x="60160" y="215844"/>
                    <a:pt x="106832" y="216702"/>
                    <a:pt x="137312" y="201462"/>
                  </a:cubicBezTo>
                  <a:cubicBezTo>
                    <a:pt x="138836" y="200604"/>
                    <a:pt x="139122" y="203557"/>
                    <a:pt x="138074" y="204319"/>
                  </a:cubicBezTo>
                  <a:cubicBezTo>
                    <a:pt x="105213" y="225369"/>
                    <a:pt x="50158" y="222321"/>
                    <a:pt x="25774" y="188984"/>
                  </a:cubicBezTo>
                  <a:cubicBezTo>
                    <a:pt x="6724" y="162314"/>
                    <a:pt x="19774" y="91543"/>
                    <a:pt x="62255" y="97830"/>
                  </a:cubicBezTo>
                  <a:cubicBezTo>
                    <a:pt x="101879" y="103640"/>
                    <a:pt x="74447" y="148788"/>
                    <a:pt x="44443" y="142788"/>
                  </a:cubicBezTo>
                  <a:cubicBezTo>
                    <a:pt x="14440" y="136787"/>
                    <a:pt x="3581" y="96972"/>
                    <a:pt x="724" y="72303"/>
                  </a:cubicBezTo>
                  <a:cubicBezTo>
                    <a:pt x="-2896" y="41251"/>
                    <a:pt x="6343" y="-659"/>
                    <a:pt x="44824" y="8"/>
                  </a:cubicBezTo>
                  <a:cubicBezTo>
                    <a:pt x="46063" y="8"/>
                    <a:pt x="45967" y="2675"/>
                    <a:pt x="44824" y="27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5" name="Google Shape;2735;g38b88470f6c_2_3473"/>
            <p:cNvSpPr/>
            <p:nvPr/>
          </p:nvSpPr>
          <p:spPr>
            <a:xfrm>
              <a:off x="5136649" y="1768271"/>
              <a:ext cx="148815" cy="239258"/>
            </a:xfrm>
            <a:custGeom>
              <a:rect b="b" l="l" r="r" t="t"/>
              <a:pathLst>
                <a:path extrusionOk="0" h="239258" w="148815">
                  <a:moveTo>
                    <a:pt x="2374" y="521"/>
                  </a:moveTo>
                  <a:cubicBezTo>
                    <a:pt x="43522" y="-4718"/>
                    <a:pt x="132009" y="29953"/>
                    <a:pt x="108959" y="86246"/>
                  </a:cubicBezTo>
                  <a:cubicBezTo>
                    <a:pt x="96672" y="116250"/>
                    <a:pt x="41808" y="135490"/>
                    <a:pt x="23805" y="101105"/>
                  </a:cubicBezTo>
                  <a:cubicBezTo>
                    <a:pt x="23005" y="99158"/>
                    <a:pt x="23891" y="96925"/>
                    <a:pt x="25806" y="96057"/>
                  </a:cubicBezTo>
                  <a:cubicBezTo>
                    <a:pt x="111531" y="47479"/>
                    <a:pt x="201828" y="187783"/>
                    <a:pt x="110864" y="238932"/>
                  </a:cubicBezTo>
                  <a:cubicBezTo>
                    <a:pt x="108006" y="240551"/>
                    <a:pt x="108102" y="235693"/>
                    <a:pt x="109721" y="234455"/>
                  </a:cubicBezTo>
                  <a:cubicBezTo>
                    <a:pt x="142335" y="212163"/>
                    <a:pt x="150707" y="167651"/>
                    <a:pt x="128409" y="135034"/>
                  </a:cubicBezTo>
                  <a:cubicBezTo>
                    <a:pt x="128123" y="134612"/>
                    <a:pt x="127828" y="134192"/>
                    <a:pt x="127533" y="133776"/>
                  </a:cubicBezTo>
                  <a:cubicBezTo>
                    <a:pt x="118265" y="118981"/>
                    <a:pt x="105073" y="107044"/>
                    <a:pt x="89433" y="99295"/>
                  </a:cubicBezTo>
                  <a:cubicBezTo>
                    <a:pt x="77717" y="93771"/>
                    <a:pt x="48285" y="85960"/>
                    <a:pt x="37331" y="97390"/>
                  </a:cubicBezTo>
                  <a:cubicBezTo>
                    <a:pt x="32378" y="102724"/>
                    <a:pt x="32473" y="96057"/>
                    <a:pt x="35045" y="102248"/>
                  </a:cubicBezTo>
                  <a:cubicBezTo>
                    <a:pt x="37493" y="105926"/>
                    <a:pt x="41227" y="108545"/>
                    <a:pt x="45522" y="109582"/>
                  </a:cubicBezTo>
                  <a:cubicBezTo>
                    <a:pt x="54876" y="112552"/>
                    <a:pt x="64963" y="112216"/>
                    <a:pt x="74097" y="108630"/>
                  </a:cubicBezTo>
                  <a:cubicBezTo>
                    <a:pt x="93147" y="101962"/>
                    <a:pt x="108102" y="84436"/>
                    <a:pt x="102672" y="63386"/>
                  </a:cubicBezTo>
                  <a:cubicBezTo>
                    <a:pt x="92671" y="21190"/>
                    <a:pt x="38950" y="6236"/>
                    <a:pt x="1326" y="5569"/>
                  </a:cubicBezTo>
                  <a:cubicBezTo>
                    <a:pt x="-1245" y="5569"/>
                    <a:pt x="374" y="712"/>
                    <a:pt x="2374" y="42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6" name="Google Shape;2736;g38b88470f6c_2_3473"/>
            <p:cNvSpPr/>
            <p:nvPr/>
          </p:nvSpPr>
          <p:spPr>
            <a:xfrm>
              <a:off x="4904517" y="1472755"/>
              <a:ext cx="67575" cy="71818"/>
            </a:xfrm>
            <a:custGeom>
              <a:rect b="b" l="l" r="r" t="t"/>
              <a:pathLst>
                <a:path extrusionOk="0" h="71818" w="67575">
                  <a:moveTo>
                    <a:pt x="67532" y="95"/>
                  </a:moveTo>
                  <a:cubicBezTo>
                    <a:pt x="67532" y="95"/>
                    <a:pt x="70104" y="46196"/>
                    <a:pt x="35814" y="71819"/>
                  </a:cubicBezTo>
                  <a:lnTo>
                    <a:pt x="0" y="60770"/>
                  </a:lnTo>
                  <a:cubicBezTo>
                    <a:pt x="0" y="60770"/>
                    <a:pt x="23908" y="49340"/>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7" name="Google Shape;2737;g38b88470f6c_2_3473"/>
            <p:cNvSpPr/>
            <p:nvPr/>
          </p:nvSpPr>
          <p:spPr>
            <a:xfrm>
              <a:off x="5644705" y="2613755"/>
              <a:ext cx="67576" cy="71723"/>
            </a:xfrm>
            <a:custGeom>
              <a:rect b="b" l="l" r="r" t="t"/>
              <a:pathLst>
                <a:path extrusionOk="0" h="71723" w="67576">
                  <a:moveTo>
                    <a:pt x="67532" y="0"/>
                  </a:moveTo>
                  <a:cubicBezTo>
                    <a:pt x="67532" y="0"/>
                    <a:pt x="70104" y="46101"/>
                    <a:pt x="35814" y="71723"/>
                  </a:cubicBezTo>
                  <a:lnTo>
                    <a:pt x="0" y="60865"/>
                  </a:lnTo>
                  <a:cubicBezTo>
                    <a:pt x="0" y="60865"/>
                    <a:pt x="23908" y="49339"/>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8" name="Google Shape;2738;g38b88470f6c_2_3473"/>
            <p:cNvSpPr/>
            <p:nvPr/>
          </p:nvSpPr>
          <p:spPr>
            <a:xfrm>
              <a:off x="5503163" y="3164776"/>
              <a:ext cx="67572" cy="71723"/>
            </a:xfrm>
            <a:custGeom>
              <a:rect b="b" l="l" r="r" t="t"/>
              <a:pathLst>
                <a:path extrusionOk="0" h="71723" w="67572">
                  <a:moveTo>
                    <a:pt x="67532" y="0"/>
                  </a:moveTo>
                  <a:cubicBezTo>
                    <a:pt x="67532" y="0"/>
                    <a:pt x="70009" y="46101"/>
                    <a:pt x="35814" y="71723"/>
                  </a:cubicBezTo>
                  <a:lnTo>
                    <a:pt x="0" y="60770"/>
                  </a:lnTo>
                  <a:cubicBezTo>
                    <a:pt x="0" y="60770"/>
                    <a:pt x="23908" y="49340"/>
                    <a:pt x="35814"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39" name="Google Shape;2739;g38b88470f6c_2_3473"/>
            <p:cNvSpPr/>
            <p:nvPr/>
          </p:nvSpPr>
          <p:spPr>
            <a:xfrm>
              <a:off x="4139660" y="1604200"/>
              <a:ext cx="89439" cy="62007"/>
            </a:xfrm>
            <a:custGeom>
              <a:rect b="b" l="l" r="r" t="t"/>
              <a:pathLst>
                <a:path extrusionOk="0" h="62007" w="89439">
                  <a:moveTo>
                    <a:pt x="0" y="15812"/>
                  </a:moveTo>
                  <a:cubicBezTo>
                    <a:pt x="0" y="15812"/>
                    <a:pt x="20955" y="56960"/>
                    <a:pt x="63341" y="62008"/>
                  </a:cubicBezTo>
                  <a:lnTo>
                    <a:pt x="89440" y="34576"/>
                  </a:lnTo>
                  <a:cubicBezTo>
                    <a:pt x="89440" y="34576"/>
                    <a:pt x="62960" y="36671"/>
                    <a:pt x="2790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0" name="Google Shape;2740;g38b88470f6c_2_3473"/>
            <p:cNvSpPr/>
            <p:nvPr/>
          </p:nvSpPr>
          <p:spPr>
            <a:xfrm>
              <a:off x="4582763" y="3025235"/>
              <a:ext cx="88963" cy="62007"/>
            </a:xfrm>
            <a:custGeom>
              <a:rect b="b" l="l" r="r" t="t"/>
              <a:pathLst>
                <a:path extrusionOk="0" h="62007" w="88963">
                  <a:moveTo>
                    <a:pt x="0" y="15812"/>
                  </a:moveTo>
                  <a:cubicBezTo>
                    <a:pt x="0" y="15812"/>
                    <a:pt x="20860" y="56959"/>
                    <a:pt x="63341" y="62008"/>
                  </a:cubicBezTo>
                  <a:lnTo>
                    <a:pt x="88964" y="34576"/>
                  </a:lnTo>
                  <a:cubicBezTo>
                    <a:pt x="88964"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1" name="Google Shape;2741;g38b88470f6c_2_3473"/>
            <p:cNvSpPr/>
            <p:nvPr/>
          </p:nvSpPr>
          <p:spPr>
            <a:xfrm>
              <a:off x="5033867" y="2264568"/>
              <a:ext cx="88868" cy="62007"/>
            </a:xfrm>
            <a:custGeom>
              <a:rect b="b" l="l" r="r" t="t"/>
              <a:pathLst>
                <a:path extrusionOk="0" h="62007" w="88868">
                  <a:moveTo>
                    <a:pt x="0" y="15812"/>
                  </a:moveTo>
                  <a:cubicBezTo>
                    <a:pt x="0" y="15812"/>
                    <a:pt x="20860" y="56959"/>
                    <a:pt x="63341" y="62008"/>
                  </a:cubicBezTo>
                  <a:lnTo>
                    <a:pt x="88868" y="34576"/>
                  </a:lnTo>
                  <a:cubicBezTo>
                    <a:pt x="88868" y="34576"/>
                    <a:pt x="62389" y="36671"/>
                    <a:pt x="274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2" name="Google Shape;2742;g38b88470f6c_2_3473"/>
            <p:cNvSpPr/>
            <p:nvPr/>
          </p:nvSpPr>
          <p:spPr>
            <a:xfrm>
              <a:off x="5448300" y="1726025"/>
              <a:ext cx="88868" cy="62007"/>
            </a:xfrm>
            <a:custGeom>
              <a:rect b="b" l="l" r="r" t="t"/>
              <a:pathLst>
                <a:path extrusionOk="0" h="62007" w="88868">
                  <a:moveTo>
                    <a:pt x="0" y="15812"/>
                  </a:moveTo>
                  <a:cubicBezTo>
                    <a:pt x="0" y="15812"/>
                    <a:pt x="20860" y="56960"/>
                    <a:pt x="63341" y="62008"/>
                  </a:cubicBezTo>
                  <a:lnTo>
                    <a:pt x="88868" y="34576"/>
                  </a:lnTo>
                  <a:cubicBezTo>
                    <a:pt x="88868"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3" name="Google Shape;2743;g38b88470f6c_2_3473"/>
            <p:cNvSpPr/>
            <p:nvPr/>
          </p:nvSpPr>
          <p:spPr>
            <a:xfrm>
              <a:off x="4561141" y="1717929"/>
              <a:ext cx="73723" cy="63633"/>
            </a:xfrm>
            <a:custGeom>
              <a:rect b="b" l="l" r="r" t="t"/>
              <a:pathLst>
                <a:path extrusionOk="0" h="63633" w="73723">
                  <a:moveTo>
                    <a:pt x="0" y="63246"/>
                  </a:moveTo>
                  <a:cubicBezTo>
                    <a:pt x="0" y="63246"/>
                    <a:pt x="45815" y="68961"/>
                    <a:pt x="73723" y="36481"/>
                  </a:cubicBezTo>
                  <a:lnTo>
                    <a:pt x="65246" y="0"/>
                  </a:lnTo>
                  <a:cubicBezTo>
                    <a:pt x="65246"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4" name="Google Shape;2744;g38b88470f6c_2_3473"/>
            <p:cNvSpPr/>
            <p:nvPr/>
          </p:nvSpPr>
          <p:spPr>
            <a:xfrm>
              <a:off x="5343525" y="1361312"/>
              <a:ext cx="73723" cy="63539"/>
            </a:xfrm>
            <a:custGeom>
              <a:rect b="b" l="l" r="r" t="t"/>
              <a:pathLst>
                <a:path extrusionOk="0" h="63539" w="73723">
                  <a:moveTo>
                    <a:pt x="0" y="63151"/>
                  </a:moveTo>
                  <a:cubicBezTo>
                    <a:pt x="0" y="63151"/>
                    <a:pt x="45815" y="68866"/>
                    <a:pt x="73724" y="36481"/>
                  </a:cubicBezTo>
                  <a:lnTo>
                    <a:pt x="65342" y="0"/>
                  </a:lnTo>
                  <a:cubicBezTo>
                    <a:pt x="65342" y="0"/>
                    <a:pt x="52197" y="23051"/>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5" name="Google Shape;2745;g38b88470f6c_2_3473"/>
            <p:cNvSpPr/>
            <p:nvPr/>
          </p:nvSpPr>
          <p:spPr>
            <a:xfrm>
              <a:off x="5447442" y="1969103"/>
              <a:ext cx="73628" cy="63619"/>
            </a:xfrm>
            <a:custGeom>
              <a:rect b="b" l="l" r="r" t="t"/>
              <a:pathLst>
                <a:path extrusionOk="0" h="63619" w="73628">
                  <a:moveTo>
                    <a:pt x="0" y="63246"/>
                  </a:moveTo>
                  <a:cubicBezTo>
                    <a:pt x="0" y="63246"/>
                    <a:pt x="45720" y="68866"/>
                    <a:pt x="73628" y="36481"/>
                  </a:cubicBezTo>
                  <a:lnTo>
                    <a:pt x="65246" y="0"/>
                  </a:lnTo>
                  <a:cubicBezTo>
                    <a:pt x="65246" y="0"/>
                    <a:pt x="52102" y="23146"/>
                    <a:pt x="2096"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6" name="Google Shape;2746;g38b88470f6c_2_3473"/>
            <p:cNvSpPr/>
            <p:nvPr/>
          </p:nvSpPr>
          <p:spPr>
            <a:xfrm>
              <a:off x="3962400" y="2874835"/>
              <a:ext cx="73723" cy="63634"/>
            </a:xfrm>
            <a:custGeom>
              <a:rect b="b" l="l" r="r" t="t"/>
              <a:pathLst>
                <a:path extrusionOk="0" h="63634" w="73723">
                  <a:moveTo>
                    <a:pt x="0" y="63246"/>
                  </a:moveTo>
                  <a:cubicBezTo>
                    <a:pt x="0" y="63246"/>
                    <a:pt x="45815" y="68961"/>
                    <a:pt x="73724" y="36576"/>
                  </a:cubicBezTo>
                  <a:lnTo>
                    <a:pt x="65342" y="0"/>
                  </a:lnTo>
                  <a:cubicBezTo>
                    <a:pt x="65342"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7" name="Google Shape;2747;g38b88470f6c_2_3473"/>
            <p:cNvSpPr/>
            <p:nvPr/>
          </p:nvSpPr>
          <p:spPr>
            <a:xfrm>
              <a:off x="4874895" y="1937194"/>
              <a:ext cx="88963" cy="59245"/>
            </a:xfrm>
            <a:custGeom>
              <a:rect b="b" l="l" r="r" t="t"/>
              <a:pathLst>
                <a:path extrusionOk="0" h="59245" w="88963">
                  <a:moveTo>
                    <a:pt x="0" y="13049"/>
                  </a:moveTo>
                  <a:cubicBezTo>
                    <a:pt x="0" y="13049"/>
                    <a:pt x="20860" y="54197"/>
                    <a:pt x="63341" y="59246"/>
                  </a:cubicBezTo>
                  <a:lnTo>
                    <a:pt x="88963" y="31814"/>
                  </a:lnTo>
                  <a:cubicBezTo>
                    <a:pt x="88963" y="31814"/>
                    <a:pt x="57626" y="36671"/>
                    <a:pt x="2228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8" name="Google Shape;2748;g38b88470f6c_2_3473"/>
            <p:cNvSpPr/>
            <p:nvPr/>
          </p:nvSpPr>
          <p:spPr>
            <a:xfrm>
              <a:off x="4829175" y="2004822"/>
              <a:ext cx="80010" cy="68579"/>
            </a:xfrm>
            <a:custGeom>
              <a:rect b="b" l="l" r="r" t="t"/>
              <a:pathLst>
                <a:path extrusionOk="0" h="68579" w="80010">
                  <a:moveTo>
                    <a:pt x="0" y="6191"/>
                  </a:moveTo>
                  <a:cubicBezTo>
                    <a:pt x="0" y="6191"/>
                    <a:pt x="8192" y="51625"/>
                    <a:pt x="47625" y="68580"/>
                  </a:cubicBezTo>
                  <a:lnTo>
                    <a:pt x="80010" y="49530"/>
                  </a:lnTo>
                  <a:cubicBezTo>
                    <a:pt x="57093" y="39195"/>
                    <a:pt x="38052" y="21850"/>
                    <a:pt x="2562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49" name="Google Shape;2749;g38b88470f6c_2_3473"/>
            <p:cNvSpPr/>
            <p:nvPr/>
          </p:nvSpPr>
          <p:spPr>
            <a:xfrm>
              <a:off x="6047612" y="1718405"/>
              <a:ext cx="80010" cy="68675"/>
            </a:xfrm>
            <a:custGeom>
              <a:rect b="b" l="l" r="r" t="t"/>
              <a:pathLst>
                <a:path extrusionOk="0" h="68675" w="80010">
                  <a:moveTo>
                    <a:pt x="80010" y="6191"/>
                  </a:moveTo>
                  <a:cubicBezTo>
                    <a:pt x="80010" y="6191"/>
                    <a:pt x="71819" y="51625"/>
                    <a:pt x="32385" y="68675"/>
                  </a:cubicBezTo>
                  <a:lnTo>
                    <a:pt x="0" y="49625"/>
                  </a:lnTo>
                  <a:cubicBezTo>
                    <a:pt x="22936" y="39272"/>
                    <a:pt x="41986" y="21893"/>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750" name="Google Shape;2750;g38b88470f6c_2_3473"/>
            <p:cNvSpPr/>
            <p:nvPr/>
          </p:nvSpPr>
          <p:spPr>
            <a:xfrm>
              <a:off x="6244018" y="1760886"/>
              <a:ext cx="88963" cy="59245"/>
            </a:xfrm>
            <a:custGeom>
              <a:rect b="b" l="l" r="r" t="t"/>
              <a:pathLst>
                <a:path extrusionOk="0" h="59245" w="88963">
                  <a:moveTo>
                    <a:pt x="88963" y="13049"/>
                  </a:moveTo>
                  <a:cubicBezTo>
                    <a:pt x="88963" y="13049"/>
                    <a:pt x="68104" y="54197"/>
                    <a:pt x="25622" y="59245"/>
                  </a:cubicBezTo>
                  <a:lnTo>
                    <a:pt x="0" y="31909"/>
                  </a:lnTo>
                  <a:cubicBezTo>
                    <a:pt x="0" y="31909"/>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751" name="Google Shape;2751;g38b88470f6c_2_3473"/>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2752" name="Shape 2752"/>
        <p:cNvGrpSpPr/>
        <p:nvPr/>
      </p:nvGrpSpPr>
      <p:grpSpPr>
        <a:xfrm>
          <a:off x="0" y="0"/>
          <a:ext cx="0" cy="0"/>
          <a:chOff x="0" y="0"/>
          <a:chExt cx="0" cy="0"/>
        </a:xfrm>
      </p:grpSpPr>
      <p:sp>
        <p:nvSpPr>
          <p:cNvPr id="2753" name="Google Shape;2753;g38b88470f6c_2_3566"/>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marR="0" algn="l">
              <a:lnSpc>
                <a:spcPct val="90000"/>
              </a:lnSpc>
              <a:spcBef>
                <a:spcPts val="0"/>
              </a:spcBef>
              <a:spcAft>
                <a:spcPts val="0"/>
              </a:spcAft>
              <a:buClr>
                <a:srgbClr val="172A4B"/>
              </a:buClr>
              <a:buSzPts val="3200"/>
              <a:buFont typeface="Fredoka"/>
              <a:buNone/>
              <a:defRPr b="1" i="0" sz="3200" u="none" cap="none" strike="noStrike">
                <a:solidFill>
                  <a:srgbClr val="172A4B"/>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54" name="Google Shape;2754;g38b88470f6c_2_3566"/>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3200"/>
              <a:buFont typeface="Arial"/>
              <a:buNone/>
              <a:defRPr b="0" i="0" sz="32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2000"/>
              <a:buFont typeface="Arial"/>
              <a:buNone/>
              <a:defRPr b="0" i="0" sz="20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2000"/>
              <a:buFont typeface="Arial"/>
              <a:buNone/>
              <a:defRPr b="0" i="0" sz="2000" u="none" cap="none" strike="noStrike">
                <a:solidFill>
                  <a:srgbClr val="172A4B"/>
                </a:solidFill>
                <a:latin typeface="Quicksand"/>
                <a:ea typeface="Quicksand"/>
                <a:cs typeface="Quicksand"/>
                <a:sym typeface="Quicksand"/>
              </a:defRPr>
            </a:lvl5pPr>
            <a:lvl6pPr indent="-355600" lvl="5" marL="27432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6pPr>
            <a:lvl7pPr indent="-355600" lvl="6" marL="32004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7pPr>
            <a:lvl8pPr indent="-355600" lvl="7" marL="3657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8pPr>
            <a:lvl9pPr indent="-355600" lvl="8" marL="41148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9pPr>
          </a:lstStyle>
          <a:p/>
        </p:txBody>
      </p:sp>
      <p:sp>
        <p:nvSpPr>
          <p:cNvPr id="2755" name="Google Shape;2755;g38b88470f6c_2_3566"/>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1600"/>
              <a:buFont typeface="Arial"/>
              <a:buNone/>
              <a:defRPr b="0" i="0" sz="16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Quicksand"/>
                <a:ea typeface="Quicksand"/>
                <a:cs typeface="Quicksand"/>
                <a:sym typeface="Quicksand"/>
              </a:defRPr>
            </a:lvl2pPr>
            <a:lvl3pPr indent="-228600" lvl="2" marL="1371600" marR="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5pPr>
            <a:lvl6pPr indent="-228600" lvl="5" marL="27432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6pPr>
            <a:lvl7pPr indent="-228600" lvl="6" marL="32004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7pPr>
            <a:lvl8pPr indent="-228600" lvl="7" marL="36576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8pPr>
            <a:lvl9pPr indent="-228600" lvl="8" marL="4114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9pPr>
          </a:lstStyle>
          <a:p/>
        </p:txBody>
      </p:sp>
      <p:sp>
        <p:nvSpPr>
          <p:cNvPr id="2756" name="Google Shape;2756;g38b88470f6c_2_3566"/>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757" name="Google Shape;2757;g38b88470f6c_2_3566"/>
          <p:cNvSpPr/>
          <p:nvPr/>
        </p:nvSpPr>
        <p:spPr>
          <a:xfrm>
            <a:off x="10619150" y="5964807"/>
            <a:ext cx="993300" cy="399600"/>
          </a:xfrm>
          <a:prstGeom prst="rect">
            <a:avLst/>
          </a:prstGeom>
          <a:blipFill rotWithShape="1">
            <a:blip r:embed="rId2">
              <a:alphaModFix/>
            </a:blip>
            <a:stretch>
              <a:fillRect b="0" l="0" r="0" t="0"/>
            </a:stretch>
          </a:blipFill>
          <a:ln>
            <a:noFill/>
          </a:ln>
          <a:effectLst>
            <a:outerShdw blurRad="76200" rotWithShape="0" algn="tl" dir="2700000" dist="139700">
              <a:srgbClr val="000000">
                <a:alpha val="2392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2758" name="Google Shape;2758;g38b88470f6c_2_3566"/>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759" name="Shape 2759"/>
        <p:cNvGrpSpPr/>
        <p:nvPr/>
      </p:nvGrpSpPr>
      <p:grpSpPr>
        <a:xfrm>
          <a:off x="0" y="0"/>
          <a:ext cx="0" cy="0"/>
          <a:chOff x="0" y="0"/>
          <a:chExt cx="0" cy="0"/>
        </a:xfrm>
      </p:grpSpPr>
      <p:sp>
        <p:nvSpPr>
          <p:cNvPr id="2760" name="Google Shape;2760;g38b88470f6c_2_3573"/>
          <p:cNvSpPr txBox="1"/>
          <p:nvPr>
            <p:ph type="ctrTitle"/>
          </p:nvPr>
        </p:nvSpPr>
        <p:spPr>
          <a:xfrm>
            <a:off x="959999" y="1748091"/>
            <a:ext cx="5136000" cy="2753100"/>
          </a:xfrm>
          <a:prstGeom prst="rect">
            <a:avLst/>
          </a:prstGeom>
          <a:noFill/>
          <a:ln>
            <a:noFill/>
          </a:ln>
        </p:spPr>
        <p:txBody>
          <a:bodyPr anchorCtr="0" anchor="ctr"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Quicksand"/>
              <a:buNone/>
              <a:defRPr b="1" i="0" sz="6933" u="none" cap="none" strike="noStrike">
                <a:solidFill>
                  <a:srgbClr val="172A4B"/>
                </a:solidFill>
                <a:latin typeface="Quicksand"/>
                <a:ea typeface="Quicksand"/>
                <a:cs typeface="Quicksand"/>
                <a:sym typeface="Quicksand"/>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2761" name="Google Shape;2761;g38b88470f6c_2_3573"/>
          <p:cNvSpPr txBox="1"/>
          <p:nvPr>
            <p:ph idx="1" type="subTitle"/>
          </p:nvPr>
        </p:nvSpPr>
        <p:spPr>
          <a:xfrm>
            <a:off x="959999" y="4366658"/>
            <a:ext cx="5136000" cy="9432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accent2"/>
              </a:buClr>
              <a:buSzPts val="2800"/>
              <a:buFont typeface="Arial"/>
              <a:buNone/>
              <a:defRPr b="1" i="0" sz="1867" u="none" cap="none" strike="noStrike">
                <a:solidFill>
                  <a:schemeClr val="accent2"/>
                </a:solidFill>
                <a:latin typeface="Quicksand"/>
                <a:ea typeface="Quicksand"/>
                <a:cs typeface="Quicksand"/>
                <a:sym typeface="Quicksand"/>
              </a:defRPr>
            </a:lvl1pPr>
            <a:lvl2pPr lvl="1"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2pPr>
            <a:lvl3pPr lvl="2"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3pPr>
            <a:lvl4pPr lvl="3"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4pPr>
            <a:lvl5pPr lvl="4"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5pPr>
            <a:lvl6pPr lvl="5"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6pPr>
            <a:lvl7pPr lvl="6"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7pPr>
            <a:lvl8pPr lvl="7"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8pPr>
            <a:lvl9pPr lvl="8"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9pPr>
          </a:lstStyle>
          <a:p/>
        </p:txBody>
      </p:sp>
      <p:sp>
        <p:nvSpPr>
          <p:cNvPr id="2762" name="Google Shape;2762;g38b88470f6c_2_3573"/>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2763" name="Google Shape;2763;g38b88470f6c_2_3573"/>
          <p:cNvSpPr txBox="1"/>
          <p:nvPr>
            <p:ph idx="2" type="body"/>
          </p:nvPr>
        </p:nvSpPr>
        <p:spPr>
          <a:xfrm>
            <a:off x="6618288" y="1296988"/>
            <a:ext cx="4799100" cy="46515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764" name="Google Shape;2764;g38b88470f6c_2_3573"/>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765" name="Google Shape;2765;g38b88470f6c_2_3573"/>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72A4B"/>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2766" name="Shape 2766"/>
        <p:cNvGrpSpPr/>
        <p:nvPr/>
      </p:nvGrpSpPr>
      <p:grpSpPr>
        <a:xfrm>
          <a:off x="0" y="0"/>
          <a:ext cx="0" cy="0"/>
          <a:chOff x="0" y="0"/>
          <a:chExt cx="0" cy="0"/>
        </a:xfrm>
      </p:grpSpPr>
      <p:sp>
        <p:nvSpPr>
          <p:cNvPr id="2767" name="Google Shape;2767;g38b88470f6c_2_3580"/>
          <p:cNvSpPr txBox="1"/>
          <p:nvPr>
            <p:ph type="ctrTitle"/>
          </p:nvPr>
        </p:nvSpPr>
        <p:spPr>
          <a:xfrm>
            <a:off x="959999" y="1147200"/>
            <a:ext cx="10048200" cy="2753100"/>
          </a:xfrm>
          <a:prstGeom prst="rect">
            <a:avLst/>
          </a:prstGeom>
          <a:noFill/>
          <a:ln>
            <a:noFill/>
          </a:ln>
        </p:spPr>
        <p:txBody>
          <a:bodyPr anchorCtr="0" anchor="b"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Fredoka"/>
              <a:buNone/>
              <a:defRPr b="1" i="0" sz="6933" u="none" cap="none" strike="noStrike">
                <a:solidFill>
                  <a:srgbClr val="172A4B"/>
                </a:solidFill>
                <a:latin typeface="Fredoka"/>
                <a:ea typeface="Fredoka"/>
                <a:cs typeface="Fredoka"/>
                <a:sym typeface="Fredoka"/>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2768" name="Google Shape;2768;g38b88470f6c_2_3580"/>
          <p:cNvSpPr txBox="1"/>
          <p:nvPr>
            <p:ph idx="1" type="subTitle"/>
          </p:nvPr>
        </p:nvSpPr>
        <p:spPr>
          <a:xfrm>
            <a:off x="959999" y="3765767"/>
            <a:ext cx="10048200" cy="9432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accent2"/>
              </a:buClr>
              <a:buSzPts val="2800"/>
              <a:buFont typeface="Arial"/>
              <a:buNone/>
              <a:defRPr b="0" i="0" sz="1867" u="none" cap="none" strike="noStrike">
                <a:solidFill>
                  <a:schemeClr val="accent2"/>
                </a:solidFill>
                <a:latin typeface="Quicksand"/>
                <a:ea typeface="Quicksand"/>
                <a:cs typeface="Quicksand"/>
                <a:sym typeface="Quicksand"/>
              </a:defRPr>
            </a:lvl1pPr>
            <a:lvl2pPr lvl="1"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2pPr>
            <a:lvl3pPr lvl="2"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3pPr>
            <a:lvl4pPr lvl="3"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4pPr>
            <a:lvl5pPr lvl="4"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5pPr>
            <a:lvl6pPr lvl="5"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6pPr>
            <a:lvl7pPr lvl="6"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7pPr>
            <a:lvl8pPr lvl="7"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8pPr>
            <a:lvl9pPr lvl="8"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9pPr>
          </a:lstStyle>
          <a:p/>
        </p:txBody>
      </p:sp>
      <p:sp>
        <p:nvSpPr>
          <p:cNvPr id="2769" name="Google Shape;2769;g38b88470f6c_2_3580"/>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2770" name="Google Shape;2770;g38b88470f6c_2_3580"/>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771" name="Google Shape;2771;g38b88470f6c_2_3580"/>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2">
    <p:spTree>
      <p:nvGrpSpPr>
        <p:cNvPr id="2772" name="Shape 2772"/>
        <p:cNvGrpSpPr/>
        <p:nvPr/>
      </p:nvGrpSpPr>
      <p:grpSpPr>
        <a:xfrm>
          <a:off x="0" y="0"/>
          <a:ext cx="0" cy="0"/>
          <a:chOff x="0" y="0"/>
          <a:chExt cx="0" cy="0"/>
        </a:xfrm>
      </p:grpSpPr>
      <p:sp>
        <p:nvSpPr>
          <p:cNvPr id="2773" name="Google Shape;2773;g38b88470f6c_2_3586"/>
          <p:cNvSpPr txBox="1"/>
          <p:nvPr>
            <p:ph type="ctrTitle"/>
          </p:nvPr>
        </p:nvSpPr>
        <p:spPr>
          <a:xfrm>
            <a:off x="579432" y="1300532"/>
            <a:ext cx="2430000" cy="3719400"/>
          </a:xfrm>
          <a:prstGeom prst="rect">
            <a:avLst/>
          </a:prstGeom>
          <a:noFill/>
          <a:ln>
            <a:noFill/>
          </a:ln>
        </p:spPr>
        <p:txBody>
          <a:bodyPr anchorCtr="0" anchor="b"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Fredoka"/>
              <a:buNone/>
              <a:defRPr b="1" i="0" sz="4800" u="none" cap="none" strike="noStrike">
                <a:solidFill>
                  <a:srgbClr val="172A4B"/>
                </a:solidFill>
                <a:latin typeface="Fredoka"/>
                <a:ea typeface="Fredoka"/>
                <a:cs typeface="Fredoka"/>
                <a:sym typeface="Fredoka"/>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2774" name="Google Shape;2774;g38b88470f6c_2_3586"/>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2775" name="Google Shape;2775;g38b88470f6c_2_3586"/>
          <p:cNvSpPr txBox="1"/>
          <p:nvPr>
            <p:ph idx="1" type="body"/>
          </p:nvPr>
        </p:nvSpPr>
        <p:spPr>
          <a:xfrm>
            <a:off x="579432" y="548057"/>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776" name="Google Shape;2776;g38b88470f6c_2_3586"/>
          <p:cNvSpPr txBox="1"/>
          <p:nvPr>
            <p:ph idx="2" type="body"/>
          </p:nvPr>
        </p:nvSpPr>
        <p:spPr>
          <a:xfrm>
            <a:off x="579431" y="5019996"/>
            <a:ext cx="2430000" cy="1095600"/>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777" name="Google Shape;2777;g38b88470f6c_2_3586"/>
          <p:cNvSpPr txBox="1"/>
          <p:nvPr>
            <p:ph idx="3" type="body"/>
          </p:nvPr>
        </p:nvSpPr>
        <p:spPr>
          <a:xfrm>
            <a:off x="3124200" y="1300163"/>
            <a:ext cx="8488500" cy="48150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778" name="Google Shape;2778;g38b88470f6c_2_3586"/>
          <p:cNvSpPr txBox="1"/>
          <p:nvPr>
            <p:ph idx="4"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779" name="Google Shape;2779;g38b88470f6c_2_3586"/>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 NOTE!">
  <p:cSld name="IMPORTANT NOTE!">
    <p:spTree>
      <p:nvGrpSpPr>
        <p:cNvPr id="2780" name="Shape 2780"/>
        <p:cNvGrpSpPr/>
        <p:nvPr/>
      </p:nvGrpSpPr>
      <p:grpSpPr>
        <a:xfrm>
          <a:off x="0" y="0"/>
          <a:ext cx="0" cy="0"/>
          <a:chOff x="0" y="0"/>
          <a:chExt cx="0" cy="0"/>
        </a:xfrm>
      </p:grpSpPr>
      <p:sp>
        <p:nvSpPr>
          <p:cNvPr id="2781" name="Google Shape;2781;g38b88470f6c_2_3594"/>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algn="ctr">
              <a:lnSpc>
                <a:spcPct val="90000"/>
              </a:lnSpc>
              <a:spcBef>
                <a:spcPts val="0"/>
              </a:spcBef>
              <a:spcAft>
                <a:spcPts val="0"/>
              </a:spcAft>
              <a:buClr>
                <a:srgbClr val="172A4B"/>
              </a:buClr>
              <a:buSzPts val="6000"/>
              <a:buFont typeface="Fredoka"/>
              <a:buNone/>
              <a:defRPr b="1" i="0" sz="6000" u="none" cap="none" strike="noStrike">
                <a:solidFill>
                  <a:srgbClr val="172A4B"/>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82" name="Google Shape;2782;g38b88470f6c_2_3594"/>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algn="ctr">
              <a:lnSpc>
                <a:spcPct val="90000"/>
              </a:lnSpc>
              <a:spcBef>
                <a:spcPts val="10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1pPr>
            <a:lvl2pPr lvl="1" marR="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3pPr>
            <a:lvl4pPr lvl="3"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2783" name="Google Shape;2783;g38b88470f6c_2_3594"/>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2784" name="Google Shape;2784;g38b88470f6c_2_3594"/>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785" name="Google Shape;2785;g38b88470f6c_2_3594"/>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3">
    <p:spTree>
      <p:nvGrpSpPr>
        <p:cNvPr id="2786" name="Shape 2786"/>
        <p:cNvGrpSpPr/>
        <p:nvPr/>
      </p:nvGrpSpPr>
      <p:grpSpPr>
        <a:xfrm>
          <a:off x="0" y="0"/>
          <a:ext cx="0" cy="0"/>
          <a:chOff x="0" y="0"/>
          <a:chExt cx="0" cy="0"/>
        </a:xfrm>
      </p:grpSpPr>
      <p:sp>
        <p:nvSpPr>
          <p:cNvPr id="2787" name="Google Shape;2787;g38b88470f6c_2_3600"/>
          <p:cNvSpPr txBox="1"/>
          <p:nvPr>
            <p:ph type="ctrTitle"/>
          </p:nvPr>
        </p:nvSpPr>
        <p:spPr>
          <a:xfrm>
            <a:off x="959999" y="2052400"/>
            <a:ext cx="4488300" cy="2753100"/>
          </a:xfrm>
          <a:prstGeom prst="rect">
            <a:avLst/>
          </a:prstGeom>
          <a:noFill/>
          <a:ln>
            <a:noFill/>
          </a:ln>
        </p:spPr>
        <p:txBody>
          <a:bodyPr anchorCtr="0" anchor="ctr"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Fredoka"/>
              <a:buNone/>
              <a:defRPr b="1" i="0" sz="5400" u="none" cap="none" strike="noStrike">
                <a:solidFill>
                  <a:srgbClr val="172A4B"/>
                </a:solidFill>
                <a:latin typeface="Fredoka"/>
                <a:ea typeface="Fredoka"/>
                <a:cs typeface="Fredoka"/>
                <a:sym typeface="Fredoka"/>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2788" name="Google Shape;2788;g38b88470f6c_2_3600"/>
          <p:cNvSpPr txBox="1"/>
          <p:nvPr>
            <p:ph idx="1" type="body"/>
          </p:nvPr>
        </p:nvSpPr>
        <p:spPr>
          <a:xfrm>
            <a:off x="959999" y="561975"/>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789" name="Google Shape;2789;g38b88470f6c_2_3600"/>
          <p:cNvSpPr txBox="1"/>
          <p:nvPr>
            <p:ph idx="2" type="body"/>
          </p:nvPr>
        </p:nvSpPr>
        <p:spPr>
          <a:xfrm>
            <a:off x="959999" y="5124450"/>
            <a:ext cx="4488300" cy="990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790" name="Google Shape;2790;g38b88470f6c_2_3600"/>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791" name="Google Shape;2791;g38b88470f6c_2_3600"/>
          <p:cNvSpPr/>
          <p:nvPr/>
        </p:nvSpPr>
        <p:spPr>
          <a:xfrm>
            <a:off x="10619150" y="5964807"/>
            <a:ext cx="993300" cy="399600"/>
          </a:xfrm>
          <a:prstGeom prst="rect">
            <a:avLst/>
          </a:prstGeom>
          <a:blipFill rotWithShape="1">
            <a:blip r:embed="rId2">
              <a:alphaModFix/>
            </a:blip>
            <a:stretch>
              <a:fillRect b="0" l="0" r="0" t="0"/>
            </a:stretch>
          </a:blipFill>
          <a:ln>
            <a:noFill/>
          </a:ln>
          <a:effectLst>
            <a:outerShdw blurRad="76200" rotWithShape="0" algn="tl" dir="2700000" dist="139700">
              <a:srgbClr val="000000">
                <a:alpha val="2392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2792" name="Google Shape;2792;g38b88470f6c_2_3600"/>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Quicksand"/>
                <a:ea typeface="Quicksand"/>
                <a:cs typeface="Quicksand"/>
                <a:sym typeface="Quicksan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2793" name="Shape 2793"/>
        <p:cNvGrpSpPr/>
        <p:nvPr/>
      </p:nvGrpSpPr>
      <p:grpSpPr>
        <a:xfrm>
          <a:off x="0" y="0"/>
          <a:ext cx="0" cy="0"/>
          <a:chOff x="0" y="0"/>
          <a:chExt cx="0" cy="0"/>
        </a:xfrm>
      </p:grpSpPr>
      <p:sp>
        <p:nvSpPr>
          <p:cNvPr id="2794" name="Google Shape;2794;g38b88470f6c_2_3607"/>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algn="ctr">
              <a:lnSpc>
                <a:spcPct val="90000"/>
              </a:lnSpc>
              <a:spcBef>
                <a:spcPts val="0"/>
              </a:spcBef>
              <a:spcAft>
                <a:spcPts val="0"/>
              </a:spcAft>
              <a:buClr>
                <a:schemeClr val="dk1"/>
              </a:buClr>
              <a:buSzPts val="6000"/>
              <a:buFont typeface="Fredoka"/>
              <a:buNone/>
              <a:defRPr b="0" i="0" sz="6000" u="none" cap="none" strike="noStrike">
                <a:solidFill>
                  <a:schemeClr val="dk1"/>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95" name="Google Shape;2795;g38b88470f6c_2_3607"/>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Quicksand"/>
                <a:ea typeface="Quicksand"/>
                <a:cs typeface="Quicksand"/>
                <a:sym typeface="Quicksand"/>
              </a:defRPr>
            </a:lvl1pPr>
            <a:lvl2pPr lvl="1" marR="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3pPr>
            <a:lvl4pPr lvl="3"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2796" name="Google Shape;2796;g38b88470f6c_2_3607"/>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2797" name="Google Shape;2797;g38b88470f6c_2_3607"/>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2798" name="Google Shape;2798;g38b88470f6c_2_3607"/>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1pPr>
            <a:lvl2pPr indent="0" lvl="1"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2pPr>
            <a:lvl3pPr indent="0" lvl="2"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3pPr>
            <a:lvl4pPr indent="0" lvl="3"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4pPr>
            <a:lvl5pPr indent="0" lvl="4"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5pPr>
            <a:lvl6pPr indent="0" lvl="5"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6pPr>
            <a:lvl7pPr indent="0" lvl="6"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7pPr>
            <a:lvl8pPr indent="0" lvl="7"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8pPr>
            <a:lvl9pPr indent="0" lvl="8"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9pPr>
          </a:lstStyle>
          <a:p>
            <a:pPr indent="0" lvl="0" marL="0" rtl="0" algn="l">
              <a:spcBef>
                <a:spcPts val="0"/>
              </a:spcBef>
              <a:spcAft>
                <a:spcPts val="0"/>
              </a:spcAft>
              <a:buNone/>
            </a:pPr>
            <a:fld id="{00000000-1234-1234-1234-123412341234}" type="slidenum">
              <a:rPr lang="en-US"/>
              <a:t>‹#›</a:t>
            </a:fld>
            <a:endParaRPr/>
          </a:p>
        </p:txBody>
      </p:sp>
      <p:sp>
        <p:nvSpPr>
          <p:cNvPr id="2799" name="Google Shape;2799;g38b88470f6c_2_3607"/>
          <p:cNvSpPr/>
          <p:nvPr/>
        </p:nvSpPr>
        <p:spPr>
          <a:xfrm>
            <a:off x="10619150" y="5964807"/>
            <a:ext cx="993300" cy="399600"/>
          </a:xfrm>
          <a:prstGeom prst="rect">
            <a:avLst/>
          </a:prstGeom>
          <a:blipFill rotWithShape="1">
            <a:blip r:embed="rId2">
              <a:alphaModFix/>
            </a:blip>
            <a:stretch>
              <a:fillRect b="0" l="0" r="0" t="0"/>
            </a:stretch>
          </a:blipFill>
          <a:ln>
            <a:noFill/>
          </a:ln>
          <a:effectLst>
            <a:outerShdw blurRad="76200" rotWithShape="0" algn="tl" dir="2700000" dist="139700">
              <a:srgbClr val="000000">
                <a:alpha val="2392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mage (no text under)">
  <p:cSld name="Large image (no text under)">
    <p:spTree>
      <p:nvGrpSpPr>
        <p:cNvPr id="2800" name="Shape 2800"/>
        <p:cNvGrpSpPr/>
        <p:nvPr/>
      </p:nvGrpSpPr>
      <p:grpSpPr>
        <a:xfrm>
          <a:off x="0" y="0"/>
          <a:ext cx="0" cy="0"/>
          <a:chOff x="0" y="0"/>
          <a:chExt cx="0" cy="0"/>
        </a:xfrm>
      </p:grpSpPr>
      <p:sp>
        <p:nvSpPr>
          <p:cNvPr id="2801" name="Google Shape;2801;g38b88470f6c_2_3614"/>
          <p:cNvSpPr txBox="1"/>
          <p:nvPr>
            <p:ph idx="1" type="body"/>
          </p:nvPr>
        </p:nvSpPr>
        <p:spPr>
          <a:xfrm>
            <a:off x="414533" y="1356967"/>
            <a:ext cx="11361600" cy="50820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rgbClr val="1955CC"/>
              </a:buClr>
              <a:buSzPts val="1800"/>
              <a:buFont typeface="Arial"/>
              <a:buChar char="●"/>
              <a:defRPr b="0" i="0" sz="2800" u="none" cap="none" strike="noStrike">
                <a:solidFill>
                  <a:srgbClr val="1955CC"/>
                </a:solidFill>
                <a:latin typeface="Quicksand"/>
                <a:ea typeface="Quicksand"/>
                <a:cs typeface="Quicksand"/>
                <a:sym typeface="Quicksand"/>
              </a:defRPr>
            </a:lvl1pPr>
            <a:lvl2pPr indent="-317500" lvl="1" marL="914400" marR="0" algn="l">
              <a:lnSpc>
                <a:spcPct val="115000"/>
              </a:lnSpc>
              <a:spcBef>
                <a:spcPts val="2133"/>
              </a:spcBef>
              <a:spcAft>
                <a:spcPts val="0"/>
              </a:spcAft>
              <a:buClr>
                <a:schemeClr val="dk1"/>
              </a:buClr>
              <a:buSzPts val="1400"/>
              <a:buFont typeface="Arial"/>
              <a:buChar char="○"/>
              <a:defRPr b="0" i="0" sz="2400" u="none" cap="none" strike="noStrike">
                <a:solidFill>
                  <a:schemeClr val="dk1"/>
                </a:solidFill>
                <a:latin typeface="Quicksand"/>
                <a:ea typeface="Quicksand"/>
                <a:cs typeface="Quicksand"/>
                <a:sym typeface="Quicksand"/>
              </a:defRPr>
            </a:lvl2pPr>
            <a:lvl3pPr indent="-317500" lvl="2" marL="1371600" marR="0" algn="l">
              <a:lnSpc>
                <a:spcPct val="115000"/>
              </a:lnSpc>
              <a:spcBef>
                <a:spcPts val="2133"/>
              </a:spcBef>
              <a:spcAft>
                <a:spcPts val="0"/>
              </a:spcAft>
              <a:buClr>
                <a:schemeClr val="dk1"/>
              </a:buClr>
              <a:buSzPts val="1400"/>
              <a:buFont typeface="Arial"/>
              <a:buChar char="■"/>
              <a:defRPr b="0" i="0" sz="2000" u="none" cap="none" strike="noStrike">
                <a:solidFill>
                  <a:schemeClr val="dk1"/>
                </a:solidFill>
                <a:latin typeface="Quicksand"/>
                <a:ea typeface="Quicksand"/>
                <a:cs typeface="Quicksand"/>
                <a:sym typeface="Quicksand"/>
              </a:defRPr>
            </a:lvl3pPr>
            <a:lvl4pPr indent="-317500" lvl="3" marL="18288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4pPr>
            <a:lvl5pPr indent="-317500" lvl="4" marL="22860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5pPr>
            <a:lvl6pPr indent="-317500" lvl="5" marL="27432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6pPr>
            <a:lvl7pPr indent="-317500" lvl="6" marL="32004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7pPr>
            <a:lvl8pPr indent="-317500" lvl="7" marL="36576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8pPr>
            <a:lvl9pPr indent="-317500" lvl="8" marL="4114800" marR="0" algn="l">
              <a:lnSpc>
                <a:spcPct val="115000"/>
              </a:lnSpc>
              <a:spcBef>
                <a:spcPts val="2133"/>
              </a:spcBef>
              <a:spcAft>
                <a:spcPts val="2133"/>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2802" name="Google Shape;2802;g38b88470f6c_2_3614"/>
          <p:cNvSpPr txBox="1"/>
          <p:nvPr>
            <p:ph type="title"/>
          </p:nvPr>
        </p:nvSpPr>
        <p:spPr>
          <a:xfrm>
            <a:off x="414533" y="644434"/>
            <a:ext cx="11361600" cy="6270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1955CC"/>
              </a:buClr>
              <a:buSzPts val="2800"/>
              <a:buFont typeface="Fredoka"/>
              <a:buNone/>
              <a:defRPr b="0" i="0" sz="3200" u="none" cap="none" strike="noStrike">
                <a:solidFill>
                  <a:srgbClr val="1955CC"/>
                </a:solidFill>
                <a:latin typeface="Fredoka"/>
                <a:ea typeface="Fredoka"/>
                <a:cs typeface="Fredoka"/>
                <a:sym typeface="Fredoka"/>
              </a:defRPr>
            </a:lvl1pPr>
            <a:lvl2pPr lvl="1"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9pPr>
          </a:lstStyle>
          <a:p/>
        </p:txBody>
      </p:sp>
      <p:sp>
        <p:nvSpPr>
          <p:cNvPr id="2803" name="Google Shape;2803;g38b88470f6c_2_3614"/>
          <p:cNvSpPr txBox="1"/>
          <p:nvPr>
            <p:ph idx="12" type="sldNum"/>
          </p:nvPr>
        </p:nvSpPr>
        <p:spPr>
          <a:xfrm>
            <a:off x="11776267" y="6439067"/>
            <a:ext cx="415500" cy="4188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1pPr>
            <a:lvl2pPr indent="0" lvl="1"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2pPr>
            <a:lvl3pPr indent="0" lvl="2"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3pPr>
            <a:lvl4pPr indent="0" lvl="3"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4pPr>
            <a:lvl5pPr indent="0" lvl="4"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5pPr>
            <a:lvl6pPr indent="0" lvl="5"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6pPr>
            <a:lvl7pPr indent="0" lvl="6"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7pPr>
            <a:lvl8pPr indent="0" lvl="7"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8pPr>
            <a:lvl9pPr indent="0" lvl="8"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9pPr>
          </a:lstStyle>
          <a:p>
            <a:pPr indent="0" lvl="0" marL="0" rtl="0" algn="ctr">
              <a:spcBef>
                <a:spcPts val="0"/>
              </a:spcBef>
              <a:spcAft>
                <a:spcPts val="0"/>
              </a:spcAft>
              <a:buNone/>
            </a:pPr>
            <a:fld id="{00000000-1234-1234-1234-123412341234}" type="slidenum">
              <a:rPr lang="en-US"/>
              <a:t>‹#›</a:t>
            </a:fld>
            <a:endParaRPr/>
          </a:p>
        </p:txBody>
      </p:sp>
      <p:sp>
        <p:nvSpPr>
          <p:cNvPr id="2804" name="Google Shape;2804;g38b88470f6c_2_3614"/>
          <p:cNvSpPr txBox="1"/>
          <p:nvPr>
            <p:ph idx="2" type="subTitle"/>
          </p:nvPr>
        </p:nvSpPr>
        <p:spPr>
          <a:xfrm>
            <a:off x="7010400" y="0"/>
            <a:ext cx="4753200" cy="418800"/>
          </a:xfrm>
          <a:prstGeom prst="rect">
            <a:avLst/>
          </a:prstGeom>
          <a:noFill/>
          <a:ln>
            <a:noFill/>
          </a:ln>
        </p:spPr>
        <p:txBody>
          <a:bodyPr anchorCtr="0" anchor="ctr" bIns="91425" lIns="91425" spcFirstLastPara="1" rIns="0" wrap="square" tIns="91425">
            <a:noAutofit/>
          </a:bodyPr>
          <a:lstStyle>
            <a:lvl1pPr lvl="0" marR="0" algn="r">
              <a:lnSpc>
                <a:spcPct val="100000"/>
              </a:lnSpc>
              <a:spcBef>
                <a:spcPts val="0"/>
              </a:spcBef>
              <a:spcAft>
                <a:spcPts val="0"/>
              </a:spcAft>
              <a:buClr>
                <a:srgbClr val="1955CC"/>
              </a:buClr>
              <a:buSzPts val="1800"/>
              <a:buFont typeface="Arial"/>
              <a:buNone/>
              <a:defRPr b="1" i="0" sz="1600" u="none" cap="none" strike="noStrike">
                <a:solidFill>
                  <a:srgbClr val="1955CC"/>
                </a:solidFill>
                <a:latin typeface="Quicksand"/>
                <a:ea typeface="Quicksand"/>
                <a:cs typeface="Quicksand"/>
                <a:sym typeface="Quicksand"/>
              </a:defRPr>
            </a:lvl1pPr>
            <a:lvl2pPr lvl="1" marR="0" algn="l">
              <a:lnSpc>
                <a:spcPct val="115000"/>
              </a:lnSpc>
              <a:spcBef>
                <a:spcPts val="0"/>
              </a:spcBef>
              <a:spcAft>
                <a:spcPts val="0"/>
              </a:spcAft>
              <a:buClr>
                <a:schemeClr val="dk1"/>
              </a:buClr>
              <a:buSzPts val="1400"/>
              <a:buFont typeface="Arial"/>
              <a:buNone/>
              <a:defRPr b="0" i="0" sz="2400" u="none" cap="none" strike="noStrike">
                <a:solidFill>
                  <a:schemeClr val="dk1"/>
                </a:solidFill>
                <a:latin typeface="Quicksand"/>
                <a:ea typeface="Quicksand"/>
                <a:cs typeface="Quicksand"/>
                <a:sym typeface="Quicksand"/>
              </a:defRPr>
            </a:lvl2pPr>
            <a:lvl3pPr lvl="2" marR="0" algn="l">
              <a:lnSpc>
                <a:spcPct val="115000"/>
              </a:lnSpc>
              <a:spcBef>
                <a:spcPts val="2133"/>
              </a:spcBef>
              <a:spcAft>
                <a:spcPts val="0"/>
              </a:spcAft>
              <a:buClr>
                <a:schemeClr val="dk1"/>
              </a:buClr>
              <a:buSzPts val="1400"/>
              <a:buFont typeface="Arial"/>
              <a:buNone/>
              <a:defRPr b="0" i="0" sz="2000" u="none" cap="none" strike="noStrike">
                <a:solidFill>
                  <a:schemeClr val="dk1"/>
                </a:solidFill>
                <a:latin typeface="Quicksand"/>
                <a:ea typeface="Quicksand"/>
                <a:cs typeface="Quicksand"/>
                <a:sym typeface="Quicksand"/>
              </a:defRPr>
            </a:lvl3pPr>
            <a:lvl4pPr lvl="3"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15000"/>
              </a:lnSpc>
              <a:spcBef>
                <a:spcPts val="2133"/>
              </a:spcBef>
              <a:spcAft>
                <a:spcPts val="2133"/>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pic>
        <p:nvPicPr>
          <p:cNvPr descr="Logo&#10;&#10;Description automatically generated" id="2805" name="Google Shape;2805;g38b88470f6c_2_3614"/>
          <p:cNvPicPr preferRelativeResize="0"/>
          <p:nvPr/>
        </p:nvPicPr>
        <p:blipFill rotWithShape="1">
          <a:blip r:embed="rId2">
            <a:alphaModFix/>
          </a:blip>
          <a:srcRect b="0" l="0" r="0" t="0"/>
          <a:stretch/>
        </p:blipFill>
        <p:spPr>
          <a:xfrm>
            <a:off x="10473034" y="5955144"/>
            <a:ext cx="1303100" cy="483856"/>
          </a:xfrm>
          <a:prstGeom prst="rect">
            <a:avLst/>
          </a:prstGeom>
          <a:noFill/>
          <a:ln>
            <a:noFill/>
          </a:ln>
          <a:effectLst>
            <a:outerShdw blurRad="50800" rotWithShape="0" algn="tl" dir="2700000" dist="38100">
              <a:srgbClr val="000000">
                <a:alpha val="40000"/>
              </a:srgbClr>
            </a:outerShdw>
          </a:effectLst>
        </p:spPr>
      </p:pic>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1">
  <p:cSld name="Make_1">
    <p:spTree>
      <p:nvGrpSpPr>
        <p:cNvPr id="2806" name="Shape 2806"/>
        <p:cNvGrpSpPr/>
        <p:nvPr/>
      </p:nvGrpSpPr>
      <p:grpSpPr>
        <a:xfrm>
          <a:off x="0" y="0"/>
          <a:ext cx="0" cy="0"/>
          <a:chOff x="0" y="0"/>
          <a:chExt cx="0" cy="0"/>
        </a:xfrm>
      </p:grpSpPr>
      <p:grpSp>
        <p:nvGrpSpPr>
          <p:cNvPr id="2807" name="Google Shape;2807;g38b88470f6c_2_3620"/>
          <p:cNvGrpSpPr/>
          <p:nvPr/>
        </p:nvGrpSpPr>
        <p:grpSpPr>
          <a:xfrm>
            <a:off x="680011" y="0"/>
            <a:ext cx="3090697" cy="1806089"/>
            <a:chOff x="536716" y="-1319"/>
            <a:chExt cx="3976708" cy="2323841"/>
          </a:xfrm>
        </p:grpSpPr>
        <p:sp>
          <p:nvSpPr>
            <p:cNvPr id="2808" name="Google Shape;2808;g38b88470f6c_2_3620"/>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809" name="Google Shape;2809;g38b88470f6c_2_3620"/>
            <p:cNvGrpSpPr/>
            <p:nvPr/>
          </p:nvGrpSpPr>
          <p:grpSpPr>
            <a:xfrm>
              <a:off x="536716" y="0"/>
              <a:ext cx="3976708" cy="2322522"/>
              <a:chOff x="947530" y="0"/>
              <a:chExt cx="3976708" cy="2322522"/>
            </a:xfrm>
          </p:grpSpPr>
          <p:sp>
            <p:nvSpPr>
              <p:cNvPr id="2810" name="Google Shape;2810;g38b88470f6c_2_3620"/>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11" name="Google Shape;2811;g38b88470f6c_2_3620"/>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12" name="Google Shape;2812;g38b88470f6c_2_3620"/>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13" name="Google Shape;2813;g38b88470f6c_2_3620"/>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814" name="Google Shape;2814;g38b88470f6c_2_3620"/>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815" name="Google Shape;2815;g38b88470f6c_2_3620"/>
          <p:cNvSpPr txBox="1"/>
          <p:nvPr/>
        </p:nvSpPr>
        <p:spPr>
          <a:xfrm>
            <a:off x="628150" y="798475"/>
            <a:ext cx="3194400" cy="738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4200" u="none" cap="none" strike="noStrike">
                <a:solidFill>
                  <a:schemeClr val="lt1"/>
                </a:solidFill>
                <a:latin typeface="Fredoka"/>
                <a:ea typeface="Fredoka"/>
                <a:cs typeface="Fredoka"/>
                <a:sym typeface="Fredoka"/>
              </a:rPr>
              <a:t>Ice breaking</a:t>
            </a:r>
            <a:endParaRPr b="0" i="0" sz="200" u="none" cap="none" strike="noStrike">
              <a:solidFill>
                <a:srgbClr val="000000"/>
              </a:solidFill>
              <a:latin typeface="Arial"/>
              <a:ea typeface="Arial"/>
              <a:cs typeface="Arial"/>
              <a:sym typeface="Arial"/>
            </a:endParaRPr>
          </a:p>
        </p:txBody>
      </p:sp>
      <p:sp>
        <p:nvSpPr>
          <p:cNvPr id="2816" name="Google Shape;2816;g38b88470f6c_2_3620"/>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pic>
        <p:nvPicPr>
          <p:cNvPr id="2817" name="Google Shape;2817;g38b88470f6c_2_3620"/>
          <p:cNvPicPr preferRelativeResize="0"/>
          <p:nvPr/>
        </p:nvPicPr>
        <p:blipFill rotWithShape="1">
          <a:blip r:embed="rId2">
            <a:alphaModFix/>
          </a:blip>
          <a:srcRect b="0" l="0" r="0" t="0"/>
          <a:stretch/>
        </p:blipFill>
        <p:spPr>
          <a:xfrm>
            <a:off x="5666811" y="1485900"/>
            <a:ext cx="5829300" cy="3886200"/>
          </a:xfrm>
          <a:prstGeom prst="rect">
            <a:avLst/>
          </a:prstGeom>
          <a:noFill/>
          <a:ln>
            <a:noFill/>
          </a:ln>
        </p:spPr>
      </p:pic>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Entry Point with Science background">
  <p:cSld name="Session Entry Point with Science background">
    <p:spTree>
      <p:nvGrpSpPr>
        <p:cNvPr id="2835" name="Shape 2835"/>
        <p:cNvGrpSpPr/>
        <p:nvPr/>
      </p:nvGrpSpPr>
      <p:grpSpPr>
        <a:xfrm>
          <a:off x="0" y="0"/>
          <a:ext cx="0" cy="0"/>
          <a:chOff x="0" y="0"/>
          <a:chExt cx="0" cy="0"/>
        </a:xfrm>
      </p:grpSpPr>
      <p:sp>
        <p:nvSpPr>
          <p:cNvPr id="2836" name="Google Shape;2836;g38b88470f6c_3_1674"/>
          <p:cNvSpPr/>
          <p:nvPr/>
        </p:nvSpPr>
        <p:spPr>
          <a:xfrm>
            <a:off x="204186" y="173736"/>
            <a:ext cx="11656500" cy="6382500"/>
          </a:xfrm>
          <a:prstGeom prst="rect">
            <a:avLst/>
          </a:prstGeom>
          <a:blipFill rotWithShape="1">
            <a:blip r:embed="rId2">
              <a:alphaModFix amt="7000"/>
            </a:blip>
            <a:tile algn="tl" flip="none" tx="0" sx="99996" ty="0" sy="99996"/>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37" name="Google Shape;2837;g38b88470f6c_3_1674"/>
          <p:cNvSpPr txBox="1"/>
          <p:nvPr>
            <p:ph type="title"/>
          </p:nvPr>
        </p:nvSpPr>
        <p:spPr>
          <a:xfrm>
            <a:off x="838200" y="2523046"/>
            <a:ext cx="7754700" cy="682500"/>
          </a:xfrm>
          <a:prstGeom prst="rect">
            <a:avLst/>
          </a:prstGeom>
          <a:noFill/>
          <a:ln>
            <a:noFill/>
          </a:ln>
          <a:effectLst>
            <a:outerShdw blurRad="76200" rotWithShape="0" algn="tl" dir="2700000" dist="50800">
              <a:srgbClr val="000000">
                <a:alpha val="20000"/>
              </a:srgbClr>
            </a:outerShdw>
          </a:effectLst>
        </p:spPr>
        <p:txBody>
          <a:bodyPr anchorCtr="0" anchor="t" bIns="45700" lIns="0" spcFirstLastPara="1" rIns="91425" wrap="square" tIns="45700">
            <a:noAutofit/>
          </a:bodyPr>
          <a:lstStyle>
            <a:lvl1pPr lvl="0" marR="0" algn="l">
              <a:lnSpc>
                <a:spcPct val="90000"/>
              </a:lnSpc>
              <a:spcBef>
                <a:spcPts val="0"/>
              </a:spcBef>
              <a:spcAft>
                <a:spcPts val="0"/>
              </a:spcAft>
              <a:buClr>
                <a:srgbClr val="00337F"/>
              </a:buClr>
              <a:buSzPts val="4400"/>
              <a:buFont typeface="Fredoka"/>
              <a:buNone/>
              <a:defRPr b="1" i="0" sz="4400" u="none" cap="none" strike="noStrike">
                <a:solidFill>
                  <a:srgbClr val="00337F"/>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38" name="Google Shape;2838;g38b88470f6c_3_1674"/>
          <p:cNvSpPr txBox="1"/>
          <p:nvPr>
            <p:ph idx="1" type="body"/>
          </p:nvPr>
        </p:nvSpPr>
        <p:spPr>
          <a:xfrm>
            <a:off x="838200" y="3077083"/>
            <a:ext cx="7752600" cy="543000"/>
          </a:xfrm>
          <a:prstGeom prst="rect">
            <a:avLst/>
          </a:prstGeom>
          <a:noFill/>
          <a:ln>
            <a:noFill/>
          </a:ln>
          <a:effectLst>
            <a:outerShdw blurRad="76200" rotWithShape="0" algn="tl" dir="2700000" dist="139700">
              <a:schemeClr val="dk1">
                <a:alpha val="9020"/>
              </a:schemeClr>
            </a:outerShdw>
          </a:effectLst>
        </p:spPr>
        <p:txBody>
          <a:bodyPr anchorCtr="0" anchor="t" bIns="0" lIns="0" spcFirstLastPara="1" rIns="0" wrap="square" tIns="91425">
            <a:noAutofit/>
          </a:bodyPr>
          <a:lstStyle>
            <a:lvl1pPr indent="-228600" lvl="0" marL="457200" marR="0" algn="l">
              <a:lnSpc>
                <a:spcPct val="90000"/>
              </a:lnSpc>
              <a:spcBef>
                <a:spcPts val="0"/>
              </a:spcBef>
              <a:spcAft>
                <a:spcPts val="0"/>
              </a:spcAft>
              <a:buClr>
                <a:schemeClr val="accent2"/>
              </a:buClr>
              <a:buSzPts val="2000"/>
              <a:buFont typeface="Arial"/>
              <a:buNone/>
              <a:defRPr b="1"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1">
  <p:cSld name="Make_1">
    <p:spTree>
      <p:nvGrpSpPr>
        <p:cNvPr id="2839" name="Shape 2839"/>
        <p:cNvGrpSpPr/>
        <p:nvPr/>
      </p:nvGrpSpPr>
      <p:grpSpPr>
        <a:xfrm>
          <a:off x="0" y="0"/>
          <a:ext cx="0" cy="0"/>
          <a:chOff x="0" y="0"/>
          <a:chExt cx="0" cy="0"/>
        </a:xfrm>
      </p:grpSpPr>
      <p:grpSp>
        <p:nvGrpSpPr>
          <p:cNvPr id="2840" name="Google Shape;2840;g38b88470f6c_3_1678"/>
          <p:cNvGrpSpPr/>
          <p:nvPr/>
        </p:nvGrpSpPr>
        <p:grpSpPr>
          <a:xfrm>
            <a:off x="680011" y="0"/>
            <a:ext cx="3090697" cy="1806089"/>
            <a:chOff x="536716" y="-1319"/>
            <a:chExt cx="3976708" cy="2323841"/>
          </a:xfrm>
        </p:grpSpPr>
        <p:sp>
          <p:nvSpPr>
            <p:cNvPr id="2841" name="Google Shape;2841;g38b88470f6c_3_1678"/>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842" name="Google Shape;2842;g38b88470f6c_3_1678"/>
            <p:cNvGrpSpPr/>
            <p:nvPr/>
          </p:nvGrpSpPr>
          <p:grpSpPr>
            <a:xfrm>
              <a:off x="536716" y="0"/>
              <a:ext cx="3976708" cy="2322522"/>
              <a:chOff x="947530" y="0"/>
              <a:chExt cx="3976708" cy="2322522"/>
            </a:xfrm>
          </p:grpSpPr>
          <p:sp>
            <p:nvSpPr>
              <p:cNvPr id="2843" name="Google Shape;2843;g38b88470f6c_3_1678"/>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44" name="Google Shape;2844;g38b88470f6c_3_1678"/>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45" name="Google Shape;2845;g38b88470f6c_3_1678"/>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46" name="Google Shape;2846;g38b88470f6c_3_1678"/>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847" name="Google Shape;2847;g38b88470f6c_3_1678"/>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848" name="Google Shape;2848;g38b88470f6c_3_1678"/>
          <p:cNvSpPr txBox="1"/>
          <p:nvPr/>
        </p:nvSpPr>
        <p:spPr>
          <a:xfrm>
            <a:off x="628150" y="798475"/>
            <a:ext cx="3194400" cy="738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4200" u="none" cap="none" strike="noStrike">
                <a:solidFill>
                  <a:schemeClr val="lt1"/>
                </a:solidFill>
                <a:latin typeface="Fredoka"/>
                <a:ea typeface="Fredoka"/>
                <a:cs typeface="Fredoka"/>
                <a:sym typeface="Fredoka"/>
              </a:rPr>
              <a:t>Ice breaking</a:t>
            </a:r>
            <a:endParaRPr b="0" i="0" sz="200" u="none" cap="none" strike="noStrike">
              <a:solidFill>
                <a:srgbClr val="000000"/>
              </a:solidFill>
              <a:latin typeface="Arial"/>
              <a:ea typeface="Arial"/>
              <a:cs typeface="Arial"/>
              <a:sym typeface="Arial"/>
            </a:endParaRPr>
          </a:p>
        </p:txBody>
      </p:sp>
      <p:sp>
        <p:nvSpPr>
          <p:cNvPr id="2849" name="Google Shape;2849;g38b88470f6c_3_1678"/>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pic>
        <p:nvPicPr>
          <p:cNvPr id="2850" name="Google Shape;2850;g38b88470f6c_3_1678"/>
          <p:cNvPicPr preferRelativeResize="0"/>
          <p:nvPr/>
        </p:nvPicPr>
        <p:blipFill rotWithShape="1">
          <a:blip r:embed="rId2">
            <a:alphaModFix/>
          </a:blip>
          <a:srcRect b="0" l="0" r="0" t="0"/>
          <a:stretch/>
        </p:blipFill>
        <p:spPr>
          <a:xfrm>
            <a:off x="5666811" y="1485900"/>
            <a:ext cx="5829300" cy="3886200"/>
          </a:xfrm>
          <a:prstGeom prst="rect">
            <a:avLst/>
          </a:prstGeom>
          <a:noFill/>
          <a:ln>
            <a:noFill/>
          </a:ln>
        </p:spPr>
      </p:pic>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p:cSld name="CUSTOM_1">
    <p:spTree>
      <p:nvGrpSpPr>
        <p:cNvPr id="2851" name="Shape 2851"/>
        <p:cNvGrpSpPr/>
        <p:nvPr/>
      </p:nvGrpSpPr>
      <p:grpSpPr>
        <a:xfrm>
          <a:off x="0" y="0"/>
          <a:ext cx="0" cy="0"/>
          <a:chOff x="0" y="0"/>
          <a:chExt cx="0" cy="0"/>
        </a:xfrm>
      </p:grpSpPr>
      <p:sp>
        <p:nvSpPr>
          <p:cNvPr id="2852" name="Google Shape;2852;g38b88470f6c_3_1690"/>
          <p:cNvSpPr txBox="1"/>
          <p:nvPr/>
        </p:nvSpPr>
        <p:spPr>
          <a:xfrm>
            <a:off x="733725" y="3028788"/>
            <a:ext cx="58695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Arial"/>
                <a:ea typeface="Arial"/>
                <a:cs typeface="Arial"/>
                <a:sym typeface="Arial"/>
              </a:rPr>
              <a:t>ATTENDANCE</a:t>
            </a:r>
            <a:endParaRPr b="1" i="0" sz="40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
  <p:cSld name="2_Content">
    <p:spTree>
      <p:nvGrpSpPr>
        <p:cNvPr id="2853" name="Shape 2853"/>
        <p:cNvGrpSpPr/>
        <p:nvPr/>
      </p:nvGrpSpPr>
      <p:grpSpPr>
        <a:xfrm>
          <a:off x="0" y="0"/>
          <a:ext cx="0" cy="0"/>
          <a:chOff x="0" y="0"/>
          <a:chExt cx="0" cy="0"/>
        </a:xfrm>
      </p:grpSpPr>
      <p:pic>
        <p:nvPicPr>
          <p:cNvPr id="2854" name="Google Shape;2854;g38b88470f6c_3_1692"/>
          <p:cNvPicPr preferRelativeResize="0"/>
          <p:nvPr/>
        </p:nvPicPr>
        <p:blipFill rotWithShape="1">
          <a:blip r:embed="rId2">
            <a:alphaModFix/>
          </a:blip>
          <a:srcRect b="0" l="0" r="0" t="0"/>
          <a:stretch/>
        </p:blipFill>
        <p:spPr>
          <a:xfrm>
            <a:off x="4009535" y="933234"/>
            <a:ext cx="3942774" cy="3340903"/>
          </a:xfrm>
          <a:prstGeom prst="rect">
            <a:avLst/>
          </a:prstGeom>
          <a:noFill/>
          <a:ln>
            <a:noFill/>
          </a:ln>
        </p:spPr>
      </p:pic>
      <p:sp>
        <p:nvSpPr>
          <p:cNvPr id="2855" name="Google Shape;2855;g38b88470f6c_3_1692"/>
          <p:cNvSpPr txBox="1"/>
          <p:nvPr>
            <p:ph idx="1" type="body"/>
          </p:nvPr>
        </p:nvSpPr>
        <p:spPr>
          <a:xfrm>
            <a:off x="4222032" y="719125"/>
            <a:ext cx="3327600" cy="2352000"/>
          </a:xfrm>
          <a:prstGeom prst="rect">
            <a:avLst/>
          </a:prstGeom>
          <a:noFill/>
          <a:ln>
            <a:noFill/>
          </a:ln>
        </p:spPr>
        <p:txBody>
          <a:bodyPr anchorCtr="0" anchor="b" bIns="45700" lIns="91425" spcFirstLastPara="1" rIns="91425" wrap="square" tIns="45700">
            <a:noAutofit/>
          </a:bodyPr>
          <a:lstStyle>
            <a:lvl1pPr indent="-355600" lvl="0" marL="457200" marR="0" algn="l">
              <a:lnSpc>
                <a:spcPct val="100000"/>
              </a:lnSpc>
              <a:spcBef>
                <a:spcPts val="0"/>
              </a:spcBef>
              <a:spcAft>
                <a:spcPts val="0"/>
              </a:spcAft>
              <a:buClr>
                <a:srgbClr val="F5B80B"/>
              </a:buClr>
              <a:buSzPts val="2000"/>
              <a:buFont typeface="Arial"/>
              <a:buChar char="•"/>
              <a:defRPr b="0" i="0" sz="20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2856" name="Google Shape;2856;g38b88470f6c_3_1692"/>
          <p:cNvPicPr preferRelativeResize="0"/>
          <p:nvPr/>
        </p:nvPicPr>
        <p:blipFill rotWithShape="1">
          <a:blip r:embed="rId3">
            <a:alphaModFix/>
          </a:blip>
          <a:srcRect b="0" l="0" r="0" t="0"/>
          <a:stretch/>
        </p:blipFill>
        <p:spPr>
          <a:xfrm>
            <a:off x="1908992" y="4568098"/>
            <a:ext cx="7953695" cy="1630927"/>
          </a:xfrm>
          <a:prstGeom prst="rect">
            <a:avLst/>
          </a:prstGeom>
          <a:noFill/>
          <a:ln>
            <a:noFill/>
          </a:ln>
        </p:spPr>
      </p:pic>
      <p:pic>
        <p:nvPicPr>
          <p:cNvPr id="2857" name="Google Shape;2857;g38b88470f6c_3_1692"/>
          <p:cNvPicPr preferRelativeResize="0"/>
          <p:nvPr/>
        </p:nvPicPr>
        <p:blipFill rotWithShape="1">
          <a:blip r:embed="rId4">
            <a:alphaModFix/>
          </a:blip>
          <a:srcRect b="0" l="0" r="0" t="0"/>
          <a:stretch/>
        </p:blipFill>
        <p:spPr>
          <a:xfrm>
            <a:off x="722975" y="442206"/>
            <a:ext cx="2012479" cy="744752"/>
          </a:xfrm>
          <a:prstGeom prst="rect">
            <a:avLst/>
          </a:prstGeom>
          <a:noFill/>
          <a:ln>
            <a:noFill/>
          </a:ln>
        </p:spPr>
      </p:pic>
      <p:sp>
        <p:nvSpPr>
          <p:cNvPr id="2858" name="Google Shape;2858;g38b88470f6c_3_1692"/>
          <p:cNvSpPr txBox="1"/>
          <p:nvPr/>
        </p:nvSpPr>
        <p:spPr>
          <a:xfrm>
            <a:off x="511125" y="529365"/>
            <a:ext cx="23073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Content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55"/>
                                        </p:tgtEl>
                                        <p:attrNameLst>
                                          <p:attrName>style.visibility</p:attrName>
                                        </p:attrNameLst>
                                      </p:cBhvr>
                                      <p:to>
                                        <p:strVal val="visible"/>
                                      </p:to>
                                    </p:set>
                                    <p:animEffect filter="fade" transition="in">
                                      <p:cBhvr>
                                        <p:cTn dur="500"/>
                                        <p:tgtEl>
                                          <p:spTgt spid="28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59" name="Shape 2859"/>
        <p:cNvGrpSpPr/>
        <p:nvPr/>
      </p:nvGrpSpPr>
      <p:grpSpPr>
        <a:xfrm>
          <a:off x="0" y="0"/>
          <a:ext cx="0" cy="0"/>
          <a:chOff x="0" y="0"/>
          <a:chExt cx="0" cy="0"/>
        </a:xfrm>
      </p:grpSpPr>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ore">
  <p:cSld name="Explore">
    <p:spTree>
      <p:nvGrpSpPr>
        <p:cNvPr id="2860" name="Shape 2860"/>
        <p:cNvGrpSpPr/>
        <p:nvPr/>
      </p:nvGrpSpPr>
      <p:grpSpPr>
        <a:xfrm>
          <a:off x="0" y="0"/>
          <a:ext cx="0" cy="0"/>
          <a:chOff x="0" y="0"/>
          <a:chExt cx="0" cy="0"/>
        </a:xfrm>
      </p:grpSpPr>
      <p:grpSp>
        <p:nvGrpSpPr>
          <p:cNvPr id="2861" name="Google Shape;2861;g38b88470f6c_3_1699"/>
          <p:cNvGrpSpPr/>
          <p:nvPr/>
        </p:nvGrpSpPr>
        <p:grpSpPr>
          <a:xfrm>
            <a:off x="680011" y="0"/>
            <a:ext cx="3090697" cy="1806089"/>
            <a:chOff x="536716" y="-1319"/>
            <a:chExt cx="3976708" cy="2323841"/>
          </a:xfrm>
        </p:grpSpPr>
        <p:sp>
          <p:nvSpPr>
            <p:cNvPr id="2862" name="Google Shape;2862;g38b88470f6c_3_1699"/>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863" name="Google Shape;2863;g38b88470f6c_3_1699"/>
            <p:cNvGrpSpPr/>
            <p:nvPr/>
          </p:nvGrpSpPr>
          <p:grpSpPr>
            <a:xfrm>
              <a:off x="536716" y="0"/>
              <a:ext cx="3976708" cy="2322522"/>
              <a:chOff x="947530" y="0"/>
              <a:chExt cx="3976708" cy="2322522"/>
            </a:xfrm>
          </p:grpSpPr>
          <p:sp>
            <p:nvSpPr>
              <p:cNvPr id="2864" name="Google Shape;2864;g38b88470f6c_3_169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65" name="Google Shape;2865;g38b88470f6c_3_1699"/>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66" name="Google Shape;2866;g38b88470f6c_3_1699"/>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867" name="Google Shape;2867;g38b88470f6c_3_1699"/>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868" name="Google Shape;2868;g38b88470f6c_3_169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2869" name="Google Shape;2869;g38b88470f6c_3_1699"/>
          <p:cNvGrpSpPr/>
          <p:nvPr/>
        </p:nvGrpSpPr>
        <p:grpSpPr>
          <a:xfrm>
            <a:off x="4978675" y="230124"/>
            <a:ext cx="6585927" cy="6481912"/>
            <a:chOff x="4481529" y="255149"/>
            <a:chExt cx="6585927" cy="6481912"/>
          </a:xfrm>
        </p:grpSpPr>
        <p:sp>
          <p:nvSpPr>
            <p:cNvPr id="2870" name="Google Shape;2870;g38b88470f6c_3_1699"/>
            <p:cNvSpPr/>
            <p:nvPr/>
          </p:nvSpPr>
          <p:spPr>
            <a:xfrm rot="1850363">
              <a:off x="5316848" y="1188781"/>
              <a:ext cx="4915289" cy="4614648"/>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DDEAF6">
                <a:alpha val="6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871" name="Google Shape;2871;g38b88470f6c_3_1699"/>
            <p:cNvGrpSpPr/>
            <p:nvPr/>
          </p:nvGrpSpPr>
          <p:grpSpPr>
            <a:xfrm>
              <a:off x="5620310" y="1114019"/>
              <a:ext cx="3943955" cy="4769704"/>
              <a:chOff x="6160170" y="1922227"/>
              <a:chExt cx="3328794" cy="4025746"/>
            </a:xfrm>
          </p:grpSpPr>
          <p:sp>
            <p:nvSpPr>
              <p:cNvPr id="2872" name="Google Shape;2872;g38b88470f6c_3_1699"/>
              <p:cNvSpPr/>
              <p:nvPr/>
            </p:nvSpPr>
            <p:spPr>
              <a:xfrm rot="-2150259">
                <a:off x="8450480" y="4694665"/>
                <a:ext cx="781100" cy="1131780"/>
              </a:xfrm>
              <a:custGeom>
                <a:rect b="b" l="l" r="r" t="t"/>
                <a:pathLst>
                  <a:path extrusionOk="0" h="1132729" w="781755">
                    <a:moveTo>
                      <a:pt x="222339" y="21638"/>
                    </a:moveTo>
                    <a:cubicBezTo>
                      <a:pt x="-18685" y="149782"/>
                      <a:pt x="-62846" y="511644"/>
                      <a:pt x="85454" y="760887"/>
                    </a:cubicBezTo>
                    <a:cubicBezTo>
                      <a:pt x="126483" y="566372"/>
                      <a:pt x="222958" y="461222"/>
                      <a:pt x="222958" y="461222"/>
                    </a:cubicBezTo>
                    <a:cubicBezTo>
                      <a:pt x="162001" y="880779"/>
                      <a:pt x="359615" y="1132729"/>
                      <a:pt x="359615" y="1132729"/>
                    </a:cubicBezTo>
                    <a:cubicBezTo>
                      <a:pt x="738274" y="758832"/>
                      <a:pt x="580809" y="312856"/>
                      <a:pt x="580809" y="312856"/>
                    </a:cubicBezTo>
                    <a:cubicBezTo>
                      <a:pt x="697538" y="487477"/>
                      <a:pt x="672555" y="650453"/>
                      <a:pt x="672555" y="650453"/>
                    </a:cubicBezTo>
                    <a:cubicBezTo>
                      <a:pt x="940486" y="293940"/>
                      <a:pt x="631068" y="28976"/>
                      <a:pt x="631068" y="28976"/>
                    </a:cubicBezTo>
                    <a:cubicBezTo>
                      <a:pt x="359582" y="-31622"/>
                      <a:pt x="222339" y="21638"/>
                      <a:pt x="222339" y="21638"/>
                    </a:cubicBezTo>
                    <a:close/>
                  </a:path>
                </a:pathLst>
              </a:custGeom>
              <a:solidFill>
                <a:srgbClr val="004CB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73" name="Google Shape;2873;g38b88470f6c_3_1699"/>
              <p:cNvSpPr/>
              <p:nvPr/>
            </p:nvSpPr>
            <p:spPr>
              <a:xfrm rot="-2193268">
                <a:off x="8498300" y="4761272"/>
                <a:ext cx="389684" cy="515924"/>
              </a:xfrm>
              <a:custGeom>
                <a:rect b="b" l="l" r="r" t="t"/>
                <a:pathLst>
                  <a:path extrusionOk="0" h="516433" w="390068">
                    <a:moveTo>
                      <a:pt x="81987" y="2194"/>
                    </a:moveTo>
                    <a:cubicBezTo>
                      <a:pt x="-44200" y="98930"/>
                      <a:pt x="12876" y="259819"/>
                      <a:pt x="12876" y="259819"/>
                    </a:cubicBezTo>
                    <a:cubicBezTo>
                      <a:pt x="60200" y="146254"/>
                      <a:pt x="93043" y="116248"/>
                      <a:pt x="93043" y="116248"/>
                    </a:cubicBezTo>
                    <a:cubicBezTo>
                      <a:pt x="39392" y="324494"/>
                      <a:pt x="168155" y="516433"/>
                      <a:pt x="168155" y="516433"/>
                    </a:cubicBezTo>
                    <a:cubicBezTo>
                      <a:pt x="386414" y="308709"/>
                      <a:pt x="285373" y="105746"/>
                      <a:pt x="285373" y="105746"/>
                    </a:cubicBezTo>
                    <a:cubicBezTo>
                      <a:pt x="372912" y="145960"/>
                      <a:pt x="370824" y="261645"/>
                      <a:pt x="370824" y="261645"/>
                    </a:cubicBezTo>
                    <a:cubicBezTo>
                      <a:pt x="430803" y="117292"/>
                      <a:pt x="331425" y="8456"/>
                      <a:pt x="331425" y="8456"/>
                    </a:cubicBezTo>
                    <a:cubicBezTo>
                      <a:pt x="217828" y="-5699"/>
                      <a:pt x="81987" y="2194"/>
                      <a:pt x="81987" y="2194"/>
                    </a:cubicBezTo>
                    <a:close/>
                  </a:path>
                </a:pathLst>
              </a:custGeom>
              <a:solidFill>
                <a:srgbClr val="66A3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2874" name="Google Shape;2874;g38b88470f6c_3_1699"/>
              <p:cNvGrpSpPr/>
              <p:nvPr/>
            </p:nvGrpSpPr>
            <p:grpSpPr>
              <a:xfrm rot="-2084623">
                <a:off x="6852799" y="2171737"/>
                <a:ext cx="1813520" cy="2998018"/>
                <a:chOff x="6852949" y="2172109"/>
                <a:chExt cx="1813541" cy="2998053"/>
              </a:xfrm>
            </p:grpSpPr>
            <p:sp>
              <p:nvSpPr>
                <p:cNvPr id="2875" name="Google Shape;2875;g38b88470f6c_3_1699"/>
                <p:cNvSpPr/>
                <p:nvPr/>
              </p:nvSpPr>
              <p:spPr>
                <a:xfrm>
                  <a:off x="6852949" y="4281803"/>
                  <a:ext cx="906787" cy="888359"/>
                </a:xfrm>
                <a:custGeom>
                  <a:rect b="b" l="l" r="r" t="t"/>
                  <a:pathLst>
                    <a:path extrusionOk="0" h="888359" w="906787">
                      <a:moveTo>
                        <a:pt x="906754" y="0"/>
                      </a:moveTo>
                      <a:lnTo>
                        <a:pt x="448124" y="0"/>
                      </a:lnTo>
                      <a:cubicBezTo>
                        <a:pt x="281592" y="0"/>
                        <a:pt x="138739" y="118784"/>
                        <a:pt x="108375" y="282510"/>
                      </a:cubicBezTo>
                      <a:lnTo>
                        <a:pt x="354" y="864719"/>
                      </a:lnTo>
                      <a:cubicBezTo>
                        <a:pt x="-2842" y="882005"/>
                        <a:pt x="16270" y="894692"/>
                        <a:pt x="30947" y="885005"/>
                      </a:cubicBezTo>
                      <a:lnTo>
                        <a:pt x="906787" y="307330"/>
                      </a:lnTo>
                      <a:lnTo>
                        <a:pt x="906787" y="0"/>
                      </a:ln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76" name="Google Shape;2876;g38b88470f6c_3_1699"/>
                <p:cNvSpPr/>
                <p:nvPr/>
              </p:nvSpPr>
              <p:spPr>
                <a:xfrm>
                  <a:off x="6852949" y="4316798"/>
                  <a:ext cx="631941" cy="853330"/>
                </a:xfrm>
                <a:custGeom>
                  <a:rect b="b" l="l" r="r" t="t"/>
                  <a:pathLst>
                    <a:path extrusionOk="0" h="853330" w="631941">
                      <a:moveTo>
                        <a:pt x="608361" y="299666"/>
                      </a:moveTo>
                      <a:cubicBezTo>
                        <a:pt x="568701" y="115196"/>
                        <a:pt x="337559" y="0"/>
                        <a:pt x="337559" y="0"/>
                      </a:cubicBezTo>
                      <a:cubicBezTo>
                        <a:pt x="461007" y="397706"/>
                        <a:pt x="205730" y="627837"/>
                        <a:pt x="18129" y="733933"/>
                      </a:cubicBezTo>
                      <a:lnTo>
                        <a:pt x="354" y="829690"/>
                      </a:lnTo>
                      <a:cubicBezTo>
                        <a:pt x="-2842" y="846976"/>
                        <a:pt x="16270" y="859663"/>
                        <a:pt x="30947" y="849977"/>
                      </a:cubicBezTo>
                      <a:lnTo>
                        <a:pt x="631941" y="453575"/>
                      </a:lnTo>
                      <a:cubicBezTo>
                        <a:pt x="627212" y="394869"/>
                        <a:pt x="617558" y="342424"/>
                        <a:pt x="608361" y="299666"/>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77" name="Google Shape;2877;g38b88470f6c_3_1699"/>
                <p:cNvSpPr/>
                <p:nvPr/>
              </p:nvSpPr>
              <p:spPr>
                <a:xfrm>
                  <a:off x="7759704" y="4281803"/>
                  <a:ext cx="906754" cy="888359"/>
                </a:xfrm>
                <a:custGeom>
                  <a:rect b="b" l="l" r="r" t="t"/>
                  <a:pathLst>
                    <a:path extrusionOk="0" h="888359" w="906754">
                      <a:moveTo>
                        <a:pt x="0" y="0"/>
                      </a:moveTo>
                      <a:lnTo>
                        <a:pt x="458631" y="0"/>
                      </a:lnTo>
                      <a:cubicBezTo>
                        <a:pt x="625162" y="0"/>
                        <a:pt x="768016" y="118784"/>
                        <a:pt x="798380" y="282510"/>
                      </a:cubicBezTo>
                      <a:lnTo>
                        <a:pt x="906401" y="864719"/>
                      </a:lnTo>
                      <a:cubicBezTo>
                        <a:pt x="909597" y="882005"/>
                        <a:pt x="890484" y="894692"/>
                        <a:pt x="875808" y="885005"/>
                      </a:cubicBezTo>
                      <a:lnTo>
                        <a:pt x="0" y="307330"/>
                      </a:lnTo>
                      <a:lnTo>
                        <a:pt x="0" y="0"/>
                      </a:ln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78" name="Google Shape;2878;g38b88470f6c_3_1699"/>
                <p:cNvSpPr/>
                <p:nvPr/>
              </p:nvSpPr>
              <p:spPr>
                <a:xfrm>
                  <a:off x="7956926" y="4435158"/>
                  <a:ext cx="709564" cy="735003"/>
                </a:xfrm>
                <a:custGeom>
                  <a:rect b="b" l="l" r="r" t="t"/>
                  <a:pathLst>
                    <a:path extrusionOk="0" h="735003" w="709564">
                      <a:moveTo>
                        <a:pt x="678618" y="731650"/>
                      </a:moveTo>
                      <a:cubicBezTo>
                        <a:pt x="693295" y="741336"/>
                        <a:pt x="712407" y="728649"/>
                        <a:pt x="709211" y="711363"/>
                      </a:cubicBezTo>
                      <a:lnTo>
                        <a:pt x="601190" y="129155"/>
                      </a:lnTo>
                      <a:cubicBezTo>
                        <a:pt x="592384" y="81733"/>
                        <a:pt x="574153" y="38094"/>
                        <a:pt x="548615" y="0"/>
                      </a:cubicBezTo>
                      <a:cubicBezTo>
                        <a:pt x="633773" y="427581"/>
                        <a:pt x="572652" y="606670"/>
                        <a:pt x="383127" y="484005"/>
                      </a:cubicBezTo>
                      <a:cubicBezTo>
                        <a:pt x="193602" y="361308"/>
                        <a:pt x="146278" y="239132"/>
                        <a:pt x="165195" y="98040"/>
                      </a:cubicBezTo>
                      <a:cubicBezTo>
                        <a:pt x="85973" y="155214"/>
                        <a:pt x="32517" y="218422"/>
                        <a:pt x="0" y="284076"/>
                      </a:cubicBezTo>
                      <a:lnTo>
                        <a:pt x="678618" y="731650"/>
                      </a:ln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79" name="Google Shape;2879;g38b88470f6c_3_1699"/>
                <p:cNvSpPr/>
                <p:nvPr/>
              </p:nvSpPr>
              <p:spPr>
                <a:xfrm>
                  <a:off x="7034055" y="2172109"/>
                  <a:ext cx="1451297" cy="2835734"/>
                </a:xfrm>
                <a:custGeom>
                  <a:rect b="b" l="l" r="r" t="t"/>
                  <a:pathLst>
                    <a:path extrusionOk="0" h="2835734" w="1451297">
                      <a:moveTo>
                        <a:pt x="540103" y="2835734"/>
                      </a:moveTo>
                      <a:lnTo>
                        <a:pt x="911195" y="2835734"/>
                      </a:lnTo>
                      <a:cubicBezTo>
                        <a:pt x="1117484" y="2629445"/>
                        <a:pt x="1451298" y="1971211"/>
                        <a:pt x="1451298" y="1252542"/>
                      </a:cubicBezTo>
                      <a:cubicBezTo>
                        <a:pt x="1451330" y="396988"/>
                        <a:pt x="725649" y="0"/>
                        <a:pt x="725649" y="0"/>
                      </a:cubicBezTo>
                      <a:cubicBezTo>
                        <a:pt x="725649" y="0"/>
                        <a:pt x="0" y="396988"/>
                        <a:pt x="0" y="1252575"/>
                      </a:cubicBezTo>
                      <a:cubicBezTo>
                        <a:pt x="0" y="1971211"/>
                        <a:pt x="323018" y="2618650"/>
                        <a:pt x="540103" y="2835734"/>
                      </a:cubicBezTo>
                      <a:close/>
                    </a:path>
                  </a:pathLst>
                </a:custGeom>
                <a:solidFill>
                  <a:srgbClr val="99C1F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80" name="Google Shape;2880;g38b88470f6c_3_1699"/>
                <p:cNvSpPr/>
                <p:nvPr/>
              </p:nvSpPr>
              <p:spPr>
                <a:xfrm>
                  <a:off x="7397320" y="2172110"/>
                  <a:ext cx="1088032" cy="2835734"/>
                </a:xfrm>
                <a:custGeom>
                  <a:rect b="b" l="l" r="r" t="t"/>
                  <a:pathLst>
                    <a:path extrusionOk="0" h="2835734" w="1088032">
                      <a:moveTo>
                        <a:pt x="589579" y="2435517"/>
                      </a:moveTo>
                      <a:cubicBezTo>
                        <a:pt x="387530" y="2679900"/>
                        <a:pt x="246895" y="2746794"/>
                        <a:pt x="0" y="2596374"/>
                      </a:cubicBezTo>
                      <a:cubicBezTo>
                        <a:pt x="61088" y="2699535"/>
                        <a:pt x="122306" y="2781202"/>
                        <a:pt x="176838" y="2835734"/>
                      </a:cubicBezTo>
                      <a:lnTo>
                        <a:pt x="547930" y="2835734"/>
                      </a:lnTo>
                      <a:cubicBezTo>
                        <a:pt x="754219" y="2629445"/>
                        <a:pt x="1088033" y="1971211"/>
                        <a:pt x="1088033" y="1252542"/>
                      </a:cubicBezTo>
                      <a:cubicBezTo>
                        <a:pt x="1088065" y="396988"/>
                        <a:pt x="362384" y="0"/>
                        <a:pt x="362384" y="0"/>
                      </a:cubicBezTo>
                      <a:cubicBezTo>
                        <a:pt x="1176419" y="572457"/>
                        <a:pt x="942929" y="1993814"/>
                        <a:pt x="589579" y="2435517"/>
                      </a:cubicBezTo>
                      <a:close/>
                    </a:path>
                  </a:pathLst>
                </a:custGeom>
                <a:solidFill>
                  <a:srgbClr val="66A3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81" name="Google Shape;2881;g38b88470f6c_3_1699"/>
                <p:cNvSpPr/>
                <p:nvPr/>
              </p:nvSpPr>
              <p:spPr>
                <a:xfrm>
                  <a:off x="7349800" y="2784094"/>
                  <a:ext cx="831744" cy="831744"/>
                </a:xfrm>
                <a:custGeom>
                  <a:rect b="b" l="l" r="r" t="t"/>
                  <a:pathLst>
                    <a:path extrusionOk="0" h="831744" w="831744">
                      <a:moveTo>
                        <a:pt x="831745" y="415872"/>
                      </a:moveTo>
                      <a:cubicBezTo>
                        <a:pt x="831745" y="645552"/>
                        <a:pt x="645553" y="831745"/>
                        <a:pt x="415872" y="831745"/>
                      </a:cubicBezTo>
                      <a:cubicBezTo>
                        <a:pt x="186192" y="831745"/>
                        <a:pt x="0" y="645553"/>
                        <a:pt x="0" y="415872"/>
                      </a:cubicBezTo>
                      <a:cubicBezTo>
                        <a:pt x="0" y="186192"/>
                        <a:pt x="186192" y="0"/>
                        <a:pt x="415872" y="0"/>
                      </a:cubicBezTo>
                      <a:cubicBezTo>
                        <a:pt x="645552" y="0"/>
                        <a:pt x="831745" y="186192"/>
                        <a:pt x="831745" y="415872"/>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82" name="Google Shape;2882;g38b88470f6c_3_1699"/>
                <p:cNvSpPr/>
                <p:nvPr/>
              </p:nvSpPr>
              <p:spPr>
                <a:xfrm>
                  <a:off x="7323512" y="2768341"/>
                  <a:ext cx="831744" cy="831744"/>
                </a:xfrm>
                <a:custGeom>
                  <a:rect b="b" l="l" r="r" t="t"/>
                  <a:pathLst>
                    <a:path extrusionOk="0" h="831744" w="831744">
                      <a:moveTo>
                        <a:pt x="831745" y="415872"/>
                      </a:moveTo>
                      <a:cubicBezTo>
                        <a:pt x="831745" y="645552"/>
                        <a:pt x="645553" y="831745"/>
                        <a:pt x="415872" y="831745"/>
                      </a:cubicBezTo>
                      <a:cubicBezTo>
                        <a:pt x="186192" y="831745"/>
                        <a:pt x="0" y="645553"/>
                        <a:pt x="0" y="415872"/>
                      </a:cubicBezTo>
                      <a:cubicBezTo>
                        <a:pt x="0" y="186192"/>
                        <a:pt x="186192" y="0"/>
                        <a:pt x="415872" y="0"/>
                      </a:cubicBezTo>
                      <a:cubicBezTo>
                        <a:pt x="645552" y="0"/>
                        <a:pt x="831745" y="186192"/>
                        <a:pt x="831745" y="415872"/>
                      </a:cubicBez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83" name="Google Shape;2883;g38b88470f6c_3_1699"/>
                <p:cNvSpPr/>
                <p:nvPr/>
              </p:nvSpPr>
              <p:spPr>
                <a:xfrm>
                  <a:off x="7709412" y="2804413"/>
                  <a:ext cx="59946" cy="59946"/>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84" name="Google Shape;2884;g38b88470f6c_3_1699"/>
                <p:cNvSpPr/>
                <p:nvPr/>
              </p:nvSpPr>
              <p:spPr>
                <a:xfrm rot="-4040824">
                  <a:off x="7709401" y="3503999"/>
                  <a:ext cx="59923" cy="59923"/>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85" name="Google Shape;2885;g38b88470f6c_3_1699"/>
                <p:cNvSpPr/>
                <p:nvPr/>
              </p:nvSpPr>
              <p:spPr>
                <a:xfrm>
                  <a:off x="7359617" y="3154241"/>
                  <a:ext cx="59946" cy="59946"/>
                </a:xfrm>
                <a:custGeom>
                  <a:rect b="b" l="l" r="r" t="t"/>
                  <a:pathLst>
                    <a:path extrusionOk="0" h="59946" w="59946">
                      <a:moveTo>
                        <a:pt x="59946" y="29973"/>
                      </a:moveTo>
                      <a:cubicBezTo>
                        <a:pt x="59946" y="46527"/>
                        <a:pt x="46527" y="59946"/>
                        <a:pt x="29973" y="59946"/>
                      </a:cubicBezTo>
                      <a:cubicBezTo>
                        <a:pt x="13419" y="59946"/>
                        <a:pt x="0" y="46527"/>
                        <a:pt x="0" y="29973"/>
                      </a:cubicBezTo>
                      <a:cubicBezTo>
                        <a:pt x="0" y="13419"/>
                        <a:pt x="13419" y="0"/>
                        <a:pt x="29973" y="0"/>
                      </a:cubicBezTo>
                      <a:cubicBezTo>
                        <a:pt x="46527" y="0"/>
                        <a:pt x="59946" y="13419"/>
                        <a:pt x="59946" y="29973"/>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86" name="Google Shape;2886;g38b88470f6c_3_1699"/>
                <p:cNvSpPr/>
                <p:nvPr/>
              </p:nvSpPr>
              <p:spPr>
                <a:xfrm rot="-4059997">
                  <a:off x="8059192" y="3154122"/>
                  <a:ext cx="59948" cy="59948"/>
                </a:xfrm>
                <a:custGeom>
                  <a:rect b="b" l="l" r="r" t="t"/>
                  <a:pathLst>
                    <a:path extrusionOk="0" h="59947" w="59947">
                      <a:moveTo>
                        <a:pt x="59947" y="29974"/>
                      </a:moveTo>
                      <a:cubicBezTo>
                        <a:pt x="59947" y="46528"/>
                        <a:pt x="46528" y="59947"/>
                        <a:pt x="29974" y="59947"/>
                      </a:cubicBezTo>
                      <a:cubicBezTo>
                        <a:pt x="13420" y="59947"/>
                        <a:pt x="0" y="46528"/>
                        <a:pt x="0" y="29974"/>
                      </a:cubicBezTo>
                      <a:cubicBezTo>
                        <a:pt x="0" y="13420"/>
                        <a:pt x="13420" y="0"/>
                        <a:pt x="29974" y="0"/>
                      </a:cubicBezTo>
                      <a:cubicBezTo>
                        <a:pt x="46528" y="0"/>
                        <a:pt x="59947" y="13420"/>
                        <a:pt x="59947" y="29974"/>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87" name="Google Shape;2887;g38b88470f6c_3_1699"/>
                <p:cNvSpPr/>
                <p:nvPr/>
              </p:nvSpPr>
              <p:spPr>
                <a:xfrm>
                  <a:off x="7462052" y="2906881"/>
                  <a:ext cx="59962" cy="59962"/>
                </a:xfrm>
                <a:custGeom>
                  <a:rect b="b" l="l" r="r" t="t"/>
                  <a:pathLst>
                    <a:path extrusionOk="0" h="59962" w="59962">
                      <a:moveTo>
                        <a:pt x="51181" y="8782"/>
                      </a:moveTo>
                      <a:cubicBezTo>
                        <a:pt x="62890" y="20490"/>
                        <a:pt x="62890" y="39472"/>
                        <a:pt x="51181" y="51181"/>
                      </a:cubicBezTo>
                      <a:cubicBezTo>
                        <a:pt x="39472" y="62890"/>
                        <a:pt x="20490" y="62890"/>
                        <a:pt x="8782" y="51181"/>
                      </a:cubicBezTo>
                      <a:cubicBezTo>
                        <a:pt x="-2927" y="39472"/>
                        <a:pt x="-2927" y="20490"/>
                        <a:pt x="8782" y="8782"/>
                      </a:cubicBezTo>
                      <a:cubicBezTo>
                        <a:pt x="20490" y="-2927"/>
                        <a:pt x="39472" y="-2927"/>
                        <a:pt x="51181"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88" name="Google Shape;2888;g38b88470f6c_3_1699"/>
                <p:cNvSpPr/>
                <p:nvPr/>
              </p:nvSpPr>
              <p:spPr>
                <a:xfrm>
                  <a:off x="7956755" y="3401584"/>
                  <a:ext cx="59962" cy="59962"/>
                </a:xfrm>
                <a:custGeom>
                  <a:rect b="b" l="l" r="r" t="t"/>
                  <a:pathLst>
                    <a:path extrusionOk="0" h="59962" w="59962">
                      <a:moveTo>
                        <a:pt x="51181" y="8782"/>
                      </a:moveTo>
                      <a:cubicBezTo>
                        <a:pt x="39472" y="-2927"/>
                        <a:pt x="20490" y="-2927"/>
                        <a:pt x="8782" y="8782"/>
                      </a:cubicBezTo>
                      <a:cubicBezTo>
                        <a:pt x="-2927" y="20490"/>
                        <a:pt x="-2927" y="39472"/>
                        <a:pt x="8782" y="51181"/>
                      </a:cubicBezTo>
                      <a:cubicBezTo>
                        <a:pt x="20490" y="62890"/>
                        <a:pt x="39472" y="62890"/>
                        <a:pt x="51181" y="51181"/>
                      </a:cubicBezTo>
                      <a:cubicBezTo>
                        <a:pt x="62890" y="39472"/>
                        <a:pt x="62890" y="20490"/>
                        <a:pt x="51181"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89" name="Google Shape;2889;g38b88470f6c_3_1699"/>
                <p:cNvSpPr/>
                <p:nvPr/>
              </p:nvSpPr>
              <p:spPr>
                <a:xfrm>
                  <a:off x="7462052" y="3401584"/>
                  <a:ext cx="59962" cy="59962"/>
                </a:xfrm>
                <a:custGeom>
                  <a:rect b="b" l="l" r="r" t="t"/>
                  <a:pathLst>
                    <a:path extrusionOk="0" h="59962" w="59962">
                      <a:moveTo>
                        <a:pt x="8782" y="8782"/>
                      </a:moveTo>
                      <a:cubicBezTo>
                        <a:pt x="20490" y="-2927"/>
                        <a:pt x="39472" y="-2927"/>
                        <a:pt x="51181" y="8782"/>
                      </a:cubicBezTo>
                      <a:cubicBezTo>
                        <a:pt x="62890" y="20490"/>
                        <a:pt x="62890" y="39472"/>
                        <a:pt x="51181" y="51181"/>
                      </a:cubicBezTo>
                      <a:cubicBezTo>
                        <a:pt x="39472" y="62890"/>
                        <a:pt x="20490" y="62890"/>
                        <a:pt x="8782" y="51181"/>
                      </a:cubicBezTo>
                      <a:cubicBezTo>
                        <a:pt x="-2927" y="39472"/>
                        <a:pt x="-2927" y="20490"/>
                        <a:pt x="8782"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90" name="Google Shape;2890;g38b88470f6c_3_1699"/>
                <p:cNvSpPr/>
                <p:nvPr/>
              </p:nvSpPr>
              <p:spPr>
                <a:xfrm>
                  <a:off x="7956755" y="2906881"/>
                  <a:ext cx="59962" cy="59962"/>
                </a:xfrm>
                <a:custGeom>
                  <a:rect b="b" l="l" r="r" t="t"/>
                  <a:pathLst>
                    <a:path extrusionOk="0" h="59962" w="59962">
                      <a:moveTo>
                        <a:pt x="8782" y="8782"/>
                      </a:moveTo>
                      <a:cubicBezTo>
                        <a:pt x="-2927" y="20490"/>
                        <a:pt x="-2927" y="39472"/>
                        <a:pt x="8782" y="51181"/>
                      </a:cubicBezTo>
                      <a:cubicBezTo>
                        <a:pt x="20490" y="62890"/>
                        <a:pt x="39472" y="62890"/>
                        <a:pt x="51181" y="51181"/>
                      </a:cubicBezTo>
                      <a:cubicBezTo>
                        <a:pt x="62890" y="39472"/>
                        <a:pt x="62890" y="20490"/>
                        <a:pt x="51181" y="8782"/>
                      </a:cubicBezTo>
                      <a:cubicBezTo>
                        <a:pt x="39472" y="-2927"/>
                        <a:pt x="20490" y="-2927"/>
                        <a:pt x="8782" y="8782"/>
                      </a:cubicBezTo>
                      <a:close/>
                    </a:path>
                  </a:pathLst>
                </a:custGeom>
                <a:solidFill>
                  <a:srgbClr val="F997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91" name="Google Shape;2891;g38b88470f6c_3_1699"/>
                <p:cNvSpPr/>
                <p:nvPr/>
              </p:nvSpPr>
              <p:spPr>
                <a:xfrm rot="-2700000">
                  <a:off x="7475039" y="2914399"/>
                  <a:ext cx="556452" cy="556452"/>
                </a:xfrm>
                <a:custGeom>
                  <a:rect b="b" l="l" r="r" t="t"/>
                  <a:pathLst>
                    <a:path extrusionOk="0" h="556143" w="556143">
                      <a:moveTo>
                        <a:pt x="556144" y="278072"/>
                      </a:moveTo>
                      <a:cubicBezTo>
                        <a:pt x="556144" y="431647"/>
                        <a:pt x="431647" y="556144"/>
                        <a:pt x="278072" y="556144"/>
                      </a:cubicBezTo>
                      <a:cubicBezTo>
                        <a:pt x="124497" y="556144"/>
                        <a:pt x="0" y="431647"/>
                        <a:pt x="0" y="278072"/>
                      </a:cubicBezTo>
                      <a:cubicBezTo>
                        <a:pt x="0" y="124497"/>
                        <a:pt x="124497" y="0"/>
                        <a:pt x="278072" y="0"/>
                      </a:cubicBezTo>
                      <a:cubicBezTo>
                        <a:pt x="431647" y="0"/>
                        <a:pt x="556144" y="124497"/>
                        <a:pt x="556144" y="278072"/>
                      </a:cubicBezTo>
                      <a:close/>
                    </a:path>
                  </a:pathLst>
                </a:custGeom>
                <a:solidFill>
                  <a:srgbClr val="77A4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92" name="Google Shape;2892;g38b88470f6c_3_1699"/>
                <p:cNvSpPr/>
                <p:nvPr/>
              </p:nvSpPr>
              <p:spPr>
                <a:xfrm>
                  <a:off x="7461277" y="2906139"/>
                  <a:ext cx="430125" cy="519326"/>
                </a:xfrm>
                <a:custGeom>
                  <a:rect b="b" l="l" r="r" t="t"/>
                  <a:pathLst>
                    <a:path extrusionOk="0" h="519326" w="430125">
                      <a:moveTo>
                        <a:pt x="13698" y="286489"/>
                      </a:moveTo>
                      <a:cubicBezTo>
                        <a:pt x="13698" y="132906"/>
                        <a:pt x="138189" y="8415"/>
                        <a:pt x="291773" y="8415"/>
                      </a:cubicBezTo>
                      <a:cubicBezTo>
                        <a:pt x="342130" y="8415"/>
                        <a:pt x="389389" y="21819"/>
                        <a:pt x="430125" y="45237"/>
                      </a:cubicBezTo>
                      <a:cubicBezTo>
                        <a:pt x="386421" y="16634"/>
                        <a:pt x="334205" y="0"/>
                        <a:pt x="278075" y="0"/>
                      </a:cubicBezTo>
                      <a:cubicBezTo>
                        <a:pt x="124491" y="0"/>
                        <a:pt x="0" y="124491"/>
                        <a:pt x="0" y="278075"/>
                      </a:cubicBezTo>
                      <a:cubicBezTo>
                        <a:pt x="0" y="381268"/>
                        <a:pt x="56228" y="471350"/>
                        <a:pt x="139722" y="519327"/>
                      </a:cubicBezTo>
                      <a:cubicBezTo>
                        <a:pt x="63860" y="469687"/>
                        <a:pt x="13698" y="383942"/>
                        <a:pt x="13698" y="286489"/>
                      </a:cubicBezTo>
                      <a:close/>
                    </a:path>
                  </a:pathLst>
                </a:custGeom>
                <a:solidFill>
                  <a:srgbClr val="5D8DD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93" name="Google Shape;2893;g38b88470f6c_3_1699"/>
                <p:cNvSpPr/>
                <p:nvPr/>
              </p:nvSpPr>
              <p:spPr>
                <a:xfrm>
                  <a:off x="7505471" y="2950300"/>
                  <a:ext cx="330421" cy="330421"/>
                </a:xfrm>
                <a:custGeom>
                  <a:rect b="b" l="l" r="r" t="t"/>
                  <a:pathLst>
                    <a:path extrusionOk="0" h="330421" w="330421">
                      <a:moveTo>
                        <a:pt x="17351" y="320604"/>
                      </a:moveTo>
                      <a:cubicBezTo>
                        <a:pt x="17351" y="153127"/>
                        <a:pt x="153127" y="17351"/>
                        <a:pt x="320604" y="17351"/>
                      </a:cubicBezTo>
                      <a:cubicBezTo>
                        <a:pt x="323899" y="17351"/>
                        <a:pt x="327160" y="17416"/>
                        <a:pt x="330421" y="17514"/>
                      </a:cubicBezTo>
                      <a:cubicBezTo>
                        <a:pt x="302568" y="6229"/>
                        <a:pt x="272139" y="0"/>
                        <a:pt x="240209" y="0"/>
                      </a:cubicBezTo>
                      <a:cubicBezTo>
                        <a:pt x="107531" y="0"/>
                        <a:pt x="0" y="107564"/>
                        <a:pt x="0" y="240209"/>
                      </a:cubicBezTo>
                      <a:cubicBezTo>
                        <a:pt x="0" y="272106"/>
                        <a:pt x="6229" y="302568"/>
                        <a:pt x="17514" y="330421"/>
                      </a:cubicBezTo>
                      <a:cubicBezTo>
                        <a:pt x="17416" y="327160"/>
                        <a:pt x="17351" y="323898"/>
                        <a:pt x="17351" y="320604"/>
                      </a:cubicBezTo>
                      <a:close/>
                    </a:path>
                  </a:pathLst>
                </a:custGeom>
                <a:solidFill>
                  <a:srgbClr val="8EB2E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94" name="Google Shape;2894;g38b88470f6c_3_1699"/>
                <p:cNvSpPr/>
                <p:nvPr/>
              </p:nvSpPr>
              <p:spPr>
                <a:xfrm>
                  <a:off x="7499111" y="4966357"/>
                  <a:ext cx="521251" cy="82972"/>
                </a:xfrm>
                <a:custGeom>
                  <a:rect b="b" l="l" r="r" t="t"/>
                  <a:pathLst>
                    <a:path extrusionOk="0" h="82972" w="521251">
                      <a:moveTo>
                        <a:pt x="479732" y="82972"/>
                      </a:moveTo>
                      <a:lnTo>
                        <a:pt x="41486" y="82972"/>
                      </a:lnTo>
                      <a:cubicBezTo>
                        <a:pt x="18558" y="82972"/>
                        <a:pt x="0" y="64382"/>
                        <a:pt x="0" y="41486"/>
                      </a:cubicBezTo>
                      <a:lnTo>
                        <a:pt x="0" y="41486"/>
                      </a:lnTo>
                      <a:cubicBezTo>
                        <a:pt x="0" y="18558"/>
                        <a:pt x="18591" y="0"/>
                        <a:pt x="41486" y="0"/>
                      </a:cubicBezTo>
                      <a:lnTo>
                        <a:pt x="479765" y="0"/>
                      </a:lnTo>
                      <a:cubicBezTo>
                        <a:pt x="502693" y="0"/>
                        <a:pt x="521251" y="18591"/>
                        <a:pt x="521251" y="41486"/>
                      </a:cubicBezTo>
                      <a:lnTo>
                        <a:pt x="521251" y="41486"/>
                      </a:lnTo>
                      <a:cubicBezTo>
                        <a:pt x="521219" y="64414"/>
                        <a:pt x="502661" y="82972"/>
                        <a:pt x="479732" y="82972"/>
                      </a:cubicBezTo>
                      <a:close/>
                    </a:path>
                  </a:pathLst>
                </a:custGeom>
                <a:solidFill>
                  <a:srgbClr val="2A4E9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95" name="Google Shape;2895;g38b88470f6c_3_1699"/>
                <p:cNvSpPr/>
                <p:nvPr/>
              </p:nvSpPr>
              <p:spPr>
                <a:xfrm>
                  <a:off x="7509808" y="4966357"/>
                  <a:ext cx="510553" cy="82972"/>
                </a:xfrm>
                <a:custGeom>
                  <a:rect b="b" l="l" r="r" t="t"/>
                  <a:pathLst>
                    <a:path extrusionOk="0" h="82972" w="510553">
                      <a:moveTo>
                        <a:pt x="469035" y="0"/>
                      </a:moveTo>
                      <a:lnTo>
                        <a:pt x="461957" y="0"/>
                      </a:lnTo>
                      <a:cubicBezTo>
                        <a:pt x="468611" y="7371"/>
                        <a:pt x="472655" y="17123"/>
                        <a:pt x="472655" y="27821"/>
                      </a:cubicBezTo>
                      <a:cubicBezTo>
                        <a:pt x="472655" y="50749"/>
                        <a:pt x="454097" y="69307"/>
                        <a:pt x="431169" y="69307"/>
                      </a:cubicBezTo>
                      <a:lnTo>
                        <a:pt x="0" y="69307"/>
                      </a:lnTo>
                      <a:cubicBezTo>
                        <a:pt x="7599" y="77689"/>
                        <a:pt x="18558" y="82972"/>
                        <a:pt x="30788" y="82972"/>
                      </a:cubicBezTo>
                      <a:lnTo>
                        <a:pt x="469067" y="82972"/>
                      </a:lnTo>
                      <a:cubicBezTo>
                        <a:pt x="491996" y="82972"/>
                        <a:pt x="510554" y="64382"/>
                        <a:pt x="510554" y="41486"/>
                      </a:cubicBezTo>
                      <a:lnTo>
                        <a:pt x="510554" y="41486"/>
                      </a:lnTo>
                      <a:cubicBezTo>
                        <a:pt x="510521" y="18591"/>
                        <a:pt x="491963" y="0"/>
                        <a:pt x="469035" y="0"/>
                      </a:cubicBezTo>
                      <a:close/>
                    </a:path>
                  </a:pathLst>
                </a:custGeom>
                <a:solidFill>
                  <a:srgbClr val="23386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grpSp>
      <p:sp>
        <p:nvSpPr>
          <p:cNvPr id="2896" name="Google Shape;2896;g38b88470f6c_3_1699"/>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Explore</a:t>
            </a:r>
            <a:endParaRPr b="0" i="0" sz="1400" u="none" cap="none" strike="noStrike">
              <a:solidFill>
                <a:srgbClr val="000000"/>
              </a:solidFill>
              <a:latin typeface="Arial"/>
              <a:ea typeface="Arial"/>
              <a:cs typeface="Arial"/>
              <a:sym typeface="Arial"/>
            </a:endParaRPr>
          </a:p>
        </p:txBody>
      </p:sp>
      <p:sp>
        <p:nvSpPr>
          <p:cNvPr id="2897" name="Google Shape;2897;g38b88470f6c_3_1699"/>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with content T3">
  <p:cSld name="1_Title with content T3">
    <p:spTree>
      <p:nvGrpSpPr>
        <p:cNvPr id="2898" name="Shape 2898"/>
        <p:cNvGrpSpPr/>
        <p:nvPr/>
      </p:nvGrpSpPr>
      <p:grpSpPr>
        <a:xfrm>
          <a:off x="0" y="0"/>
          <a:ext cx="0" cy="0"/>
          <a:chOff x="0" y="0"/>
          <a:chExt cx="0" cy="0"/>
        </a:xfrm>
      </p:grpSpPr>
      <p:sp>
        <p:nvSpPr>
          <p:cNvPr id="2899" name="Google Shape;2899;g38b88470f6c_3_1737"/>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317500" lvl="0" marL="4572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1pPr>
            <a:lvl2pPr indent="-317500" lvl="1" marL="9144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2pPr>
            <a:lvl3pPr indent="-317500" lvl="2" marL="13716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3pPr>
            <a:lvl4pPr indent="-317500" lvl="3" marL="18288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4pPr>
            <a:lvl5pPr indent="-317500" lvl="4" marL="2286000" marR="0" algn="l">
              <a:lnSpc>
                <a:spcPct val="100000"/>
              </a:lnSpc>
              <a:spcBef>
                <a:spcPts val="0"/>
              </a:spcBef>
              <a:spcAft>
                <a:spcPts val="0"/>
              </a:spcAft>
              <a:buClr>
                <a:schemeClr val="accent2"/>
              </a:buClr>
              <a:buSzPts val="1400"/>
              <a:buFont typeface="Arial"/>
              <a:buChar char="•"/>
              <a:defRPr b="1" i="0" sz="1400" u="none" cap="none" strike="noStrike">
                <a:solidFill>
                  <a:srgbClr val="172A4B"/>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2900" name="Google Shape;2900;g38b88470f6c_3_1737"/>
          <p:cNvGrpSpPr/>
          <p:nvPr/>
        </p:nvGrpSpPr>
        <p:grpSpPr>
          <a:xfrm>
            <a:off x="-1" y="579518"/>
            <a:ext cx="11387071" cy="823623"/>
            <a:chOff x="0" y="579518"/>
            <a:chExt cx="4125900" cy="823623"/>
          </a:xfrm>
        </p:grpSpPr>
        <p:sp>
          <p:nvSpPr>
            <p:cNvPr id="2901" name="Google Shape;2901;g38b88470f6c_3_1737"/>
            <p:cNvSpPr/>
            <p:nvPr/>
          </p:nvSpPr>
          <p:spPr>
            <a:xfrm>
              <a:off x="0" y="676841"/>
              <a:ext cx="4125900" cy="726300"/>
            </a:xfrm>
            <a:prstGeom prst="rect">
              <a:avLst/>
            </a:prstGeom>
            <a:solidFill>
              <a:srgbClr val="D06800"/>
            </a:solidFill>
            <a:ln>
              <a:noFill/>
            </a:ln>
          </p:spPr>
          <p:txBody>
            <a:bodyPr anchorCtr="0" anchor="ctr" bIns="0"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02" name="Google Shape;2902;g38b88470f6c_3_1737"/>
            <p:cNvSpPr/>
            <p:nvPr/>
          </p:nvSpPr>
          <p:spPr>
            <a:xfrm>
              <a:off x="0" y="579518"/>
              <a:ext cx="4092000" cy="726300"/>
            </a:xfrm>
            <a:prstGeom prst="rect">
              <a:avLst/>
            </a:prstGeom>
            <a:solidFill>
              <a:srgbClr val="FC7C00"/>
            </a:solidFill>
            <a:ln>
              <a:noFill/>
            </a:ln>
          </p:spPr>
          <p:txBody>
            <a:bodyPr anchorCtr="0" anchor="ctr" bIns="0"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2903" name="Google Shape;2903;g38b88470f6c_3_1737"/>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1" i="0" sz="36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904" name="Google Shape;2904;g38b88470f6c_3_1737"/>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p:cSld name="Section">
    <p:spTree>
      <p:nvGrpSpPr>
        <p:cNvPr id="2905" name="Shape 2905"/>
        <p:cNvGrpSpPr/>
        <p:nvPr/>
      </p:nvGrpSpPr>
      <p:grpSpPr>
        <a:xfrm>
          <a:off x="0" y="0"/>
          <a:ext cx="0" cy="0"/>
          <a:chOff x="0" y="0"/>
          <a:chExt cx="0" cy="0"/>
        </a:xfrm>
      </p:grpSpPr>
      <p:sp>
        <p:nvSpPr>
          <p:cNvPr id="2906" name="Google Shape;2906;g38b88470f6c_3_1744"/>
          <p:cNvSpPr/>
          <p:nvPr/>
        </p:nvSpPr>
        <p:spPr>
          <a:xfrm>
            <a:off x="-15279338" y="-6822541"/>
            <a:ext cx="0" cy="25658117"/>
          </a:xfrm>
          <a:custGeom>
            <a:rect b="b" l="l" r="r" t="t"/>
            <a:pathLst>
              <a:path extrusionOk="0" h="13191834" w="120000">
                <a:moveTo>
                  <a:pt x="0" y="0"/>
                </a:moveTo>
                <a:lnTo>
                  <a:pt x="0" y="13191834"/>
                </a:lnTo>
              </a:path>
            </a:pathLst>
          </a:custGeom>
          <a:noFill/>
          <a:ln cap="rnd" cmpd="sng" w="44450">
            <a:solidFill>
              <a:schemeClr val="dk1"/>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2907" name="Google Shape;2907;g38b88470f6c_3_1744"/>
          <p:cNvSpPr/>
          <p:nvPr/>
        </p:nvSpPr>
        <p:spPr>
          <a:xfrm>
            <a:off x="-13303054" y="-11895986"/>
            <a:ext cx="0" cy="25658117"/>
          </a:xfrm>
          <a:custGeom>
            <a:rect b="b" l="l" r="r" t="t"/>
            <a:pathLst>
              <a:path extrusionOk="0" h="13191834" w="120000">
                <a:moveTo>
                  <a:pt x="0" y="0"/>
                </a:moveTo>
                <a:lnTo>
                  <a:pt x="0" y="13191834"/>
                </a:lnTo>
              </a:path>
            </a:pathLst>
          </a:custGeom>
          <a:noFill/>
          <a:ln cap="rnd" cmpd="sng" w="44450">
            <a:solidFill>
              <a:schemeClr val="dk1"/>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2908" name="Google Shape;2908;g38b88470f6c_3_1744"/>
          <p:cNvSpPr txBox="1"/>
          <p:nvPr>
            <p:ph idx="1" type="body"/>
          </p:nvPr>
        </p:nvSpPr>
        <p:spPr>
          <a:xfrm>
            <a:off x="3480620" y="2300748"/>
            <a:ext cx="5230800" cy="22566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4000"/>
              <a:buFont typeface="Arial"/>
              <a:buNone/>
              <a:defRPr b="0" i="0" sz="4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08"/>
                                        </p:tgtEl>
                                        <p:attrNameLst>
                                          <p:attrName>style.visibility</p:attrName>
                                        </p:attrNameLst>
                                      </p:cBhvr>
                                      <p:to>
                                        <p:strVal val="visible"/>
                                      </p:to>
                                    </p:set>
                                    <p:animEffect filter="fade" transition="in">
                                      <p:cBhvr>
                                        <p:cTn dur="500"/>
                                        <p:tgtEl>
                                          <p:spTgt spid="29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3_OPTIONS">
  <p:cSld name="Comparison3_OPTIONS">
    <p:spTree>
      <p:nvGrpSpPr>
        <p:cNvPr id="2909" name="Shape 2909"/>
        <p:cNvGrpSpPr/>
        <p:nvPr/>
      </p:nvGrpSpPr>
      <p:grpSpPr>
        <a:xfrm>
          <a:off x="0" y="0"/>
          <a:ext cx="0" cy="0"/>
          <a:chOff x="0" y="0"/>
          <a:chExt cx="0" cy="0"/>
        </a:xfrm>
      </p:grpSpPr>
      <p:sp>
        <p:nvSpPr>
          <p:cNvPr id="2910" name="Google Shape;2910;g38b88470f6c_3_1748"/>
          <p:cNvSpPr/>
          <p:nvPr/>
        </p:nvSpPr>
        <p:spPr>
          <a:xfrm>
            <a:off x="7062909" y="4997414"/>
            <a:ext cx="4244692" cy="934901"/>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911" name="Google Shape;2911;g38b88470f6c_3_1748"/>
          <p:cNvSpPr/>
          <p:nvPr/>
        </p:nvSpPr>
        <p:spPr>
          <a:xfrm>
            <a:off x="5555550" y="160800"/>
            <a:ext cx="941700" cy="5909100"/>
          </a:xfrm>
          <a:prstGeom prst="ellipse">
            <a:avLst/>
          </a:prstGeom>
          <a:solidFill>
            <a:srgbClr val="FC7C00">
              <a:alpha val="3137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912" name="Google Shape;2912;g38b88470f6c_3_1748"/>
          <p:cNvGrpSpPr/>
          <p:nvPr/>
        </p:nvGrpSpPr>
        <p:grpSpPr>
          <a:xfrm>
            <a:off x="4836716" y="4851275"/>
            <a:ext cx="2684770" cy="2369858"/>
            <a:chOff x="4460241" y="4926810"/>
            <a:chExt cx="2896817" cy="2898554"/>
          </a:xfrm>
        </p:grpSpPr>
        <p:sp>
          <p:nvSpPr>
            <p:cNvPr id="2913" name="Google Shape;2913;g38b88470f6c_3_1748"/>
            <p:cNvSpPr txBox="1"/>
            <p:nvPr/>
          </p:nvSpPr>
          <p:spPr>
            <a:xfrm>
              <a:off x="4460241" y="4926810"/>
              <a:ext cx="2522100" cy="264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0" i="0" lang="en-US" sz="9600" u="none" cap="none" strike="noStrike">
                  <a:solidFill>
                    <a:schemeClr val="dk1"/>
                  </a:solidFill>
                  <a:latin typeface="Kdam Thmor Pro"/>
                  <a:ea typeface="Kdam Thmor Pro"/>
                  <a:cs typeface="Kdam Thmor Pro"/>
                  <a:sym typeface="Kdam Thmor Pro"/>
                </a:rPr>
                <a:t>V</a:t>
              </a:r>
              <a:endParaRPr b="0" i="0" sz="1400" u="none" cap="none" strike="noStrike">
                <a:solidFill>
                  <a:srgbClr val="000000"/>
                </a:solidFill>
                <a:latin typeface="Arial"/>
                <a:ea typeface="Arial"/>
                <a:cs typeface="Arial"/>
                <a:sym typeface="Arial"/>
              </a:endParaRPr>
            </a:p>
          </p:txBody>
        </p:sp>
        <p:sp>
          <p:nvSpPr>
            <p:cNvPr id="2914" name="Google Shape;2914;g38b88470f6c_3_1748"/>
            <p:cNvSpPr txBox="1"/>
            <p:nvPr/>
          </p:nvSpPr>
          <p:spPr>
            <a:xfrm>
              <a:off x="4834958" y="5181164"/>
              <a:ext cx="2522100" cy="264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0" i="0" lang="en-US" sz="9600" u="none" cap="none" strike="noStrike">
                  <a:solidFill>
                    <a:schemeClr val="dk1"/>
                  </a:solidFill>
                  <a:latin typeface="Kdam Thmor Pro"/>
                  <a:ea typeface="Kdam Thmor Pro"/>
                  <a:cs typeface="Kdam Thmor Pro"/>
                  <a:sym typeface="Kdam Thmor Pro"/>
                </a:rPr>
                <a:t>s</a:t>
              </a:r>
              <a:endParaRPr b="0" i="0" sz="1400" u="none" cap="none" strike="noStrike">
                <a:solidFill>
                  <a:srgbClr val="000000"/>
                </a:solidFill>
                <a:latin typeface="Arial"/>
                <a:ea typeface="Arial"/>
                <a:cs typeface="Arial"/>
                <a:sym typeface="Arial"/>
              </a:endParaRPr>
            </a:p>
          </p:txBody>
        </p:sp>
      </p:grpSp>
      <p:sp>
        <p:nvSpPr>
          <p:cNvPr id="2915" name="Google Shape;2915;g38b88470f6c_3_1748"/>
          <p:cNvSpPr/>
          <p:nvPr/>
        </p:nvSpPr>
        <p:spPr>
          <a:xfrm flipH="1">
            <a:off x="884400" y="4997414"/>
            <a:ext cx="4244692" cy="934901"/>
          </a:xfrm>
          <a:prstGeom prst="flowChartManualInput">
            <a:avLst/>
          </a:prstGeom>
          <a:solidFill>
            <a:srgbClr val="2A4E9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916" name="Google Shape;2916;g38b88470f6c_3_1748"/>
          <p:cNvSpPr txBox="1"/>
          <p:nvPr>
            <p:ph idx="1" type="body"/>
          </p:nvPr>
        </p:nvSpPr>
        <p:spPr>
          <a:xfrm>
            <a:off x="884400" y="5206589"/>
            <a:ext cx="4243500" cy="7122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3600"/>
              <a:buFont typeface="Arial"/>
              <a:buNone/>
              <a:defRPr b="0" i="0" sz="3600" u="none" cap="none" strike="noStrike">
                <a:solidFill>
                  <a:schemeClr val="lt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917" name="Google Shape;2917;g38b88470f6c_3_1748"/>
          <p:cNvSpPr txBox="1"/>
          <p:nvPr>
            <p:ph idx="2" type="body"/>
          </p:nvPr>
        </p:nvSpPr>
        <p:spPr>
          <a:xfrm>
            <a:off x="7062909" y="5206589"/>
            <a:ext cx="4243500" cy="7122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3600"/>
              <a:buFont typeface="Arial"/>
              <a:buNone/>
              <a:defRPr b="0" i="0" sz="3600" u="none" cap="none" strike="noStrike">
                <a:solidFill>
                  <a:schemeClr val="lt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2918" name="Google Shape;2918;g38b88470f6c_3_1748"/>
          <p:cNvSpPr txBox="1"/>
          <p:nvPr>
            <p:ph idx="3" type="body"/>
          </p:nvPr>
        </p:nvSpPr>
        <p:spPr>
          <a:xfrm>
            <a:off x="1173743" y="1101660"/>
            <a:ext cx="3664800" cy="3437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1" i="0" sz="2000" u="none" cap="none" strike="noStrike">
                <a:solidFill>
                  <a:schemeClr val="lt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1"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1"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1"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1"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1"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1"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1" i="0" sz="1200" u="none" cap="none" strike="noStrike">
                <a:solidFill>
                  <a:schemeClr val="lt1"/>
                </a:solidFill>
                <a:latin typeface="Quicksand"/>
                <a:ea typeface="Quicksand"/>
                <a:cs typeface="Quicksand"/>
                <a:sym typeface="Quicksand"/>
              </a:defRPr>
            </a:lvl9pPr>
          </a:lstStyle>
          <a:p/>
        </p:txBody>
      </p:sp>
      <p:sp>
        <p:nvSpPr>
          <p:cNvPr id="2919" name="Google Shape;2919;g38b88470f6c_3_1748"/>
          <p:cNvSpPr txBox="1"/>
          <p:nvPr>
            <p:ph idx="4" type="body"/>
          </p:nvPr>
        </p:nvSpPr>
        <p:spPr>
          <a:xfrm>
            <a:off x="7521477" y="1101660"/>
            <a:ext cx="3664800" cy="3437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chemeClr val="lt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1"/>
                                        </p:tgtEl>
                                        <p:attrNameLst>
                                          <p:attrName>style.visibility</p:attrName>
                                        </p:attrNameLst>
                                      </p:cBhvr>
                                      <p:to>
                                        <p:strVal val="visible"/>
                                      </p:to>
                                    </p:set>
                                    <p:animEffect filter="fade" transition="in">
                                      <p:cBhvr>
                                        <p:cTn dur="500"/>
                                        <p:tgtEl>
                                          <p:spTgt spid="2911"/>
                                        </p:tgtEl>
                                      </p:cBhvr>
                                    </p:animEffect>
                                  </p:childTnLst>
                                </p:cTn>
                              </p:par>
                              <p:par>
                                <p:cTn fill="hold" nodeType="withEffect" presetClass="entr" presetID="10" presetSubtype="0">
                                  <p:stCondLst>
                                    <p:cond delay="0"/>
                                  </p:stCondLst>
                                  <p:childTnLst>
                                    <p:set>
                                      <p:cBhvr>
                                        <p:cTn dur="1" fill="hold">
                                          <p:stCondLst>
                                            <p:cond delay="0"/>
                                          </p:stCondLst>
                                        </p:cTn>
                                        <p:tgtEl>
                                          <p:spTgt spid="2910"/>
                                        </p:tgtEl>
                                        <p:attrNameLst>
                                          <p:attrName>style.visibility</p:attrName>
                                        </p:attrNameLst>
                                      </p:cBhvr>
                                      <p:to>
                                        <p:strVal val="visible"/>
                                      </p:to>
                                    </p:set>
                                    <p:animEffect filter="fade" transition="in">
                                      <p:cBhvr>
                                        <p:cTn dur="500"/>
                                        <p:tgtEl>
                                          <p:spTgt spid="2910"/>
                                        </p:tgtEl>
                                      </p:cBhvr>
                                    </p:animEffect>
                                  </p:childTnLst>
                                </p:cTn>
                              </p:par>
                              <p:par>
                                <p:cTn fill="hold" nodeType="withEffect" presetClass="entr" presetID="10" presetSubtype="0">
                                  <p:stCondLst>
                                    <p:cond delay="0"/>
                                  </p:stCondLst>
                                  <p:childTnLst>
                                    <p:set>
                                      <p:cBhvr>
                                        <p:cTn dur="1" fill="hold">
                                          <p:stCondLst>
                                            <p:cond delay="0"/>
                                          </p:stCondLst>
                                        </p:cTn>
                                        <p:tgtEl>
                                          <p:spTgt spid="2915"/>
                                        </p:tgtEl>
                                        <p:attrNameLst>
                                          <p:attrName>style.visibility</p:attrName>
                                        </p:attrNameLst>
                                      </p:cBhvr>
                                      <p:to>
                                        <p:strVal val="visible"/>
                                      </p:to>
                                    </p:set>
                                    <p:animEffect filter="fade" transition="in">
                                      <p:cBhvr>
                                        <p:cTn dur="500"/>
                                        <p:tgtEl>
                                          <p:spTgt spid="291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16"/>
                                        </p:tgtEl>
                                        <p:attrNameLst>
                                          <p:attrName>style.visibility</p:attrName>
                                        </p:attrNameLst>
                                      </p:cBhvr>
                                      <p:to>
                                        <p:strVal val="visible"/>
                                      </p:to>
                                    </p:set>
                                    <p:animEffect filter="fade" transition="in">
                                      <p:cBhvr>
                                        <p:cTn dur="500"/>
                                        <p:tgtEl>
                                          <p:spTgt spid="2916"/>
                                        </p:tgtEl>
                                      </p:cBhvr>
                                    </p:animEffect>
                                  </p:childTnLst>
                                </p:cTn>
                              </p:par>
                              <p:par>
                                <p:cTn fill="hold" nodeType="withEffect" presetClass="entr" presetID="10" presetSubtype="0">
                                  <p:stCondLst>
                                    <p:cond delay="0"/>
                                  </p:stCondLst>
                                  <p:childTnLst>
                                    <p:set>
                                      <p:cBhvr>
                                        <p:cTn dur="1" fill="hold">
                                          <p:stCondLst>
                                            <p:cond delay="0"/>
                                          </p:stCondLst>
                                        </p:cTn>
                                        <p:tgtEl>
                                          <p:spTgt spid="2917"/>
                                        </p:tgtEl>
                                        <p:attrNameLst>
                                          <p:attrName>style.visibility</p:attrName>
                                        </p:attrNameLst>
                                      </p:cBhvr>
                                      <p:to>
                                        <p:strVal val="visible"/>
                                      </p:to>
                                    </p:set>
                                    <p:animEffect filter="fade" transition="in">
                                      <p:cBhvr>
                                        <p:cTn dur="500"/>
                                        <p:tgtEl>
                                          <p:spTgt spid="2917"/>
                                        </p:tgtEl>
                                      </p:cBhvr>
                                    </p:animEffect>
                                  </p:childTnLst>
                                </p:cTn>
                              </p:par>
                              <p:par>
                                <p:cTn fill="hold" nodeType="withEffect" presetClass="entr" presetID="10" presetSubtype="0">
                                  <p:stCondLst>
                                    <p:cond delay="0"/>
                                  </p:stCondLst>
                                  <p:childTnLst>
                                    <p:set>
                                      <p:cBhvr>
                                        <p:cTn dur="1" fill="hold">
                                          <p:stCondLst>
                                            <p:cond delay="0"/>
                                          </p:stCondLst>
                                        </p:cTn>
                                        <p:tgtEl>
                                          <p:spTgt spid="2918"/>
                                        </p:tgtEl>
                                        <p:attrNameLst>
                                          <p:attrName>style.visibility</p:attrName>
                                        </p:attrNameLst>
                                      </p:cBhvr>
                                      <p:to>
                                        <p:strVal val="visible"/>
                                      </p:to>
                                    </p:set>
                                    <p:animEffect filter="fade" transition="in">
                                      <p:cBhvr>
                                        <p:cTn dur="500"/>
                                        <p:tgtEl>
                                          <p:spTgt spid="2918"/>
                                        </p:tgtEl>
                                      </p:cBhvr>
                                    </p:animEffect>
                                  </p:childTnLst>
                                </p:cTn>
                              </p:par>
                              <p:par>
                                <p:cTn fill="hold" nodeType="withEffect" presetClass="entr" presetID="10" presetSubtype="0">
                                  <p:stCondLst>
                                    <p:cond delay="0"/>
                                  </p:stCondLst>
                                  <p:childTnLst>
                                    <p:set>
                                      <p:cBhvr>
                                        <p:cTn dur="1" fill="hold">
                                          <p:stCondLst>
                                            <p:cond delay="0"/>
                                          </p:stCondLst>
                                        </p:cTn>
                                        <p:tgtEl>
                                          <p:spTgt spid="2919"/>
                                        </p:tgtEl>
                                        <p:attrNameLst>
                                          <p:attrName>style.visibility</p:attrName>
                                        </p:attrNameLst>
                                      </p:cBhvr>
                                      <p:to>
                                        <p:strVal val="visible"/>
                                      </p:to>
                                    </p:set>
                                    <p:animEffect filter="fade" transition="in">
                                      <p:cBhvr>
                                        <p:cTn dur="500"/>
                                        <p:tgtEl>
                                          <p:spTgt spid="29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gage">
  <p:cSld name="Engage">
    <p:spTree>
      <p:nvGrpSpPr>
        <p:cNvPr id="2920" name="Shape 2920"/>
        <p:cNvGrpSpPr/>
        <p:nvPr/>
      </p:nvGrpSpPr>
      <p:grpSpPr>
        <a:xfrm>
          <a:off x="0" y="0"/>
          <a:ext cx="0" cy="0"/>
          <a:chOff x="0" y="0"/>
          <a:chExt cx="0" cy="0"/>
        </a:xfrm>
      </p:grpSpPr>
      <p:grpSp>
        <p:nvGrpSpPr>
          <p:cNvPr id="2921" name="Google Shape;2921;g38b88470f6c_3_1759"/>
          <p:cNvGrpSpPr/>
          <p:nvPr/>
        </p:nvGrpSpPr>
        <p:grpSpPr>
          <a:xfrm>
            <a:off x="680011" y="0"/>
            <a:ext cx="3090697" cy="1806089"/>
            <a:chOff x="536716" y="-1319"/>
            <a:chExt cx="3976708" cy="2323841"/>
          </a:xfrm>
        </p:grpSpPr>
        <p:sp>
          <p:nvSpPr>
            <p:cNvPr id="2922" name="Google Shape;2922;g38b88470f6c_3_1759"/>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2923" name="Google Shape;2923;g38b88470f6c_3_1759"/>
            <p:cNvGrpSpPr/>
            <p:nvPr/>
          </p:nvGrpSpPr>
          <p:grpSpPr>
            <a:xfrm>
              <a:off x="536716" y="0"/>
              <a:ext cx="3976708" cy="2322522"/>
              <a:chOff x="947530" y="0"/>
              <a:chExt cx="3976708" cy="2322522"/>
            </a:xfrm>
          </p:grpSpPr>
          <p:sp>
            <p:nvSpPr>
              <p:cNvPr id="2924" name="Google Shape;2924;g38b88470f6c_3_1759"/>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925" name="Google Shape;2925;g38b88470f6c_3_1759"/>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926" name="Google Shape;2926;g38b88470f6c_3_1759"/>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2927" name="Google Shape;2927;g38b88470f6c_3_1759"/>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928" name="Google Shape;2928;g38b88470f6c_3_1759"/>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2929" name="Google Shape;2929;g38b88470f6c_3_1759"/>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Engage</a:t>
            </a:r>
            <a:endParaRPr b="0" i="0" sz="1400" u="none" cap="none" strike="noStrike">
              <a:solidFill>
                <a:srgbClr val="000000"/>
              </a:solidFill>
              <a:latin typeface="Arial"/>
              <a:ea typeface="Arial"/>
              <a:cs typeface="Arial"/>
              <a:sym typeface="Arial"/>
            </a:endParaRPr>
          </a:p>
        </p:txBody>
      </p:sp>
      <p:grpSp>
        <p:nvGrpSpPr>
          <p:cNvPr id="2930" name="Google Shape;2930;g38b88470f6c_3_1759"/>
          <p:cNvGrpSpPr/>
          <p:nvPr/>
        </p:nvGrpSpPr>
        <p:grpSpPr>
          <a:xfrm>
            <a:off x="5346784" y="1129383"/>
            <a:ext cx="4318845" cy="2583681"/>
            <a:chOff x="5320151" y="896335"/>
            <a:chExt cx="4318845" cy="2583681"/>
          </a:xfrm>
        </p:grpSpPr>
        <p:sp>
          <p:nvSpPr>
            <p:cNvPr id="2931" name="Google Shape;2931;g38b88470f6c_3_1759"/>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32" name="Google Shape;2932;g38b88470f6c_3_1759"/>
            <p:cNvSpPr/>
            <p:nvPr/>
          </p:nvSpPr>
          <p:spPr>
            <a:xfrm>
              <a:off x="5320151" y="896335"/>
              <a:ext cx="4318845" cy="2583681"/>
            </a:xfrm>
            <a:custGeom>
              <a:rect b="b" l="l" r="r" t="t"/>
              <a:pathLst>
                <a:path extrusionOk="0" h="2583681" w="4318845">
                  <a:moveTo>
                    <a:pt x="1860346" y="563615"/>
                  </a:moveTo>
                  <a:cubicBezTo>
                    <a:pt x="1364834" y="534709"/>
                    <a:pt x="846325" y="242437"/>
                    <a:pt x="360319" y="524302"/>
                  </a:cubicBezTo>
                  <a:cubicBezTo>
                    <a:pt x="-4410" y="735894"/>
                    <a:pt x="-58240" y="1151112"/>
                    <a:pt x="49034" y="1539994"/>
                  </a:cubicBezTo>
                  <a:cubicBezTo>
                    <a:pt x="329614" y="2561467"/>
                    <a:pt x="1900686" y="2734774"/>
                    <a:pt x="2785466" y="2477832"/>
                  </a:cubicBezTo>
                  <a:cubicBezTo>
                    <a:pt x="3702749" y="2212540"/>
                    <a:pt x="4737325" y="1304121"/>
                    <a:pt x="4144303" y="379772"/>
                  </a:cubicBezTo>
                  <a:cubicBezTo>
                    <a:pt x="3900208" y="-1144"/>
                    <a:pt x="3474070" y="-68334"/>
                    <a:pt x="3009391" y="58595"/>
                  </a:cubicBezTo>
                  <a:cubicBezTo>
                    <a:pt x="2614599" y="165226"/>
                    <a:pt x="2248714" y="586225"/>
                    <a:pt x="1860346" y="563615"/>
                  </a:cubicBezTo>
                  <a:close/>
                </a:path>
              </a:pathLst>
            </a:custGeom>
            <a:solidFill>
              <a:srgbClr val="FFFFFF">
                <a:alpha val="8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933" name="Google Shape;2933;g38b88470f6c_3_1759"/>
          <p:cNvGrpSpPr/>
          <p:nvPr/>
        </p:nvGrpSpPr>
        <p:grpSpPr>
          <a:xfrm>
            <a:off x="8020375" y="1479739"/>
            <a:ext cx="1344658" cy="4110296"/>
            <a:chOff x="7993742" y="1246691"/>
            <a:chExt cx="1344658" cy="4110296"/>
          </a:xfrm>
        </p:grpSpPr>
        <p:sp>
          <p:nvSpPr>
            <p:cNvPr id="2934" name="Google Shape;2934;g38b88470f6c_3_1759"/>
            <p:cNvSpPr/>
            <p:nvPr/>
          </p:nvSpPr>
          <p:spPr>
            <a:xfrm>
              <a:off x="8617716" y="1305764"/>
              <a:ext cx="120606" cy="214213"/>
            </a:xfrm>
            <a:custGeom>
              <a:rect b="b" l="l" r="r" t="t"/>
              <a:pathLst>
                <a:path extrusionOk="0" h="214213" w="120606">
                  <a:moveTo>
                    <a:pt x="50604" y="201848"/>
                  </a:moveTo>
                  <a:cubicBezTo>
                    <a:pt x="23239" y="174484"/>
                    <a:pt x="-29434" y="70807"/>
                    <a:pt x="21055" y="21988"/>
                  </a:cubicBezTo>
                  <a:cubicBezTo>
                    <a:pt x="71544" y="-26831"/>
                    <a:pt x="116509" y="17492"/>
                    <a:pt x="119978" y="41259"/>
                  </a:cubicBezTo>
                  <a:cubicBezTo>
                    <a:pt x="123447" y="65026"/>
                    <a:pt x="114197" y="265312"/>
                    <a:pt x="50604" y="20184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35" name="Google Shape;2935;g38b88470f6c_3_1759"/>
            <p:cNvSpPr/>
            <p:nvPr/>
          </p:nvSpPr>
          <p:spPr>
            <a:xfrm>
              <a:off x="8510814" y="4971832"/>
              <a:ext cx="145942" cy="266191"/>
            </a:xfrm>
            <a:custGeom>
              <a:rect b="b" l="l" r="r" t="t"/>
              <a:pathLst>
                <a:path extrusionOk="0" h="266191" w="145942">
                  <a:moveTo>
                    <a:pt x="145943" y="265164"/>
                  </a:moveTo>
                  <a:lnTo>
                    <a:pt x="31218" y="266192"/>
                  </a:lnTo>
                  <a:lnTo>
                    <a:pt x="0" y="1028"/>
                  </a:lnTo>
                  <a:lnTo>
                    <a:pt x="114596" y="0"/>
                  </a:lnTo>
                  <a:lnTo>
                    <a:pt x="145943"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36" name="Google Shape;2936;g38b88470f6c_3_1759"/>
            <p:cNvSpPr/>
            <p:nvPr/>
          </p:nvSpPr>
          <p:spPr>
            <a:xfrm>
              <a:off x="8299416" y="5223635"/>
              <a:ext cx="409052" cy="133352"/>
            </a:xfrm>
            <a:custGeom>
              <a:rect b="b" l="l" r="r" t="t"/>
              <a:pathLst>
                <a:path extrusionOk="0" h="133352" w="409052">
                  <a:moveTo>
                    <a:pt x="242488" y="1157"/>
                  </a:moveTo>
                  <a:lnTo>
                    <a:pt x="367619" y="0"/>
                  </a:lnTo>
                  <a:cubicBezTo>
                    <a:pt x="372360" y="64"/>
                    <a:pt x="376509" y="3186"/>
                    <a:pt x="377897" y="7708"/>
                  </a:cubicBezTo>
                  <a:lnTo>
                    <a:pt x="408216" y="109329"/>
                  </a:lnTo>
                  <a:cubicBezTo>
                    <a:pt x="410991" y="117461"/>
                    <a:pt x="406636" y="126287"/>
                    <a:pt x="398516" y="129062"/>
                  </a:cubicBezTo>
                  <a:cubicBezTo>
                    <a:pt x="396795" y="129640"/>
                    <a:pt x="394996" y="129923"/>
                    <a:pt x="393185" y="129884"/>
                  </a:cubicBezTo>
                  <a:cubicBezTo>
                    <a:pt x="348091" y="129884"/>
                    <a:pt x="282571" y="127443"/>
                    <a:pt x="226173" y="127957"/>
                  </a:cubicBezTo>
                  <a:cubicBezTo>
                    <a:pt x="159881" y="127957"/>
                    <a:pt x="130333" y="132582"/>
                    <a:pt x="52480" y="133353"/>
                  </a:cubicBezTo>
                  <a:cubicBezTo>
                    <a:pt x="5459" y="133353"/>
                    <a:pt x="-11756" y="86333"/>
                    <a:pt x="8157" y="81965"/>
                  </a:cubicBezTo>
                  <a:cubicBezTo>
                    <a:pt x="96417" y="61538"/>
                    <a:pt x="142024" y="58840"/>
                    <a:pt x="215895" y="10407"/>
                  </a:cubicBezTo>
                  <a:cubicBezTo>
                    <a:pt x="223667" y="4792"/>
                    <a:pt x="232917" y="1580"/>
                    <a:pt x="242488"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37" name="Google Shape;2937;g38b88470f6c_3_1759"/>
            <p:cNvSpPr/>
            <p:nvPr/>
          </p:nvSpPr>
          <p:spPr>
            <a:xfrm>
              <a:off x="8510814" y="4971960"/>
              <a:ext cx="130783" cy="137720"/>
            </a:xfrm>
            <a:custGeom>
              <a:rect b="b" l="l" r="r" t="t"/>
              <a:pathLst>
                <a:path extrusionOk="0" h="137720" w="130783">
                  <a:moveTo>
                    <a:pt x="0" y="1028"/>
                  </a:moveTo>
                  <a:lnTo>
                    <a:pt x="16187"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38" name="Google Shape;2938;g38b88470f6c_3_1759"/>
            <p:cNvSpPr/>
            <p:nvPr/>
          </p:nvSpPr>
          <p:spPr>
            <a:xfrm>
              <a:off x="8461219" y="5216393"/>
              <a:ext cx="72216" cy="28944"/>
            </a:xfrm>
            <a:custGeom>
              <a:rect b="b" l="l" r="r" t="t"/>
              <a:pathLst>
                <a:path extrusionOk="0" h="28944" w="72216">
                  <a:moveTo>
                    <a:pt x="33279" y="28825"/>
                  </a:moveTo>
                  <a:cubicBezTo>
                    <a:pt x="45651" y="28606"/>
                    <a:pt x="57958" y="27103"/>
                    <a:pt x="70022" y="24328"/>
                  </a:cubicBezTo>
                  <a:cubicBezTo>
                    <a:pt x="71191" y="24161"/>
                    <a:pt x="72103" y="23198"/>
                    <a:pt x="72206" y="22016"/>
                  </a:cubicBezTo>
                  <a:cubicBezTo>
                    <a:pt x="72308" y="20885"/>
                    <a:pt x="71692" y="19806"/>
                    <a:pt x="70664" y="19318"/>
                  </a:cubicBezTo>
                  <a:cubicBezTo>
                    <a:pt x="65268" y="16620"/>
                    <a:pt x="17092" y="-6377"/>
                    <a:pt x="3859" y="1717"/>
                  </a:cubicBezTo>
                  <a:cubicBezTo>
                    <a:pt x="1367" y="3310"/>
                    <a:pt x="-98" y="6085"/>
                    <a:pt x="5" y="9040"/>
                  </a:cubicBezTo>
                  <a:cubicBezTo>
                    <a:pt x="-59" y="14051"/>
                    <a:pt x="2228" y="18804"/>
                    <a:pt x="6172" y="21887"/>
                  </a:cubicBezTo>
                  <a:cubicBezTo>
                    <a:pt x="14201" y="27103"/>
                    <a:pt x="23734" y="29531"/>
                    <a:pt x="33279" y="28825"/>
                  </a:cubicBezTo>
                  <a:close/>
                  <a:moveTo>
                    <a:pt x="60772" y="20602"/>
                  </a:moveTo>
                  <a:cubicBezTo>
                    <a:pt x="35977" y="24970"/>
                    <a:pt x="17092" y="24071"/>
                    <a:pt x="9384" y="17905"/>
                  </a:cubicBezTo>
                  <a:cubicBezTo>
                    <a:pt x="6673" y="15785"/>
                    <a:pt x="5183" y="12470"/>
                    <a:pt x="5401" y="9040"/>
                  </a:cubicBezTo>
                  <a:cubicBezTo>
                    <a:pt x="5247" y="7961"/>
                    <a:pt x="5748" y="6895"/>
                    <a:pt x="6685" y="6342"/>
                  </a:cubicBezTo>
                  <a:cubicBezTo>
                    <a:pt x="13880" y="1974"/>
                    <a:pt x="41116" y="12252"/>
                    <a:pt x="60772"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39" name="Google Shape;2939;g38b88470f6c_3_1759"/>
            <p:cNvSpPr/>
            <p:nvPr/>
          </p:nvSpPr>
          <p:spPr>
            <a:xfrm>
              <a:off x="8487342" y="5189837"/>
              <a:ext cx="46031" cy="51655"/>
            </a:xfrm>
            <a:custGeom>
              <a:rect b="b" l="l" r="r" t="t"/>
              <a:pathLst>
                <a:path extrusionOk="0" h="51655" w="46031">
                  <a:moveTo>
                    <a:pt x="43385" y="51656"/>
                  </a:moveTo>
                  <a:cubicBezTo>
                    <a:pt x="43989" y="51617"/>
                    <a:pt x="44580" y="51386"/>
                    <a:pt x="45055" y="51013"/>
                  </a:cubicBezTo>
                  <a:cubicBezTo>
                    <a:pt x="45851" y="50422"/>
                    <a:pt x="46198" y="49408"/>
                    <a:pt x="45954" y="48444"/>
                  </a:cubicBezTo>
                  <a:cubicBezTo>
                    <a:pt x="45954" y="46388"/>
                    <a:pt x="36961" y="-2945"/>
                    <a:pt x="9726" y="139"/>
                  </a:cubicBezTo>
                  <a:cubicBezTo>
                    <a:pt x="2531" y="909"/>
                    <a:pt x="476" y="4635"/>
                    <a:pt x="90" y="7462"/>
                  </a:cubicBezTo>
                  <a:cubicBezTo>
                    <a:pt x="-1837" y="20309"/>
                    <a:pt x="27583" y="45232"/>
                    <a:pt x="42229" y="51399"/>
                  </a:cubicBezTo>
                  <a:close/>
                  <a:moveTo>
                    <a:pt x="12038" y="5406"/>
                  </a:moveTo>
                  <a:cubicBezTo>
                    <a:pt x="28482" y="5406"/>
                    <a:pt x="36705" y="32256"/>
                    <a:pt x="39531" y="43947"/>
                  </a:cubicBezTo>
                  <a:cubicBezTo>
                    <a:pt x="24371" y="35468"/>
                    <a:pt x="4330" y="15941"/>
                    <a:pt x="5486" y="8232"/>
                  </a:cubicBezTo>
                  <a:cubicBezTo>
                    <a:pt x="5486" y="8232"/>
                    <a:pt x="5486" y="6049"/>
                    <a:pt x="10368"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0" name="Google Shape;2940;g38b88470f6c_3_1759"/>
            <p:cNvSpPr/>
            <p:nvPr/>
          </p:nvSpPr>
          <p:spPr>
            <a:xfrm>
              <a:off x="7993742" y="1838039"/>
              <a:ext cx="581950" cy="492687"/>
            </a:xfrm>
            <a:custGeom>
              <a:rect b="b" l="l" r="r" t="t"/>
              <a:pathLst>
                <a:path extrusionOk="0" h="492687" w="581950">
                  <a:moveTo>
                    <a:pt x="581951" y="248591"/>
                  </a:moveTo>
                  <a:lnTo>
                    <a:pt x="570131" y="261438"/>
                  </a:lnTo>
                  <a:lnTo>
                    <a:pt x="559083" y="272358"/>
                  </a:lnTo>
                  <a:cubicBezTo>
                    <a:pt x="551760" y="279553"/>
                    <a:pt x="544180" y="286362"/>
                    <a:pt x="536600" y="293042"/>
                  </a:cubicBezTo>
                  <a:cubicBezTo>
                    <a:pt x="521531" y="306570"/>
                    <a:pt x="506114" y="319417"/>
                    <a:pt x="490351" y="331584"/>
                  </a:cubicBezTo>
                  <a:cubicBezTo>
                    <a:pt x="458554" y="356854"/>
                    <a:pt x="425075" y="379953"/>
                    <a:pt x="390143" y="400701"/>
                  </a:cubicBezTo>
                  <a:cubicBezTo>
                    <a:pt x="372543" y="411107"/>
                    <a:pt x="354429" y="420999"/>
                    <a:pt x="336057" y="430378"/>
                  </a:cubicBezTo>
                  <a:cubicBezTo>
                    <a:pt x="317686" y="439756"/>
                    <a:pt x="298286" y="447850"/>
                    <a:pt x="278759" y="456072"/>
                  </a:cubicBezTo>
                  <a:cubicBezTo>
                    <a:pt x="238715" y="472054"/>
                    <a:pt x="197000" y="483462"/>
                    <a:pt x="154399" y="490117"/>
                  </a:cubicBezTo>
                  <a:lnTo>
                    <a:pt x="144892" y="491530"/>
                  </a:lnTo>
                  <a:cubicBezTo>
                    <a:pt x="138713" y="492326"/>
                    <a:pt x="132495" y="492712"/>
                    <a:pt x="126264" y="492686"/>
                  </a:cubicBezTo>
                  <a:cubicBezTo>
                    <a:pt x="111952" y="492558"/>
                    <a:pt x="97795" y="489770"/>
                    <a:pt x="84511" y="484464"/>
                  </a:cubicBezTo>
                  <a:cubicBezTo>
                    <a:pt x="71330" y="479171"/>
                    <a:pt x="59266" y="471463"/>
                    <a:pt x="48925" y="461725"/>
                  </a:cubicBezTo>
                  <a:cubicBezTo>
                    <a:pt x="40689" y="453875"/>
                    <a:pt x="33521" y="444972"/>
                    <a:pt x="27598" y="435260"/>
                  </a:cubicBezTo>
                  <a:cubicBezTo>
                    <a:pt x="19389" y="421166"/>
                    <a:pt x="13210" y="405981"/>
                    <a:pt x="9227" y="390166"/>
                  </a:cubicBezTo>
                  <a:cubicBezTo>
                    <a:pt x="6118" y="377923"/>
                    <a:pt x="3831" y="365474"/>
                    <a:pt x="2418" y="352910"/>
                  </a:cubicBezTo>
                  <a:cubicBezTo>
                    <a:pt x="80" y="331198"/>
                    <a:pt x="-563" y="309332"/>
                    <a:pt x="491" y="287518"/>
                  </a:cubicBezTo>
                  <a:cubicBezTo>
                    <a:pt x="1390" y="266706"/>
                    <a:pt x="3060" y="246664"/>
                    <a:pt x="5373" y="227008"/>
                  </a:cubicBezTo>
                  <a:cubicBezTo>
                    <a:pt x="10255" y="187568"/>
                    <a:pt x="17192" y="149926"/>
                    <a:pt x="25671" y="111384"/>
                  </a:cubicBezTo>
                  <a:cubicBezTo>
                    <a:pt x="34150" y="72843"/>
                    <a:pt x="43785" y="37257"/>
                    <a:pt x="56247" y="0"/>
                  </a:cubicBezTo>
                  <a:lnTo>
                    <a:pt x="140653" y="16701"/>
                  </a:lnTo>
                  <a:cubicBezTo>
                    <a:pt x="137569" y="88902"/>
                    <a:pt x="134101" y="162901"/>
                    <a:pt x="136413" y="232789"/>
                  </a:cubicBezTo>
                  <a:cubicBezTo>
                    <a:pt x="136837" y="265241"/>
                    <a:pt x="140280" y="297590"/>
                    <a:pt x="146691" y="329400"/>
                  </a:cubicBezTo>
                  <a:cubicBezTo>
                    <a:pt x="147963" y="335271"/>
                    <a:pt x="149723" y="341039"/>
                    <a:pt x="151958" y="346615"/>
                  </a:cubicBezTo>
                  <a:cubicBezTo>
                    <a:pt x="153757" y="350983"/>
                    <a:pt x="155941" y="353681"/>
                    <a:pt x="155812" y="352524"/>
                  </a:cubicBezTo>
                  <a:cubicBezTo>
                    <a:pt x="155067" y="350572"/>
                    <a:pt x="153885" y="348812"/>
                    <a:pt x="152344" y="347385"/>
                  </a:cubicBezTo>
                  <a:cubicBezTo>
                    <a:pt x="148849" y="344007"/>
                    <a:pt x="144751" y="341309"/>
                    <a:pt x="140267" y="339420"/>
                  </a:cubicBezTo>
                  <a:cubicBezTo>
                    <a:pt x="135655" y="337480"/>
                    <a:pt x="130748" y="336311"/>
                    <a:pt x="125750" y="335952"/>
                  </a:cubicBezTo>
                  <a:cubicBezTo>
                    <a:pt x="123438" y="335952"/>
                    <a:pt x="122410" y="335952"/>
                    <a:pt x="120997" y="335952"/>
                  </a:cubicBezTo>
                  <a:lnTo>
                    <a:pt x="122410" y="335952"/>
                  </a:lnTo>
                  <a:lnTo>
                    <a:pt x="125108" y="335181"/>
                  </a:lnTo>
                  <a:cubicBezTo>
                    <a:pt x="155542" y="327370"/>
                    <a:pt x="185142" y="316604"/>
                    <a:pt x="213496" y="303063"/>
                  </a:cubicBezTo>
                  <a:cubicBezTo>
                    <a:pt x="243160" y="288751"/>
                    <a:pt x="271873" y="272525"/>
                    <a:pt x="299443" y="254501"/>
                  </a:cubicBezTo>
                  <a:cubicBezTo>
                    <a:pt x="327321" y="236001"/>
                    <a:pt x="354814" y="215960"/>
                    <a:pt x="381279" y="194762"/>
                  </a:cubicBezTo>
                  <a:cubicBezTo>
                    <a:pt x="394126" y="184227"/>
                    <a:pt x="407615" y="173179"/>
                    <a:pt x="419820" y="162002"/>
                  </a:cubicBezTo>
                  <a:lnTo>
                    <a:pt x="438577" y="145044"/>
                  </a:lnTo>
                  <a:lnTo>
                    <a:pt x="447570" y="136693"/>
                  </a:lnTo>
                  <a:lnTo>
                    <a:pt x="455407" y="129242"/>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1" name="Google Shape;2941;g38b88470f6c_3_1759"/>
            <p:cNvSpPr/>
            <p:nvPr/>
          </p:nvSpPr>
          <p:spPr>
            <a:xfrm>
              <a:off x="8256827" y="1917741"/>
              <a:ext cx="387059" cy="415297"/>
            </a:xfrm>
            <a:custGeom>
              <a:rect b="b" l="l" r="r" t="t"/>
              <a:pathLst>
                <a:path extrusionOk="0" h="415297" w="387059">
                  <a:moveTo>
                    <a:pt x="386826" y="123539"/>
                  </a:moveTo>
                  <a:cubicBezTo>
                    <a:pt x="382458" y="2391"/>
                    <a:pt x="283022" y="-39747"/>
                    <a:pt x="158405" y="42860"/>
                  </a:cubicBezTo>
                  <a:cubicBezTo>
                    <a:pt x="103471" y="77688"/>
                    <a:pt x="50579" y="115651"/>
                    <a:pt x="0" y="156556"/>
                  </a:cubicBezTo>
                  <a:lnTo>
                    <a:pt x="80552" y="415297"/>
                  </a:lnTo>
                  <a:cubicBezTo>
                    <a:pt x="80552" y="415297"/>
                    <a:pt x="234717" y="366350"/>
                    <a:pt x="323875" y="270253"/>
                  </a:cubicBezTo>
                  <a:cubicBezTo>
                    <a:pt x="383871" y="204990"/>
                    <a:pt x="388368" y="164779"/>
                    <a:pt x="386826" y="12353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2" name="Google Shape;2942;g38b88470f6c_3_1759"/>
            <p:cNvSpPr/>
            <p:nvPr/>
          </p:nvSpPr>
          <p:spPr>
            <a:xfrm>
              <a:off x="8391208" y="2092925"/>
              <a:ext cx="105346" cy="219428"/>
            </a:xfrm>
            <a:custGeom>
              <a:rect b="b" l="l" r="r" t="t"/>
              <a:pathLst>
                <a:path extrusionOk="0" h="219428" w="105346">
                  <a:moveTo>
                    <a:pt x="100722" y="0"/>
                  </a:moveTo>
                  <a:cubicBezTo>
                    <a:pt x="100722" y="0"/>
                    <a:pt x="26337" y="106374"/>
                    <a:pt x="0" y="219428"/>
                  </a:cubicBezTo>
                  <a:cubicBezTo>
                    <a:pt x="36576" y="203832"/>
                    <a:pt x="71803" y="185268"/>
                    <a:pt x="105346" y="163929"/>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3" name="Google Shape;2943;g38b88470f6c_3_1759"/>
            <p:cNvSpPr/>
            <p:nvPr/>
          </p:nvSpPr>
          <p:spPr>
            <a:xfrm>
              <a:off x="8038469" y="1759929"/>
              <a:ext cx="134852" cy="133224"/>
            </a:xfrm>
            <a:custGeom>
              <a:rect b="b" l="l" r="r" t="t"/>
              <a:pathLst>
                <a:path extrusionOk="0" h="133224" w="134852">
                  <a:moveTo>
                    <a:pt x="91686" y="133224"/>
                  </a:moveTo>
                  <a:lnTo>
                    <a:pt x="134852" y="35715"/>
                  </a:lnTo>
                  <a:lnTo>
                    <a:pt x="12676" y="0"/>
                  </a:lnTo>
                  <a:cubicBezTo>
                    <a:pt x="12676" y="0"/>
                    <a:pt x="-8264" y="46635"/>
                    <a:pt x="3684" y="1266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4" name="Google Shape;2944;g38b88470f6c_3_1759"/>
            <p:cNvSpPr/>
            <p:nvPr/>
          </p:nvSpPr>
          <p:spPr>
            <a:xfrm>
              <a:off x="8051145" y="1681305"/>
              <a:ext cx="135151" cy="114339"/>
            </a:xfrm>
            <a:custGeom>
              <a:rect b="b" l="l" r="r" t="t"/>
              <a:pathLst>
                <a:path extrusionOk="0" h="114339" w="135151">
                  <a:moveTo>
                    <a:pt x="135152" y="0"/>
                  </a:moveTo>
                  <a:lnTo>
                    <a:pt x="28906" y="12719"/>
                  </a:lnTo>
                  <a:lnTo>
                    <a:pt x="0" y="78624"/>
                  </a:lnTo>
                  <a:lnTo>
                    <a:pt x="122176" y="114339"/>
                  </a:lnTo>
                  <a:lnTo>
                    <a:pt x="135152" y="0"/>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5" name="Google Shape;2945;g38b88470f6c_3_1759"/>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6" name="Google Shape;2946;g38b88470f6c_3_1759"/>
            <p:cNvSpPr/>
            <p:nvPr/>
          </p:nvSpPr>
          <p:spPr>
            <a:xfrm>
              <a:off x="8404306" y="2912313"/>
              <a:ext cx="440661" cy="2131076"/>
            </a:xfrm>
            <a:custGeom>
              <a:rect b="b" l="l" r="r" t="t"/>
              <a:pathLst>
                <a:path extrusionOk="0" h="2131076" w="440661">
                  <a:moveTo>
                    <a:pt x="88394" y="7194"/>
                  </a:moveTo>
                  <a:cubicBezTo>
                    <a:pt x="88394" y="7194"/>
                    <a:pt x="9513" y="668306"/>
                    <a:pt x="777" y="1022115"/>
                  </a:cubicBezTo>
                  <a:cubicBezTo>
                    <a:pt x="-8216" y="1389671"/>
                    <a:pt x="63856" y="2131077"/>
                    <a:pt x="63856" y="2131077"/>
                  </a:cubicBezTo>
                  <a:lnTo>
                    <a:pt x="270823" y="2126709"/>
                  </a:lnTo>
                  <a:cubicBezTo>
                    <a:pt x="270823" y="2126709"/>
                    <a:pt x="295746" y="1333015"/>
                    <a:pt x="325808" y="969314"/>
                  </a:cubicBezTo>
                  <a:cubicBezTo>
                    <a:pt x="358440" y="572852"/>
                    <a:pt x="440661" y="0"/>
                    <a:pt x="440661"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7" name="Google Shape;2947;g38b88470f6c_3_1759"/>
            <p:cNvSpPr/>
            <p:nvPr/>
          </p:nvSpPr>
          <p:spPr>
            <a:xfrm>
              <a:off x="8677205" y="3056349"/>
              <a:ext cx="144252" cy="904929"/>
            </a:xfrm>
            <a:custGeom>
              <a:rect b="b" l="l" r="r" t="t"/>
              <a:pathLst>
                <a:path extrusionOk="0" h="904929" w="144252">
                  <a:moveTo>
                    <a:pt x="62031" y="50341"/>
                  </a:moveTo>
                  <a:cubicBezTo>
                    <a:pt x="-30468" y="254224"/>
                    <a:pt x="-5673" y="709654"/>
                    <a:pt x="46871" y="904930"/>
                  </a:cubicBezTo>
                  <a:cubicBezTo>
                    <a:pt x="48798" y="876538"/>
                    <a:pt x="50854" y="849687"/>
                    <a:pt x="52909" y="824892"/>
                  </a:cubicBezTo>
                  <a:cubicBezTo>
                    <a:pt x="74364" y="563582"/>
                    <a:pt x="117145" y="225832"/>
                    <a:pt x="144252" y="25803"/>
                  </a:cubicBezTo>
                  <a:cubicBezTo>
                    <a:pt x="119072" y="-10683"/>
                    <a:pt x="90937" y="-13509"/>
                    <a:pt x="62031" y="5034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8" name="Google Shape;2948;g38b88470f6c_3_1759"/>
            <p:cNvSpPr/>
            <p:nvPr/>
          </p:nvSpPr>
          <p:spPr>
            <a:xfrm>
              <a:off x="8439256" y="4971318"/>
              <a:ext cx="261309" cy="81450"/>
            </a:xfrm>
            <a:custGeom>
              <a:rect b="b" l="l" r="r" t="t"/>
              <a:pathLst>
                <a:path extrusionOk="0" h="81450" w="261309">
                  <a:moveTo>
                    <a:pt x="261310" y="76569"/>
                  </a:moveTo>
                  <a:lnTo>
                    <a:pt x="17986"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49" name="Google Shape;2949;g38b88470f6c_3_1759"/>
            <p:cNvSpPr/>
            <p:nvPr/>
          </p:nvSpPr>
          <p:spPr>
            <a:xfrm>
              <a:off x="9022129" y="4971832"/>
              <a:ext cx="145814" cy="266191"/>
            </a:xfrm>
            <a:custGeom>
              <a:rect b="b" l="l" r="r" t="t"/>
              <a:pathLst>
                <a:path extrusionOk="0" h="266191" w="145814">
                  <a:moveTo>
                    <a:pt x="145815" y="265164"/>
                  </a:moveTo>
                  <a:lnTo>
                    <a:pt x="31218" y="266192"/>
                  </a:lnTo>
                  <a:lnTo>
                    <a:pt x="0" y="1028"/>
                  </a:lnTo>
                  <a:lnTo>
                    <a:pt x="114596" y="0"/>
                  </a:lnTo>
                  <a:lnTo>
                    <a:pt x="145815" y="265164"/>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0" name="Google Shape;2950;g38b88470f6c_3_1759"/>
            <p:cNvSpPr/>
            <p:nvPr/>
          </p:nvSpPr>
          <p:spPr>
            <a:xfrm>
              <a:off x="8810731" y="5223635"/>
              <a:ext cx="409000" cy="133352"/>
            </a:xfrm>
            <a:custGeom>
              <a:rect b="b" l="l" r="r" t="t"/>
              <a:pathLst>
                <a:path extrusionOk="0" h="133352" w="409000">
                  <a:moveTo>
                    <a:pt x="242360" y="1157"/>
                  </a:moveTo>
                  <a:lnTo>
                    <a:pt x="367619" y="0"/>
                  </a:lnTo>
                  <a:cubicBezTo>
                    <a:pt x="372334" y="103"/>
                    <a:pt x="376471" y="3212"/>
                    <a:pt x="377897" y="7708"/>
                  </a:cubicBezTo>
                  <a:lnTo>
                    <a:pt x="408216" y="109329"/>
                  </a:lnTo>
                  <a:cubicBezTo>
                    <a:pt x="410914" y="117551"/>
                    <a:pt x="406430" y="126403"/>
                    <a:pt x="398208" y="129101"/>
                  </a:cubicBezTo>
                  <a:cubicBezTo>
                    <a:pt x="396589" y="129640"/>
                    <a:pt x="394893" y="129897"/>
                    <a:pt x="393185" y="129884"/>
                  </a:cubicBezTo>
                  <a:cubicBezTo>
                    <a:pt x="347963" y="129884"/>
                    <a:pt x="282571" y="127443"/>
                    <a:pt x="226172" y="127957"/>
                  </a:cubicBezTo>
                  <a:cubicBezTo>
                    <a:pt x="159881" y="127957"/>
                    <a:pt x="130204" y="132582"/>
                    <a:pt x="52480" y="133353"/>
                  </a:cubicBezTo>
                  <a:cubicBezTo>
                    <a:pt x="5459" y="133353"/>
                    <a:pt x="-11756" y="86333"/>
                    <a:pt x="8157" y="81965"/>
                  </a:cubicBezTo>
                  <a:cubicBezTo>
                    <a:pt x="96288" y="61538"/>
                    <a:pt x="141895" y="58840"/>
                    <a:pt x="215895" y="10407"/>
                  </a:cubicBezTo>
                  <a:cubicBezTo>
                    <a:pt x="223629" y="4805"/>
                    <a:pt x="232827" y="1580"/>
                    <a:pt x="242360" y="11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1" name="Google Shape;2951;g38b88470f6c_3_1759"/>
            <p:cNvSpPr/>
            <p:nvPr/>
          </p:nvSpPr>
          <p:spPr>
            <a:xfrm>
              <a:off x="9022129" y="4971960"/>
              <a:ext cx="130783" cy="137720"/>
            </a:xfrm>
            <a:custGeom>
              <a:rect b="b" l="l" r="r" t="t"/>
              <a:pathLst>
                <a:path extrusionOk="0" h="137720" w="130783">
                  <a:moveTo>
                    <a:pt x="0" y="1028"/>
                  </a:moveTo>
                  <a:lnTo>
                    <a:pt x="16059" y="137721"/>
                  </a:lnTo>
                  <a:lnTo>
                    <a:pt x="130783" y="136693"/>
                  </a:lnTo>
                  <a:lnTo>
                    <a:pt x="114724" y="0"/>
                  </a:lnTo>
                  <a:lnTo>
                    <a:pt x="0" y="1028"/>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2" name="Google Shape;2952;g38b88470f6c_3_1759"/>
            <p:cNvSpPr/>
            <p:nvPr/>
          </p:nvSpPr>
          <p:spPr>
            <a:xfrm>
              <a:off x="8972528" y="5216393"/>
              <a:ext cx="72112" cy="28940"/>
            </a:xfrm>
            <a:custGeom>
              <a:rect b="b" l="l" r="r" t="t"/>
              <a:pathLst>
                <a:path extrusionOk="0" h="28940" w="72112">
                  <a:moveTo>
                    <a:pt x="33285" y="28825"/>
                  </a:moveTo>
                  <a:cubicBezTo>
                    <a:pt x="45657" y="28593"/>
                    <a:pt x="57964" y="27077"/>
                    <a:pt x="70028" y="24328"/>
                  </a:cubicBezTo>
                  <a:cubicBezTo>
                    <a:pt x="71171" y="24148"/>
                    <a:pt x="72032" y="23172"/>
                    <a:pt x="72083" y="22016"/>
                  </a:cubicBezTo>
                  <a:cubicBezTo>
                    <a:pt x="72250" y="20898"/>
                    <a:pt x="71685" y="19806"/>
                    <a:pt x="70670" y="19318"/>
                  </a:cubicBezTo>
                  <a:cubicBezTo>
                    <a:pt x="65146" y="16620"/>
                    <a:pt x="16969" y="-6377"/>
                    <a:pt x="3865" y="1717"/>
                  </a:cubicBezTo>
                  <a:cubicBezTo>
                    <a:pt x="1335" y="3272"/>
                    <a:pt x="-143" y="6073"/>
                    <a:pt x="11" y="9040"/>
                  </a:cubicBezTo>
                  <a:cubicBezTo>
                    <a:pt x="-40" y="14025"/>
                    <a:pt x="2182" y="18753"/>
                    <a:pt x="6049" y="21887"/>
                  </a:cubicBezTo>
                  <a:cubicBezTo>
                    <a:pt x="14143" y="27090"/>
                    <a:pt x="23701" y="29518"/>
                    <a:pt x="33285" y="28825"/>
                  </a:cubicBezTo>
                  <a:close/>
                  <a:moveTo>
                    <a:pt x="60778" y="20602"/>
                  </a:moveTo>
                  <a:cubicBezTo>
                    <a:pt x="35983" y="24970"/>
                    <a:pt x="17098" y="24071"/>
                    <a:pt x="9389" y="17905"/>
                  </a:cubicBezTo>
                  <a:cubicBezTo>
                    <a:pt x="6705" y="15759"/>
                    <a:pt x="5176" y="12483"/>
                    <a:pt x="5278" y="9040"/>
                  </a:cubicBezTo>
                  <a:cubicBezTo>
                    <a:pt x="5124" y="7961"/>
                    <a:pt x="5625" y="6895"/>
                    <a:pt x="6563" y="6342"/>
                  </a:cubicBezTo>
                  <a:cubicBezTo>
                    <a:pt x="13757" y="1974"/>
                    <a:pt x="40736" y="12252"/>
                    <a:pt x="60778" y="2060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3" name="Google Shape;2953;g38b88470f6c_3_1759"/>
            <p:cNvSpPr/>
            <p:nvPr/>
          </p:nvSpPr>
          <p:spPr>
            <a:xfrm>
              <a:off x="8998540" y="5189837"/>
              <a:ext cx="46098" cy="51655"/>
            </a:xfrm>
            <a:custGeom>
              <a:rect b="b" l="l" r="r" t="t"/>
              <a:pathLst>
                <a:path extrusionOk="0" h="51655" w="46098">
                  <a:moveTo>
                    <a:pt x="43374" y="51656"/>
                  </a:moveTo>
                  <a:cubicBezTo>
                    <a:pt x="44928" y="51604"/>
                    <a:pt x="46149" y="50294"/>
                    <a:pt x="46097" y="48727"/>
                  </a:cubicBezTo>
                  <a:cubicBezTo>
                    <a:pt x="46097" y="48637"/>
                    <a:pt x="46085" y="48534"/>
                    <a:pt x="46072" y="48444"/>
                  </a:cubicBezTo>
                  <a:cubicBezTo>
                    <a:pt x="46072" y="46388"/>
                    <a:pt x="37079" y="-2945"/>
                    <a:pt x="9843" y="139"/>
                  </a:cubicBezTo>
                  <a:cubicBezTo>
                    <a:pt x="2648" y="909"/>
                    <a:pt x="593" y="4635"/>
                    <a:pt x="79" y="7462"/>
                  </a:cubicBezTo>
                  <a:cubicBezTo>
                    <a:pt x="-1720" y="20309"/>
                    <a:pt x="27700" y="45232"/>
                    <a:pt x="42346" y="51399"/>
                  </a:cubicBezTo>
                  <a:close/>
                  <a:moveTo>
                    <a:pt x="12155" y="5406"/>
                  </a:moveTo>
                  <a:cubicBezTo>
                    <a:pt x="28471" y="5406"/>
                    <a:pt x="36822" y="32256"/>
                    <a:pt x="39648" y="43947"/>
                  </a:cubicBezTo>
                  <a:cubicBezTo>
                    <a:pt x="24489" y="35468"/>
                    <a:pt x="4319" y="15941"/>
                    <a:pt x="5475" y="8232"/>
                  </a:cubicBezTo>
                  <a:cubicBezTo>
                    <a:pt x="5475" y="8232"/>
                    <a:pt x="5475" y="6049"/>
                    <a:pt x="10357" y="553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4" name="Google Shape;2954;g38b88470f6c_3_1759"/>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5" name="Google Shape;2955;g38b88470f6c_3_1759"/>
            <p:cNvSpPr/>
            <p:nvPr/>
          </p:nvSpPr>
          <p:spPr>
            <a:xfrm>
              <a:off x="8694656" y="2906404"/>
              <a:ext cx="491786" cy="2136600"/>
            </a:xfrm>
            <a:custGeom>
              <a:rect b="b" l="l" r="r" t="t"/>
              <a:pathLst>
                <a:path extrusionOk="0" h="2136600" w="491786">
                  <a:moveTo>
                    <a:pt x="0" y="8736"/>
                  </a:moveTo>
                  <a:cubicBezTo>
                    <a:pt x="0" y="8736"/>
                    <a:pt x="57169" y="720080"/>
                    <a:pt x="98922" y="1071062"/>
                  </a:cubicBezTo>
                  <a:cubicBezTo>
                    <a:pt x="142217" y="1436177"/>
                    <a:pt x="284820" y="2136601"/>
                    <a:pt x="284820" y="2136601"/>
                  </a:cubicBezTo>
                  <a:lnTo>
                    <a:pt x="491787" y="2132233"/>
                  </a:lnTo>
                  <a:cubicBezTo>
                    <a:pt x="491787" y="2132233"/>
                    <a:pt x="435003" y="1336997"/>
                    <a:pt x="413034" y="972654"/>
                  </a:cubicBezTo>
                  <a:cubicBezTo>
                    <a:pt x="389010" y="575036"/>
                    <a:pt x="382843" y="0"/>
                    <a:pt x="382843" y="0"/>
                  </a:cubicBezTo>
                  <a:close/>
                </a:path>
              </a:pathLst>
            </a:custGeom>
            <a:solidFill>
              <a:srgbClr val="FFFFFF">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6" name="Google Shape;2956;g38b88470f6c_3_1759"/>
            <p:cNvSpPr/>
            <p:nvPr/>
          </p:nvSpPr>
          <p:spPr>
            <a:xfrm>
              <a:off x="8950570" y="4971318"/>
              <a:ext cx="261309" cy="81450"/>
            </a:xfrm>
            <a:custGeom>
              <a:rect b="b" l="l" r="r" t="t"/>
              <a:pathLst>
                <a:path extrusionOk="0" h="81450" w="261309">
                  <a:moveTo>
                    <a:pt x="261310" y="76569"/>
                  </a:moveTo>
                  <a:lnTo>
                    <a:pt x="17858" y="81451"/>
                  </a:lnTo>
                  <a:lnTo>
                    <a:pt x="0" y="642"/>
                  </a:lnTo>
                  <a:lnTo>
                    <a:pt x="258355" y="0"/>
                  </a:lnTo>
                  <a:lnTo>
                    <a:pt x="261310" y="7656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7" name="Google Shape;2957;g38b88470f6c_3_1759"/>
            <p:cNvSpPr/>
            <p:nvPr/>
          </p:nvSpPr>
          <p:spPr>
            <a:xfrm>
              <a:off x="8444706" y="1886907"/>
              <a:ext cx="646925" cy="1032600"/>
            </a:xfrm>
            <a:custGeom>
              <a:rect b="b" l="l" r="r" t="t"/>
              <a:pathLst>
                <a:path extrusionOk="0" h="1032600" w="646925">
                  <a:moveTo>
                    <a:pt x="33733" y="41961"/>
                  </a:moveTo>
                  <a:cubicBezTo>
                    <a:pt x="33733" y="41961"/>
                    <a:pt x="-50929" y="356201"/>
                    <a:pt x="47994" y="1032600"/>
                  </a:cubicBezTo>
                  <a:cubicBezTo>
                    <a:pt x="232735" y="1028618"/>
                    <a:pt x="542993" y="1021423"/>
                    <a:pt x="632794" y="1019753"/>
                  </a:cubicBezTo>
                  <a:cubicBezTo>
                    <a:pt x="635106" y="925584"/>
                    <a:pt x="565603" y="463860"/>
                    <a:pt x="646926" y="18707"/>
                  </a:cubicBezTo>
                  <a:cubicBezTo>
                    <a:pt x="588420" y="8610"/>
                    <a:pt x="529246" y="2854"/>
                    <a:pt x="469892" y="1492"/>
                  </a:cubicBezTo>
                  <a:cubicBezTo>
                    <a:pt x="383008" y="-1681"/>
                    <a:pt x="296020" y="208"/>
                    <a:pt x="209353" y="7145"/>
                  </a:cubicBezTo>
                  <a:cubicBezTo>
                    <a:pt x="150000" y="14172"/>
                    <a:pt x="91276" y="25812"/>
                    <a:pt x="33733" y="419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8" name="Google Shape;2958;g38b88470f6c_3_1759"/>
            <p:cNvSpPr/>
            <p:nvPr/>
          </p:nvSpPr>
          <p:spPr>
            <a:xfrm>
              <a:off x="8960463" y="2143158"/>
              <a:ext cx="95710" cy="290472"/>
            </a:xfrm>
            <a:custGeom>
              <a:rect b="b" l="l" r="r" t="t"/>
              <a:pathLst>
                <a:path extrusionOk="0" h="290472" w="95710">
                  <a:moveTo>
                    <a:pt x="95711" y="79267"/>
                  </a:moveTo>
                  <a:lnTo>
                    <a:pt x="0" y="0"/>
                  </a:lnTo>
                  <a:cubicBezTo>
                    <a:pt x="6295" y="61923"/>
                    <a:pt x="62308" y="213647"/>
                    <a:pt x="91857" y="290473"/>
                  </a:cubicBezTo>
                  <a:cubicBezTo>
                    <a:pt x="91343" y="223154"/>
                    <a:pt x="91985" y="152110"/>
                    <a:pt x="95711" y="79267"/>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59" name="Google Shape;2959;g38b88470f6c_3_1759"/>
            <p:cNvSpPr/>
            <p:nvPr/>
          </p:nvSpPr>
          <p:spPr>
            <a:xfrm>
              <a:off x="8606849" y="2099095"/>
              <a:ext cx="228066" cy="266202"/>
            </a:xfrm>
            <a:custGeom>
              <a:rect b="b" l="l" r="r" t="t"/>
              <a:pathLst>
                <a:path extrusionOk="0" h="266202" w="228066">
                  <a:moveTo>
                    <a:pt x="106949" y="11945"/>
                  </a:moveTo>
                  <a:lnTo>
                    <a:pt x="2502" y="218655"/>
                  </a:lnTo>
                  <a:cubicBezTo>
                    <a:pt x="-3253" y="229973"/>
                    <a:pt x="1256" y="243823"/>
                    <a:pt x="12587" y="249578"/>
                  </a:cubicBezTo>
                  <a:cubicBezTo>
                    <a:pt x="19191" y="252931"/>
                    <a:pt x="27014" y="252906"/>
                    <a:pt x="33592" y="249488"/>
                  </a:cubicBezTo>
                  <a:lnTo>
                    <a:pt x="101810" y="211975"/>
                  </a:lnTo>
                  <a:cubicBezTo>
                    <a:pt x="109377" y="207902"/>
                    <a:pt x="118601" y="208506"/>
                    <a:pt x="125577" y="213516"/>
                  </a:cubicBezTo>
                  <a:lnTo>
                    <a:pt x="192768" y="261950"/>
                  </a:lnTo>
                  <a:cubicBezTo>
                    <a:pt x="202699" y="269170"/>
                    <a:pt x="216599" y="266973"/>
                    <a:pt x="223819" y="257055"/>
                  </a:cubicBezTo>
                  <a:cubicBezTo>
                    <a:pt x="228187" y="251043"/>
                    <a:pt x="229266" y="243232"/>
                    <a:pt x="226684" y="236256"/>
                  </a:cubicBezTo>
                  <a:lnTo>
                    <a:pt x="148188" y="15543"/>
                  </a:lnTo>
                  <a:cubicBezTo>
                    <a:pt x="144347" y="3736"/>
                    <a:pt x="131667" y="-2726"/>
                    <a:pt x="119860" y="1102"/>
                  </a:cubicBezTo>
                  <a:cubicBezTo>
                    <a:pt x="114310" y="2914"/>
                    <a:pt x="109686" y="6794"/>
                    <a:pt x="106949" y="119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60" name="Google Shape;2960;g38b88470f6c_3_1759"/>
            <p:cNvSpPr/>
            <p:nvPr/>
          </p:nvSpPr>
          <p:spPr>
            <a:xfrm>
              <a:off x="8651872" y="1594972"/>
              <a:ext cx="262726" cy="395562"/>
            </a:xfrm>
            <a:custGeom>
              <a:rect b="b" l="l" r="r" t="t"/>
              <a:pathLst>
                <a:path extrusionOk="0" h="395562" w="262726">
                  <a:moveTo>
                    <a:pt x="230608" y="0"/>
                  </a:moveTo>
                  <a:cubicBezTo>
                    <a:pt x="215963" y="84277"/>
                    <a:pt x="202859" y="238185"/>
                    <a:pt x="262726" y="292785"/>
                  </a:cubicBezTo>
                  <a:cubicBezTo>
                    <a:pt x="262726" y="292785"/>
                    <a:pt x="245254" y="369097"/>
                    <a:pt x="85821" y="395562"/>
                  </a:cubicBezTo>
                  <a:cubicBezTo>
                    <a:pt x="-21323" y="361132"/>
                    <a:pt x="2187" y="298952"/>
                    <a:pt x="2187" y="298952"/>
                  </a:cubicBezTo>
                  <a:cubicBezTo>
                    <a:pt x="95200" y="274542"/>
                    <a:pt x="91217" y="205297"/>
                    <a:pt x="73617" y="140547"/>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61" name="Google Shape;2961;g38b88470f6c_3_1759"/>
            <p:cNvSpPr/>
            <p:nvPr/>
          </p:nvSpPr>
          <p:spPr>
            <a:xfrm>
              <a:off x="8725489" y="1652142"/>
              <a:ext cx="96736" cy="128856"/>
            </a:xfrm>
            <a:custGeom>
              <a:rect b="b" l="l" r="r" t="t"/>
              <a:pathLst>
                <a:path extrusionOk="0" h="128856" w="96736">
                  <a:moveTo>
                    <a:pt x="93013" y="0"/>
                  </a:moveTo>
                  <a:lnTo>
                    <a:pt x="0" y="82735"/>
                  </a:lnTo>
                  <a:cubicBezTo>
                    <a:pt x="4330" y="97818"/>
                    <a:pt x="7335" y="113247"/>
                    <a:pt x="8993" y="128856"/>
                  </a:cubicBezTo>
                  <a:cubicBezTo>
                    <a:pt x="44708" y="122947"/>
                    <a:pt x="92884" y="82607"/>
                    <a:pt x="95839" y="45222"/>
                  </a:cubicBezTo>
                  <a:cubicBezTo>
                    <a:pt x="97664" y="30101"/>
                    <a:pt x="96700" y="14774"/>
                    <a:pt x="93013"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62" name="Google Shape;2962;g38b88470f6c_3_1759"/>
            <p:cNvSpPr/>
            <p:nvPr/>
          </p:nvSpPr>
          <p:spPr>
            <a:xfrm>
              <a:off x="8590391" y="1292323"/>
              <a:ext cx="349385" cy="443484"/>
            </a:xfrm>
            <a:custGeom>
              <a:rect b="b" l="l" r="r" t="t"/>
              <a:pathLst>
                <a:path extrusionOk="0" h="443484" w="349385">
                  <a:moveTo>
                    <a:pt x="343093" y="198972"/>
                  </a:moveTo>
                  <a:cubicBezTo>
                    <a:pt x="312131" y="308430"/>
                    <a:pt x="299670" y="374078"/>
                    <a:pt x="231323" y="418915"/>
                  </a:cubicBezTo>
                  <a:cubicBezTo>
                    <a:pt x="128546" y="486234"/>
                    <a:pt x="2516" y="406068"/>
                    <a:pt x="75" y="289288"/>
                  </a:cubicBezTo>
                  <a:cubicBezTo>
                    <a:pt x="-2237" y="184455"/>
                    <a:pt x="48637" y="22967"/>
                    <a:pt x="167088" y="2412"/>
                  </a:cubicBezTo>
                  <a:cubicBezTo>
                    <a:pt x="251480" y="-12559"/>
                    <a:pt x="332031" y="43715"/>
                    <a:pt x="346998" y="128108"/>
                  </a:cubicBezTo>
                  <a:cubicBezTo>
                    <a:pt x="351187" y="151721"/>
                    <a:pt x="349851" y="175976"/>
                    <a:pt x="343093" y="198972"/>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63" name="Google Shape;2963;g38b88470f6c_3_1759"/>
            <p:cNvSpPr/>
            <p:nvPr/>
          </p:nvSpPr>
          <p:spPr>
            <a:xfrm>
              <a:off x="8856466" y="1373392"/>
              <a:ext cx="155303" cy="210193"/>
            </a:xfrm>
            <a:custGeom>
              <a:rect b="b" l="l" r="r" t="t"/>
              <a:pathLst>
                <a:path extrusionOk="0" h="210193" w="155303">
                  <a:moveTo>
                    <a:pt x="11112" y="184966"/>
                  </a:moveTo>
                  <a:cubicBezTo>
                    <a:pt x="-3277" y="150022"/>
                    <a:pt x="-13683" y="34912"/>
                    <a:pt x="46313" y="6648"/>
                  </a:cubicBezTo>
                  <a:cubicBezTo>
                    <a:pt x="106309" y="-21616"/>
                    <a:pt x="168618" y="47373"/>
                    <a:pt x="152816" y="80005"/>
                  </a:cubicBezTo>
                  <a:cubicBezTo>
                    <a:pt x="128534" y="130622"/>
                    <a:pt x="44515" y="265902"/>
                    <a:pt x="11112" y="18496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64" name="Google Shape;2964;g38b88470f6c_3_1759"/>
            <p:cNvSpPr/>
            <p:nvPr/>
          </p:nvSpPr>
          <p:spPr>
            <a:xfrm>
              <a:off x="8683346" y="1274104"/>
              <a:ext cx="291438" cy="146532"/>
            </a:xfrm>
            <a:custGeom>
              <a:rect b="b" l="l" r="r" t="t"/>
              <a:pathLst>
                <a:path extrusionOk="0" h="146532" w="291438">
                  <a:moveTo>
                    <a:pt x="220076" y="146533"/>
                  </a:moveTo>
                  <a:cubicBezTo>
                    <a:pt x="205301" y="107991"/>
                    <a:pt x="29168" y="86151"/>
                    <a:pt x="4501" y="44655"/>
                  </a:cubicBezTo>
                  <a:cubicBezTo>
                    <a:pt x="-24790" y="-4678"/>
                    <a:pt x="95330" y="-10587"/>
                    <a:pt x="177937" y="14464"/>
                  </a:cubicBezTo>
                  <a:cubicBezTo>
                    <a:pt x="250523" y="36561"/>
                    <a:pt x="298957" y="57888"/>
                    <a:pt x="290478" y="111845"/>
                  </a:cubicBezTo>
                  <a:cubicBezTo>
                    <a:pt x="285724" y="142421"/>
                    <a:pt x="220076" y="146533"/>
                    <a:pt x="220076" y="14653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65" name="Google Shape;2965;g38b88470f6c_3_1759"/>
            <p:cNvSpPr/>
            <p:nvPr/>
          </p:nvSpPr>
          <p:spPr>
            <a:xfrm>
              <a:off x="8941706" y="1363210"/>
              <a:ext cx="59610" cy="36521"/>
            </a:xfrm>
            <a:custGeom>
              <a:rect b="b" l="l" r="r" t="t"/>
              <a:pathLst>
                <a:path extrusionOk="0" h="36521" w="59610">
                  <a:moveTo>
                    <a:pt x="0" y="17729"/>
                  </a:moveTo>
                  <a:cubicBezTo>
                    <a:pt x="0" y="17729"/>
                    <a:pt x="38541" y="28264"/>
                    <a:pt x="59611" y="0"/>
                  </a:cubicBezTo>
                  <a:cubicBezTo>
                    <a:pt x="52930" y="28007"/>
                    <a:pt x="20170" y="56270"/>
                    <a:pt x="0" y="17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66" name="Google Shape;2966;g38b88470f6c_3_1759"/>
            <p:cNvSpPr/>
            <p:nvPr/>
          </p:nvSpPr>
          <p:spPr>
            <a:xfrm>
              <a:off x="8646673" y="1246691"/>
              <a:ext cx="185726" cy="170477"/>
            </a:xfrm>
            <a:custGeom>
              <a:rect b="b" l="l" r="r" t="t"/>
              <a:pathLst>
                <a:path extrusionOk="0" h="170477" w="185726">
                  <a:moveTo>
                    <a:pt x="118642" y="15413"/>
                  </a:moveTo>
                  <a:cubicBezTo>
                    <a:pt x="65712" y="-25698"/>
                    <a:pt x="-6360" y="22607"/>
                    <a:pt x="449" y="76180"/>
                  </a:cubicBezTo>
                  <a:cubicBezTo>
                    <a:pt x="7258" y="129752"/>
                    <a:pt x="185704" y="170477"/>
                    <a:pt x="185704" y="170477"/>
                  </a:cubicBezTo>
                  <a:cubicBezTo>
                    <a:pt x="185704" y="170477"/>
                    <a:pt x="188916" y="70013"/>
                    <a:pt x="118642" y="1541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67" name="Google Shape;2967;g38b88470f6c_3_1759"/>
            <p:cNvSpPr/>
            <p:nvPr/>
          </p:nvSpPr>
          <p:spPr>
            <a:xfrm>
              <a:off x="8647251" y="1317989"/>
              <a:ext cx="90828" cy="93912"/>
            </a:xfrm>
            <a:custGeom>
              <a:rect b="b" l="l" r="r" t="t"/>
              <a:pathLst>
                <a:path extrusionOk="0" h="93912" w="90828">
                  <a:moveTo>
                    <a:pt x="0" y="5139"/>
                  </a:moveTo>
                  <a:cubicBezTo>
                    <a:pt x="8094" y="42652"/>
                    <a:pt x="35458" y="72072"/>
                    <a:pt x="90829" y="93912"/>
                  </a:cubicBezTo>
                  <a:cubicBezTo>
                    <a:pt x="58775" y="70209"/>
                    <a:pt x="34494" y="37526"/>
                    <a:pt x="21069"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68" name="Google Shape;2968;g38b88470f6c_3_1759"/>
            <p:cNvSpPr/>
            <p:nvPr/>
          </p:nvSpPr>
          <p:spPr>
            <a:xfrm>
              <a:off x="8736492" y="1466977"/>
              <a:ext cx="22507" cy="33092"/>
            </a:xfrm>
            <a:custGeom>
              <a:rect b="b" l="l" r="r" t="t"/>
              <a:pathLst>
                <a:path extrusionOk="0" h="33092" w="22507">
                  <a:moveTo>
                    <a:pt x="21885" y="18795"/>
                  </a:moveTo>
                  <a:cubicBezTo>
                    <a:pt x="19958" y="27916"/>
                    <a:pt x="13663" y="34211"/>
                    <a:pt x="7754" y="32927"/>
                  </a:cubicBezTo>
                  <a:cubicBezTo>
                    <a:pt x="1844" y="31642"/>
                    <a:pt x="-1368" y="23163"/>
                    <a:pt x="559" y="14170"/>
                  </a:cubicBezTo>
                  <a:cubicBezTo>
                    <a:pt x="2486" y="5177"/>
                    <a:pt x="8910" y="-1118"/>
                    <a:pt x="14819" y="166"/>
                  </a:cubicBezTo>
                  <a:cubicBezTo>
                    <a:pt x="20729" y="1451"/>
                    <a:pt x="23941" y="10316"/>
                    <a:pt x="21885" y="187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69" name="Google Shape;2969;g38b88470f6c_3_1759"/>
            <p:cNvSpPr/>
            <p:nvPr/>
          </p:nvSpPr>
          <p:spPr>
            <a:xfrm>
              <a:off x="8634358" y="1444781"/>
              <a:ext cx="22573" cy="33063"/>
            </a:xfrm>
            <a:custGeom>
              <a:rect b="b" l="l" r="r" t="t"/>
              <a:pathLst>
                <a:path extrusionOk="0" h="33063" w="22573">
                  <a:moveTo>
                    <a:pt x="22014" y="18894"/>
                  </a:moveTo>
                  <a:cubicBezTo>
                    <a:pt x="19958" y="27887"/>
                    <a:pt x="13664" y="34182"/>
                    <a:pt x="7754" y="32897"/>
                  </a:cubicBezTo>
                  <a:cubicBezTo>
                    <a:pt x="1844" y="31612"/>
                    <a:pt x="-1368" y="23262"/>
                    <a:pt x="559" y="14269"/>
                  </a:cubicBezTo>
                  <a:cubicBezTo>
                    <a:pt x="2487" y="5276"/>
                    <a:pt x="8910" y="-1019"/>
                    <a:pt x="14820" y="137"/>
                  </a:cubicBezTo>
                  <a:cubicBezTo>
                    <a:pt x="20729" y="1293"/>
                    <a:pt x="23941" y="9901"/>
                    <a:pt x="22014" y="1889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70" name="Google Shape;2970;g38b88470f6c_3_1759"/>
            <p:cNvSpPr/>
            <p:nvPr/>
          </p:nvSpPr>
          <p:spPr>
            <a:xfrm>
              <a:off x="8627851" y="1475237"/>
              <a:ext cx="59996" cy="85311"/>
            </a:xfrm>
            <a:custGeom>
              <a:rect b="b" l="l" r="r" t="t"/>
              <a:pathLst>
                <a:path extrusionOk="0" h="85311" w="59996">
                  <a:moveTo>
                    <a:pt x="59996" y="0"/>
                  </a:moveTo>
                  <a:cubicBezTo>
                    <a:pt x="43230" y="25270"/>
                    <a:pt x="23035" y="48100"/>
                    <a:pt x="0" y="67833"/>
                  </a:cubicBezTo>
                  <a:cubicBezTo>
                    <a:pt x="12847" y="86204"/>
                    <a:pt x="41496" y="85305"/>
                    <a:pt x="41496" y="85305"/>
                  </a:cubicBezTo>
                  <a:close/>
                </a:path>
              </a:pathLst>
            </a:custGeom>
            <a:solidFill>
              <a:srgbClr val="FF565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71" name="Google Shape;2971;g38b88470f6c_3_1759"/>
            <p:cNvSpPr/>
            <p:nvPr/>
          </p:nvSpPr>
          <p:spPr>
            <a:xfrm>
              <a:off x="8688106" y="1569801"/>
              <a:ext cx="72237" cy="23716"/>
            </a:xfrm>
            <a:custGeom>
              <a:rect b="b" l="l" r="r" t="t"/>
              <a:pathLst>
                <a:path extrusionOk="0" h="23716" w="72237">
                  <a:moveTo>
                    <a:pt x="2054" y="21445"/>
                  </a:moveTo>
                  <a:lnTo>
                    <a:pt x="2054" y="21445"/>
                  </a:lnTo>
                  <a:cubicBezTo>
                    <a:pt x="26540" y="27522"/>
                    <a:pt x="52453" y="21239"/>
                    <a:pt x="71428" y="4615"/>
                  </a:cubicBezTo>
                  <a:cubicBezTo>
                    <a:pt x="72494" y="3575"/>
                    <a:pt x="72507" y="1866"/>
                    <a:pt x="71466" y="800"/>
                  </a:cubicBezTo>
                  <a:cubicBezTo>
                    <a:pt x="71454" y="787"/>
                    <a:pt x="71441" y="774"/>
                    <a:pt x="71428" y="761"/>
                  </a:cubicBezTo>
                  <a:cubicBezTo>
                    <a:pt x="70336" y="-254"/>
                    <a:pt x="68653" y="-254"/>
                    <a:pt x="67574" y="761"/>
                  </a:cubicBezTo>
                  <a:cubicBezTo>
                    <a:pt x="49781" y="15728"/>
                    <a:pt x="25962" y="21406"/>
                    <a:pt x="3338" y="16049"/>
                  </a:cubicBezTo>
                  <a:cubicBezTo>
                    <a:pt x="1848" y="15728"/>
                    <a:pt x="383" y="16679"/>
                    <a:pt x="62" y="18169"/>
                  </a:cubicBezTo>
                  <a:cubicBezTo>
                    <a:pt x="-259" y="19659"/>
                    <a:pt x="692" y="21124"/>
                    <a:pt x="2182" y="214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72" name="Google Shape;2972;g38b88470f6c_3_1759"/>
            <p:cNvSpPr/>
            <p:nvPr/>
          </p:nvSpPr>
          <p:spPr>
            <a:xfrm>
              <a:off x="8757669" y="1420590"/>
              <a:ext cx="45215" cy="39083"/>
            </a:xfrm>
            <a:custGeom>
              <a:rect b="b" l="l" r="r" t="t"/>
              <a:pathLst>
                <a:path extrusionOk="0" h="39083" w="45215">
                  <a:moveTo>
                    <a:pt x="38607" y="38973"/>
                  </a:moveTo>
                  <a:cubicBezTo>
                    <a:pt x="41601" y="39577"/>
                    <a:pt x="44504" y="37637"/>
                    <a:pt x="45108" y="34644"/>
                  </a:cubicBezTo>
                  <a:cubicBezTo>
                    <a:pt x="45326" y="33552"/>
                    <a:pt x="45211" y="32421"/>
                    <a:pt x="44774" y="31393"/>
                  </a:cubicBezTo>
                  <a:cubicBezTo>
                    <a:pt x="37734" y="15335"/>
                    <a:pt x="23383" y="3669"/>
                    <a:pt x="6233" y="46"/>
                  </a:cubicBezTo>
                  <a:cubicBezTo>
                    <a:pt x="3265" y="-339"/>
                    <a:pt x="529" y="1717"/>
                    <a:pt x="66" y="4671"/>
                  </a:cubicBezTo>
                  <a:cubicBezTo>
                    <a:pt x="-396" y="7613"/>
                    <a:pt x="1620" y="10376"/>
                    <a:pt x="4563" y="10838"/>
                  </a:cubicBezTo>
                  <a:cubicBezTo>
                    <a:pt x="4563" y="10838"/>
                    <a:pt x="4563" y="10838"/>
                    <a:pt x="4563" y="10838"/>
                  </a:cubicBezTo>
                  <a:lnTo>
                    <a:pt x="4563" y="10838"/>
                  </a:lnTo>
                  <a:cubicBezTo>
                    <a:pt x="18091" y="13806"/>
                    <a:pt x="29332" y="23146"/>
                    <a:pt x="34753" y="35890"/>
                  </a:cubicBezTo>
                  <a:cubicBezTo>
                    <a:pt x="35486" y="37470"/>
                    <a:pt x="36912" y="38613"/>
                    <a:pt x="38607" y="3897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73" name="Google Shape;2973;g38b88470f6c_3_1759"/>
            <p:cNvSpPr/>
            <p:nvPr/>
          </p:nvSpPr>
          <p:spPr>
            <a:xfrm>
              <a:off x="8614947" y="1388624"/>
              <a:ext cx="50699" cy="30398"/>
            </a:xfrm>
            <a:custGeom>
              <a:rect b="b" l="l" r="r" t="t"/>
              <a:pathLst>
                <a:path extrusionOk="0" h="30398" w="50699">
                  <a:moveTo>
                    <a:pt x="4168" y="30214"/>
                  </a:moveTo>
                  <a:cubicBezTo>
                    <a:pt x="6236" y="30779"/>
                    <a:pt x="8434" y="30021"/>
                    <a:pt x="9692" y="28287"/>
                  </a:cubicBezTo>
                  <a:cubicBezTo>
                    <a:pt x="17940" y="17226"/>
                    <a:pt x="30967" y="10738"/>
                    <a:pt x="44765" y="10815"/>
                  </a:cubicBezTo>
                  <a:cubicBezTo>
                    <a:pt x="47746" y="11097"/>
                    <a:pt x="50392" y="8913"/>
                    <a:pt x="50675" y="5933"/>
                  </a:cubicBezTo>
                  <a:cubicBezTo>
                    <a:pt x="50957" y="2952"/>
                    <a:pt x="48773" y="306"/>
                    <a:pt x="45793" y="23"/>
                  </a:cubicBezTo>
                  <a:cubicBezTo>
                    <a:pt x="28295" y="-491"/>
                    <a:pt x="11658" y="7564"/>
                    <a:pt x="1213" y="21606"/>
                  </a:cubicBezTo>
                  <a:cubicBezTo>
                    <a:pt x="-649" y="23842"/>
                    <a:pt x="-328" y="27169"/>
                    <a:pt x="1907" y="29019"/>
                  </a:cubicBezTo>
                  <a:cubicBezTo>
                    <a:pt x="1971" y="29083"/>
                    <a:pt x="2048" y="29135"/>
                    <a:pt x="2113" y="29186"/>
                  </a:cubicBezTo>
                  <a:cubicBezTo>
                    <a:pt x="2704" y="29700"/>
                    <a:pt x="3410" y="30060"/>
                    <a:pt x="4168" y="3021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74" name="Google Shape;2974;g38b88470f6c_3_1759"/>
            <p:cNvSpPr/>
            <p:nvPr/>
          </p:nvSpPr>
          <p:spPr>
            <a:xfrm>
              <a:off x="8949800" y="1993232"/>
              <a:ext cx="388600" cy="968157"/>
            </a:xfrm>
            <a:custGeom>
              <a:rect b="b" l="l" r="r" t="t"/>
              <a:pathLst>
                <a:path extrusionOk="0" h="968157" w="388600">
                  <a:moveTo>
                    <a:pt x="169839" y="0"/>
                  </a:moveTo>
                  <a:cubicBezTo>
                    <a:pt x="193220" y="40854"/>
                    <a:pt x="212748" y="80423"/>
                    <a:pt x="233047" y="121148"/>
                  </a:cubicBezTo>
                  <a:cubicBezTo>
                    <a:pt x="253345" y="161873"/>
                    <a:pt x="271588" y="202856"/>
                    <a:pt x="288931" y="244737"/>
                  </a:cubicBezTo>
                  <a:cubicBezTo>
                    <a:pt x="306275" y="286619"/>
                    <a:pt x="323104" y="329143"/>
                    <a:pt x="337750" y="373208"/>
                  </a:cubicBezTo>
                  <a:cubicBezTo>
                    <a:pt x="352974" y="417158"/>
                    <a:pt x="365847" y="461879"/>
                    <a:pt x="376292" y="507203"/>
                  </a:cubicBezTo>
                  <a:lnTo>
                    <a:pt x="384128" y="542276"/>
                  </a:lnTo>
                  <a:cubicBezTo>
                    <a:pt x="387558" y="558746"/>
                    <a:pt x="389023" y="575563"/>
                    <a:pt x="388496" y="592380"/>
                  </a:cubicBezTo>
                  <a:cubicBezTo>
                    <a:pt x="387404" y="623624"/>
                    <a:pt x="380480" y="654380"/>
                    <a:pt x="368069" y="683080"/>
                  </a:cubicBezTo>
                  <a:cubicBezTo>
                    <a:pt x="346255" y="731437"/>
                    <a:pt x="315229" y="775065"/>
                    <a:pt x="276727" y="811551"/>
                  </a:cubicBezTo>
                  <a:cubicBezTo>
                    <a:pt x="242386" y="844709"/>
                    <a:pt x="204963" y="874528"/>
                    <a:pt x="164957" y="900581"/>
                  </a:cubicBezTo>
                  <a:cubicBezTo>
                    <a:pt x="145558" y="913429"/>
                    <a:pt x="125516" y="925248"/>
                    <a:pt x="105346" y="936553"/>
                  </a:cubicBezTo>
                  <a:cubicBezTo>
                    <a:pt x="85176" y="947859"/>
                    <a:pt x="65135" y="958265"/>
                    <a:pt x="42652" y="968157"/>
                  </a:cubicBezTo>
                  <a:lnTo>
                    <a:pt x="0" y="893516"/>
                  </a:lnTo>
                  <a:cubicBezTo>
                    <a:pt x="15545" y="880669"/>
                    <a:pt x="32632" y="867822"/>
                    <a:pt x="48562" y="853947"/>
                  </a:cubicBezTo>
                  <a:cubicBezTo>
                    <a:pt x="64492" y="840072"/>
                    <a:pt x="80038" y="825940"/>
                    <a:pt x="95454" y="811808"/>
                  </a:cubicBezTo>
                  <a:cubicBezTo>
                    <a:pt x="125221" y="784187"/>
                    <a:pt x="152842" y="754343"/>
                    <a:pt x="178061" y="722521"/>
                  </a:cubicBezTo>
                  <a:cubicBezTo>
                    <a:pt x="200492" y="695234"/>
                    <a:pt x="217887" y="664169"/>
                    <a:pt x="229449" y="630792"/>
                  </a:cubicBezTo>
                  <a:cubicBezTo>
                    <a:pt x="233419" y="618357"/>
                    <a:pt x="234999" y="605278"/>
                    <a:pt x="234074" y="592251"/>
                  </a:cubicBezTo>
                  <a:cubicBezTo>
                    <a:pt x="233702" y="587010"/>
                    <a:pt x="232713" y="581845"/>
                    <a:pt x="231119" y="576835"/>
                  </a:cubicBezTo>
                  <a:lnTo>
                    <a:pt x="222383" y="548057"/>
                  </a:lnTo>
                  <a:cubicBezTo>
                    <a:pt x="196419" y="468238"/>
                    <a:pt x="165535" y="390102"/>
                    <a:pt x="129884" y="314112"/>
                  </a:cubicBezTo>
                  <a:cubicBezTo>
                    <a:pt x="112284" y="275570"/>
                    <a:pt x="93527" y="237029"/>
                    <a:pt x="74770" y="198488"/>
                  </a:cubicBezTo>
                  <a:cubicBezTo>
                    <a:pt x="56014" y="159946"/>
                    <a:pt x="36229" y="121405"/>
                    <a:pt x="17087" y="84791"/>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75" name="Google Shape;2975;g38b88470f6c_3_1759"/>
            <p:cNvSpPr/>
            <p:nvPr/>
          </p:nvSpPr>
          <p:spPr>
            <a:xfrm>
              <a:off x="8930027" y="1903175"/>
              <a:ext cx="347629" cy="479580"/>
            </a:xfrm>
            <a:custGeom>
              <a:rect b="b" l="l" r="r" t="t"/>
              <a:pathLst>
                <a:path extrusionOk="0" h="479580" w="347629">
                  <a:moveTo>
                    <a:pt x="165972" y="3082"/>
                  </a:moveTo>
                  <a:cubicBezTo>
                    <a:pt x="273117" y="26207"/>
                    <a:pt x="347630" y="305760"/>
                    <a:pt x="347630" y="305760"/>
                  </a:cubicBezTo>
                  <a:lnTo>
                    <a:pt x="156080" y="479581"/>
                  </a:lnTo>
                  <a:cubicBezTo>
                    <a:pt x="95185" y="411825"/>
                    <a:pt x="47278" y="333432"/>
                    <a:pt x="14762" y="248333"/>
                  </a:cubicBezTo>
                  <a:cubicBezTo>
                    <a:pt x="-35984" y="108428"/>
                    <a:pt x="51376" y="-21841"/>
                    <a:pt x="165972" y="308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76" name="Google Shape;2976;g38b88470f6c_3_1759"/>
            <p:cNvSpPr/>
            <p:nvPr/>
          </p:nvSpPr>
          <p:spPr>
            <a:xfrm>
              <a:off x="8849849" y="2873515"/>
              <a:ext cx="172665" cy="125516"/>
            </a:xfrm>
            <a:custGeom>
              <a:rect b="b" l="l" r="r" t="t"/>
              <a:pathLst>
                <a:path extrusionOk="0" h="125516" w="172665">
                  <a:moveTo>
                    <a:pt x="123204" y="0"/>
                  </a:moveTo>
                  <a:lnTo>
                    <a:pt x="0" y="1285"/>
                  </a:lnTo>
                  <a:lnTo>
                    <a:pt x="77083" y="125516"/>
                  </a:lnTo>
                  <a:cubicBezTo>
                    <a:pt x="77083" y="125516"/>
                    <a:pt x="164828" y="103805"/>
                    <a:pt x="172665" y="59739"/>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77" name="Google Shape;2977;g38b88470f6c_3_1759"/>
            <p:cNvSpPr/>
            <p:nvPr/>
          </p:nvSpPr>
          <p:spPr>
            <a:xfrm>
              <a:off x="8773152" y="2874800"/>
              <a:ext cx="153137" cy="173050"/>
            </a:xfrm>
            <a:custGeom>
              <a:rect b="b" l="l" r="r" t="t"/>
              <a:pathLst>
                <a:path extrusionOk="0" h="173050" w="153137">
                  <a:moveTo>
                    <a:pt x="0" y="73357"/>
                  </a:moveTo>
                  <a:lnTo>
                    <a:pt x="67961" y="173050"/>
                  </a:lnTo>
                  <a:lnTo>
                    <a:pt x="153138" y="124231"/>
                  </a:lnTo>
                  <a:lnTo>
                    <a:pt x="76697" y="0"/>
                  </a:lnTo>
                  <a:lnTo>
                    <a:pt x="0" y="73357"/>
                  </a:ln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78" name="Google Shape;2978;g38b88470f6c_3_1759"/>
            <p:cNvSpPr/>
            <p:nvPr/>
          </p:nvSpPr>
          <p:spPr>
            <a:xfrm>
              <a:off x="8854983" y="1517307"/>
              <a:ext cx="118833" cy="128416"/>
            </a:xfrm>
            <a:custGeom>
              <a:rect b="b" l="l" r="r" t="t"/>
              <a:pathLst>
                <a:path extrusionOk="0" h="128416" w="118833">
                  <a:moveTo>
                    <a:pt x="112160" y="74196"/>
                  </a:moveTo>
                  <a:cubicBezTo>
                    <a:pt x="98478" y="99377"/>
                    <a:pt x="75379" y="118133"/>
                    <a:pt x="47925" y="126356"/>
                  </a:cubicBezTo>
                  <a:cubicBezTo>
                    <a:pt x="11439" y="137019"/>
                    <a:pt x="-7189" y="104516"/>
                    <a:pt x="2575" y="69957"/>
                  </a:cubicBezTo>
                  <a:cubicBezTo>
                    <a:pt x="11439" y="38867"/>
                    <a:pt x="41116" y="-4171"/>
                    <a:pt x="77602" y="326"/>
                  </a:cubicBezTo>
                  <a:cubicBezTo>
                    <a:pt x="114087" y="4822"/>
                    <a:pt x="128476" y="43235"/>
                    <a:pt x="112160" y="74196"/>
                  </a:cubicBezTo>
                  <a:close/>
                </a:path>
              </a:pathLst>
            </a:custGeom>
            <a:solidFill>
              <a:srgbClr val="FF8B7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979" name="Google Shape;2979;g38b88470f6c_3_1759"/>
          <p:cNvGrpSpPr/>
          <p:nvPr/>
        </p:nvGrpSpPr>
        <p:grpSpPr>
          <a:xfrm>
            <a:off x="6181783" y="2432841"/>
            <a:ext cx="2702942" cy="1829559"/>
            <a:chOff x="6155150" y="2199793"/>
            <a:chExt cx="2702942" cy="1829559"/>
          </a:xfrm>
        </p:grpSpPr>
        <p:sp>
          <p:nvSpPr>
            <p:cNvPr id="2980" name="Google Shape;2980;g38b88470f6c_3_1759"/>
            <p:cNvSpPr/>
            <p:nvPr/>
          </p:nvSpPr>
          <p:spPr>
            <a:xfrm rot="-249423">
              <a:off x="7738494" y="3722082"/>
              <a:ext cx="137353" cy="12849"/>
            </a:xfrm>
            <a:custGeom>
              <a:rect b="b" l="l" r="r" t="t"/>
              <a:pathLst>
                <a:path extrusionOk="0" h="12847" w="137335">
                  <a:moveTo>
                    <a:pt x="0" y="0"/>
                  </a:moveTo>
                  <a:lnTo>
                    <a:pt x="137336" y="0"/>
                  </a:lnTo>
                  <a:lnTo>
                    <a:pt x="137336"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81" name="Google Shape;2981;g38b88470f6c_3_1759"/>
            <p:cNvSpPr/>
            <p:nvPr/>
          </p:nvSpPr>
          <p:spPr>
            <a:xfrm rot="-249423">
              <a:off x="7931373" y="3710681"/>
              <a:ext cx="67456" cy="12849"/>
            </a:xfrm>
            <a:custGeom>
              <a:rect b="b" l="l" r="r" t="t"/>
              <a:pathLst>
                <a:path extrusionOk="0" h="12847" w="67447">
                  <a:moveTo>
                    <a:pt x="0" y="0"/>
                  </a:moveTo>
                  <a:lnTo>
                    <a:pt x="67447" y="0"/>
                  </a:lnTo>
                  <a:lnTo>
                    <a:pt x="67447" y="12847"/>
                  </a:lnTo>
                  <a:lnTo>
                    <a:pt x="0" y="12847"/>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82" name="Google Shape;2982;g38b88470f6c_3_1759"/>
            <p:cNvSpPr/>
            <p:nvPr/>
          </p:nvSpPr>
          <p:spPr>
            <a:xfrm>
              <a:off x="6155150" y="2199793"/>
              <a:ext cx="2702942" cy="1829559"/>
            </a:xfrm>
            <a:custGeom>
              <a:rect b="b" l="l" r="r" t="t"/>
              <a:pathLst>
                <a:path extrusionOk="0" h="1829559" w="2702942">
                  <a:moveTo>
                    <a:pt x="2434161" y="406"/>
                  </a:moveTo>
                  <a:lnTo>
                    <a:pt x="165877" y="163949"/>
                  </a:lnTo>
                  <a:cubicBezTo>
                    <a:pt x="67622" y="171619"/>
                    <a:pt x="-6159" y="256911"/>
                    <a:pt x="406" y="355243"/>
                  </a:cubicBezTo>
                  <a:lnTo>
                    <a:pt x="77489" y="1424378"/>
                  </a:lnTo>
                  <a:cubicBezTo>
                    <a:pt x="85081" y="1522787"/>
                    <a:pt x="170566" y="1596683"/>
                    <a:pt x="269039" y="1589977"/>
                  </a:cubicBezTo>
                  <a:lnTo>
                    <a:pt x="397510" y="1580727"/>
                  </a:lnTo>
                  <a:cubicBezTo>
                    <a:pt x="416948" y="1579327"/>
                    <a:pt x="433842" y="1593921"/>
                    <a:pt x="435281" y="1613359"/>
                  </a:cubicBezTo>
                  <a:lnTo>
                    <a:pt x="449669" y="1811461"/>
                  </a:lnTo>
                  <a:cubicBezTo>
                    <a:pt x="450324" y="1822086"/>
                    <a:pt x="459459" y="1830167"/>
                    <a:pt x="470083" y="1829524"/>
                  </a:cubicBezTo>
                  <a:cubicBezTo>
                    <a:pt x="475312" y="1829203"/>
                    <a:pt x="480194" y="1826762"/>
                    <a:pt x="483586" y="1822767"/>
                  </a:cubicBezTo>
                  <a:lnTo>
                    <a:pt x="698646" y="1574175"/>
                  </a:lnTo>
                  <a:cubicBezTo>
                    <a:pt x="707690" y="1563757"/>
                    <a:pt x="720473" y="1557346"/>
                    <a:pt x="734232" y="1556318"/>
                  </a:cubicBezTo>
                  <a:lnTo>
                    <a:pt x="2536937" y="1426434"/>
                  </a:lnTo>
                  <a:cubicBezTo>
                    <a:pt x="2635243" y="1418841"/>
                    <a:pt x="2709101" y="1333510"/>
                    <a:pt x="2702537" y="1235140"/>
                  </a:cubicBezTo>
                  <a:lnTo>
                    <a:pt x="2625454" y="166005"/>
                  </a:lnTo>
                  <a:cubicBezTo>
                    <a:pt x="2617861" y="67699"/>
                    <a:pt x="2532531" y="-6159"/>
                    <a:pt x="2434161" y="40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83" name="Google Shape;2983;g38b88470f6c_3_1759"/>
            <p:cNvSpPr/>
            <p:nvPr/>
          </p:nvSpPr>
          <p:spPr>
            <a:xfrm>
              <a:off x="6652353" y="2827009"/>
              <a:ext cx="408152" cy="423954"/>
            </a:xfrm>
            <a:custGeom>
              <a:rect b="b" l="l" r="r" t="t"/>
              <a:pathLst>
                <a:path extrusionOk="0" h="423954" w="408152">
                  <a:moveTo>
                    <a:pt x="0" y="27493"/>
                  </a:moveTo>
                  <a:lnTo>
                    <a:pt x="122561" y="18628"/>
                  </a:lnTo>
                  <a:lnTo>
                    <a:pt x="132582" y="157377"/>
                  </a:lnTo>
                  <a:lnTo>
                    <a:pt x="266449" y="147742"/>
                  </a:lnTo>
                  <a:lnTo>
                    <a:pt x="256428" y="8993"/>
                  </a:lnTo>
                  <a:lnTo>
                    <a:pt x="379503" y="0"/>
                  </a:lnTo>
                  <a:lnTo>
                    <a:pt x="408152" y="396461"/>
                  </a:lnTo>
                  <a:lnTo>
                    <a:pt x="285077" y="405326"/>
                  </a:lnTo>
                  <a:lnTo>
                    <a:pt x="273515" y="244994"/>
                  </a:lnTo>
                  <a:lnTo>
                    <a:pt x="139648" y="254758"/>
                  </a:lnTo>
                  <a:lnTo>
                    <a:pt x="151210" y="415090"/>
                  </a:lnTo>
                  <a:lnTo>
                    <a:pt x="28778" y="42395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84" name="Google Shape;2984;g38b88470f6c_3_1759"/>
            <p:cNvSpPr/>
            <p:nvPr/>
          </p:nvSpPr>
          <p:spPr>
            <a:xfrm>
              <a:off x="6155150" y="2326871"/>
              <a:ext cx="676292" cy="1463321"/>
            </a:xfrm>
            <a:custGeom>
              <a:rect b="b" l="l" r="r" t="t"/>
              <a:pathLst>
                <a:path extrusionOk="0" h="1463321" w="676292">
                  <a:moveTo>
                    <a:pt x="165877" y="36871"/>
                  </a:moveTo>
                  <a:cubicBezTo>
                    <a:pt x="67622" y="44541"/>
                    <a:pt x="-6159" y="129833"/>
                    <a:pt x="406" y="228164"/>
                  </a:cubicBezTo>
                  <a:lnTo>
                    <a:pt x="77489" y="1297300"/>
                  </a:lnTo>
                  <a:cubicBezTo>
                    <a:pt x="85081" y="1395709"/>
                    <a:pt x="170566" y="1469605"/>
                    <a:pt x="269039" y="1462899"/>
                  </a:cubicBezTo>
                  <a:lnTo>
                    <a:pt x="287924" y="1461486"/>
                  </a:lnTo>
                  <a:cubicBezTo>
                    <a:pt x="352442" y="1456822"/>
                    <a:pt x="405771" y="1409391"/>
                    <a:pt x="417937" y="1345862"/>
                  </a:cubicBezTo>
                  <a:lnTo>
                    <a:pt x="676292"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85" name="Google Shape;2985;g38b88470f6c_3_1759"/>
            <p:cNvSpPr/>
            <p:nvPr/>
          </p:nvSpPr>
          <p:spPr>
            <a:xfrm>
              <a:off x="7109547" y="2911852"/>
              <a:ext cx="335471" cy="302867"/>
            </a:xfrm>
            <a:custGeom>
              <a:rect b="b" l="l" r="r" t="t"/>
              <a:pathLst>
                <a:path extrusionOk="0" h="302867" w="335471">
                  <a:moveTo>
                    <a:pt x="335472" y="166959"/>
                  </a:moveTo>
                  <a:lnTo>
                    <a:pt x="114759" y="182890"/>
                  </a:lnTo>
                  <a:cubicBezTo>
                    <a:pt x="116455" y="197189"/>
                    <a:pt x="122454" y="210627"/>
                    <a:pt x="131974" y="221431"/>
                  </a:cubicBezTo>
                  <a:cubicBezTo>
                    <a:pt x="143035" y="233070"/>
                    <a:pt x="158914" y="238877"/>
                    <a:pt x="174883" y="237104"/>
                  </a:cubicBezTo>
                  <a:cubicBezTo>
                    <a:pt x="185701" y="236334"/>
                    <a:pt x="196145" y="232788"/>
                    <a:pt x="205202" y="226827"/>
                  </a:cubicBezTo>
                  <a:cubicBezTo>
                    <a:pt x="212294" y="221457"/>
                    <a:pt x="218345" y="214840"/>
                    <a:pt x="223060" y="207299"/>
                  </a:cubicBezTo>
                  <a:lnTo>
                    <a:pt x="332260" y="209483"/>
                  </a:lnTo>
                  <a:cubicBezTo>
                    <a:pt x="320377" y="236411"/>
                    <a:pt x="301080" y="259394"/>
                    <a:pt x="276632" y="275774"/>
                  </a:cubicBezTo>
                  <a:cubicBezTo>
                    <a:pt x="254188" y="289996"/>
                    <a:pt x="221043" y="298552"/>
                    <a:pt x="177196" y="301469"/>
                  </a:cubicBezTo>
                  <a:cubicBezTo>
                    <a:pt x="146543" y="305040"/>
                    <a:pt x="115465" y="301751"/>
                    <a:pt x="86238" y="291833"/>
                  </a:cubicBezTo>
                  <a:cubicBezTo>
                    <a:pt x="62805" y="281992"/>
                    <a:pt x="42700" y="265625"/>
                    <a:pt x="28298" y="244684"/>
                  </a:cubicBezTo>
                  <a:cubicBezTo>
                    <a:pt x="11789" y="220840"/>
                    <a:pt x="2308" y="192846"/>
                    <a:pt x="934" y="163876"/>
                  </a:cubicBezTo>
                  <a:cubicBezTo>
                    <a:pt x="-3704" y="123202"/>
                    <a:pt x="9079" y="82451"/>
                    <a:pt x="36135" y="51721"/>
                  </a:cubicBezTo>
                  <a:cubicBezTo>
                    <a:pt x="62857" y="21916"/>
                    <a:pt x="101398" y="5176"/>
                    <a:pt x="151759" y="1489"/>
                  </a:cubicBezTo>
                  <a:cubicBezTo>
                    <a:pt x="185097" y="-2468"/>
                    <a:pt x="218897" y="1489"/>
                    <a:pt x="250424" y="13051"/>
                  </a:cubicBezTo>
                  <a:cubicBezTo>
                    <a:pt x="274564" y="23367"/>
                    <a:pt x="294888" y="40916"/>
                    <a:pt x="308622" y="63283"/>
                  </a:cubicBezTo>
                  <a:cubicBezTo>
                    <a:pt x="324334" y="91059"/>
                    <a:pt x="333147" y="122213"/>
                    <a:pt x="334316" y="154112"/>
                  </a:cubicBezTo>
                  <a:close/>
                  <a:moveTo>
                    <a:pt x="219848" y="122251"/>
                  </a:moveTo>
                  <a:cubicBezTo>
                    <a:pt x="218281" y="105550"/>
                    <a:pt x="211086" y="89864"/>
                    <a:pt x="199421" y="77800"/>
                  </a:cubicBezTo>
                  <a:cubicBezTo>
                    <a:pt x="175744" y="59583"/>
                    <a:pt x="141789" y="64003"/>
                    <a:pt x="123572" y="87680"/>
                  </a:cubicBezTo>
                  <a:cubicBezTo>
                    <a:pt x="122827" y="88643"/>
                    <a:pt x="122120" y="89633"/>
                    <a:pt x="121439" y="90648"/>
                  </a:cubicBezTo>
                  <a:cubicBezTo>
                    <a:pt x="114579" y="102737"/>
                    <a:pt x="111123" y="116457"/>
                    <a:pt x="111419" y="1303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86" name="Google Shape;2986;g38b88470f6c_3_1759"/>
            <p:cNvSpPr/>
            <p:nvPr/>
          </p:nvSpPr>
          <p:spPr>
            <a:xfrm>
              <a:off x="7479064" y="2786797"/>
              <a:ext cx="139005" cy="404298"/>
            </a:xfrm>
            <a:custGeom>
              <a:rect b="b" l="l" r="r" t="t"/>
              <a:pathLst>
                <a:path extrusionOk="0" h="404298" w="139005">
                  <a:moveTo>
                    <a:pt x="0" y="7965"/>
                  </a:moveTo>
                  <a:lnTo>
                    <a:pt x="110357" y="0"/>
                  </a:lnTo>
                  <a:lnTo>
                    <a:pt x="139006" y="396333"/>
                  </a:lnTo>
                  <a:lnTo>
                    <a:pt x="28649"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87" name="Google Shape;2987;g38b88470f6c_3_1759"/>
            <p:cNvSpPr/>
            <p:nvPr/>
          </p:nvSpPr>
          <p:spPr>
            <a:xfrm>
              <a:off x="7663420" y="2773436"/>
              <a:ext cx="139005" cy="404298"/>
            </a:xfrm>
            <a:custGeom>
              <a:rect b="b" l="l" r="r" t="t"/>
              <a:pathLst>
                <a:path extrusionOk="0" h="404298" w="139005">
                  <a:moveTo>
                    <a:pt x="0" y="7965"/>
                  </a:moveTo>
                  <a:lnTo>
                    <a:pt x="110357" y="0"/>
                  </a:lnTo>
                  <a:lnTo>
                    <a:pt x="139006" y="396333"/>
                  </a:lnTo>
                  <a:lnTo>
                    <a:pt x="28778" y="40429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88" name="Google Shape;2988;g38b88470f6c_3_1759"/>
            <p:cNvSpPr/>
            <p:nvPr/>
          </p:nvSpPr>
          <p:spPr>
            <a:xfrm>
              <a:off x="7848164" y="2859307"/>
              <a:ext cx="330937" cy="302431"/>
            </a:xfrm>
            <a:custGeom>
              <a:rect b="b" l="l" r="r" t="t"/>
              <a:pathLst>
                <a:path extrusionOk="0" h="302431" w="330937">
                  <a:moveTo>
                    <a:pt x="768" y="163620"/>
                  </a:moveTo>
                  <a:cubicBezTo>
                    <a:pt x="-3446" y="122959"/>
                    <a:pt x="9813" y="82413"/>
                    <a:pt x="37254" y="52107"/>
                  </a:cubicBezTo>
                  <a:cubicBezTo>
                    <a:pt x="64747" y="21531"/>
                    <a:pt x="103673" y="4406"/>
                    <a:pt x="154034" y="719"/>
                  </a:cubicBezTo>
                  <a:cubicBezTo>
                    <a:pt x="211422" y="-3393"/>
                    <a:pt x="256040" y="10136"/>
                    <a:pt x="287901" y="41315"/>
                  </a:cubicBezTo>
                  <a:cubicBezTo>
                    <a:pt x="342681" y="99089"/>
                    <a:pt x="345494" y="188723"/>
                    <a:pt x="294453" y="249824"/>
                  </a:cubicBezTo>
                  <a:cubicBezTo>
                    <a:pt x="267217" y="280143"/>
                    <a:pt x="227738" y="297268"/>
                    <a:pt x="176003" y="301212"/>
                  </a:cubicBezTo>
                  <a:cubicBezTo>
                    <a:pt x="135817" y="306030"/>
                    <a:pt x="95220" y="296472"/>
                    <a:pt x="61406" y="274233"/>
                  </a:cubicBezTo>
                  <a:cubicBezTo>
                    <a:pt x="24947" y="248924"/>
                    <a:pt x="2490" y="207968"/>
                    <a:pt x="768" y="163620"/>
                  </a:cubicBezTo>
                  <a:close/>
                  <a:moveTo>
                    <a:pt x="111125" y="155398"/>
                  </a:moveTo>
                  <a:cubicBezTo>
                    <a:pt x="110919" y="175683"/>
                    <a:pt x="117882" y="195378"/>
                    <a:pt x="130781" y="211026"/>
                  </a:cubicBezTo>
                  <a:cubicBezTo>
                    <a:pt x="150617" y="231324"/>
                    <a:pt x="183146" y="231709"/>
                    <a:pt x="203444" y="211873"/>
                  </a:cubicBezTo>
                  <a:cubicBezTo>
                    <a:pt x="205435" y="209946"/>
                    <a:pt x="207247" y="207852"/>
                    <a:pt x="208891" y="205630"/>
                  </a:cubicBezTo>
                  <a:cubicBezTo>
                    <a:pt x="219271" y="187747"/>
                    <a:pt x="223177" y="166832"/>
                    <a:pt x="219940" y="146405"/>
                  </a:cubicBezTo>
                  <a:cubicBezTo>
                    <a:pt x="220068" y="126530"/>
                    <a:pt x="213195" y="107247"/>
                    <a:pt x="200541" y="91933"/>
                  </a:cubicBezTo>
                  <a:cubicBezTo>
                    <a:pt x="190507" y="80936"/>
                    <a:pt x="175925" y="75232"/>
                    <a:pt x="161100" y="76516"/>
                  </a:cubicBezTo>
                  <a:cubicBezTo>
                    <a:pt x="145632" y="77236"/>
                    <a:pt x="131384" y="85124"/>
                    <a:pt x="122559" y="97843"/>
                  </a:cubicBezTo>
                  <a:cubicBezTo>
                    <a:pt x="112204" y="115122"/>
                    <a:pt x="108337" y="135523"/>
                    <a:pt x="111639" y="15539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89" name="Google Shape;2989;g38b88470f6c_3_1759"/>
            <p:cNvSpPr/>
            <p:nvPr/>
          </p:nvSpPr>
          <p:spPr>
            <a:xfrm>
              <a:off x="8213789" y="2733096"/>
              <a:ext cx="142474" cy="404555"/>
            </a:xfrm>
            <a:custGeom>
              <a:rect b="b" l="l" r="r" t="t"/>
              <a:pathLst>
                <a:path extrusionOk="0" h="404555" w="142474">
                  <a:moveTo>
                    <a:pt x="0" y="8479"/>
                  </a:moveTo>
                  <a:lnTo>
                    <a:pt x="117551" y="0"/>
                  </a:lnTo>
                  <a:lnTo>
                    <a:pt x="124103" y="89930"/>
                  </a:lnTo>
                  <a:lnTo>
                    <a:pt x="114468" y="273001"/>
                  </a:lnTo>
                  <a:lnTo>
                    <a:pt x="41753" y="278268"/>
                  </a:lnTo>
                  <a:lnTo>
                    <a:pt x="6424" y="98409"/>
                  </a:lnTo>
                  <a:close/>
                  <a:moveTo>
                    <a:pt x="25694" y="307560"/>
                  </a:moveTo>
                  <a:lnTo>
                    <a:pt x="135409" y="299594"/>
                  </a:lnTo>
                  <a:lnTo>
                    <a:pt x="142474" y="396718"/>
                  </a:lnTo>
                  <a:lnTo>
                    <a:pt x="32632" y="40455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990" name="Google Shape;2990;g38b88470f6c_3_1759"/>
          <p:cNvGrpSpPr/>
          <p:nvPr/>
        </p:nvGrpSpPr>
        <p:grpSpPr>
          <a:xfrm>
            <a:off x="5355452" y="1806760"/>
            <a:ext cx="1514699" cy="3783660"/>
            <a:chOff x="5328819" y="1573712"/>
            <a:chExt cx="1514699" cy="3783660"/>
          </a:xfrm>
        </p:grpSpPr>
        <p:sp>
          <p:nvSpPr>
            <p:cNvPr id="2991" name="Google Shape;2991;g38b88470f6c_3_1759"/>
            <p:cNvSpPr/>
            <p:nvPr/>
          </p:nvSpPr>
          <p:spPr>
            <a:xfrm>
              <a:off x="5839960" y="1573712"/>
              <a:ext cx="503548" cy="533070"/>
            </a:xfrm>
            <a:custGeom>
              <a:rect b="b" l="l" r="r" t="t"/>
              <a:pathLst>
                <a:path extrusionOk="0" h="533070" w="503548">
                  <a:moveTo>
                    <a:pt x="449719" y="438020"/>
                  </a:moveTo>
                  <a:cubicBezTo>
                    <a:pt x="449141" y="456828"/>
                    <a:pt x="450130" y="475649"/>
                    <a:pt x="452674" y="494290"/>
                  </a:cubicBezTo>
                  <a:cubicBezTo>
                    <a:pt x="336267" y="533165"/>
                    <a:pt x="212112" y="543006"/>
                    <a:pt x="91028" y="522939"/>
                  </a:cubicBezTo>
                  <a:cubicBezTo>
                    <a:pt x="96835" y="500958"/>
                    <a:pt x="100368" y="478450"/>
                    <a:pt x="101563" y="455749"/>
                  </a:cubicBezTo>
                  <a:cubicBezTo>
                    <a:pt x="97516" y="478604"/>
                    <a:pt x="89564" y="500598"/>
                    <a:pt x="78053" y="520755"/>
                  </a:cubicBezTo>
                  <a:cubicBezTo>
                    <a:pt x="55185" y="516387"/>
                    <a:pt x="42338" y="512662"/>
                    <a:pt x="42338" y="512662"/>
                  </a:cubicBezTo>
                  <a:cubicBezTo>
                    <a:pt x="42338" y="512662"/>
                    <a:pt x="65720" y="386246"/>
                    <a:pt x="23581" y="294261"/>
                  </a:cubicBezTo>
                  <a:cubicBezTo>
                    <a:pt x="-18557" y="202276"/>
                    <a:pt x="2512" y="150887"/>
                    <a:pt x="34373" y="136370"/>
                  </a:cubicBezTo>
                  <a:cubicBezTo>
                    <a:pt x="93469" y="-45288"/>
                    <a:pt x="315596" y="-16639"/>
                    <a:pt x="390751" y="57103"/>
                  </a:cubicBezTo>
                  <a:cubicBezTo>
                    <a:pt x="486077" y="150630"/>
                    <a:pt x="486590" y="414124"/>
                    <a:pt x="503549" y="474377"/>
                  </a:cubicBezTo>
                  <a:cubicBezTo>
                    <a:pt x="489545" y="480415"/>
                    <a:pt x="475799" y="485940"/>
                    <a:pt x="462053" y="490822"/>
                  </a:cubicBezTo>
                  <a:cubicBezTo>
                    <a:pt x="455166" y="473992"/>
                    <a:pt x="451004" y="456160"/>
                    <a:pt x="449719" y="43802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92" name="Google Shape;2992;g38b88470f6c_3_1759"/>
            <p:cNvSpPr/>
            <p:nvPr/>
          </p:nvSpPr>
          <p:spPr>
            <a:xfrm>
              <a:off x="6280815" y="2294496"/>
              <a:ext cx="454144" cy="364729"/>
            </a:xfrm>
            <a:custGeom>
              <a:rect b="b" l="l" r="r" t="t"/>
              <a:pathLst>
                <a:path extrusionOk="0" h="364729" w="454144">
                  <a:moveTo>
                    <a:pt x="100721" y="0"/>
                  </a:moveTo>
                  <a:lnTo>
                    <a:pt x="112284" y="36614"/>
                  </a:lnTo>
                  <a:cubicBezTo>
                    <a:pt x="116523" y="49461"/>
                    <a:pt x="120763" y="62309"/>
                    <a:pt x="125131" y="74513"/>
                  </a:cubicBezTo>
                  <a:cubicBezTo>
                    <a:pt x="133738" y="100207"/>
                    <a:pt x="142731" y="125902"/>
                    <a:pt x="152367" y="150568"/>
                  </a:cubicBezTo>
                  <a:cubicBezTo>
                    <a:pt x="162002" y="175234"/>
                    <a:pt x="171252" y="201186"/>
                    <a:pt x="181273" y="226366"/>
                  </a:cubicBezTo>
                  <a:lnTo>
                    <a:pt x="196175" y="264907"/>
                  </a:lnTo>
                  <a:lnTo>
                    <a:pt x="199901" y="274414"/>
                  </a:lnTo>
                  <a:lnTo>
                    <a:pt x="200800" y="276598"/>
                  </a:lnTo>
                  <a:lnTo>
                    <a:pt x="200800" y="276598"/>
                  </a:lnTo>
                  <a:cubicBezTo>
                    <a:pt x="200800" y="276598"/>
                    <a:pt x="200800" y="276598"/>
                    <a:pt x="200800" y="276598"/>
                  </a:cubicBezTo>
                  <a:cubicBezTo>
                    <a:pt x="199207" y="275211"/>
                    <a:pt x="197383" y="274119"/>
                    <a:pt x="195404" y="273386"/>
                  </a:cubicBezTo>
                  <a:cubicBezTo>
                    <a:pt x="192578" y="272358"/>
                    <a:pt x="191422" y="273386"/>
                    <a:pt x="193220" y="273386"/>
                  </a:cubicBezTo>
                  <a:cubicBezTo>
                    <a:pt x="196317" y="273374"/>
                    <a:pt x="199387" y="272898"/>
                    <a:pt x="202342" y="271973"/>
                  </a:cubicBezTo>
                  <a:cubicBezTo>
                    <a:pt x="212388" y="268787"/>
                    <a:pt x="222036" y="264483"/>
                    <a:pt x="231119" y="259126"/>
                  </a:cubicBezTo>
                  <a:cubicBezTo>
                    <a:pt x="253024" y="246356"/>
                    <a:pt x="273977" y="232019"/>
                    <a:pt x="293813" y="216217"/>
                  </a:cubicBezTo>
                  <a:cubicBezTo>
                    <a:pt x="314626" y="200029"/>
                    <a:pt x="335052" y="182686"/>
                    <a:pt x="355094" y="164828"/>
                  </a:cubicBezTo>
                  <a:cubicBezTo>
                    <a:pt x="375135" y="146971"/>
                    <a:pt x="395305" y="128343"/>
                    <a:pt x="414704" y="110100"/>
                  </a:cubicBezTo>
                  <a:lnTo>
                    <a:pt x="454145" y="143502"/>
                  </a:lnTo>
                  <a:cubicBezTo>
                    <a:pt x="437701" y="167141"/>
                    <a:pt x="420357" y="188724"/>
                    <a:pt x="402757" y="210692"/>
                  </a:cubicBezTo>
                  <a:cubicBezTo>
                    <a:pt x="385156" y="232661"/>
                    <a:pt x="365372" y="253216"/>
                    <a:pt x="345073" y="273643"/>
                  </a:cubicBezTo>
                  <a:cubicBezTo>
                    <a:pt x="324184" y="294969"/>
                    <a:pt x="301431" y="314407"/>
                    <a:pt x="277112" y="331712"/>
                  </a:cubicBezTo>
                  <a:cubicBezTo>
                    <a:pt x="263199" y="341463"/>
                    <a:pt x="248244" y="349647"/>
                    <a:pt x="232533" y="356122"/>
                  </a:cubicBezTo>
                  <a:cubicBezTo>
                    <a:pt x="222563" y="360117"/>
                    <a:pt x="212106" y="362802"/>
                    <a:pt x="201443" y="364087"/>
                  </a:cubicBezTo>
                  <a:cubicBezTo>
                    <a:pt x="186964" y="365885"/>
                    <a:pt x="172267" y="363894"/>
                    <a:pt x="158790" y="358306"/>
                  </a:cubicBezTo>
                  <a:cubicBezTo>
                    <a:pt x="144106" y="352049"/>
                    <a:pt x="131593" y="341592"/>
                    <a:pt x="122818" y="328243"/>
                  </a:cubicBezTo>
                  <a:cubicBezTo>
                    <a:pt x="120891" y="325288"/>
                    <a:pt x="119093" y="322334"/>
                    <a:pt x="117679" y="319636"/>
                  </a:cubicBezTo>
                  <a:lnTo>
                    <a:pt x="114211" y="312698"/>
                  </a:lnTo>
                  <a:lnTo>
                    <a:pt x="109586" y="303320"/>
                  </a:lnTo>
                  <a:cubicBezTo>
                    <a:pt x="103548" y="290473"/>
                    <a:pt x="96739" y="277626"/>
                    <a:pt x="91471" y="265550"/>
                  </a:cubicBezTo>
                  <a:cubicBezTo>
                    <a:pt x="79781" y="239855"/>
                    <a:pt x="68090" y="214161"/>
                    <a:pt x="57427" y="188467"/>
                  </a:cubicBezTo>
                  <a:cubicBezTo>
                    <a:pt x="46763" y="162773"/>
                    <a:pt x="36357" y="136308"/>
                    <a:pt x="26465" y="109843"/>
                  </a:cubicBezTo>
                  <a:cubicBezTo>
                    <a:pt x="21840" y="96996"/>
                    <a:pt x="17215" y="82992"/>
                    <a:pt x="12847" y="69503"/>
                  </a:cubicBezTo>
                  <a:cubicBezTo>
                    <a:pt x="8479" y="56013"/>
                    <a:pt x="4240" y="42781"/>
                    <a:pt x="0" y="26979"/>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93" name="Google Shape;2993;g38b88470f6c_3_1759"/>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94" name="Google Shape;2994;g38b88470f6c_3_1759"/>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95" name="Google Shape;2995;g38b88470f6c_3_1759"/>
            <p:cNvSpPr/>
            <p:nvPr/>
          </p:nvSpPr>
          <p:spPr>
            <a:xfrm>
              <a:off x="6215246" y="2173077"/>
              <a:ext cx="211126" cy="283806"/>
            </a:xfrm>
            <a:custGeom>
              <a:rect b="b" l="l" r="r" t="t"/>
              <a:pathLst>
                <a:path extrusionOk="0" h="283806" w="211126">
                  <a:moveTo>
                    <a:pt x="135843" y="7337"/>
                  </a:moveTo>
                  <a:cubicBezTo>
                    <a:pt x="180165" y="18643"/>
                    <a:pt x="211127" y="200814"/>
                    <a:pt x="211127" y="200814"/>
                  </a:cubicBezTo>
                  <a:lnTo>
                    <a:pt x="89079" y="283807"/>
                  </a:lnTo>
                  <a:cubicBezTo>
                    <a:pt x="89079" y="283807"/>
                    <a:pt x="-27829" y="99965"/>
                    <a:pt x="6216" y="51274"/>
                  </a:cubicBezTo>
                  <a:cubicBezTo>
                    <a:pt x="41674" y="657"/>
                    <a:pt x="71222" y="-9107"/>
                    <a:pt x="135843" y="7337"/>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96" name="Google Shape;2996;g38b88470f6c_3_1759"/>
            <p:cNvSpPr/>
            <p:nvPr/>
          </p:nvSpPr>
          <p:spPr>
            <a:xfrm>
              <a:off x="6312547" y="2221139"/>
              <a:ext cx="68603" cy="230091"/>
            </a:xfrm>
            <a:custGeom>
              <a:rect b="b" l="l" r="r" t="t"/>
              <a:pathLst>
                <a:path extrusionOk="0" h="230091" w="68603">
                  <a:moveTo>
                    <a:pt x="34559" y="0"/>
                  </a:moveTo>
                  <a:lnTo>
                    <a:pt x="68603" y="183585"/>
                  </a:lnTo>
                  <a:lnTo>
                    <a:pt x="0" y="230092"/>
                  </a:lnTo>
                  <a:lnTo>
                    <a:pt x="34559" y="0"/>
                  </a:lnTo>
                  <a:close/>
                </a:path>
              </a:pathLst>
            </a:custGeom>
            <a:solidFill>
              <a:srgbClr val="000000">
                <a:alpha val="2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97" name="Google Shape;2997;g38b88470f6c_3_1759"/>
            <p:cNvSpPr/>
            <p:nvPr/>
          </p:nvSpPr>
          <p:spPr>
            <a:xfrm>
              <a:off x="6693464" y="2310812"/>
              <a:ext cx="90957" cy="136905"/>
            </a:xfrm>
            <a:custGeom>
              <a:rect b="b" l="l" r="r" t="t"/>
              <a:pathLst>
                <a:path extrusionOk="0" h="136905" w="90957">
                  <a:moveTo>
                    <a:pt x="0" y="98152"/>
                  </a:moveTo>
                  <a:lnTo>
                    <a:pt x="40725" y="0"/>
                  </a:lnTo>
                  <a:lnTo>
                    <a:pt x="90957" y="98152"/>
                  </a:lnTo>
                  <a:cubicBezTo>
                    <a:pt x="90957" y="98152"/>
                    <a:pt x="58326" y="146971"/>
                    <a:pt x="15288" y="13502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98" name="Google Shape;2998;g38b88470f6c_3_1759"/>
            <p:cNvSpPr/>
            <p:nvPr/>
          </p:nvSpPr>
          <p:spPr>
            <a:xfrm>
              <a:off x="6734061" y="2300663"/>
              <a:ext cx="109457" cy="108301"/>
            </a:xfrm>
            <a:custGeom>
              <a:rect b="b" l="l" r="r" t="t"/>
              <a:pathLst>
                <a:path extrusionOk="0" h="108301" w="109457">
                  <a:moveTo>
                    <a:pt x="44965" y="0"/>
                  </a:moveTo>
                  <a:lnTo>
                    <a:pt x="109457" y="25951"/>
                  </a:lnTo>
                  <a:lnTo>
                    <a:pt x="50361" y="108301"/>
                  </a:lnTo>
                  <a:lnTo>
                    <a:pt x="0" y="10149"/>
                  </a:lnTo>
                  <a:lnTo>
                    <a:pt x="44965" y="0"/>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999" name="Google Shape;2999;g38b88470f6c_3_1759"/>
            <p:cNvSpPr/>
            <p:nvPr/>
          </p:nvSpPr>
          <p:spPr>
            <a:xfrm>
              <a:off x="6111490" y="4998425"/>
              <a:ext cx="114724" cy="248848"/>
            </a:xfrm>
            <a:custGeom>
              <a:rect b="b" l="l" r="r" t="t"/>
              <a:pathLst>
                <a:path extrusionOk="0" h="248848" w="114724">
                  <a:moveTo>
                    <a:pt x="0" y="248849"/>
                  </a:moveTo>
                  <a:lnTo>
                    <a:pt x="107530" y="248849"/>
                  </a:lnTo>
                  <a:lnTo>
                    <a:pt x="114724" y="0"/>
                  </a:lnTo>
                  <a:lnTo>
                    <a:pt x="7194" y="0"/>
                  </a:lnTo>
                  <a:lnTo>
                    <a:pt x="0" y="24884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00" name="Google Shape;3000;g38b88470f6c_3_1759"/>
            <p:cNvSpPr/>
            <p:nvPr/>
          </p:nvSpPr>
          <p:spPr>
            <a:xfrm>
              <a:off x="5390511" y="4711421"/>
              <a:ext cx="228164" cy="257455"/>
            </a:xfrm>
            <a:custGeom>
              <a:rect b="b" l="l" r="r" t="t"/>
              <a:pathLst>
                <a:path extrusionOk="0" h="257455" w="228164">
                  <a:moveTo>
                    <a:pt x="0" y="215317"/>
                  </a:moveTo>
                  <a:lnTo>
                    <a:pt x="98794" y="257456"/>
                  </a:lnTo>
                  <a:lnTo>
                    <a:pt x="228164" y="42138"/>
                  </a:lnTo>
                  <a:lnTo>
                    <a:pt x="129242" y="0"/>
                  </a:lnTo>
                  <a:lnTo>
                    <a:pt x="0" y="215317"/>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01" name="Google Shape;3001;g38b88470f6c_3_1759"/>
            <p:cNvSpPr/>
            <p:nvPr/>
          </p:nvSpPr>
          <p:spPr>
            <a:xfrm>
              <a:off x="5328819" y="4889676"/>
              <a:ext cx="267496" cy="237037"/>
            </a:xfrm>
            <a:custGeom>
              <a:rect b="b" l="l" r="r" t="t"/>
              <a:pathLst>
                <a:path extrusionOk="0" h="237037" w="267496">
                  <a:moveTo>
                    <a:pt x="179500" y="64556"/>
                  </a:moveTo>
                  <a:lnTo>
                    <a:pt x="76723" y="1348"/>
                  </a:lnTo>
                  <a:cubicBezTo>
                    <a:pt x="73085" y="-991"/>
                    <a:pt x="68267" y="-220"/>
                    <a:pt x="65546" y="3146"/>
                  </a:cubicBezTo>
                  <a:lnTo>
                    <a:pt x="3752" y="77274"/>
                  </a:lnTo>
                  <a:cubicBezTo>
                    <a:pt x="-2198" y="84777"/>
                    <a:pt x="-935" y="95684"/>
                    <a:pt x="6572" y="101645"/>
                  </a:cubicBezTo>
                  <a:cubicBezTo>
                    <a:pt x="7186" y="102120"/>
                    <a:pt x="7832" y="102570"/>
                    <a:pt x="8505" y="102968"/>
                  </a:cubicBezTo>
                  <a:cubicBezTo>
                    <a:pt x="44734" y="124423"/>
                    <a:pt x="63234" y="132902"/>
                    <a:pt x="108456" y="160652"/>
                  </a:cubicBezTo>
                  <a:cubicBezTo>
                    <a:pt x="136334" y="177867"/>
                    <a:pt x="175132" y="205616"/>
                    <a:pt x="213545" y="229255"/>
                  </a:cubicBezTo>
                  <a:cubicBezTo>
                    <a:pt x="251958" y="252894"/>
                    <a:pt x="277780" y="216408"/>
                    <a:pt x="263520" y="202919"/>
                  </a:cubicBezTo>
                  <a:cubicBezTo>
                    <a:pt x="201212" y="143436"/>
                    <a:pt x="203010" y="115173"/>
                    <a:pt x="191319" y="79972"/>
                  </a:cubicBezTo>
                  <a:cubicBezTo>
                    <a:pt x="189379" y="73574"/>
                    <a:pt x="185178" y="68088"/>
                    <a:pt x="179500" y="645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02" name="Google Shape;3002;g38b88470f6c_3_1759"/>
            <p:cNvSpPr/>
            <p:nvPr/>
          </p:nvSpPr>
          <p:spPr>
            <a:xfrm>
              <a:off x="6079469" y="5234811"/>
              <a:ext cx="318146" cy="122561"/>
            </a:xfrm>
            <a:custGeom>
              <a:rect b="b" l="l" r="r" t="t"/>
              <a:pathLst>
                <a:path extrusionOk="0" h="122561" w="318146">
                  <a:moveTo>
                    <a:pt x="143149" y="1"/>
                  </a:moveTo>
                  <a:lnTo>
                    <a:pt x="22515" y="1"/>
                  </a:lnTo>
                  <a:cubicBezTo>
                    <a:pt x="18224" y="-51"/>
                    <a:pt x="14550" y="3071"/>
                    <a:pt x="13907" y="7323"/>
                  </a:cubicBezTo>
                  <a:lnTo>
                    <a:pt x="161" y="102906"/>
                  </a:lnTo>
                  <a:cubicBezTo>
                    <a:pt x="-1124" y="112258"/>
                    <a:pt x="5428" y="120866"/>
                    <a:pt x="14768" y="122151"/>
                  </a:cubicBezTo>
                  <a:cubicBezTo>
                    <a:pt x="15680" y="122279"/>
                    <a:pt x="16592" y="122331"/>
                    <a:pt x="17504" y="122305"/>
                  </a:cubicBezTo>
                  <a:cubicBezTo>
                    <a:pt x="59643" y="121663"/>
                    <a:pt x="79941" y="119093"/>
                    <a:pt x="133128" y="119093"/>
                  </a:cubicBezTo>
                  <a:cubicBezTo>
                    <a:pt x="165760" y="119093"/>
                    <a:pt x="233336" y="122562"/>
                    <a:pt x="278429" y="122562"/>
                  </a:cubicBezTo>
                  <a:cubicBezTo>
                    <a:pt x="323522" y="122562"/>
                    <a:pt x="325835" y="77982"/>
                    <a:pt x="307078" y="73871"/>
                  </a:cubicBezTo>
                  <a:cubicBezTo>
                    <a:pt x="222930" y="55757"/>
                    <a:pt x="189784" y="30834"/>
                    <a:pt x="161392" y="7066"/>
                  </a:cubicBezTo>
                  <a:cubicBezTo>
                    <a:pt x="156369" y="2583"/>
                    <a:pt x="149881" y="77"/>
                    <a:pt x="143149" y="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03" name="Google Shape;3003;g38b88470f6c_3_1759"/>
            <p:cNvSpPr/>
            <p:nvPr/>
          </p:nvSpPr>
          <p:spPr>
            <a:xfrm>
              <a:off x="6114959" y="4998554"/>
              <a:ext cx="111127" cy="128214"/>
            </a:xfrm>
            <a:custGeom>
              <a:rect b="b" l="l" r="r" t="t"/>
              <a:pathLst>
                <a:path extrusionOk="0" h="128214" w="111127">
                  <a:moveTo>
                    <a:pt x="111128" y="0"/>
                  </a:moveTo>
                  <a:lnTo>
                    <a:pt x="107530" y="128214"/>
                  </a:lnTo>
                  <a:lnTo>
                    <a:pt x="0" y="128214"/>
                  </a:lnTo>
                  <a:lnTo>
                    <a:pt x="3726" y="0"/>
                  </a:lnTo>
                  <a:lnTo>
                    <a:pt x="111128"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04" name="Google Shape;3004;g38b88470f6c_3_1759"/>
            <p:cNvSpPr/>
            <p:nvPr/>
          </p:nvSpPr>
          <p:spPr>
            <a:xfrm>
              <a:off x="5453076" y="4711549"/>
              <a:ext cx="165470" cy="153008"/>
            </a:xfrm>
            <a:custGeom>
              <a:rect b="b" l="l" r="r" t="t"/>
              <a:pathLst>
                <a:path extrusionOk="0" h="153008" w="165470">
                  <a:moveTo>
                    <a:pt x="66676" y="0"/>
                  </a:moveTo>
                  <a:lnTo>
                    <a:pt x="165471" y="42010"/>
                  </a:lnTo>
                  <a:lnTo>
                    <a:pt x="98794" y="153009"/>
                  </a:lnTo>
                  <a:lnTo>
                    <a:pt x="0" y="110871"/>
                  </a:lnTo>
                  <a:lnTo>
                    <a:pt x="66676" y="0"/>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05" name="Google Shape;3005;g38b88470f6c_3_1759"/>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06" name="Google Shape;3006;g38b88470f6c_3_1759"/>
            <p:cNvSpPr/>
            <p:nvPr/>
          </p:nvSpPr>
          <p:spPr>
            <a:xfrm>
              <a:off x="5785816" y="2149356"/>
              <a:ext cx="578119" cy="679450"/>
            </a:xfrm>
            <a:custGeom>
              <a:rect b="b" l="l" r="r" t="t"/>
              <a:pathLst>
                <a:path extrusionOk="0" h="679450" w="578119">
                  <a:moveTo>
                    <a:pt x="565272" y="31058"/>
                  </a:moveTo>
                  <a:cubicBezTo>
                    <a:pt x="565272" y="31058"/>
                    <a:pt x="616661" y="49044"/>
                    <a:pt x="513884" y="679451"/>
                  </a:cubicBezTo>
                  <a:lnTo>
                    <a:pt x="77083" y="679451"/>
                  </a:lnTo>
                  <a:cubicBezTo>
                    <a:pt x="84406" y="501904"/>
                    <a:pt x="84662" y="392447"/>
                    <a:pt x="0" y="27975"/>
                  </a:cubicBezTo>
                  <a:cubicBezTo>
                    <a:pt x="61075" y="15346"/>
                    <a:pt x="122998" y="7188"/>
                    <a:pt x="185255" y="3565"/>
                  </a:cubicBezTo>
                  <a:cubicBezTo>
                    <a:pt x="251251" y="-1188"/>
                    <a:pt x="317490" y="-1188"/>
                    <a:pt x="383486" y="3565"/>
                  </a:cubicBezTo>
                  <a:cubicBezTo>
                    <a:pt x="468791" y="11273"/>
                    <a:pt x="565272" y="31058"/>
                    <a:pt x="565272" y="31058"/>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07" name="Google Shape;3007;g38b88470f6c_3_1759"/>
            <p:cNvSpPr/>
            <p:nvPr/>
          </p:nvSpPr>
          <p:spPr>
            <a:xfrm>
              <a:off x="5947176" y="2149315"/>
              <a:ext cx="263620" cy="91866"/>
            </a:xfrm>
            <a:custGeom>
              <a:rect b="b" l="l" r="r" t="t"/>
              <a:pathLst>
                <a:path extrusionOk="0" h="91866" w="263620">
                  <a:moveTo>
                    <a:pt x="24153" y="3478"/>
                  </a:moveTo>
                  <a:cubicBezTo>
                    <a:pt x="90148" y="-1159"/>
                    <a:pt x="156388" y="-1159"/>
                    <a:pt x="222383" y="3478"/>
                  </a:cubicBezTo>
                  <a:cubicBezTo>
                    <a:pt x="233046" y="4506"/>
                    <a:pt x="243966" y="5662"/>
                    <a:pt x="254758" y="6947"/>
                  </a:cubicBezTo>
                  <a:cubicBezTo>
                    <a:pt x="263867" y="20629"/>
                    <a:pt x="266089" y="37767"/>
                    <a:pt x="260796" y="53325"/>
                  </a:cubicBezTo>
                  <a:cubicBezTo>
                    <a:pt x="246793" y="87884"/>
                    <a:pt x="196561" y="91867"/>
                    <a:pt x="160075" y="91867"/>
                  </a:cubicBezTo>
                  <a:cubicBezTo>
                    <a:pt x="25052" y="91867"/>
                    <a:pt x="2184" y="12985"/>
                    <a:pt x="1285" y="9645"/>
                  </a:cubicBezTo>
                  <a:lnTo>
                    <a:pt x="0" y="489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08" name="Google Shape;3008;g38b88470f6c_3_1759"/>
            <p:cNvSpPr/>
            <p:nvPr/>
          </p:nvSpPr>
          <p:spPr>
            <a:xfrm>
              <a:off x="5971328" y="1929767"/>
              <a:ext cx="215950" cy="287389"/>
            </a:xfrm>
            <a:custGeom>
              <a:rect b="b" l="l" r="r" t="t"/>
              <a:pathLst>
                <a:path extrusionOk="0" h="287389" w="215950">
                  <a:moveTo>
                    <a:pt x="19656" y="0"/>
                  </a:moveTo>
                  <a:cubicBezTo>
                    <a:pt x="32503" y="64235"/>
                    <a:pt x="44708" y="180630"/>
                    <a:pt x="0" y="223154"/>
                  </a:cubicBezTo>
                  <a:cubicBezTo>
                    <a:pt x="0" y="223154"/>
                    <a:pt x="17472" y="287390"/>
                    <a:pt x="135922" y="287390"/>
                  </a:cubicBezTo>
                  <a:cubicBezTo>
                    <a:pt x="266192" y="287390"/>
                    <a:pt x="198231" y="223154"/>
                    <a:pt x="198231" y="223154"/>
                  </a:cubicBezTo>
                  <a:cubicBezTo>
                    <a:pt x="127058" y="206196"/>
                    <a:pt x="128985" y="153394"/>
                    <a:pt x="141318" y="103933"/>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09" name="Google Shape;3009;g38b88470f6c_3_1759"/>
            <p:cNvSpPr/>
            <p:nvPr/>
          </p:nvSpPr>
          <p:spPr>
            <a:xfrm>
              <a:off x="5958353" y="1884417"/>
              <a:ext cx="82992" cy="216216"/>
            </a:xfrm>
            <a:custGeom>
              <a:rect b="b" l="l" r="r" t="t"/>
              <a:pathLst>
                <a:path extrusionOk="0" h="216216" w="82992">
                  <a:moveTo>
                    <a:pt x="45607" y="0"/>
                  </a:moveTo>
                  <a:cubicBezTo>
                    <a:pt x="30319" y="50489"/>
                    <a:pt x="51517" y="169967"/>
                    <a:pt x="82992" y="216217"/>
                  </a:cubicBezTo>
                  <a:cubicBezTo>
                    <a:pt x="20941" y="180630"/>
                    <a:pt x="0" y="72201"/>
                    <a:pt x="0" y="7220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10" name="Google Shape;3010;g38b88470f6c_3_1759"/>
            <p:cNvSpPr/>
            <p:nvPr/>
          </p:nvSpPr>
          <p:spPr>
            <a:xfrm>
              <a:off x="6038240" y="1972163"/>
              <a:ext cx="74406" cy="96610"/>
            </a:xfrm>
            <a:custGeom>
              <a:rect b="b" l="l" r="r" t="t"/>
              <a:pathLst>
                <a:path extrusionOk="0" h="96610" w="74406">
                  <a:moveTo>
                    <a:pt x="2334" y="0"/>
                  </a:moveTo>
                  <a:lnTo>
                    <a:pt x="74406" y="61409"/>
                  </a:lnTo>
                  <a:cubicBezTo>
                    <a:pt x="71246" y="72920"/>
                    <a:pt x="69178" y="84714"/>
                    <a:pt x="68240" y="96610"/>
                  </a:cubicBezTo>
                  <a:cubicBezTo>
                    <a:pt x="41132" y="92627"/>
                    <a:pt x="4004" y="62822"/>
                    <a:pt x="921" y="34430"/>
                  </a:cubicBezTo>
                  <a:cubicBezTo>
                    <a:pt x="-672" y="22958"/>
                    <a:pt x="-197" y="11305"/>
                    <a:pt x="233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11" name="Google Shape;3011;g38b88470f6c_3_1759"/>
            <p:cNvSpPr/>
            <p:nvPr/>
          </p:nvSpPr>
          <p:spPr>
            <a:xfrm>
              <a:off x="5927767" y="1635072"/>
              <a:ext cx="322889" cy="403121"/>
            </a:xfrm>
            <a:custGeom>
              <a:rect b="b" l="l" r="r" t="t"/>
              <a:pathLst>
                <a:path extrusionOk="0" h="403121" w="322889">
                  <a:moveTo>
                    <a:pt x="4378" y="180870"/>
                  </a:moveTo>
                  <a:cubicBezTo>
                    <a:pt x="29301" y="284546"/>
                    <a:pt x="37523" y="328997"/>
                    <a:pt x="99960" y="373577"/>
                  </a:cubicBezTo>
                  <a:cubicBezTo>
                    <a:pt x="193873" y="440510"/>
                    <a:pt x="315792" y="387323"/>
                    <a:pt x="322344" y="278251"/>
                  </a:cubicBezTo>
                  <a:cubicBezTo>
                    <a:pt x="328253" y="180099"/>
                    <a:pt x="286629" y="27090"/>
                    <a:pt x="176786" y="3452"/>
                  </a:cubicBezTo>
                  <a:cubicBezTo>
                    <a:pt x="98354" y="-13866"/>
                    <a:pt x="20745" y="35672"/>
                    <a:pt x="3427" y="114104"/>
                  </a:cubicBezTo>
                  <a:cubicBezTo>
                    <a:pt x="-1442" y="136137"/>
                    <a:pt x="-1121" y="158992"/>
                    <a:pt x="4378" y="18087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12" name="Google Shape;3012;g38b88470f6c_3_1759"/>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13" name="Google Shape;3013;g38b88470f6c_3_1759"/>
            <p:cNvSpPr/>
            <p:nvPr/>
          </p:nvSpPr>
          <p:spPr>
            <a:xfrm>
              <a:off x="5979808" y="2828550"/>
              <a:ext cx="397583" cy="2273165"/>
            </a:xfrm>
            <a:custGeom>
              <a:rect b="b" l="l" r="r" t="t"/>
              <a:pathLst>
                <a:path extrusionOk="0" h="2273165" w="397583">
                  <a:moveTo>
                    <a:pt x="320021" y="257"/>
                  </a:moveTo>
                  <a:cubicBezTo>
                    <a:pt x="320021" y="257"/>
                    <a:pt x="404684" y="827867"/>
                    <a:pt x="397104" y="1155468"/>
                  </a:cubicBezTo>
                  <a:cubicBezTo>
                    <a:pt x="389781" y="1496173"/>
                    <a:pt x="264907" y="2273166"/>
                    <a:pt x="264907" y="2273166"/>
                  </a:cubicBezTo>
                  <a:lnTo>
                    <a:pt x="119735" y="2273166"/>
                  </a:lnTo>
                  <a:cubicBezTo>
                    <a:pt x="119735" y="2273166"/>
                    <a:pt x="142731" y="1515829"/>
                    <a:pt x="129884" y="1181162"/>
                  </a:cubicBezTo>
                  <a:cubicBezTo>
                    <a:pt x="115881" y="816305"/>
                    <a:pt x="0" y="0"/>
                    <a:pt x="0"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14" name="Google Shape;3014;g38b88470f6c_3_1759"/>
            <p:cNvSpPr/>
            <p:nvPr/>
          </p:nvSpPr>
          <p:spPr>
            <a:xfrm>
              <a:off x="6079501" y="5046088"/>
              <a:ext cx="190907" cy="61023"/>
            </a:xfrm>
            <a:custGeom>
              <a:rect b="b" l="l" r="r" t="t"/>
              <a:pathLst>
                <a:path extrusionOk="0" h="61023" w="190907">
                  <a:moveTo>
                    <a:pt x="7965" y="61024"/>
                  </a:moveTo>
                  <a:lnTo>
                    <a:pt x="178318" y="61024"/>
                  </a:lnTo>
                  <a:lnTo>
                    <a:pt x="190908" y="6680"/>
                  </a:lnTo>
                  <a:lnTo>
                    <a:pt x="0" y="0"/>
                  </a:lnTo>
                  <a:lnTo>
                    <a:pt x="7965" y="6102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15" name="Google Shape;3015;g38b88470f6c_3_1759"/>
            <p:cNvSpPr/>
            <p:nvPr/>
          </p:nvSpPr>
          <p:spPr>
            <a:xfrm>
              <a:off x="6017449" y="2983675"/>
              <a:ext cx="146139" cy="806223"/>
            </a:xfrm>
            <a:custGeom>
              <a:rect b="b" l="l" r="r" t="t"/>
              <a:pathLst>
                <a:path extrusionOk="0" h="806223" w="146139">
                  <a:moveTo>
                    <a:pt x="94169" y="51071"/>
                  </a:moveTo>
                  <a:cubicBezTo>
                    <a:pt x="201314" y="266645"/>
                    <a:pt x="115624" y="659895"/>
                    <a:pt x="77725" y="806224"/>
                  </a:cubicBezTo>
                  <a:cubicBezTo>
                    <a:pt x="58326" y="586538"/>
                    <a:pt x="25566" y="318034"/>
                    <a:pt x="0" y="120574"/>
                  </a:cubicBezTo>
                  <a:cubicBezTo>
                    <a:pt x="16187" y="9575"/>
                    <a:pt x="44708" y="-48365"/>
                    <a:pt x="94169" y="51071"/>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16" name="Google Shape;3016;g38b88470f6c_3_1759"/>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17" name="Google Shape;3017;g38b88470f6c_3_1759"/>
            <p:cNvSpPr/>
            <p:nvPr/>
          </p:nvSpPr>
          <p:spPr>
            <a:xfrm>
              <a:off x="5450764" y="2828807"/>
              <a:ext cx="733826" cy="2023032"/>
            </a:xfrm>
            <a:custGeom>
              <a:rect b="b" l="l" r="r" t="t"/>
              <a:pathLst>
                <a:path extrusionOk="0" h="2023032" w="733826">
                  <a:moveTo>
                    <a:pt x="733826" y="0"/>
                  </a:moveTo>
                  <a:cubicBezTo>
                    <a:pt x="733826" y="0"/>
                    <a:pt x="634904" y="860756"/>
                    <a:pt x="560262" y="1136583"/>
                  </a:cubicBezTo>
                  <a:cubicBezTo>
                    <a:pt x="471745" y="1464569"/>
                    <a:pt x="134766" y="2023033"/>
                    <a:pt x="134766" y="2023033"/>
                  </a:cubicBezTo>
                  <a:lnTo>
                    <a:pt x="0" y="1965734"/>
                  </a:lnTo>
                  <a:cubicBezTo>
                    <a:pt x="0" y="1965734"/>
                    <a:pt x="208508" y="1331602"/>
                    <a:pt x="276341" y="1158808"/>
                  </a:cubicBezTo>
                  <a:cubicBezTo>
                    <a:pt x="420871" y="790097"/>
                    <a:pt x="297153" y="240626"/>
                    <a:pt x="412649" y="0"/>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18" name="Google Shape;3018;g38b88470f6c_3_1759"/>
            <p:cNvSpPr/>
            <p:nvPr/>
          </p:nvSpPr>
          <p:spPr>
            <a:xfrm>
              <a:off x="5432136" y="4728508"/>
              <a:ext cx="207480" cy="137592"/>
            </a:xfrm>
            <a:custGeom>
              <a:rect b="b" l="l" r="r" t="t"/>
              <a:pathLst>
                <a:path extrusionOk="0" h="137592" w="207480">
                  <a:moveTo>
                    <a:pt x="0" y="66419"/>
                  </a:moveTo>
                  <a:lnTo>
                    <a:pt x="167269" y="137592"/>
                  </a:lnTo>
                  <a:lnTo>
                    <a:pt x="207481" y="92627"/>
                  </a:lnTo>
                  <a:lnTo>
                    <a:pt x="14517" y="0"/>
                  </a:lnTo>
                  <a:lnTo>
                    <a:pt x="0" y="66419"/>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19" name="Google Shape;3019;g38b88470f6c_3_1759"/>
            <p:cNvSpPr/>
            <p:nvPr/>
          </p:nvSpPr>
          <p:spPr>
            <a:xfrm>
              <a:off x="6096353" y="1799925"/>
              <a:ext cx="21175" cy="31160"/>
            </a:xfrm>
            <a:custGeom>
              <a:rect b="b" l="l" r="r" t="t"/>
              <a:pathLst>
                <a:path extrusionOk="0" h="31160" w="21175">
                  <a:moveTo>
                    <a:pt x="620" y="17431"/>
                  </a:moveTo>
                  <a:cubicBezTo>
                    <a:pt x="2162" y="25910"/>
                    <a:pt x="7815" y="32076"/>
                    <a:pt x="13467" y="31049"/>
                  </a:cubicBezTo>
                  <a:cubicBezTo>
                    <a:pt x="19120" y="30021"/>
                    <a:pt x="22332" y="22313"/>
                    <a:pt x="20790" y="13834"/>
                  </a:cubicBezTo>
                  <a:cubicBezTo>
                    <a:pt x="19249" y="5354"/>
                    <a:pt x="13596" y="-812"/>
                    <a:pt x="7943" y="87"/>
                  </a:cubicBezTo>
                  <a:cubicBezTo>
                    <a:pt x="2290" y="986"/>
                    <a:pt x="-1564" y="8823"/>
                    <a:pt x="620"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20" name="Google Shape;3020;g38b88470f6c_3_1759"/>
            <p:cNvSpPr/>
            <p:nvPr/>
          </p:nvSpPr>
          <p:spPr>
            <a:xfrm>
              <a:off x="6192436" y="1782966"/>
              <a:ext cx="21050" cy="31160"/>
            </a:xfrm>
            <a:custGeom>
              <a:rect b="b" l="l" r="r" t="t"/>
              <a:pathLst>
                <a:path extrusionOk="0" h="31160" w="21050">
                  <a:moveTo>
                    <a:pt x="376" y="17431"/>
                  </a:moveTo>
                  <a:cubicBezTo>
                    <a:pt x="1789" y="25910"/>
                    <a:pt x="7570" y="32076"/>
                    <a:pt x="13223" y="31049"/>
                  </a:cubicBezTo>
                  <a:cubicBezTo>
                    <a:pt x="18876" y="30021"/>
                    <a:pt x="22216" y="22313"/>
                    <a:pt x="20674" y="13833"/>
                  </a:cubicBezTo>
                  <a:cubicBezTo>
                    <a:pt x="19133" y="5354"/>
                    <a:pt x="13480" y="-812"/>
                    <a:pt x="7827" y="87"/>
                  </a:cubicBezTo>
                  <a:cubicBezTo>
                    <a:pt x="2175" y="986"/>
                    <a:pt x="-1166" y="8823"/>
                    <a:pt x="376" y="1743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21" name="Google Shape;3021;g38b88470f6c_3_1759"/>
            <p:cNvSpPr/>
            <p:nvPr/>
          </p:nvSpPr>
          <p:spPr>
            <a:xfrm>
              <a:off x="6197823" y="1774446"/>
              <a:ext cx="19399" cy="11799"/>
            </a:xfrm>
            <a:custGeom>
              <a:rect b="b" l="l" r="r" t="t"/>
              <a:pathLst>
                <a:path extrusionOk="0" h="11799" w="19399">
                  <a:moveTo>
                    <a:pt x="0" y="9635"/>
                  </a:moveTo>
                  <a:lnTo>
                    <a:pt x="19399" y="0"/>
                  </a:lnTo>
                  <a:cubicBezTo>
                    <a:pt x="19399" y="0"/>
                    <a:pt x="11691" y="17857"/>
                    <a:pt x="0" y="96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22" name="Google Shape;3022;g38b88470f6c_3_1759"/>
            <p:cNvSpPr/>
            <p:nvPr/>
          </p:nvSpPr>
          <p:spPr>
            <a:xfrm>
              <a:off x="6169816" y="1819539"/>
              <a:ext cx="40082" cy="60223"/>
            </a:xfrm>
            <a:custGeom>
              <a:rect b="b" l="l" r="r" t="t"/>
              <a:pathLst>
                <a:path extrusionOk="0" h="60223" w="40082">
                  <a:moveTo>
                    <a:pt x="0" y="0"/>
                  </a:moveTo>
                  <a:cubicBezTo>
                    <a:pt x="11036" y="18127"/>
                    <a:pt x="24525" y="34649"/>
                    <a:pt x="40083" y="49076"/>
                  </a:cubicBezTo>
                  <a:cubicBezTo>
                    <a:pt x="32362" y="56887"/>
                    <a:pt x="21609" y="60921"/>
                    <a:pt x="10663" y="60125"/>
                  </a:cubicBezTo>
                  <a:close/>
                </a:path>
              </a:pathLst>
            </a:custGeom>
            <a:solidFill>
              <a:srgbClr val="ED847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23" name="Google Shape;3023;g38b88470f6c_3_1759"/>
            <p:cNvSpPr/>
            <p:nvPr/>
          </p:nvSpPr>
          <p:spPr>
            <a:xfrm>
              <a:off x="6091303" y="1896018"/>
              <a:ext cx="67491" cy="23860"/>
            </a:xfrm>
            <a:custGeom>
              <a:rect b="b" l="l" r="r" t="t"/>
              <a:pathLst>
                <a:path extrusionOk="0" h="23860" w="67491">
                  <a:moveTo>
                    <a:pt x="50506" y="23857"/>
                  </a:moveTo>
                  <a:cubicBezTo>
                    <a:pt x="55375" y="23844"/>
                    <a:pt x="60231" y="23420"/>
                    <a:pt x="65023" y="22572"/>
                  </a:cubicBezTo>
                  <a:cubicBezTo>
                    <a:pt x="66436" y="22521"/>
                    <a:pt x="67541" y="21313"/>
                    <a:pt x="67490" y="19900"/>
                  </a:cubicBezTo>
                  <a:cubicBezTo>
                    <a:pt x="67426" y="18487"/>
                    <a:pt x="66231" y="17382"/>
                    <a:pt x="64818" y="17433"/>
                  </a:cubicBezTo>
                  <a:cubicBezTo>
                    <a:pt x="64586" y="17446"/>
                    <a:pt x="64342" y="17485"/>
                    <a:pt x="64124" y="17562"/>
                  </a:cubicBezTo>
                  <a:cubicBezTo>
                    <a:pt x="42669" y="21840"/>
                    <a:pt x="20457" y="15583"/>
                    <a:pt x="4385" y="732"/>
                  </a:cubicBezTo>
                  <a:cubicBezTo>
                    <a:pt x="3383" y="-244"/>
                    <a:pt x="1790" y="-244"/>
                    <a:pt x="788" y="732"/>
                  </a:cubicBezTo>
                  <a:cubicBezTo>
                    <a:pt x="-202" y="1644"/>
                    <a:pt x="-266" y="3186"/>
                    <a:pt x="634" y="4175"/>
                  </a:cubicBezTo>
                  <a:cubicBezTo>
                    <a:pt x="685" y="4227"/>
                    <a:pt x="736" y="4278"/>
                    <a:pt x="788" y="4329"/>
                  </a:cubicBezTo>
                  <a:cubicBezTo>
                    <a:pt x="14200" y="17048"/>
                    <a:pt x="32032" y="24050"/>
                    <a:pt x="50506" y="2385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24" name="Google Shape;3024;g38b88470f6c_3_1759"/>
            <p:cNvSpPr/>
            <p:nvPr/>
          </p:nvSpPr>
          <p:spPr>
            <a:xfrm>
              <a:off x="5908606" y="1610137"/>
              <a:ext cx="294719" cy="280960"/>
            </a:xfrm>
            <a:custGeom>
              <a:rect b="b" l="l" r="r" t="t"/>
              <a:pathLst>
                <a:path extrusionOk="0" h="280960" w="294719">
                  <a:moveTo>
                    <a:pt x="59896" y="145038"/>
                  </a:moveTo>
                  <a:cubicBezTo>
                    <a:pt x="62710" y="172364"/>
                    <a:pt x="67001" y="199510"/>
                    <a:pt x="72744" y="226360"/>
                  </a:cubicBezTo>
                  <a:cubicBezTo>
                    <a:pt x="72744" y="226360"/>
                    <a:pt x="136979" y="145038"/>
                    <a:pt x="147642" y="101486"/>
                  </a:cubicBezTo>
                  <a:cubicBezTo>
                    <a:pt x="145098" y="118637"/>
                    <a:pt x="140114" y="135325"/>
                    <a:pt x="132868" y="151076"/>
                  </a:cubicBezTo>
                  <a:cubicBezTo>
                    <a:pt x="132868" y="151076"/>
                    <a:pt x="219329" y="132191"/>
                    <a:pt x="227808" y="75150"/>
                  </a:cubicBezTo>
                  <a:cubicBezTo>
                    <a:pt x="227667" y="100690"/>
                    <a:pt x="224815" y="126140"/>
                    <a:pt x="219329" y="151076"/>
                  </a:cubicBezTo>
                  <a:cubicBezTo>
                    <a:pt x="219329" y="151076"/>
                    <a:pt x="301807" y="118701"/>
                    <a:pt x="294228" y="63973"/>
                  </a:cubicBezTo>
                  <a:cubicBezTo>
                    <a:pt x="286648" y="9244"/>
                    <a:pt x="159975" y="-11954"/>
                    <a:pt x="101521" y="6546"/>
                  </a:cubicBezTo>
                  <a:cubicBezTo>
                    <a:pt x="43067" y="25046"/>
                    <a:pt x="-14103" y="85042"/>
                    <a:pt x="3112" y="167520"/>
                  </a:cubicBezTo>
                  <a:cubicBezTo>
                    <a:pt x="20327" y="249999"/>
                    <a:pt x="53345" y="280960"/>
                    <a:pt x="53345" y="280960"/>
                  </a:cubicBezTo>
                  <a:cubicBezTo>
                    <a:pt x="53345" y="280960"/>
                    <a:pt x="29577" y="197840"/>
                    <a:pt x="59896" y="145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25" name="Google Shape;3025;g38b88470f6c_3_1759"/>
            <p:cNvSpPr/>
            <p:nvPr/>
          </p:nvSpPr>
          <p:spPr>
            <a:xfrm>
              <a:off x="5924055" y="1843557"/>
              <a:ext cx="82997" cy="95092"/>
            </a:xfrm>
            <a:custGeom>
              <a:rect b="b" l="l" r="r" t="t"/>
              <a:pathLst>
                <a:path extrusionOk="0" h="95092" w="82997">
                  <a:moveTo>
                    <a:pt x="3593" y="50495"/>
                  </a:moveTo>
                  <a:cubicBezTo>
                    <a:pt x="11520" y="69522"/>
                    <a:pt x="26679" y="84630"/>
                    <a:pt x="45731" y="92505"/>
                  </a:cubicBezTo>
                  <a:cubicBezTo>
                    <a:pt x="71426" y="102783"/>
                    <a:pt x="86714" y="80814"/>
                    <a:pt x="82217" y="55377"/>
                  </a:cubicBezTo>
                  <a:cubicBezTo>
                    <a:pt x="78235" y="32381"/>
                    <a:pt x="60120" y="-508"/>
                    <a:pt x="33527" y="6"/>
                  </a:cubicBezTo>
                  <a:cubicBezTo>
                    <a:pt x="14179" y="867"/>
                    <a:pt x="-814" y="17247"/>
                    <a:pt x="34" y="36595"/>
                  </a:cubicBezTo>
                  <a:cubicBezTo>
                    <a:pt x="253" y="41425"/>
                    <a:pt x="1460" y="46153"/>
                    <a:pt x="3593" y="5049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26" name="Google Shape;3026;g38b88470f6c_3_1759"/>
            <p:cNvSpPr/>
            <p:nvPr/>
          </p:nvSpPr>
          <p:spPr>
            <a:xfrm>
              <a:off x="5941652" y="1715606"/>
              <a:ext cx="89929" cy="214161"/>
            </a:xfrm>
            <a:custGeom>
              <a:rect b="b" l="l" r="r" t="t"/>
              <a:pathLst>
                <a:path extrusionOk="0" h="214161" w="89929">
                  <a:moveTo>
                    <a:pt x="42395" y="0"/>
                  </a:moveTo>
                  <a:cubicBezTo>
                    <a:pt x="29548" y="51388"/>
                    <a:pt x="56270" y="169582"/>
                    <a:pt x="89930" y="214161"/>
                  </a:cubicBezTo>
                  <a:cubicBezTo>
                    <a:pt x="25694" y="181658"/>
                    <a:pt x="0" y="74256"/>
                    <a:pt x="0" y="7425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27" name="Google Shape;3027;g38b88470f6c_3_1759"/>
            <p:cNvSpPr/>
            <p:nvPr/>
          </p:nvSpPr>
          <p:spPr>
            <a:xfrm>
              <a:off x="6055210" y="1752687"/>
              <a:ext cx="43194" cy="35573"/>
            </a:xfrm>
            <a:custGeom>
              <a:rect b="b" l="l" r="r" t="t"/>
              <a:pathLst>
                <a:path extrusionOk="0" h="35573" w="43194">
                  <a:moveTo>
                    <a:pt x="6562" y="35377"/>
                  </a:moveTo>
                  <a:cubicBezTo>
                    <a:pt x="7898" y="34979"/>
                    <a:pt x="9003" y="34041"/>
                    <a:pt x="9645" y="32808"/>
                  </a:cubicBezTo>
                  <a:cubicBezTo>
                    <a:pt x="15144" y="21053"/>
                    <a:pt x="25935" y="12638"/>
                    <a:pt x="38679" y="10197"/>
                  </a:cubicBezTo>
                  <a:cubicBezTo>
                    <a:pt x="41442" y="9799"/>
                    <a:pt x="43407" y="7319"/>
                    <a:pt x="43176" y="4544"/>
                  </a:cubicBezTo>
                  <a:cubicBezTo>
                    <a:pt x="42919" y="1795"/>
                    <a:pt x="40478" y="-235"/>
                    <a:pt x="37716" y="22"/>
                  </a:cubicBezTo>
                  <a:cubicBezTo>
                    <a:pt x="37652" y="35"/>
                    <a:pt x="37588" y="35"/>
                    <a:pt x="37523" y="48"/>
                  </a:cubicBezTo>
                  <a:cubicBezTo>
                    <a:pt x="21349" y="2848"/>
                    <a:pt x="7551" y="13344"/>
                    <a:pt x="524" y="28183"/>
                  </a:cubicBezTo>
                  <a:cubicBezTo>
                    <a:pt x="-723" y="30727"/>
                    <a:pt x="331" y="33810"/>
                    <a:pt x="2887" y="35056"/>
                  </a:cubicBezTo>
                  <a:cubicBezTo>
                    <a:pt x="4031" y="35608"/>
                    <a:pt x="5341" y="35724"/>
                    <a:pt x="6562" y="353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28" name="Google Shape;3028;g38b88470f6c_3_1759"/>
            <p:cNvSpPr/>
            <p:nvPr/>
          </p:nvSpPr>
          <p:spPr>
            <a:xfrm>
              <a:off x="6183592" y="1723113"/>
              <a:ext cx="49225" cy="25127"/>
            </a:xfrm>
            <a:custGeom>
              <a:rect b="b" l="l" r="r" t="t"/>
              <a:pathLst>
                <a:path extrusionOk="0" h="25127" w="49225">
                  <a:moveTo>
                    <a:pt x="44293" y="25124"/>
                  </a:moveTo>
                  <a:cubicBezTo>
                    <a:pt x="45603" y="25176"/>
                    <a:pt x="46862" y="24662"/>
                    <a:pt x="47761" y="23711"/>
                  </a:cubicBezTo>
                  <a:cubicBezTo>
                    <a:pt x="49714" y="21707"/>
                    <a:pt x="49714" y="18521"/>
                    <a:pt x="47761" y="16517"/>
                  </a:cubicBezTo>
                  <a:cubicBezTo>
                    <a:pt x="36649" y="4492"/>
                    <a:pt x="20474" y="-1520"/>
                    <a:pt x="4210" y="330"/>
                  </a:cubicBezTo>
                  <a:cubicBezTo>
                    <a:pt x="1422" y="843"/>
                    <a:pt x="-428" y="3528"/>
                    <a:pt x="86" y="6316"/>
                  </a:cubicBezTo>
                  <a:cubicBezTo>
                    <a:pt x="86" y="6329"/>
                    <a:pt x="99" y="6355"/>
                    <a:pt x="99" y="6368"/>
                  </a:cubicBezTo>
                  <a:cubicBezTo>
                    <a:pt x="677" y="9065"/>
                    <a:pt x="3285" y="10826"/>
                    <a:pt x="6008" y="10350"/>
                  </a:cubicBezTo>
                  <a:cubicBezTo>
                    <a:pt x="18843" y="8911"/>
                    <a:pt x="31574" y="13690"/>
                    <a:pt x="40310" y="23197"/>
                  </a:cubicBezTo>
                  <a:cubicBezTo>
                    <a:pt x="41274" y="24405"/>
                    <a:pt x="42738" y="25112"/>
                    <a:pt x="44293" y="2512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29" name="Google Shape;3029;g38b88470f6c_3_1759"/>
            <p:cNvSpPr/>
            <p:nvPr/>
          </p:nvSpPr>
          <p:spPr>
            <a:xfrm>
              <a:off x="5662613" y="2295524"/>
              <a:ext cx="176519" cy="745902"/>
            </a:xfrm>
            <a:custGeom>
              <a:rect b="b" l="l" r="r" t="t"/>
              <a:pathLst>
                <a:path extrusionOk="0" h="745902" w="176519">
                  <a:moveTo>
                    <a:pt x="176519" y="34302"/>
                  </a:moveTo>
                  <a:cubicBezTo>
                    <a:pt x="158662" y="90700"/>
                    <a:pt x="141575" y="149926"/>
                    <a:pt x="127058" y="208251"/>
                  </a:cubicBezTo>
                  <a:cubicBezTo>
                    <a:pt x="112451" y="265832"/>
                    <a:pt x="101762" y="324338"/>
                    <a:pt x="95068" y="383357"/>
                  </a:cubicBezTo>
                  <a:lnTo>
                    <a:pt x="94041" y="394149"/>
                  </a:lnTo>
                  <a:cubicBezTo>
                    <a:pt x="94041" y="397618"/>
                    <a:pt x="94041" y="398388"/>
                    <a:pt x="94041" y="401472"/>
                  </a:cubicBezTo>
                  <a:cubicBezTo>
                    <a:pt x="94182" y="407536"/>
                    <a:pt x="94657" y="413574"/>
                    <a:pt x="95454" y="419586"/>
                  </a:cubicBezTo>
                  <a:cubicBezTo>
                    <a:pt x="97086" y="433654"/>
                    <a:pt x="99449" y="447631"/>
                    <a:pt x="102520" y="461468"/>
                  </a:cubicBezTo>
                  <a:cubicBezTo>
                    <a:pt x="108558" y="490117"/>
                    <a:pt x="115367" y="519665"/>
                    <a:pt x="124103" y="548956"/>
                  </a:cubicBezTo>
                  <a:cubicBezTo>
                    <a:pt x="132839" y="578248"/>
                    <a:pt x="140290" y="608053"/>
                    <a:pt x="149026" y="637602"/>
                  </a:cubicBezTo>
                  <a:lnTo>
                    <a:pt x="174721" y="726246"/>
                  </a:lnTo>
                  <a:lnTo>
                    <a:pt x="127058" y="745903"/>
                  </a:lnTo>
                  <a:cubicBezTo>
                    <a:pt x="97766" y="689889"/>
                    <a:pt x="72329" y="632848"/>
                    <a:pt x="48562" y="574008"/>
                  </a:cubicBezTo>
                  <a:cubicBezTo>
                    <a:pt x="37128" y="544460"/>
                    <a:pt x="25951" y="514655"/>
                    <a:pt x="16701" y="483179"/>
                  </a:cubicBezTo>
                  <a:cubicBezTo>
                    <a:pt x="12076" y="467506"/>
                    <a:pt x="7708" y="451447"/>
                    <a:pt x="3854" y="433975"/>
                  </a:cubicBezTo>
                  <a:cubicBezTo>
                    <a:pt x="2030" y="424725"/>
                    <a:pt x="732" y="415372"/>
                    <a:pt x="0" y="405968"/>
                  </a:cubicBezTo>
                  <a:cubicBezTo>
                    <a:pt x="0" y="401215"/>
                    <a:pt x="0" y="394149"/>
                    <a:pt x="0" y="389909"/>
                  </a:cubicBezTo>
                  <a:lnTo>
                    <a:pt x="0" y="377062"/>
                  </a:lnTo>
                  <a:cubicBezTo>
                    <a:pt x="1092" y="344328"/>
                    <a:pt x="4098" y="311683"/>
                    <a:pt x="8993" y="279296"/>
                  </a:cubicBezTo>
                  <a:cubicBezTo>
                    <a:pt x="13232" y="247178"/>
                    <a:pt x="19528" y="215831"/>
                    <a:pt x="26336" y="184613"/>
                  </a:cubicBezTo>
                  <a:cubicBezTo>
                    <a:pt x="39710" y="122086"/>
                    <a:pt x="56861" y="60433"/>
                    <a:pt x="77725" y="0"/>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30" name="Google Shape;3030;g38b88470f6c_3_1759"/>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31" name="Google Shape;3031;g38b88470f6c_3_1759"/>
            <p:cNvSpPr/>
            <p:nvPr/>
          </p:nvSpPr>
          <p:spPr>
            <a:xfrm>
              <a:off x="5689848" y="2174928"/>
              <a:ext cx="216539" cy="287480"/>
            </a:xfrm>
            <a:custGeom>
              <a:rect b="b" l="l" r="r" t="t"/>
              <a:pathLst>
                <a:path extrusionOk="0" h="287480" w="216539">
                  <a:moveTo>
                    <a:pt x="96225" y="2403"/>
                  </a:moveTo>
                  <a:cubicBezTo>
                    <a:pt x="52545" y="15250"/>
                    <a:pt x="0" y="166204"/>
                    <a:pt x="0" y="166204"/>
                  </a:cubicBezTo>
                  <a:lnTo>
                    <a:pt x="169582" y="287480"/>
                  </a:lnTo>
                  <a:cubicBezTo>
                    <a:pt x="169582" y="287480"/>
                    <a:pt x="231505" y="161835"/>
                    <a:pt x="213133" y="105308"/>
                  </a:cubicBezTo>
                  <a:cubicBezTo>
                    <a:pt x="193991" y="46469"/>
                    <a:pt x="146200" y="-12757"/>
                    <a:pt x="96225" y="2403"/>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32" name="Google Shape;3032;g38b88470f6c_3_1759"/>
            <p:cNvSpPr/>
            <p:nvPr/>
          </p:nvSpPr>
          <p:spPr>
            <a:xfrm>
              <a:off x="5506777" y="4967010"/>
              <a:ext cx="55213" cy="28727"/>
            </a:xfrm>
            <a:custGeom>
              <a:rect b="b" l="l" r="r" t="t"/>
              <a:pathLst>
                <a:path extrusionOk="0" h="28727" w="55213">
                  <a:moveTo>
                    <a:pt x="44965" y="28075"/>
                  </a:moveTo>
                  <a:cubicBezTo>
                    <a:pt x="49192" y="26585"/>
                    <a:pt x="52545" y="23296"/>
                    <a:pt x="54086" y="19082"/>
                  </a:cubicBezTo>
                  <a:cubicBezTo>
                    <a:pt x="55589" y="16372"/>
                    <a:pt x="55589" y="13057"/>
                    <a:pt x="54086" y="10346"/>
                  </a:cubicBezTo>
                  <a:cubicBezTo>
                    <a:pt x="46378" y="-959"/>
                    <a:pt x="7451" y="-60"/>
                    <a:pt x="2698" y="69"/>
                  </a:cubicBezTo>
                  <a:cubicBezTo>
                    <a:pt x="1696" y="81"/>
                    <a:pt x="784" y="685"/>
                    <a:pt x="385" y="1610"/>
                  </a:cubicBezTo>
                  <a:cubicBezTo>
                    <a:pt x="-128" y="2433"/>
                    <a:pt x="-128" y="3486"/>
                    <a:pt x="385" y="4308"/>
                  </a:cubicBezTo>
                  <a:cubicBezTo>
                    <a:pt x="10535" y="14457"/>
                    <a:pt x="29548" y="31030"/>
                    <a:pt x="42909" y="28461"/>
                  </a:cubicBezTo>
                  <a:close/>
                  <a:moveTo>
                    <a:pt x="8864" y="4694"/>
                  </a:moveTo>
                  <a:cubicBezTo>
                    <a:pt x="24409" y="4694"/>
                    <a:pt x="45222" y="6878"/>
                    <a:pt x="49333" y="12916"/>
                  </a:cubicBezTo>
                  <a:cubicBezTo>
                    <a:pt x="50052" y="14098"/>
                    <a:pt x="50052" y="15588"/>
                    <a:pt x="49333" y="16770"/>
                  </a:cubicBezTo>
                  <a:cubicBezTo>
                    <a:pt x="48177" y="19917"/>
                    <a:pt x="45530" y="22281"/>
                    <a:pt x="42267" y="23065"/>
                  </a:cubicBezTo>
                  <a:cubicBezTo>
                    <a:pt x="35201" y="24864"/>
                    <a:pt x="22868" y="17541"/>
                    <a:pt x="8864" y="469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33" name="Google Shape;3033;g38b88470f6c_3_1759"/>
            <p:cNvSpPr/>
            <p:nvPr/>
          </p:nvSpPr>
          <p:spPr>
            <a:xfrm>
              <a:off x="5506944" y="4937889"/>
              <a:ext cx="47748" cy="34199"/>
            </a:xfrm>
            <a:custGeom>
              <a:rect b="b" l="l" r="r" t="t"/>
              <a:pathLst>
                <a:path extrusionOk="0" h="34199" w="47748">
                  <a:moveTo>
                    <a:pt x="20131" y="31116"/>
                  </a:moveTo>
                  <a:cubicBezTo>
                    <a:pt x="31951" y="27390"/>
                    <a:pt x="44541" y="20838"/>
                    <a:pt x="47239" y="13516"/>
                  </a:cubicBezTo>
                  <a:cubicBezTo>
                    <a:pt x="48613" y="9597"/>
                    <a:pt x="47136" y="5242"/>
                    <a:pt x="43642" y="2981"/>
                  </a:cubicBezTo>
                  <a:cubicBezTo>
                    <a:pt x="40610" y="450"/>
                    <a:pt x="36588" y="-539"/>
                    <a:pt x="32722" y="283"/>
                  </a:cubicBezTo>
                  <a:cubicBezTo>
                    <a:pt x="17433" y="2981"/>
                    <a:pt x="989" y="29189"/>
                    <a:pt x="347" y="30345"/>
                  </a:cubicBezTo>
                  <a:cubicBezTo>
                    <a:pt x="-116" y="31142"/>
                    <a:pt x="-116" y="32118"/>
                    <a:pt x="347" y="32915"/>
                  </a:cubicBezTo>
                  <a:cubicBezTo>
                    <a:pt x="822" y="33685"/>
                    <a:pt x="1632" y="34161"/>
                    <a:pt x="2531" y="34199"/>
                  </a:cubicBezTo>
                  <a:cubicBezTo>
                    <a:pt x="8518" y="34032"/>
                    <a:pt x="14440" y="32992"/>
                    <a:pt x="20131" y="31116"/>
                  </a:cubicBezTo>
                  <a:close/>
                  <a:moveTo>
                    <a:pt x="31951" y="5422"/>
                  </a:moveTo>
                  <a:lnTo>
                    <a:pt x="33621" y="5422"/>
                  </a:lnTo>
                  <a:cubicBezTo>
                    <a:pt x="36062" y="4908"/>
                    <a:pt x="38618" y="5525"/>
                    <a:pt x="40558" y="7092"/>
                  </a:cubicBezTo>
                  <a:cubicBezTo>
                    <a:pt x="43128" y="9147"/>
                    <a:pt x="42871" y="10689"/>
                    <a:pt x="42485" y="11846"/>
                  </a:cubicBezTo>
                  <a:cubicBezTo>
                    <a:pt x="39916" y="18911"/>
                    <a:pt x="20388" y="27390"/>
                    <a:pt x="7413" y="29061"/>
                  </a:cubicBezTo>
                  <a:cubicBezTo>
                    <a:pt x="13322" y="19181"/>
                    <a:pt x="21801" y="11100"/>
                    <a:pt x="31951" y="567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34" name="Google Shape;3034;g38b88470f6c_3_1759"/>
            <p:cNvSpPr/>
            <p:nvPr/>
          </p:nvSpPr>
          <p:spPr>
            <a:xfrm>
              <a:off x="6226548" y="5226042"/>
              <a:ext cx="66878" cy="27663"/>
            </a:xfrm>
            <a:custGeom>
              <a:rect b="b" l="l" r="r" t="t"/>
              <a:pathLst>
                <a:path extrusionOk="0" h="27663" w="66878">
                  <a:moveTo>
                    <a:pt x="36409" y="27527"/>
                  </a:moveTo>
                  <a:cubicBezTo>
                    <a:pt x="45466" y="28272"/>
                    <a:pt x="54511" y="25959"/>
                    <a:pt x="62103" y="20975"/>
                  </a:cubicBezTo>
                  <a:cubicBezTo>
                    <a:pt x="65688" y="17725"/>
                    <a:pt x="67422" y="12907"/>
                    <a:pt x="66728" y="8128"/>
                  </a:cubicBezTo>
                  <a:cubicBezTo>
                    <a:pt x="66523" y="5301"/>
                    <a:pt x="64878" y="2771"/>
                    <a:pt x="62360" y="1447"/>
                  </a:cubicBezTo>
                  <a:cubicBezTo>
                    <a:pt x="49513" y="-5747"/>
                    <a:pt x="6475" y="16093"/>
                    <a:pt x="1594" y="18534"/>
                  </a:cubicBezTo>
                  <a:cubicBezTo>
                    <a:pt x="283" y="19074"/>
                    <a:pt x="-346" y="20576"/>
                    <a:pt x="193" y="21887"/>
                  </a:cubicBezTo>
                  <a:cubicBezTo>
                    <a:pt x="450" y="22516"/>
                    <a:pt x="964" y="23030"/>
                    <a:pt x="1594" y="23287"/>
                  </a:cubicBezTo>
                  <a:cubicBezTo>
                    <a:pt x="13028" y="25870"/>
                    <a:pt x="24693" y="27296"/>
                    <a:pt x="36409" y="27527"/>
                  </a:cubicBezTo>
                  <a:close/>
                  <a:moveTo>
                    <a:pt x="55551" y="5301"/>
                  </a:moveTo>
                  <a:cubicBezTo>
                    <a:pt x="57183" y="5199"/>
                    <a:pt x="58815" y="5507"/>
                    <a:pt x="60305" y="6201"/>
                  </a:cubicBezTo>
                  <a:cubicBezTo>
                    <a:pt x="61333" y="6766"/>
                    <a:pt x="61975" y="7845"/>
                    <a:pt x="61975" y="9027"/>
                  </a:cubicBezTo>
                  <a:cubicBezTo>
                    <a:pt x="62463" y="12033"/>
                    <a:pt x="61397" y="15078"/>
                    <a:pt x="59149" y="17121"/>
                  </a:cubicBezTo>
                  <a:cubicBezTo>
                    <a:pt x="52596" y="23030"/>
                    <a:pt x="34868" y="24058"/>
                    <a:pt x="11100" y="20075"/>
                  </a:cubicBezTo>
                  <a:cubicBezTo>
                    <a:pt x="24975" y="12676"/>
                    <a:pt x="40006" y="7678"/>
                    <a:pt x="55551" y="53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35" name="Google Shape;3035;g38b88470f6c_3_1759"/>
            <p:cNvSpPr/>
            <p:nvPr/>
          </p:nvSpPr>
          <p:spPr>
            <a:xfrm>
              <a:off x="6227112" y="5201421"/>
              <a:ext cx="39974" cy="48462"/>
            </a:xfrm>
            <a:custGeom>
              <a:rect b="b" l="l" r="r" t="t"/>
              <a:pathLst>
                <a:path extrusionOk="0" h="48462" w="39974">
                  <a:moveTo>
                    <a:pt x="2572" y="48421"/>
                  </a:moveTo>
                  <a:lnTo>
                    <a:pt x="3600" y="48421"/>
                  </a:lnTo>
                  <a:cubicBezTo>
                    <a:pt x="16447" y="42640"/>
                    <a:pt x="42141" y="19515"/>
                    <a:pt x="39828" y="7311"/>
                  </a:cubicBezTo>
                  <a:cubicBezTo>
                    <a:pt x="39828" y="4356"/>
                    <a:pt x="37259" y="887"/>
                    <a:pt x="30193" y="117"/>
                  </a:cubicBezTo>
                  <a:cubicBezTo>
                    <a:pt x="25080" y="-462"/>
                    <a:pt x="19954" y="1131"/>
                    <a:pt x="16061" y="4484"/>
                  </a:cubicBezTo>
                  <a:cubicBezTo>
                    <a:pt x="3214" y="15790"/>
                    <a:pt x="131" y="44696"/>
                    <a:pt x="2" y="45852"/>
                  </a:cubicBezTo>
                  <a:cubicBezTo>
                    <a:pt x="-36" y="46764"/>
                    <a:pt x="401" y="47638"/>
                    <a:pt x="1159" y="48165"/>
                  </a:cubicBezTo>
                  <a:cubicBezTo>
                    <a:pt x="1583" y="48434"/>
                    <a:pt x="2084" y="48524"/>
                    <a:pt x="2572" y="48421"/>
                  </a:cubicBezTo>
                  <a:close/>
                  <a:moveTo>
                    <a:pt x="28266" y="4870"/>
                  </a:moveTo>
                  <a:lnTo>
                    <a:pt x="29808" y="4870"/>
                  </a:lnTo>
                  <a:cubicBezTo>
                    <a:pt x="34432" y="4870"/>
                    <a:pt x="34818" y="7311"/>
                    <a:pt x="34818" y="7824"/>
                  </a:cubicBezTo>
                  <a:cubicBezTo>
                    <a:pt x="36103" y="15147"/>
                    <a:pt x="18888" y="33519"/>
                    <a:pt x="5784" y="41356"/>
                  </a:cubicBezTo>
                  <a:cubicBezTo>
                    <a:pt x="6811" y="29151"/>
                    <a:pt x="11616" y="17562"/>
                    <a:pt x="19530" y="8210"/>
                  </a:cubicBezTo>
                  <a:cubicBezTo>
                    <a:pt x="21881" y="6064"/>
                    <a:pt x="24951" y="4882"/>
                    <a:pt x="28138" y="48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36" name="Google Shape;3036;g38b88470f6c_3_1759"/>
            <p:cNvSpPr/>
            <p:nvPr/>
          </p:nvSpPr>
          <p:spPr>
            <a:xfrm>
              <a:off x="5845452" y="2799877"/>
              <a:ext cx="468508" cy="47943"/>
            </a:xfrm>
            <a:custGeom>
              <a:rect b="b" l="l" r="r" t="t"/>
              <a:pathLst>
                <a:path extrusionOk="0" h="47943" w="468508">
                  <a:moveTo>
                    <a:pt x="11409" y="3365"/>
                  </a:moveTo>
                  <a:lnTo>
                    <a:pt x="361" y="41906"/>
                  </a:lnTo>
                  <a:cubicBezTo>
                    <a:pt x="-1181" y="44861"/>
                    <a:pt x="2416" y="47944"/>
                    <a:pt x="7427" y="47944"/>
                  </a:cubicBezTo>
                  <a:lnTo>
                    <a:pt x="457075" y="47944"/>
                  </a:lnTo>
                  <a:cubicBezTo>
                    <a:pt x="461058" y="47944"/>
                    <a:pt x="464269" y="46017"/>
                    <a:pt x="464526" y="43576"/>
                  </a:cubicBezTo>
                  <a:lnTo>
                    <a:pt x="468509" y="5035"/>
                  </a:lnTo>
                  <a:cubicBezTo>
                    <a:pt x="468509" y="2337"/>
                    <a:pt x="465297" y="24"/>
                    <a:pt x="461058" y="24"/>
                  </a:cubicBezTo>
                  <a:lnTo>
                    <a:pt x="18603" y="24"/>
                  </a:lnTo>
                  <a:cubicBezTo>
                    <a:pt x="15790" y="-194"/>
                    <a:pt x="13054" y="1078"/>
                    <a:pt x="11409" y="336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37" name="Google Shape;3037;g38b88470f6c_3_1759"/>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38" name="Google Shape;3038;g38b88470f6c_3_1759"/>
            <p:cNvSpPr/>
            <p:nvPr/>
          </p:nvSpPr>
          <p:spPr>
            <a:xfrm>
              <a:off x="5900277" y="2795790"/>
              <a:ext cx="25964" cy="56784"/>
            </a:xfrm>
            <a:custGeom>
              <a:rect b="b" l="l" r="r" t="t"/>
              <a:pathLst>
                <a:path extrusionOk="0" h="56784" w="25964">
                  <a:moveTo>
                    <a:pt x="15937" y="56784"/>
                  </a:moveTo>
                  <a:lnTo>
                    <a:pt x="3989" y="56784"/>
                  </a:lnTo>
                  <a:cubicBezTo>
                    <a:pt x="1677" y="56784"/>
                    <a:pt x="-122" y="55628"/>
                    <a:pt x="6" y="54086"/>
                  </a:cubicBezTo>
                  <a:lnTo>
                    <a:pt x="5531" y="2698"/>
                  </a:lnTo>
                  <a:cubicBezTo>
                    <a:pt x="5531" y="1285"/>
                    <a:pt x="7843" y="0"/>
                    <a:pt x="10156" y="0"/>
                  </a:cubicBezTo>
                  <a:lnTo>
                    <a:pt x="21975" y="0"/>
                  </a:lnTo>
                  <a:cubicBezTo>
                    <a:pt x="24416" y="0"/>
                    <a:pt x="26086" y="1285"/>
                    <a:pt x="25958" y="2698"/>
                  </a:cubicBezTo>
                  <a:lnTo>
                    <a:pt x="20433" y="54086"/>
                  </a:lnTo>
                  <a:cubicBezTo>
                    <a:pt x="20433" y="56142"/>
                    <a:pt x="18378" y="56784"/>
                    <a:pt x="15937"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39" name="Google Shape;3039;g38b88470f6c_3_1759"/>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40" name="Google Shape;3040;g38b88470f6c_3_1759"/>
            <p:cNvSpPr/>
            <p:nvPr/>
          </p:nvSpPr>
          <p:spPr>
            <a:xfrm>
              <a:off x="6252802" y="2795790"/>
              <a:ext cx="25981" cy="56784"/>
            </a:xfrm>
            <a:custGeom>
              <a:rect b="b" l="l" r="r" t="t"/>
              <a:pathLst>
                <a:path extrusionOk="0" h="56784" w="25981">
                  <a:moveTo>
                    <a:pt x="15808" y="56784"/>
                  </a:moveTo>
                  <a:lnTo>
                    <a:pt x="3989" y="56784"/>
                  </a:lnTo>
                  <a:cubicBezTo>
                    <a:pt x="1676" y="56784"/>
                    <a:pt x="-122" y="55628"/>
                    <a:pt x="6" y="54086"/>
                  </a:cubicBezTo>
                  <a:lnTo>
                    <a:pt x="5659" y="2698"/>
                  </a:lnTo>
                  <a:cubicBezTo>
                    <a:pt x="5659" y="1285"/>
                    <a:pt x="7843" y="0"/>
                    <a:pt x="10156" y="0"/>
                  </a:cubicBezTo>
                  <a:lnTo>
                    <a:pt x="21975" y="0"/>
                  </a:lnTo>
                  <a:cubicBezTo>
                    <a:pt x="24416" y="0"/>
                    <a:pt x="26214" y="1285"/>
                    <a:pt x="25957" y="2698"/>
                  </a:cubicBezTo>
                  <a:lnTo>
                    <a:pt x="20433" y="54086"/>
                  </a:lnTo>
                  <a:cubicBezTo>
                    <a:pt x="20305" y="56142"/>
                    <a:pt x="18249" y="56784"/>
                    <a:pt x="15808"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41" name="Google Shape;3041;g38b88470f6c_3_1759"/>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42" name="Google Shape;3042;g38b88470f6c_3_1759"/>
            <p:cNvSpPr/>
            <p:nvPr/>
          </p:nvSpPr>
          <p:spPr>
            <a:xfrm>
              <a:off x="6076650" y="2795790"/>
              <a:ext cx="25982" cy="56784"/>
            </a:xfrm>
            <a:custGeom>
              <a:rect b="b" l="l" r="r" t="t"/>
              <a:pathLst>
                <a:path extrusionOk="0" h="56784" w="25982">
                  <a:moveTo>
                    <a:pt x="15826" y="56784"/>
                  </a:moveTo>
                  <a:lnTo>
                    <a:pt x="4007" y="56784"/>
                  </a:lnTo>
                  <a:cubicBezTo>
                    <a:pt x="1566" y="56784"/>
                    <a:pt x="-233" y="55628"/>
                    <a:pt x="24" y="54086"/>
                  </a:cubicBezTo>
                  <a:lnTo>
                    <a:pt x="5549" y="2698"/>
                  </a:lnTo>
                  <a:cubicBezTo>
                    <a:pt x="5549" y="1285"/>
                    <a:pt x="7733" y="0"/>
                    <a:pt x="10174" y="0"/>
                  </a:cubicBezTo>
                  <a:lnTo>
                    <a:pt x="21993" y="0"/>
                  </a:lnTo>
                  <a:cubicBezTo>
                    <a:pt x="24305" y="0"/>
                    <a:pt x="26104" y="1285"/>
                    <a:pt x="25976" y="2698"/>
                  </a:cubicBezTo>
                  <a:lnTo>
                    <a:pt x="20451" y="54086"/>
                  </a:lnTo>
                  <a:cubicBezTo>
                    <a:pt x="20323" y="56142"/>
                    <a:pt x="18139" y="56784"/>
                    <a:pt x="15826" y="56784"/>
                  </a:cubicBezTo>
                  <a:close/>
                </a:path>
              </a:pathLst>
            </a:custGeom>
            <a:solidFill>
              <a:srgbClr val="000000">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43" name="Google Shape;3043;g38b88470f6c_3_1759"/>
            <p:cNvSpPr/>
            <p:nvPr/>
          </p:nvSpPr>
          <p:spPr>
            <a:xfrm>
              <a:off x="6101341" y="1791404"/>
              <a:ext cx="19399" cy="11730"/>
            </a:xfrm>
            <a:custGeom>
              <a:rect b="b" l="l" r="r" t="t"/>
              <a:pathLst>
                <a:path extrusionOk="0" h="11730" w="19399">
                  <a:moveTo>
                    <a:pt x="0" y="9507"/>
                  </a:moveTo>
                  <a:lnTo>
                    <a:pt x="19399" y="0"/>
                  </a:lnTo>
                  <a:cubicBezTo>
                    <a:pt x="19399" y="0"/>
                    <a:pt x="11691" y="17857"/>
                    <a:pt x="0" y="95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44" name="Google Shape;3044;g38b88470f6c_3_1759"/>
            <p:cNvSpPr/>
            <p:nvPr/>
          </p:nvSpPr>
          <p:spPr>
            <a:xfrm>
              <a:off x="5786120" y="3007253"/>
              <a:ext cx="139730" cy="94169"/>
            </a:xfrm>
            <a:custGeom>
              <a:rect b="b" l="l" r="r" t="t"/>
              <a:pathLst>
                <a:path extrusionOk="0" h="94169" w="139730">
                  <a:moveTo>
                    <a:pt x="47616" y="0"/>
                  </a:moveTo>
                  <a:lnTo>
                    <a:pt x="139730" y="70659"/>
                  </a:lnTo>
                  <a:lnTo>
                    <a:pt x="32971" y="94169"/>
                  </a:lnTo>
                  <a:cubicBezTo>
                    <a:pt x="32971" y="94169"/>
                    <a:pt x="-12380" y="42781"/>
                    <a:pt x="3294" y="385"/>
                  </a:cubicBez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45" name="Google Shape;3045;g38b88470f6c_3_1759"/>
            <p:cNvSpPr/>
            <p:nvPr/>
          </p:nvSpPr>
          <p:spPr>
            <a:xfrm>
              <a:off x="5808684" y="3077912"/>
              <a:ext cx="139776" cy="102262"/>
            </a:xfrm>
            <a:custGeom>
              <a:rect b="b" l="l" r="r" t="t"/>
              <a:pathLst>
                <a:path extrusionOk="0" h="102262" w="139776">
                  <a:moveTo>
                    <a:pt x="139776" y="87489"/>
                  </a:moveTo>
                  <a:lnTo>
                    <a:pt x="49333" y="102263"/>
                  </a:lnTo>
                  <a:lnTo>
                    <a:pt x="0" y="9507"/>
                  </a:lnTo>
                  <a:lnTo>
                    <a:pt x="117165" y="0"/>
                  </a:lnTo>
                  <a:lnTo>
                    <a:pt x="139776" y="87489"/>
                  </a:lnTo>
                  <a:close/>
                </a:path>
              </a:pathLst>
            </a:custGeom>
            <a:solidFill>
              <a:srgbClr val="FFC3B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046" name="Google Shape;3046;g38b88470f6c_3_1759"/>
          <p:cNvSpPr/>
          <p:nvPr/>
        </p:nvSpPr>
        <p:spPr>
          <a:xfrm>
            <a:off x="5153778" y="5824715"/>
            <a:ext cx="4981847" cy="290858"/>
          </a:xfrm>
          <a:custGeom>
            <a:rect b="b" l="l" r="r" t="t"/>
            <a:pathLst>
              <a:path extrusionOk="0" h="290858" w="4981847">
                <a:moveTo>
                  <a:pt x="4981848" y="145429"/>
                </a:moveTo>
                <a:cubicBezTo>
                  <a:pt x="4981848" y="225747"/>
                  <a:pt x="3866624" y="290858"/>
                  <a:pt x="2490924" y="290858"/>
                </a:cubicBezTo>
                <a:cubicBezTo>
                  <a:pt x="1115225" y="290858"/>
                  <a:pt x="0" y="225747"/>
                  <a:pt x="0" y="145429"/>
                </a:cubicBezTo>
                <a:cubicBezTo>
                  <a:pt x="0" y="65111"/>
                  <a:pt x="1115225" y="0"/>
                  <a:pt x="2490924" y="0"/>
                </a:cubicBezTo>
                <a:cubicBezTo>
                  <a:pt x="3866624" y="0"/>
                  <a:pt x="4981848" y="65111"/>
                  <a:pt x="4981848" y="145429"/>
                </a:cubicBezTo>
                <a:close/>
              </a:path>
            </a:pathLst>
          </a:custGeom>
          <a:solidFill>
            <a:srgbClr val="F5F5F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47" name="Google Shape;3047;g38b88470f6c_3_1759"/>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ert Video">
  <p:cSld name="Insert Video">
    <p:spTree>
      <p:nvGrpSpPr>
        <p:cNvPr id="3048" name="Shape 3048"/>
        <p:cNvGrpSpPr/>
        <p:nvPr/>
      </p:nvGrpSpPr>
      <p:grpSpPr>
        <a:xfrm>
          <a:off x="0" y="0"/>
          <a:ext cx="0" cy="0"/>
          <a:chOff x="0" y="0"/>
          <a:chExt cx="0" cy="0"/>
        </a:xfrm>
      </p:grpSpPr>
      <p:sp>
        <p:nvSpPr>
          <p:cNvPr id="3049" name="Google Shape;3049;g38b88470f6c_3_1887"/>
          <p:cNvSpPr/>
          <p:nvPr>
            <p:ph idx="2" type="media"/>
          </p:nvPr>
        </p:nvSpPr>
        <p:spPr>
          <a:xfrm>
            <a:off x="1124438" y="688283"/>
            <a:ext cx="9491100" cy="5338800"/>
          </a:xfrm>
          <a:prstGeom prst="rect">
            <a:avLst/>
          </a:prstGeom>
          <a:noFill/>
          <a:ln>
            <a:noFill/>
          </a:ln>
        </p:spPr>
        <p:txBody>
          <a:bodyPr anchorCtr="0" anchor="t" bIns="45700" lIns="91425" spcFirstLastPara="1" rIns="91425" wrap="square" tIns="1828800">
            <a:noAutofit/>
          </a:bodyPr>
          <a:lstStyle>
            <a:lvl1pPr lvl="0" marR="0" algn="ctr">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lvl="1"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lvl="2"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lvl="3"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lvl="4"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lvl="5"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lvl="6"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lvl="7"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lvl="8"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050" name="Google Shape;3050;g38b88470f6c_3_1887"/>
          <p:cNvSpPr txBox="1"/>
          <p:nvPr>
            <p:ph type="title"/>
          </p:nvPr>
        </p:nvSpPr>
        <p:spPr>
          <a:xfrm>
            <a:off x="325939" y="78301"/>
            <a:ext cx="7579800" cy="459000"/>
          </a:xfrm>
          <a:prstGeom prst="rect">
            <a:avLst/>
          </a:prstGeom>
          <a:solidFill>
            <a:schemeClr val="accent2"/>
          </a:solidFill>
          <a:ln>
            <a:noFill/>
          </a:ln>
          <a:effectLst>
            <a:outerShdw blurRad="127000" rotWithShape="0" algn="tl" dir="2700000" dist="127000">
              <a:srgbClr val="BFBFBF">
                <a:alpha val="69020"/>
              </a:srgbClr>
            </a:outerShdw>
          </a:effectLst>
        </p:spPr>
        <p:txBody>
          <a:bodyPr anchorCtr="0" anchor="ctr" bIns="0" lIns="91425" spcFirstLastPara="1" rIns="0" wrap="square" tIns="0">
            <a:noAutofit/>
          </a:bodyPr>
          <a:lstStyle>
            <a:lvl1pPr lvl="0" marR="0" algn="l">
              <a:lnSpc>
                <a:spcPct val="90000"/>
              </a:lnSpc>
              <a:spcBef>
                <a:spcPts val="0"/>
              </a:spcBef>
              <a:spcAft>
                <a:spcPts val="0"/>
              </a:spcAft>
              <a:buClr>
                <a:schemeClr val="lt1"/>
              </a:buClr>
              <a:buSzPts val="3200"/>
              <a:buFont typeface="Quicksand"/>
              <a:buNone/>
              <a:defRPr b="1" i="0" sz="32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3051" name="Shape 3051"/>
        <p:cNvGrpSpPr/>
        <p:nvPr/>
      </p:nvGrpSpPr>
      <p:grpSpPr>
        <a:xfrm>
          <a:off x="0" y="0"/>
          <a:ext cx="0" cy="0"/>
          <a:chOff x="0" y="0"/>
          <a:chExt cx="0" cy="0"/>
        </a:xfrm>
      </p:grpSpPr>
      <p:sp>
        <p:nvSpPr>
          <p:cNvPr id="3052" name="Google Shape;3052;g38b88470f6c_3_1890"/>
          <p:cNvSpPr txBox="1"/>
          <p:nvPr>
            <p:ph idx="1" type="body"/>
          </p:nvPr>
        </p:nvSpPr>
        <p:spPr>
          <a:xfrm>
            <a:off x="1295400" y="4006798"/>
            <a:ext cx="1505100" cy="603300"/>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0"/>
              </a:spcBef>
              <a:spcAft>
                <a:spcPts val="0"/>
              </a:spcAft>
              <a:buClr>
                <a:srgbClr val="FD7D00"/>
              </a:buClr>
              <a:buSzPts val="2400"/>
              <a:buFont typeface="Noto Sans Symbols"/>
              <a:buChar char="❑"/>
              <a:defRPr b="0" i="0" sz="2400" u="none" cap="none" strike="noStrike">
                <a:solidFill>
                  <a:srgbClr val="FD7D00"/>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053" name="Google Shape;3053;g38b88470f6c_3_1890"/>
          <p:cNvSpPr txBox="1"/>
          <p:nvPr>
            <p:ph idx="2" type="body"/>
          </p:nvPr>
        </p:nvSpPr>
        <p:spPr>
          <a:xfrm>
            <a:off x="2838450" y="4006798"/>
            <a:ext cx="7829400" cy="6033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FD7D00"/>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054" name="Google Shape;3054;g38b88470f6c_3_1890"/>
          <p:cNvSpPr txBox="1"/>
          <p:nvPr>
            <p:ph idx="3" type="body"/>
          </p:nvPr>
        </p:nvSpPr>
        <p:spPr>
          <a:xfrm rot="-199429">
            <a:off x="411577" y="596031"/>
            <a:ext cx="4827621" cy="2518841"/>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8000"/>
              <a:buFont typeface="Arial"/>
              <a:buNone/>
              <a:defRPr b="0" i="0" sz="8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055" name="Google Shape;3055;g38b88470f6c_3_1890"/>
          <p:cNvSpPr txBox="1"/>
          <p:nvPr>
            <p:ph idx="4" type="body"/>
          </p:nvPr>
        </p:nvSpPr>
        <p:spPr>
          <a:xfrm>
            <a:off x="1295400" y="4610100"/>
            <a:ext cx="1505100" cy="603300"/>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0"/>
              </a:spcBef>
              <a:spcAft>
                <a:spcPts val="0"/>
              </a:spcAft>
              <a:buClr>
                <a:srgbClr val="FD7D00"/>
              </a:buClr>
              <a:buSzPts val="2400"/>
              <a:buFont typeface="Noto Sans Symbols"/>
              <a:buChar char="❑"/>
              <a:defRPr b="0" i="0" sz="2400" u="none" cap="none" strike="noStrike">
                <a:solidFill>
                  <a:srgbClr val="FD7D00"/>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056" name="Google Shape;3056;g38b88470f6c_3_1890"/>
          <p:cNvSpPr txBox="1"/>
          <p:nvPr>
            <p:ph idx="5" type="body"/>
          </p:nvPr>
        </p:nvSpPr>
        <p:spPr>
          <a:xfrm>
            <a:off x="2838450" y="4610100"/>
            <a:ext cx="7829400" cy="6033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FD7D00"/>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057" name="Google Shape;3057;g38b88470f6c_3_1890"/>
          <p:cNvSpPr txBox="1"/>
          <p:nvPr>
            <p:ph idx="6" type="body"/>
          </p:nvPr>
        </p:nvSpPr>
        <p:spPr>
          <a:xfrm>
            <a:off x="1295400" y="5226154"/>
            <a:ext cx="1505100" cy="603300"/>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0"/>
              </a:spcBef>
              <a:spcAft>
                <a:spcPts val="0"/>
              </a:spcAft>
              <a:buClr>
                <a:srgbClr val="FD7D00"/>
              </a:buClr>
              <a:buSzPts val="2400"/>
              <a:buFont typeface="Noto Sans Symbols"/>
              <a:buChar char="❑"/>
              <a:defRPr b="0" i="0" sz="2400" u="none" cap="none" strike="noStrike">
                <a:solidFill>
                  <a:srgbClr val="FD7D00"/>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058" name="Google Shape;3058;g38b88470f6c_3_1890"/>
          <p:cNvSpPr txBox="1"/>
          <p:nvPr>
            <p:ph idx="7" type="body"/>
          </p:nvPr>
        </p:nvSpPr>
        <p:spPr>
          <a:xfrm>
            <a:off x="2838450" y="5226154"/>
            <a:ext cx="7829400" cy="6033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FD7D00"/>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059" name="Google Shape;3059;g38b88470f6c_3_1890"/>
          <p:cNvSpPr txBox="1"/>
          <p:nvPr>
            <p:ph idx="8" type="body"/>
          </p:nvPr>
        </p:nvSpPr>
        <p:spPr>
          <a:xfrm>
            <a:off x="1295400" y="5796628"/>
            <a:ext cx="1505100" cy="603300"/>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0"/>
              </a:spcBef>
              <a:spcAft>
                <a:spcPts val="0"/>
              </a:spcAft>
              <a:buClr>
                <a:srgbClr val="FD7D00"/>
              </a:buClr>
              <a:buSzPts val="2400"/>
              <a:buFont typeface="Noto Sans Symbols"/>
              <a:buChar char="❑"/>
              <a:defRPr b="0" i="0" sz="2400" u="none" cap="none" strike="noStrike">
                <a:solidFill>
                  <a:srgbClr val="FD7D00"/>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060" name="Google Shape;3060;g38b88470f6c_3_1890"/>
          <p:cNvSpPr txBox="1"/>
          <p:nvPr>
            <p:ph idx="9" type="body"/>
          </p:nvPr>
        </p:nvSpPr>
        <p:spPr>
          <a:xfrm>
            <a:off x="2838450" y="5796628"/>
            <a:ext cx="7829400" cy="6033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FD7D00"/>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2">
                                            <p:txEl>
                                              <p:pRg end="0" st="0"/>
                                            </p:txEl>
                                          </p:spTgt>
                                        </p:tgtEl>
                                        <p:attrNameLst>
                                          <p:attrName>style.visibility</p:attrName>
                                        </p:attrNameLst>
                                      </p:cBhvr>
                                      <p:to>
                                        <p:strVal val="visible"/>
                                      </p:to>
                                    </p:set>
                                    <p:animEffect filter="fade" transition="in">
                                      <p:cBhvr>
                                        <p:cTn dur="500"/>
                                        <p:tgtEl>
                                          <p:spTgt spid="30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2">
                                            <p:txEl>
                                              <p:pRg end="1" st="1"/>
                                            </p:txEl>
                                          </p:spTgt>
                                        </p:tgtEl>
                                        <p:attrNameLst>
                                          <p:attrName>style.visibility</p:attrName>
                                        </p:attrNameLst>
                                      </p:cBhvr>
                                      <p:to>
                                        <p:strVal val="visible"/>
                                      </p:to>
                                    </p:set>
                                    <p:animEffect filter="fade" transition="in">
                                      <p:cBhvr>
                                        <p:cTn dur="500"/>
                                        <p:tgtEl>
                                          <p:spTgt spid="30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2">
                                            <p:txEl>
                                              <p:pRg end="2" st="2"/>
                                            </p:txEl>
                                          </p:spTgt>
                                        </p:tgtEl>
                                        <p:attrNameLst>
                                          <p:attrName>style.visibility</p:attrName>
                                        </p:attrNameLst>
                                      </p:cBhvr>
                                      <p:to>
                                        <p:strVal val="visible"/>
                                      </p:to>
                                    </p:set>
                                    <p:animEffect filter="fade" transition="in">
                                      <p:cBhvr>
                                        <p:cTn dur="500"/>
                                        <p:tgtEl>
                                          <p:spTgt spid="30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2">
                                            <p:txEl>
                                              <p:pRg end="3" st="3"/>
                                            </p:txEl>
                                          </p:spTgt>
                                        </p:tgtEl>
                                        <p:attrNameLst>
                                          <p:attrName>style.visibility</p:attrName>
                                        </p:attrNameLst>
                                      </p:cBhvr>
                                      <p:to>
                                        <p:strVal val="visible"/>
                                      </p:to>
                                    </p:set>
                                    <p:animEffect filter="fade" transition="in">
                                      <p:cBhvr>
                                        <p:cTn dur="500"/>
                                        <p:tgtEl>
                                          <p:spTgt spid="305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2">
                                            <p:txEl>
                                              <p:pRg end="4" st="4"/>
                                            </p:txEl>
                                          </p:spTgt>
                                        </p:tgtEl>
                                        <p:attrNameLst>
                                          <p:attrName>style.visibility</p:attrName>
                                        </p:attrNameLst>
                                      </p:cBhvr>
                                      <p:to>
                                        <p:strVal val="visible"/>
                                      </p:to>
                                    </p:set>
                                    <p:animEffect filter="fade" transition="in">
                                      <p:cBhvr>
                                        <p:cTn dur="500"/>
                                        <p:tgtEl>
                                          <p:spTgt spid="305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2">
                                            <p:txEl>
                                              <p:pRg end="5" st="5"/>
                                            </p:txEl>
                                          </p:spTgt>
                                        </p:tgtEl>
                                        <p:attrNameLst>
                                          <p:attrName>style.visibility</p:attrName>
                                        </p:attrNameLst>
                                      </p:cBhvr>
                                      <p:to>
                                        <p:strVal val="visible"/>
                                      </p:to>
                                    </p:set>
                                    <p:animEffect filter="fade" transition="in">
                                      <p:cBhvr>
                                        <p:cTn dur="500"/>
                                        <p:tgtEl>
                                          <p:spTgt spid="305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2">
                                            <p:txEl>
                                              <p:pRg end="6" st="6"/>
                                            </p:txEl>
                                          </p:spTgt>
                                        </p:tgtEl>
                                        <p:attrNameLst>
                                          <p:attrName>style.visibility</p:attrName>
                                        </p:attrNameLst>
                                      </p:cBhvr>
                                      <p:to>
                                        <p:strVal val="visible"/>
                                      </p:to>
                                    </p:set>
                                    <p:animEffect filter="fade" transition="in">
                                      <p:cBhvr>
                                        <p:cTn dur="500"/>
                                        <p:tgtEl>
                                          <p:spTgt spid="305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2">
                                            <p:txEl>
                                              <p:pRg end="7" st="7"/>
                                            </p:txEl>
                                          </p:spTgt>
                                        </p:tgtEl>
                                        <p:attrNameLst>
                                          <p:attrName>style.visibility</p:attrName>
                                        </p:attrNameLst>
                                      </p:cBhvr>
                                      <p:to>
                                        <p:strVal val="visible"/>
                                      </p:to>
                                    </p:set>
                                    <p:animEffect filter="fade" transition="in">
                                      <p:cBhvr>
                                        <p:cTn dur="500"/>
                                        <p:tgtEl>
                                          <p:spTgt spid="305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2">
                                            <p:txEl>
                                              <p:pRg end="8" st="8"/>
                                            </p:txEl>
                                          </p:spTgt>
                                        </p:tgtEl>
                                        <p:attrNameLst>
                                          <p:attrName>style.visibility</p:attrName>
                                        </p:attrNameLst>
                                      </p:cBhvr>
                                      <p:to>
                                        <p:strVal val="visible"/>
                                      </p:to>
                                    </p:set>
                                    <p:animEffect filter="fade" transition="in">
                                      <p:cBhvr>
                                        <p:cTn dur="500"/>
                                        <p:tgtEl>
                                          <p:spTgt spid="3052">
                                            <p:txEl>
                                              <p:pRg end="8" st="8"/>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53">
                                            <p:txEl>
                                              <p:pRg end="0" st="0"/>
                                            </p:txEl>
                                          </p:spTgt>
                                        </p:tgtEl>
                                        <p:attrNameLst>
                                          <p:attrName>style.visibility</p:attrName>
                                        </p:attrNameLst>
                                      </p:cBhvr>
                                      <p:to>
                                        <p:strVal val="visible"/>
                                      </p:to>
                                    </p:set>
                                    <p:animEffect filter="fade" transition="in">
                                      <p:cBhvr>
                                        <p:cTn dur="500"/>
                                        <p:tgtEl>
                                          <p:spTgt spid="3053">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053">
                                            <p:txEl>
                                              <p:pRg end="1" st="1"/>
                                            </p:txEl>
                                          </p:spTgt>
                                        </p:tgtEl>
                                        <p:attrNameLst>
                                          <p:attrName>style.visibility</p:attrName>
                                        </p:attrNameLst>
                                      </p:cBhvr>
                                      <p:to>
                                        <p:strVal val="visible"/>
                                      </p:to>
                                    </p:set>
                                    <p:animEffect filter="fade" transition="in">
                                      <p:cBhvr>
                                        <p:cTn dur="500"/>
                                        <p:tgtEl>
                                          <p:spTgt spid="3053">
                                            <p:txEl>
                                              <p:pRg end="1" st="1"/>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053">
                                            <p:txEl>
                                              <p:pRg end="2" st="2"/>
                                            </p:txEl>
                                          </p:spTgt>
                                        </p:tgtEl>
                                        <p:attrNameLst>
                                          <p:attrName>style.visibility</p:attrName>
                                        </p:attrNameLst>
                                      </p:cBhvr>
                                      <p:to>
                                        <p:strVal val="visible"/>
                                      </p:to>
                                    </p:set>
                                    <p:animEffect filter="fade" transition="in">
                                      <p:cBhvr>
                                        <p:cTn dur="500"/>
                                        <p:tgtEl>
                                          <p:spTgt spid="3053">
                                            <p:txEl>
                                              <p:pRg end="2" st="2"/>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053">
                                            <p:txEl>
                                              <p:pRg end="3" st="3"/>
                                            </p:txEl>
                                          </p:spTgt>
                                        </p:tgtEl>
                                        <p:attrNameLst>
                                          <p:attrName>style.visibility</p:attrName>
                                        </p:attrNameLst>
                                      </p:cBhvr>
                                      <p:to>
                                        <p:strVal val="visible"/>
                                      </p:to>
                                    </p:set>
                                    <p:animEffect filter="fade" transition="in">
                                      <p:cBhvr>
                                        <p:cTn dur="500"/>
                                        <p:tgtEl>
                                          <p:spTgt spid="3053">
                                            <p:txEl>
                                              <p:pRg end="3" st="3"/>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053">
                                            <p:txEl>
                                              <p:pRg end="4" st="4"/>
                                            </p:txEl>
                                          </p:spTgt>
                                        </p:tgtEl>
                                        <p:attrNameLst>
                                          <p:attrName>style.visibility</p:attrName>
                                        </p:attrNameLst>
                                      </p:cBhvr>
                                      <p:to>
                                        <p:strVal val="visible"/>
                                      </p:to>
                                    </p:set>
                                    <p:animEffect filter="fade" transition="in">
                                      <p:cBhvr>
                                        <p:cTn dur="500"/>
                                        <p:tgtEl>
                                          <p:spTgt spid="3053">
                                            <p:txEl>
                                              <p:pRg end="4" st="4"/>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053">
                                            <p:txEl>
                                              <p:pRg end="5" st="5"/>
                                            </p:txEl>
                                          </p:spTgt>
                                        </p:tgtEl>
                                        <p:attrNameLst>
                                          <p:attrName>style.visibility</p:attrName>
                                        </p:attrNameLst>
                                      </p:cBhvr>
                                      <p:to>
                                        <p:strVal val="visible"/>
                                      </p:to>
                                    </p:set>
                                    <p:animEffect filter="fade" transition="in">
                                      <p:cBhvr>
                                        <p:cTn dur="500"/>
                                        <p:tgtEl>
                                          <p:spTgt spid="3053">
                                            <p:txEl>
                                              <p:pRg end="5" st="5"/>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053">
                                            <p:txEl>
                                              <p:pRg end="6" st="6"/>
                                            </p:txEl>
                                          </p:spTgt>
                                        </p:tgtEl>
                                        <p:attrNameLst>
                                          <p:attrName>style.visibility</p:attrName>
                                        </p:attrNameLst>
                                      </p:cBhvr>
                                      <p:to>
                                        <p:strVal val="visible"/>
                                      </p:to>
                                    </p:set>
                                    <p:animEffect filter="fade" transition="in">
                                      <p:cBhvr>
                                        <p:cTn dur="500"/>
                                        <p:tgtEl>
                                          <p:spTgt spid="3053">
                                            <p:txEl>
                                              <p:pRg end="6" st="6"/>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053">
                                            <p:txEl>
                                              <p:pRg end="7" st="7"/>
                                            </p:txEl>
                                          </p:spTgt>
                                        </p:tgtEl>
                                        <p:attrNameLst>
                                          <p:attrName>style.visibility</p:attrName>
                                        </p:attrNameLst>
                                      </p:cBhvr>
                                      <p:to>
                                        <p:strVal val="visible"/>
                                      </p:to>
                                    </p:set>
                                    <p:animEffect filter="fade" transition="in">
                                      <p:cBhvr>
                                        <p:cTn dur="500"/>
                                        <p:tgtEl>
                                          <p:spTgt spid="3053">
                                            <p:txEl>
                                              <p:pRg end="7" st="7"/>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053">
                                            <p:txEl>
                                              <p:pRg end="8" st="8"/>
                                            </p:txEl>
                                          </p:spTgt>
                                        </p:tgtEl>
                                        <p:attrNameLst>
                                          <p:attrName>style.visibility</p:attrName>
                                        </p:attrNameLst>
                                      </p:cBhvr>
                                      <p:to>
                                        <p:strVal val="visible"/>
                                      </p:to>
                                    </p:set>
                                    <p:animEffect filter="fade" transition="in">
                                      <p:cBhvr>
                                        <p:cTn dur="500"/>
                                        <p:tgtEl>
                                          <p:spTgt spid="305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5">
                                            <p:txEl>
                                              <p:pRg end="0" st="0"/>
                                            </p:txEl>
                                          </p:spTgt>
                                        </p:tgtEl>
                                        <p:attrNameLst>
                                          <p:attrName>style.visibility</p:attrName>
                                        </p:attrNameLst>
                                      </p:cBhvr>
                                      <p:to>
                                        <p:strVal val="visible"/>
                                      </p:to>
                                    </p:set>
                                    <p:animEffect filter="fade" transition="in">
                                      <p:cBhvr>
                                        <p:cTn dur="500"/>
                                        <p:tgtEl>
                                          <p:spTgt spid="30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5">
                                            <p:txEl>
                                              <p:pRg end="1" st="1"/>
                                            </p:txEl>
                                          </p:spTgt>
                                        </p:tgtEl>
                                        <p:attrNameLst>
                                          <p:attrName>style.visibility</p:attrName>
                                        </p:attrNameLst>
                                      </p:cBhvr>
                                      <p:to>
                                        <p:strVal val="visible"/>
                                      </p:to>
                                    </p:set>
                                    <p:animEffect filter="fade" transition="in">
                                      <p:cBhvr>
                                        <p:cTn dur="500"/>
                                        <p:tgtEl>
                                          <p:spTgt spid="30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5">
                                            <p:txEl>
                                              <p:pRg end="2" st="2"/>
                                            </p:txEl>
                                          </p:spTgt>
                                        </p:tgtEl>
                                        <p:attrNameLst>
                                          <p:attrName>style.visibility</p:attrName>
                                        </p:attrNameLst>
                                      </p:cBhvr>
                                      <p:to>
                                        <p:strVal val="visible"/>
                                      </p:to>
                                    </p:set>
                                    <p:animEffect filter="fade" transition="in">
                                      <p:cBhvr>
                                        <p:cTn dur="500"/>
                                        <p:tgtEl>
                                          <p:spTgt spid="305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5">
                                            <p:txEl>
                                              <p:pRg end="3" st="3"/>
                                            </p:txEl>
                                          </p:spTgt>
                                        </p:tgtEl>
                                        <p:attrNameLst>
                                          <p:attrName>style.visibility</p:attrName>
                                        </p:attrNameLst>
                                      </p:cBhvr>
                                      <p:to>
                                        <p:strVal val="visible"/>
                                      </p:to>
                                    </p:set>
                                    <p:animEffect filter="fade" transition="in">
                                      <p:cBhvr>
                                        <p:cTn dur="500"/>
                                        <p:tgtEl>
                                          <p:spTgt spid="305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5">
                                            <p:txEl>
                                              <p:pRg end="4" st="4"/>
                                            </p:txEl>
                                          </p:spTgt>
                                        </p:tgtEl>
                                        <p:attrNameLst>
                                          <p:attrName>style.visibility</p:attrName>
                                        </p:attrNameLst>
                                      </p:cBhvr>
                                      <p:to>
                                        <p:strVal val="visible"/>
                                      </p:to>
                                    </p:set>
                                    <p:animEffect filter="fade" transition="in">
                                      <p:cBhvr>
                                        <p:cTn dur="500"/>
                                        <p:tgtEl>
                                          <p:spTgt spid="305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5">
                                            <p:txEl>
                                              <p:pRg end="5" st="5"/>
                                            </p:txEl>
                                          </p:spTgt>
                                        </p:tgtEl>
                                        <p:attrNameLst>
                                          <p:attrName>style.visibility</p:attrName>
                                        </p:attrNameLst>
                                      </p:cBhvr>
                                      <p:to>
                                        <p:strVal val="visible"/>
                                      </p:to>
                                    </p:set>
                                    <p:animEffect filter="fade" transition="in">
                                      <p:cBhvr>
                                        <p:cTn dur="500"/>
                                        <p:tgtEl>
                                          <p:spTgt spid="305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5">
                                            <p:txEl>
                                              <p:pRg end="6" st="6"/>
                                            </p:txEl>
                                          </p:spTgt>
                                        </p:tgtEl>
                                        <p:attrNameLst>
                                          <p:attrName>style.visibility</p:attrName>
                                        </p:attrNameLst>
                                      </p:cBhvr>
                                      <p:to>
                                        <p:strVal val="visible"/>
                                      </p:to>
                                    </p:set>
                                    <p:animEffect filter="fade" transition="in">
                                      <p:cBhvr>
                                        <p:cTn dur="500"/>
                                        <p:tgtEl>
                                          <p:spTgt spid="305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5">
                                            <p:txEl>
                                              <p:pRg end="7" st="7"/>
                                            </p:txEl>
                                          </p:spTgt>
                                        </p:tgtEl>
                                        <p:attrNameLst>
                                          <p:attrName>style.visibility</p:attrName>
                                        </p:attrNameLst>
                                      </p:cBhvr>
                                      <p:to>
                                        <p:strVal val="visible"/>
                                      </p:to>
                                    </p:set>
                                    <p:animEffect filter="fade" transition="in">
                                      <p:cBhvr>
                                        <p:cTn dur="500"/>
                                        <p:tgtEl>
                                          <p:spTgt spid="305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5">
                                            <p:txEl>
                                              <p:pRg end="8" st="8"/>
                                            </p:txEl>
                                          </p:spTgt>
                                        </p:tgtEl>
                                        <p:attrNameLst>
                                          <p:attrName>style.visibility</p:attrName>
                                        </p:attrNameLst>
                                      </p:cBhvr>
                                      <p:to>
                                        <p:strVal val="visible"/>
                                      </p:to>
                                    </p:set>
                                    <p:animEffect filter="fade" transition="in">
                                      <p:cBhvr>
                                        <p:cTn dur="500"/>
                                        <p:tgtEl>
                                          <p:spTgt spid="3055">
                                            <p:txEl>
                                              <p:pRg end="8" st="8"/>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56">
                                            <p:txEl>
                                              <p:pRg end="0" st="0"/>
                                            </p:txEl>
                                          </p:spTgt>
                                        </p:tgtEl>
                                        <p:attrNameLst>
                                          <p:attrName>style.visibility</p:attrName>
                                        </p:attrNameLst>
                                      </p:cBhvr>
                                      <p:to>
                                        <p:strVal val="visible"/>
                                      </p:to>
                                    </p:set>
                                    <p:animEffect filter="fade" transition="in">
                                      <p:cBhvr>
                                        <p:cTn dur="500"/>
                                        <p:tgtEl>
                                          <p:spTgt spid="3056">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056">
                                            <p:txEl>
                                              <p:pRg end="1" st="1"/>
                                            </p:txEl>
                                          </p:spTgt>
                                        </p:tgtEl>
                                        <p:attrNameLst>
                                          <p:attrName>style.visibility</p:attrName>
                                        </p:attrNameLst>
                                      </p:cBhvr>
                                      <p:to>
                                        <p:strVal val="visible"/>
                                      </p:to>
                                    </p:set>
                                    <p:animEffect filter="fade" transition="in">
                                      <p:cBhvr>
                                        <p:cTn dur="500"/>
                                        <p:tgtEl>
                                          <p:spTgt spid="3056">
                                            <p:txEl>
                                              <p:pRg end="1" st="1"/>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056">
                                            <p:txEl>
                                              <p:pRg end="2" st="2"/>
                                            </p:txEl>
                                          </p:spTgt>
                                        </p:tgtEl>
                                        <p:attrNameLst>
                                          <p:attrName>style.visibility</p:attrName>
                                        </p:attrNameLst>
                                      </p:cBhvr>
                                      <p:to>
                                        <p:strVal val="visible"/>
                                      </p:to>
                                    </p:set>
                                    <p:animEffect filter="fade" transition="in">
                                      <p:cBhvr>
                                        <p:cTn dur="500"/>
                                        <p:tgtEl>
                                          <p:spTgt spid="3056">
                                            <p:txEl>
                                              <p:pRg end="2" st="2"/>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056">
                                            <p:txEl>
                                              <p:pRg end="3" st="3"/>
                                            </p:txEl>
                                          </p:spTgt>
                                        </p:tgtEl>
                                        <p:attrNameLst>
                                          <p:attrName>style.visibility</p:attrName>
                                        </p:attrNameLst>
                                      </p:cBhvr>
                                      <p:to>
                                        <p:strVal val="visible"/>
                                      </p:to>
                                    </p:set>
                                    <p:animEffect filter="fade" transition="in">
                                      <p:cBhvr>
                                        <p:cTn dur="500"/>
                                        <p:tgtEl>
                                          <p:spTgt spid="3056">
                                            <p:txEl>
                                              <p:pRg end="3" st="3"/>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056">
                                            <p:txEl>
                                              <p:pRg end="4" st="4"/>
                                            </p:txEl>
                                          </p:spTgt>
                                        </p:tgtEl>
                                        <p:attrNameLst>
                                          <p:attrName>style.visibility</p:attrName>
                                        </p:attrNameLst>
                                      </p:cBhvr>
                                      <p:to>
                                        <p:strVal val="visible"/>
                                      </p:to>
                                    </p:set>
                                    <p:animEffect filter="fade" transition="in">
                                      <p:cBhvr>
                                        <p:cTn dur="500"/>
                                        <p:tgtEl>
                                          <p:spTgt spid="3056">
                                            <p:txEl>
                                              <p:pRg end="4" st="4"/>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056">
                                            <p:txEl>
                                              <p:pRg end="5" st="5"/>
                                            </p:txEl>
                                          </p:spTgt>
                                        </p:tgtEl>
                                        <p:attrNameLst>
                                          <p:attrName>style.visibility</p:attrName>
                                        </p:attrNameLst>
                                      </p:cBhvr>
                                      <p:to>
                                        <p:strVal val="visible"/>
                                      </p:to>
                                    </p:set>
                                    <p:animEffect filter="fade" transition="in">
                                      <p:cBhvr>
                                        <p:cTn dur="500"/>
                                        <p:tgtEl>
                                          <p:spTgt spid="3056">
                                            <p:txEl>
                                              <p:pRg end="5" st="5"/>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056">
                                            <p:txEl>
                                              <p:pRg end="6" st="6"/>
                                            </p:txEl>
                                          </p:spTgt>
                                        </p:tgtEl>
                                        <p:attrNameLst>
                                          <p:attrName>style.visibility</p:attrName>
                                        </p:attrNameLst>
                                      </p:cBhvr>
                                      <p:to>
                                        <p:strVal val="visible"/>
                                      </p:to>
                                    </p:set>
                                    <p:animEffect filter="fade" transition="in">
                                      <p:cBhvr>
                                        <p:cTn dur="500"/>
                                        <p:tgtEl>
                                          <p:spTgt spid="3056">
                                            <p:txEl>
                                              <p:pRg end="6" st="6"/>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056">
                                            <p:txEl>
                                              <p:pRg end="7" st="7"/>
                                            </p:txEl>
                                          </p:spTgt>
                                        </p:tgtEl>
                                        <p:attrNameLst>
                                          <p:attrName>style.visibility</p:attrName>
                                        </p:attrNameLst>
                                      </p:cBhvr>
                                      <p:to>
                                        <p:strVal val="visible"/>
                                      </p:to>
                                    </p:set>
                                    <p:animEffect filter="fade" transition="in">
                                      <p:cBhvr>
                                        <p:cTn dur="500"/>
                                        <p:tgtEl>
                                          <p:spTgt spid="3056">
                                            <p:txEl>
                                              <p:pRg end="7" st="7"/>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056">
                                            <p:txEl>
                                              <p:pRg end="8" st="8"/>
                                            </p:txEl>
                                          </p:spTgt>
                                        </p:tgtEl>
                                        <p:attrNameLst>
                                          <p:attrName>style.visibility</p:attrName>
                                        </p:attrNameLst>
                                      </p:cBhvr>
                                      <p:to>
                                        <p:strVal val="visible"/>
                                      </p:to>
                                    </p:set>
                                    <p:animEffect filter="fade" transition="in">
                                      <p:cBhvr>
                                        <p:cTn dur="500"/>
                                        <p:tgtEl>
                                          <p:spTgt spid="305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7">
                                            <p:txEl>
                                              <p:pRg end="0" st="0"/>
                                            </p:txEl>
                                          </p:spTgt>
                                        </p:tgtEl>
                                        <p:attrNameLst>
                                          <p:attrName>style.visibility</p:attrName>
                                        </p:attrNameLst>
                                      </p:cBhvr>
                                      <p:to>
                                        <p:strVal val="visible"/>
                                      </p:to>
                                    </p:set>
                                    <p:animEffect filter="fade" transition="in">
                                      <p:cBhvr>
                                        <p:cTn dur="500"/>
                                        <p:tgtEl>
                                          <p:spTgt spid="30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7">
                                            <p:txEl>
                                              <p:pRg end="1" st="1"/>
                                            </p:txEl>
                                          </p:spTgt>
                                        </p:tgtEl>
                                        <p:attrNameLst>
                                          <p:attrName>style.visibility</p:attrName>
                                        </p:attrNameLst>
                                      </p:cBhvr>
                                      <p:to>
                                        <p:strVal val="visible"/>
                                      </p:to>
                                    </p:set>
                                    <p:animEffect filter="fade" transition="in">
                                      <p:cBhvr>
                                        <p:cTn dur="500"/>
                                        <p:tgtEl>
                                          <p:spTgt spid="30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7">
                                            <p:txEl>
                                              <p:pRg end="2" st="2"/>
                                            </p:txEl>
                                          </p:spTgt>
                                        </p:tgtEl>
                                        <p:attrNameLst>
                                          <p:attrName>style.visibility</p:attrName>
                                        </p:attrNameLst>
                                      </p:cBhvr>
                                      <p:to>
                                        <p:strVal val="visible"/>
                                      </p:to>
                                    </p:set>
                                    <p:animEffect filter="fade" transition="in">
                                      <p:cBhvr>
                                        <p:cTn dur="500"/>
                                        <p:tgtEl>
                                          <p:spTgt spid="30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7">
                                            <p:txEl>
                                              <p:pRg end="3" st="3"/>
                                            </p:txEl>
                                          </p:spTgt>
                                        </p:tgtEl>
                                        <p:attrNameLst>
                                          <p:attrName>style.visibility</p:attrName>
                                        </p:attrNameLst>
                                      </p:cBhvr>
                                      <p:to>
                                        <p:strVal val="visible"/>
                                      </p:to>
                                    </p:set>
                                    <p:animEffect filter="fade" transition="in">
                                      <p:cBhvr>
                                        <p:cTn dur="500"/>
                                        <p:tgtEl>
                                          <p:spTgt spid="30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7">
                                            <p:txEl>
                                              <p:pRg end="4" st="4"/>
                                            </p:txEl>
                                          </p:spTgt>
                                        </p:tgtEl>
                                        <p:attrNameLst>
                                          <p:attrName>style.visibility</p:attrName>
                                        </p:attrNameLst>
                                      </p:cBhvr>
                                      <p:to>
                                        <p:strVal val="visible"/>
                                      </p:to>
                                    </p:set>
                                    <p:animEffect filter="fade" transition="in">
                                      <p:cBhvr>
                                        <p:cTn dur="500"/>
                                        <p:tgtEl>
                                          <p:spTgt spid="305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7">
                                            <p:txEl>
                                              <p:pRg end="5" st="5"/>
                                            </p:txEl>
                                          </p:spTgt>
                                        </p:tgtEl>
                                        <p:attrNameLst>
                                          <p:attrName>style.visibility</p:attrName>
                                        </p:attrNameLst>
                                      </p:cBhvr>
                                      <p:to>
                                        <p:strVal val="visible"/>
                                      </p:to>
                                    </p:set>
                                    <p:animEffect filter="fade" transition="in">
                                      <p:cBhvr>
                                        <p:cTn dur="500"/>
                                        <p:tgtEl>
                                          <p:spTgt spid="305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7">
                                            <p:txEl>
                                              <p:pRg end="6" st="6"/>
                                            </p:txEl>
                                          </p:spTgt>
                                        </p:tgtEl>
                                        <p:attrNameLst>
                                          <p:attrName>style.visibility</p:attrName>
                                        </p:attrNameLst>
                                      </p:cBhvr>
                                      <p:to>
                                        <p:strVal val="visible"/>
                                      </p:to>
                                    </p:set>
                                    <p:animEffect filter="fade" transition="in">
                                      <p:cBhvr>
                                        <p:cTn dur="500"/>
                                        <p:tgtEl>
                                          <p:spTgt spid="305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7">
                                            <p:txEl>
                                              <p:pRg end="7" st="7"/>
                                            </p:txEl>
                                          </p:spTgt>
                                        </p:tgtEl>
                                        <p:attrNameLst>
                                          <p:attrName>style.visibility</p:attrName>
                                        </p:attrNameLst>
                                      </p:cBhvr>
                                      <p:to>
                                        <p:strVal val="visible"/>
                                      </p:to>
                                    </p:set>
                                    <p:animEffect filter="fade" transition="in">
                                      <p:cBhvr>
                                        <p:cTn dur="500"/>
                                        <p:tgtEl>
                                          <p:spTgt spid="305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7">
                                            <p:txEl>
                                              <p:pRg end="8" st="8"/>
                                            </p:txEl>
                                          </p:spTgt>
                                        </p:tgtEl>
                                        <p:attrNameLst>
                                          <p:attrName>style.visibility</p:attrName>
                                        </p:attrNameLst>
                                      </p:cBhvr>
                                      <p:to>
                                        <p:strVal val="visible"/>
                                      </p:to>
                                    </p:set>
                                    <p:animEffect filter="fade" transition="in">
                                      <p:cBhvr>
                                        <p:cTn dur="500"/>
                                        <p:tgtEl>
                                          <p:spTgt spid="3057">
                                            <p:txEl>
                                              <p:pRg end="8" st="8"/>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58">
                                            <p:txEl>
                                              <p:pRg end="0" st="0"/>
                                            </p:txEl>
                                          </p:spTgt>
                                        </p:tgtEl>
                                        <p:attrNameLst>
                                          <p:attrName>style.visibility</p:attrName>
                                        </p:attrNameLst>
                                      </p:cBhvr>
                                      <p:to>
                                        <p:strVal val="visible"/>
                                      </p:to>
                                    </p:set>
                                    <p:animEffect filter="fade" transition="in">
                                      <p:cBhvr>
                                        <p:cTn dur="500"/>
                                        <p:tgtEl>
                                          <p:spTgt spid="3058">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058">
                                            <p:txEl>
                                              <p:pRg end="1" st="1"/>
                                            </p:txEl>
                                          </p:spTgt>
                                        </p:tgtEl>
                                        <p:attrNameLst>
                                          <p:attrName>style.visibility</p:attrName>
                                        </p:attrNameLst>
                                      </p:cBhvr>
                                      <p:to>
                                        <p:strVal val="visible"/>
                                      </p:to>
                                    </p:set>
                                    <p:animEffect filter="fade" transition="in">
                                      <p:cBhvr>
                                        <p:cTn dur="500"/>
                                        <p:tgtEl>
                                          <p:spTgt spid="3058">
                                            <p:txEl>
                                              <p:pRg end="1" st="1"/>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058">
                                            <p:txEl>
                                              <p:pRg end="2" st="2"/>
                                            </p:txEl>
                                          </p:spTgt>
                                        </p:tgtEl>
                                        <p:attrNameLst>
                                          <p:attrName>style.visibility</p:attrName>
                                        </p:attrNameLst>
                                      </p:cBhvr>
                                      <p:to>
                                        <p:strVal val="visible"/>
                                      </p:to>
                                    </p:set>
                                    <p:animEffect filter="fade" transition="in">
                                      <p:cBhvr>
                                        <p:cTn dur="500"/>
                                        <p:tgtEl>
                                          <p:spTgt spid="3058">
                                            <p:txEl>
                                              <p:pRg end="2" st="2"/>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058">
                                            <p:txEl>
                                              <p:pRg end="3" st="3"/>
                                            </p:txEl>
                                          </p:spTgt>
                                        </p:tgtEl>
                                        <p:attrNameLst>
                                          <p:attrName>style.visibility</p:attrName>
                                        </p:attrNameLst>
                                      </p:cBhvr>
                                      <p:to>
                                        <p:strVal val="visible"/>
                                      </p:to>
                                    </p:set>
                                    <p:animEffect filter="fade" transition="in">
                                      <p:cBhvr>
                                        <p:cTn dur="500"/>
                                        <p:tgtEl>
                                          <p:spTgt spid="3058">
                                            <p:txEl>
                                              <p:pRg end="3" st="3"/>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058">
                                            <p:txEl>
                                              <p:pRg end="4" st="4"/>
                                            </p:txEl>
                                          </p:spTgt>
                                        </p:tgtEl>
                                        <p:attrNameLst>
                                          <p:attrName>style.visibility</p:attrName>
                                        </p:attrNameLst>
                                      </p:cBhvr>
                                      <p:to>
                                        <p:strVal val="visible"/>
                                      </p:to>
                                    </p:set>
                                    <p:animEffect filter="fade" transition="in">
                                      <p:cBhvr>
                                        <p:cTn dur="500"/>
                                        <p:tgtEl>
                                          <p:spTgt spid="3058">
                                            <p:txEl>
                                              <p:pRg end="4" st="4"/>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058">
                                            <p:txEl>
                                              <p:pRg end="5" st="5"/>
                                            </p:txEl>
                                          </p:spTgt>
                                        </p:tgtEl>
                                        <p:attrNameLst>
                                          <p:attrName>style.visibility</p:attrName>
                                        </p:attrNameLst>
                                      </p:cBhvr>
                                      <p:to>
                                        <p:strVal val="visible"/>
                                      </p:to>
                                    </p:set>
                                    <p:animEffect filter="fade" transition="in">
                                      <p:cBhvr>
                                        <p:cTn dur="500"/>
                                        <p:tgtEl>
                                          <p:spTgt spid="3058">
                                            <p:txEl>
                                              <p:pRg end="5" st="5"/>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058">
                                            <p:txEl>
                                              <p:pRg end="6" st="6"/>
                                            </p:txEl>
                                          </p:spTgt>
                                        </p:tgtEl>
                                        <p:attrNameLst>
                                          <p:attrName>style.visibility</p:attrName>
                                        </p:attrNameLst>
                                      </p:cBhvr>
                                      <p:to>
                                        <p:strVal val="visible"/>
                                      </p:to>
                                    </p:set>
                                    <p:animEffect filter="fade" transition="in">
                                      <p:cBhvr>
                                        <p:cTn dur="500"/>
                                        <p:tgtEl>
                                          <p:spTgt spid="3058">
                                            <p:txEl>
                                              <p:pRg end="6" st="6"/>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058">
                                            <p:txEl>
                                              <p:pRg end="7" st="7"/>
                                            </p:txEl>
                                          </p:spTgt>
                                        </p:tgtEl>
                                        <p:attrNameLst>
                                          <p:attrName>style.visibility</p:attrName>
                                        </p:attrNameLst>
                                      </p:cBhvr>
                                      <p:to>
                                        <p:strVal val="visible"/>
                                      </p:to>
                                    </p:set>
                                    <p:animEffect filter="fade" transition="in">
                                      <p:cBhvr>
                                        <p:cTn dur="500"/>
                                        <p:tgtEl>
                                          <p:spTgt spid="3058">
                                            <p:txEl>
                                              <p:pRg end="7" st="7"/>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058">
                                            <p:txEl>
                                              <p:pRg end="8" st="8"/>
                                            </p:txEl>
                                          </p:spTgt>
                                        </p:tgtEl>
                                        <p:attrNameLst>
                                          <p:attrName>style.visibility</p:attrName>
                                        </p:attrNameLst>
                                      </p:cBhvr>
                                      <p:to>
                                        <p:strVal val="visible"/>
                                      </p:to>
                                    </p:set>
                                    <p:animEffect filter="fade" transition="in">
                                      <p:cBhvr>
                                        <p:cTn dur="500"/>
                                        <p:tgtEl>
                                          <p:spTgt spid="305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9">
                                            <p:txEl>
                                              <p:pRg end="0" st="0"/>
                                            </p:txEl>
                                          </p:spTgt>
                                        </p:tgtEl>
                                        <p:attrNameLst>
                                          <p:attrName>style.visibility</p:attrName>
                                        </p:attrNameLst>
                                      </p:cBhvr>
                                      <p:to>
                                        <p:strVal val="visible"/>
                                      </p:to>
                                    </p:set>
                                    <p:animEffect filter="fade" transition="in">
                                      <p:cBhvr>
                                        <p:cTn dur="500"/>
                                        <p:tgtEl>
                                          <p:spTgt spid="30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9">
                                            <p:txEl>
                                              <p:pRg end="1" st="1"/>
                                            </p:txEl>
                                          </p:spTgt>
                                        </p:tgtEl>
                                        <p:attrNameLst>
                                          <p:attrName>style.visibility</p:attrName>
                                        </p:attrNameLst>
                                      </p:cBhvr>
                                      <p:to>
                                        <p:strVal val="visible"/>
                                      </p:to>
                                    </p:set>
                                    <p:animEffect filter="fade" transition="in">
                                      <p:cBhvr>
                                        <p:cTn dur="500"/>
                                        <p:tgtEl>
                                          <p:spTgt spid="30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9">
                                            <p:txEl>
                                              <p:pRg end="2" st="2"/>
                                            </p:txEl>
                                          </p:spTgt>
                                        </p:tgtEl>
                                        <p:attrNameLst>
                                          <p:attrName>style.visibility</p:attrName>
                                        </p:attrNameLst>
                                      </p:cBhvr>
                                      <p:to>
                                        <p:strVal val="visible"/>
                                      </p:to>
                                    </p:set>
                                    <p:animEffect filter="fade" transition="in">
                                      <p:cBhvr>
                                        <p:cTn dur="500"/>
                                        <p:tgtEl>
                                          <p:spTgt spid="30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9">
                                            <p:txEl>
                                              <p:pRg end="3" st="3"/>
                                            </p:txEl>
                                          </p:spTgt>
                                        </p:tgtEl>
                                        <p:attrNameLst>
                                          <p:attrName>style.visibility</p:attrName>
                                        </p:attrNameLst>
                                      </p:cBhvr>
                                      <p:to>
                                        <p:strVal val="visible"/>
                                      </p:to>
                                    </p:set>
                                    <p:animEffect filter="fade" transition="in">
                                      <p:cBhvr>
                                        <p:cTn dur="500"/>
                                        <p:tgtEl>
                                          <p:spTgt spid="30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9">
                                            <p:txEl>
                                              <p:pRg end="4" st="4"/>
                                            </p:txEl>
                                          </p:spTgt>
                                        </p:tgtEl>
                                        <p:attrNameLst>
                                          <p:attrName>style.visibility</p:attrName>
                                        </p:attrNameLst>
                                      </p:cBhvr>
                                      <p:to>
                                        <p:strVal val="visible"/>
                                      </p:to>
                                    </p:set>
                                    <p:animEffect filter="fade" transition="in">
                                      <p:cBhvr>
                                        <p:cTn dur="500"/>
                                        <p:tgtEl>
                                          <p:spTgt spid="305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9">
                                            <p:txEl>
                                              <p:pRg end="5" st="5"/>
                                            </p:txEl>
                                          </p:spTgt>
                                        </p:tgtEl>
                                        <p:attrNameLst>
                                          <p:attrName>style.visibility</p:attrName>
                                        </p:attrNameLst>
                                      </p:cBhvr>
                                      <p:to>
                                        <p:strVal val="visible"/>
                                      </p:to>
                                    </p:set>
                                    <p:animEffect filter="fade" transition="in">
                                      <p:cBhvr>
                                        <p:cTn dur="500"/>
                                        <p:tgtEl>
                                          <p:spTgt spid="305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9">
                                            <p:txEl>
                                              <p:pRg end="6" st="6"/>
                                            </p:txEl>
                                          </p:spTgt>
                                        </p:tgtEl>
                                        <p:attrNameLst>
                                          <p:attrName>style.visibility</p:attrName>
                                        </p:attrNameLst>
                                      </p:cBhvr>
                                      <p:to>
                                        <p:strVal val="visible"/>
                                      </p:to>
                                    </p:set>
                                    <p:animEffect filter="fade" transition="in">
                                      <p:cBhvr>
                                        <p:cTn dur="500"/>
                                        <p:tgtEl>
                                          <p:spTgt spid="305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9">
                                            <p:txEl>
                                              <p:pRg end="7" st="7"/>
                                            </p:txEl>
                                          </p:spTgt>
                                        </p:tgtEl>
                                        <p:attrNameLst>
                                          <p:attrName>style.visibility</p:attrName>
                                        </p:attrNameLst>
                                      </p:cBhvr>
                                      <p:to>
                                        <p:strVal val="visible"/>
                                      </p:to>
                                    </p:set>
                                    <p:animEffect filter="fade" transition="in">
                                      <p:cBhvr>
                                        <p:cTn dur="500"/>
                                        <p:tgtEl>
                                          <p:spTgt spid="305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9">
                                            <p:txEl>
                                              <p:pRg end="8" st="8"/>
                                            </p:txEl>
                                          </p:spTgt>
                                        </p:tgtEl>
                                        <p:attrNameLst>
                                          <p:attrName>style.visibility</p:attrName>
                                        </p:attrNameLst>
                                      </p:cBhvr>
                                      <p:to>
                                        <p:strVal val="visible"/>
                                      </p:to>
                                    </p:set>
                                    <p:animEffect filter="fade" transition="in">
                                      <p:cBhvr>
                                        <p:cTn dur="500"/>
                                        <p:tgtEl>
                                          <p:spTgt spid="3059">
                                            <p:txEl>
                                              <p:pRg end="8" st="8"/>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60">
                                            <p:txEl>
                                              <p:pRg end="0" st="0"/>
                                            </p:txEl>
                                          </p:spTgt>
                                        </p:tgtEl>
                                        <p:attrNameLst>
                                          <p:attrName>style.visibility</p:attrName>
                                        </p:attrNameLst>
                                      </p:cBhvr>
                                      <p:to>
                                        <p:strVal val="visible"/>
                                      </p:to>
                                    </p:set>
                                    <p:animEffect filter="fade" transition="in">
                                      <p:cBhvr>
                                        <p:cTn dur="500"/>
                                        <p:tgtEl>
                                          <p:spTgt spid="3060">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060">
                                            <p:txEl>
                                              <p:pRg end="1" st="1"/>
                                            </p:txEl>
                                          </p:spTgt>
                                        </p:tgtEl>
                                        <p:attrNameLst>
                                          <p:attrName>style.visibility</p:attrName>
                                        </p:attrNameLst>
                                      </p:cBhvr>
                                      <p:to>
                                        <p:strVal val="visible"/>
                                      </p:to>
                                    </p:set>
                                    <p:animEffect filter="fade" transition="in">
                                      <p:cBhvr>
                                        <p:cTn dur="500"/>
                                        <p:tgtEl>
                                          <p:spTgt spid="3060">
                                            <p:txEl>
                                              <p:pRg end="1" st="1"/>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060">
                                            <p:txEl>
                                              <p:pRg end="2" st="2"/>
                                            </p:txEl>
                                          </p:spTgt>
                                        </p:tgtEl>
                                        <p:attrNameLst>
                                          <p:attrName>style.visibility</p:attrName>
                                        </p:attrNameLst>
                                      </p:cBhvr>
                                      <p:to>
                                        <p:strVal val="visible"/>
                                      </p:to>
                                    </p:set>
                                    <p:animEffect filter="fade" transition="in">
                                      <p:cBhvr>
                                        <p:cTn dur="500"/>
                                        <p:tgtEl>
                                          <p:spTgt spid="3060">
                                            <p:txEl>
                                              <p:pRg end="2" st="2"/>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060">
                                            <p:txEl>
                                              <p:pRg end="3" st="3"/>
                                            </p:txEl>
                                          </p:spTgt>
                                        </p:tgtEl>
                                        <p:attrNameLst>
                                          <p:attrName>style.visibility</p:attrName>
                                        </p:attrNameLst>
                                      </p:cBhvr>
                                      <p:to>
                                        <p:strVal val="visible"/>
                                      </p:to>
                                    </p:set>
                                    <p:animEffect filter="fade" transition="in">
                                      <p:cBhvr>
                                        <p:cTn dur="500"/>
                                        <p:tgtEl>
                                          <p:spTgt spid="3060">
                                            <p:txEl>
                                              <p:pRg end="3" st="3"/>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060">
                                            <p:txEl>
                                              <p:pRg end="4" st="4"/>
                                            </p:txEl>
                                          </p:spTgt>
                                        </p:tgtEl>
                                        <p:attrNameLst>
                                          <p:attrName>style.visibility</p:attrName>
                                        </p:attrNameLst>
                                      </p:cBhvr>
                                      <p:to>
                                        <p:strVal val="visible"/>
                                      </p:to>
                                    </p:set>
                                    <p:animEffect filter="fade" transition="in">
                                      <p:cBhvr>
                                        <p:cTn dur="500"/>
                                        <p:tgtEl>
                                          <p:spTgt spid="3060">
                                            <p:txEl>
                                              <p:pRg end="4" st="4"/>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060">
                                            <p:txEl>
                                              <p:pRg end="5" st="5"/>
                                            </p:txEl>
                                          </p:spTgt>
                                        </p:tgtEl>
                                        <p:attrNameLst>
                                          <p:attrName>style.visibility</p:attrName>
                                        </p:attrNameLst>
                                      </p:cBhvr>
                                      <p:to>
                                        <p:strVal val="visible"/>
                                      </p:to>
                                    </p:set>
                                    <p:animEffect filter="fade" transition="in">
                                      <p:cBhvr>
                                        <p:cTn dur="500"/>
                                        <p:tgtEl>
                                          <p:spTgt spid="3060">
                                            <p:txEl>
                                              <p:pRg end="5" st="5"/>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060">
                                            <p:txEl>
                                              <p:pRg end="6" st="6"/>
                                            </p:txEl>
                                          </p:spTgt>
                                        </p:tgtEl>
                                        <p:attrNameLst>
                                          <p:attrName>style.visibility</p:attrName>
                                        </p:attrNameLst>
                                      </p:cBhvr>
                                      <p:to>
                                        <p:strVal val="visible"/>
                                      </p:to>
                                    </p:set>
                                    <p:animEffect filter="fade" transition="in">
                                      <p:cBhvr>
                                        <p:cTn dur="500"/>
                                        <p:tgtEl>
                                          <p:spTgt spid="3060">
                                            <p:txEl>
                                              <p:pRg end="6" st="6"/>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060">
                                            <p:txEl>
                                              <p:pRg end="7" st="7"/>
                                            </p:txEl>
                                          </p:spTgt>
                                        </p:tgtEl>
                                        <p:attrNameLst>
                                          <p:attrName>style.visibility</p:attrName>
                                        </p:attrNameLst>
                                      </p:cBhvr>
                                      <p:to>
                                        <p:strVal val="visible"/>
                                      </p:to>
                                    </p:set>
                                    <p:animEffect filter="fade" transition="in">
                                      <p:cBhvr>
                                        <p:cTn dur="500"/>
                                        <p:tgtEl>
                                          <p:spTgt spid="3060">
                                            <p:txEl>
                                              <p:pRg end="7" st="7"/>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060">
                                            <p:txEl>
                                              <p:pRg end="8" st="8"/>
                                            </p:txEl>
                                          </p:spTgt>
                                        </p:tgtEl>
                                        <p:attrNameLst>
                                          <p:attrName>style.visibility</p:attrName>
                                        </p:attrNameLst>
                                      </p:cBhvr>
                                      <p:to>
                                        <p:strVal val="visible"/>
                                      </p:to>
                                    </p:set>
                                    <p:animEffect filter="fade" transition="in">
                                      <p:cBhvr>
                                        <p:cTn dur="500"/>
                                        <p:tgtEl>
                                          <p:spTgt spid="3060">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p:cSld name="Make">
    <p:spTree>
      <p:nvGrpSpPr>
        <p:cNvPr id="3061" name="Shape 3061"/>
        <p:cNvGrpSpPr/>
        <p:nvPr/>
      </p:nvGrpSpPr>
      <p:grpSpPr>
        <a:xfrm>
          <a:off x="0" y="0"/>
          <a:ext cx="0" cy="0"/>
          <a:chOff x="0" y="0"/>
          <a:chExt cx="0" cy="0"/>
        </a:xfrm>
      </p:grpSpPr>
      <p:grpSp>
        <p:nvGrpSpPr>
          <p:cNvPr id="3062" name="Google Shape;3062;g38b88470f6c_3_1900"/>
          <p:cNvGrpSpPr/>
          <p:nvPr/>
        </p:nvGrpSpPr>
        <p:grpSpPr>
          <a:xfrm>
            <a:off x="680011" y="0"/>
            <a:ext cx="3090697" cy="1806089"/>
            <a:chOff x="536716" y="-1319"/>
            <a:chExt cx="3976708" cy="2323841"/>
          </a:xfrm>
        </p:grpSpPr>
        <p:sp>
          <p:nvSpPr>
            <p:cNvPr id="3063" name="Google Shape;3063;g38b88470f6c_3_1900"/>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064" name="Google Shape;3064;g38b88470f6c_3_1900"/>
            <p:cNvGrpSpPr/>
            <p:nvPr/>
          </p:nvGrpSpPr>
          <p:grpSpPr>
            <a:xfrm>
              <a:off x="536716" y="0"/>
              <a:ext cx="3976708" cy="2322522"/>
              <a:chOff x="947530" y="0"/>
              <a:chExt cx="3976708" cy="2322522"/>
            </a:xfrm>
          </p:grpSpPr>
          <p:sp>
            <p:nvSpPr>
              <p:cNvPr id="3065" name="Google Shape;3065;g38b88470f6c_3_1900"/>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066" name="Google Shape;3066;g38b88470f6c_3_1900"/>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067" name="Google Shape;3067;g38b88470f6c_3_1900"/>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068" name="Google Shape;3068;g38b88470f6c_3_1900"/>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069" name="Google Shape;3069;g38b88470f6c_3_1900"/>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070" name="Google Shape;3070;g38b88470f6c_3_1900"/>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Make</a:t>
            </a:r>
            <a:endParaRPr b="0" i="0" sz="1400" u="none" cap="none" strike="noStrike">
              <a:solidFill>
                <a:srgbClr val="000000"/>
              </a:solidFill>
              <a:latin typeface="Arial"/>
              <a:ea typeface="Arial"/>
              <a:cs typeface="Arial"/>
              <a:sym typeface="Arial"/>
            </a:endParaRPr>
          </a:p>
        </p:txBody>
      </p:sp>
      <p:grpSp>
        <p:nvGrpSpPr>
          <p:cNvPr id="3071" name="Google Shape;3071;g38b88470f6c_3_1900"/>
          <p:cNvGrpSpPr/>
          <p:nvPr/>
        </p:nvGrpSpPr>
        <p:grpSpPr>
          <a:xfrm>
            <a:off x="5941746" y="1054485"/>
            <a:ext cx="4147720" cy="4749029"/>
            <a:chOff x="5329188" y="1014865"/>
            <a:chExt cx="4147720" cy="4749029"/>
          </a:xfrm>
        </p:grpSpPr>
        <p:grpSp>
          <p:nvGrpSpPr>
            <p:cNvPr id="3072" name="Google Shape;3072;g38b88470f6c_3_1900"/>
            <p:cNvGrpSpPr/>
            <p:nvPr/>
          </p:nvGrpSpPr>
          <p:grpSpPr>
            <a:xfrm>
              <a:off x="5329188" y="1014865"/>
              <a:ext cx="4147720" cy="3894027"/>
              <a:chOff x="5329188" y="1014865"/>
              <a:chExt cx="4147720" cy="3894027"/>
            </a:xfrm>
          </p:grpSpPr>
          <p:sp>
            <p:nvSpPr>
              <p:cNvPr id="3073" name="Google Shape;3073;g38b88470f6c_3_1900"/>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74" name="Google Shape;3074;g38b88470f6c_3_1900"/>
              <p:cNvSpPr/>
              <p:nvPr/>
            </p:nvSpPr>
            <p:spPr>
              <a:xfrm>
                <a:off x="5329188" y="1014865"/>
                <a:ext cx="4147720" cy="3894027"/>
              </a:xfrm>
              <a:custGeom>
                <a:rect b="b" l="l" r="r" t="t"/>
                <a:pathLst>
                  <a:path extrusionOk="0" h="3894027" w="4147720">
                    <a:moveTo>
                      <a:pt x="3657049" y="1315659"/>
                    </a:moveTo>
                    <a:cubicBezTo>
                      <a:pt x="3546876" y="1183842"/>
                      <a:pt x="3430966" y="1054894"/>
                      <a:pt x="3325356" y="919165"/>
                    </a:cubicBezTo>
                    <a:cubicBezTo>
                      <a:pt x="3016087" y="520976"/>
                      <a:pt x="2609293" y="137520"/>
                      <a:pt x="2095585" y="30345"/>
                    </a:cubicBezTo>
                    <a:cubicBezTo>
                      <a:pt x="1575488" y="-78133"/>
                      <a:pt x="956430" y="106358"/>
                      <a:pt x="642598" y="549660"/>
                    </a:cubicBezTo>
                    <a:cubicBezTo>
                      <a:pt x="433986" y="844195"/>
                      <a:pt x="352497" y="1210179"/>
                      <a:pt x="345195" y="1566646"/>
                    </a:cubicBezTo>
                    <a:cubicBezTo>
                      <a:pt x="341936" y="1729364"/>
                      <a:pt x="369838" y="1893777"/>
                      <a:pt x="343631" y="2055582"/>
                    </a:cubicBezTo>
                    <a:cubicBezTo>
                      <a:pt x="314686" y="2233554"/>
                      <a:pt x="214812" y="2389622"/>
                      <a:pt x="127456" y="2543866"/>
                    </a:cubicBezTo>
                    <a:cubicBezTo>
                      <a:pt x="11937" y="2747915"/>
                      <a:pt x="-37869" y="2972564"/>
                      <a:pt x="32276" y="3202559"/>
                    </a:cubicBezTo>
                    <a:cubicBezTo>
                      <a:pt x="190952" y="3722135"/>
                      <a:pt x="907406" y="3963604"/>
                      <a:pt x="1399601" y="3876639"/>
                    </a:cubicBezTo>
                    <a:cubicBezTo>
                      <a:pt x="1667929" y="3829179"/>
                      <a:pt x="1913831" y="3699188"/>
                      <a:pt x="2173814" y="3617177"/>
                    </a:cubicBezTo>
                    <a:cubicBezTo>
                      <a:pt x="2388164" y="3549508"/>
                      <a:pt x="2608771" y="3529820"/>
                      <a:pt x="2826641" y="3594490"/>
                    </a:cubicBezTo>
                    <a:cubicBezTo>
                      <a:pt x="3323139" y="3741823"/>
                      <a:pt x="3831632" y="3487837"/>
                      <a:pt x="4041939" y="3020806"/>
                    </a:cubicBezTo>
                    <a:cubicBezTo>
                      <a:pt x="4295795" y="2457030"/>
                      <a:pt x="4058237" y="1816851"/>
                      <a:pt x="3694600" y="1361945"/>
                    </a:cubicBezTo>
                    <a:cubicBezTo>
                      <a:pt x="3682213" y="1346038"/>
                      <a:pt x="3669827" y="1330784"/>
                      <a:pt x="3657049" y="1315659"/>
                    </a:cubicBezTo>
                    <a:close/>
                  </a:path>
                </a:pathLst>
              </a:custGeom>
              <a:solidFill>
                <a:srgbClr val="FFFFFF">
                  <a:alpha val="6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075" name="Google Shape;3075;g38b88470f6c_3_1900"/>
            <p:cNvGrpSpPr/>
            <p:nvPr/>
          </p:nvGrpSpPr>
          <p:grpSpPr>
            <a:xfrm>
              <a:off x="5474376" y="5044181"/>
              <a:ext cx="3724515" cy="719713"/>
              <a:chOff x="5474376" y="5044181"/>
              <a:chExt cx="3724515" cy="719713"/>
            </a:xfrm>
          </p:grpSpPr>
          <p:sp>
            <p:nvSpPr>
              <p:cNvPr id="3076" name="Google Shape;3076;g38b88470f6c_3_1900"/>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77" name="Google Shape;3077;g38b88470f6c_3_1900"/>
              <p:cNvSpPr/>
              <p:nvPr/>
            </p:nvSpPr>
            <p:spPr>
              <a:xfrm>
                <a:off x="5474376" y="5044181"/>
                <a:ext cx="3724515" cy="719713"/>
              </a:xfrm>
              <a:custGeom>
                <a:rect b="b" l="l" r="r" t="t"/>
                <a:pathLst>
                  <a:path extrusionOk="0" h="719713" w="3724515">
                    <a:moveTo>
                      <a:pt x="3724516" y="359857"/>
                    </a:moveTo>
                    <a:cubicBezTo>
                      <a:pt x="3724516" y="558600"/>
                      <a:pt x="2890755" y="719713"/>
                      <a:pt x="1862258" y="719713"/>
                    </a:cubicBezTo>
                    <a:cubicBezTo>
                      <a:pt x="833761" y="719713"/>
                      <a:pt x="0" y="558600"/>
                      <a:pt x="0" y="359857"/>
                    </a:cubicBezTo>
                    <a:cubicBezTo>
                      <a:pt x="0" y="161113"/>
                      <a:pt x="833761" y="0"/>
                      <a:pt x="1862258" y="0"/>
                    </a:cubicBezTo>
                    <a:cubicBezTo>
                      <a:pt x="2890755" y="0"/>
                      <a:pt x="3724516" y="161113"/>
                      <a:pt x="3724516" y="359857"/>
                    </a:cubicBezTo>
                    <a:close/>
                  </a:path>
                </a:pathLst>
              </a:custGeom>
              <a:solidFill>
                <a:srgbClr val="FFFFFF">
                  <a:alpha val="4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078" name="Google Shape;3078;g38b88470f6c_3_1900"/>
            <p:cNvGrpSpPr/>
            <p:nvPr/>
          </p:nvGrpSpPr>
          <p:grpSpPr>
            <a:xfrm>
              <a:off x="6679374" y="3857046"/>
              <a:ext cx="1534214" cy="247727"/>
              <a:chOff x="6679374" y="3857046"/>
              <a:chExt cx="1534214" cy="247727"/>
            </a:xfrm>
          </p:grpSpPr>
          <p:sp>
            <p:nvSpPr>
              <p:cNvPr id="3079" name="Google Shape;3079;g38b88470f6c_3_1900"/>
              <p:cNvSpPr/>
              <p:nvPr/>
            </p:nvSpPr>
            <p:spPr>
              <a:xfrm>
                <a:off x="6685893" y="3863565"/>
                <a:ext cx="1521176" cy="234689"/>
              </a:xfrm>
              <a:custGeom>
                <a:rect b="b" l="l" r="r" t="t"/>
                <a:pathLst>
                  <a:path extrusionOk="0" h="234689" w="1521176">
                    <a:moveTo>
                      <a:pt x="1460287" y="0"/>
                    </a:moveTo>
                    <a:cubicBezTo>
                      <a:pt x="1493915" y="0"/>
                      <a:pt x="1521176" y="0"/>
                      <a:pt x="1521176" y="0"/>
                    </a:cubicBezTo>
                    <a:lnTo>
                      <a:pt x="1521176" y="234689"/>
                    </a:lnTo>
                    <a:cubicBezTo>
                      <a:pt x="1521176" y="234689"/>
                      <a:pt x="1493916" y="234689"/>
                      <a:pt x="1460287" y="234689"/>
                    </a:cubicBezTo>
                    <a:lnTo>
                      <a:pt x="60889" y="234689"/>
                    </a:lnTo>
                    <a:cubicBezTo>
                      <a:pt x="27261" y="234689"/>
                      <a:pt x="0" y="234689"/>
                      <a:pt x="0" y="234689"/>
                    </a:cubicBezTo>
                    <a:lnTo>
                      <a:pt x="0" y="0"/>
                    </a:lnTo>
                    <a:cubicBezTo>
                      <a:pt x="0" y="0"/>
                      <a:pt x="27261" y="0"/>
                      <a:pt x="6088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80" name="Google Shape;3080;g38b88470f6c_3_1900"/>
              <p:cNvSpPr/>
              <p:nvPr/>
            </p:nvSpPr>
            <p:spPr>
              <a:xfrm>
                <a:off x="6679374" y="3857046"/>
                <a:ext cx="1534214" cy="247727"/>
              </a:xfrm>
              <a:custGeom>
                <a:rect b="b" l="l" r="r" t="t"/>
                <a:pathLst>
                  <a:path extrusionOk="0" h="247727" w="1534214">
                    <a:moveTo>
                      <a:pt x="1466807" y="247727"/>
                    </a:moveTo>
                    <a:lnTo>
                      <a:pt x="67408" y="247727"/>
                    </a:lnTo>
                    <a:cubicBezTo>
                      <a:pt x="30236" y="247727"/>
                      <a:pt x="78" y="217622"/>
                      <a:pt x="0" y="180450"/>
                    </a:cubicBezTo>
                    <a:lnTo>
                      <a:pt x="0" y="67408"/>
                    </a:lnTo>
                    <a:cubicBezTo>
                      <a:pt x="78" y="30210"/>
                      <a:pt x="30210" y="78"/>
                      <a:pt x="67408" y="0"/>
                    </a:cubicBezTo>
                    <a:lnTo>
                      <a:pt x="1466807" y="0"/>
                    </a:lnTo>
                    <a:cubicBezTo>
                      <a:pt x="1504005" y="65"/>
                      <a:pt x="1534136" y="30210"/>
                      <a:pt x="1534215" y="67408"/>
                    </a:cubicBezTo>
                    <a:lnTo>
                      <a:pt x="1534215" y="180450"/>
                    </a:lnTo>
                    <a:cubicBezTo>
                      <a:pt x="1534136" y="217622"/>
                      <a:pt x="1503979" y="247727"/>
                      <a:pt x="1466807" y="247727"/>
                    </a:cubicBezTo>
                    <a:close/>
                    <a:moveTo>
                      <a:pt x="67408" y="13038"/>
                    </a:moveTo>
                    <a:cubicBezTo>
                      <a:pt x="37381" y="13038"/>
                      <a:pt x="13038" y="37381"/>
                      <a:pt x="13038" y="67408"/>
                    </a:cubicBezTo>
                    <a:lnTo>
                      <a:pt x="13038" y="180450"/>
                    </a:lnTo>
                    <a:cubicBezTo>
                      <a:pt x="13116" y="210425"/>
                      <a:pt x="37433" y="234689"/>
                      <a:pt x="67408" y="234689"/>
                    </a:cubicBezTo>
                    <a:lnTo>
                      <a:pt x="1466807" y="234689"/>
                    </a:lnTo>
                    <a:cubicBezTo>
                      <a:pt x="1496782" y="234689"/>
                      <a:pt x="1521098" y="210425"/>
                      <a:pt x="1521176" y="180450"/>
                    </a:cubicBezTo>
                    <a:lnTo>
                      <a:pt x="1521176" y="67408"/>
                    </a:lnTo>
                    <a:cubicBezTo>
                      <a:pt x="1521176" y="37381"/>
                      <a:pt x="1496834" y="13038"/>
                      <a:pt x="1466807" y="130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81" name="Google Shape;3081;g38b88470f6c_3_1900"/>
              <p:cNvSpPr/>
              <p:nvPr/>
            </p:nvSpPr>
            <p:spPr>
              <a:xfrm>
                <a:off x="674678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82" name="Google Shape;3082;g38b88470f6c_3_1900"/>
              <p:cNvSpPr/>
              <p:nvPr/>
            </p:nvSpPr>
            <p:spPr>
              <a:xfrm>
                <a:off x="686595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83" name="Google Shape;3083;g38b88470f6c_3_1900"/>
              <p:cNvSpPr/>
              <p:nvPr/>
            </p:nvSpPr>
            <p:spPr>
              <a:xfrm>
                <a:off x="6985122"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84" name="Google Shape;3084;g38b88470f6c_3_1900"/>
              <p:cNvSpPr/>
              <p:nvPr/>
            </p:nvSpPr>
            <p:spPr>
              <a:xfrm>
                <a:off x="710429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85" name="Google Shape;3085;g38b88470f6c_3_1900"/>
              <p:cNvSpPr/>
              <p:nvPr/>
            </p:nvSpPr>
            <p:spPr>
              <a:xfrm>
                <a:off x="722346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86" name="Google Shape;3086;g38b88470f6c_3_1900"/>
              <p:cNvSpPr/>
              <p:nvPr/>
            </p:nvSpPr>
            <p:spPr>
              <a:xfrm>
                <a:off x="734263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87" name="Google Shape;3087;g38b88470f6c_3_1900"/>
              <p:cNvSpPr/>
              <p:nvPr/>
            </p:nvSpPr>
            <p:spPr>
              <a:xfrm>
                <a:off x="7461801" y="3888077"/>
                <a:ext cx="95570" cy="192836"/>
              </a:xfrm>
              <a:custGeom>
                <a:rect b="b" l="l" r="r" t="t"/>
                <a:pathLst>
                  <a:path extrusionOk="0" h="192836" w="95570">
                    <a:moveTo>
                      <a:pt x="0" y="0"/>
                    </a:moveTo>
                    <a:lnTo>
                      <a:pt x="95570" y="0"/>
                    </a:lnTo>
                    <a:lnTo>
                      <a:pt x="95570"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88" name="Google Shape;3088;g38b88470f6c_3_1900"/>
              <p:cNvSpPr/>
              <p:nvPr/>
            </p:nvSpPr>
            <p:spPr>
              <a:xfrm>
                <a:off x="7580971" y="3888077"/>
                <a:ext cx="95570" cy="192836"/>
              </a:xfrm>
              <a:custGeom>
                <a:rect b="b" l="l" r="r" t="t"/>
                <a:pathLst>
                  <a:path extrusionOk="0" h="192836" w="95570">
                    <a:moveTo>
                      <a:pt x="0" y="0"/>
                    </a:moveTo>
                    <a:lnTo>
                      <a:pt x="95571" y="0"/>
                    </a:lnTo>
                    <a:lnTo>
                      <a:pt x="95571" y="192836"/>
                    </a:lnTo>
                    <a:lnTo>
                      <a:pt x="0" y="192836"/>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089" name="Google Shape;3089;g38b88470f6c_3_1900"/>
            <p:cNvGrpSpPr/>
            <p:nvPr/>
          </p:nvGrpSpPr>
          <p:grpSpPr>
            <a:xfrm>
              <a:off x="6150150" y="1372824"/>
              <a:ext cx="1654036" cy="1634647"/>
              <a:chOff x="6150150" y="1372824"/>
              <a:chExt cx="1654036" cy="1634647"/>
            </a:xfrm>
          </p:grpSpPr>
          <p:sp>
            <p:nvSpPr>
              <p:cNvPr id="3090" name="Google Shape;3090;g38b88470f6c_3_1900"/>
              <p:cNvSpPr/>
              <p:nvPr/>
            </p:nvSpPr>
            <p:spPr>
              <a:xfrm>
                <a:off x="6318474" y="1530234"/>
                <a:ext cx="1462504" cy="1469935"/>
              </a:xfrm>
              <a:custGeom>
                <a:rect b="b" l="l" r="r" t="t"/>
                <a:pathLst>
                  <a:path extrusionOk="0" h="1469935" w="1462504">
                    <a:moveTo>
                      <a:pt x="1337206" y="738358"/>
                    </a:moveTo>
                    <a:lnTo>
                      <a:pt x="1462504" y="681250"/>
                    </a:lnTo>
                    <a:lnTo>
                      <a:pt x="1436428" y="530788"/>
                    </a:lnTo>
                    <a:lnTo>
                      <a:pt x="1298222" y="520097"/>
                    </a:lnTo>
                    <a:cubicBezTo>
                      <a:pt x="1280594" y="473954"/>
                      <a:pt x="1257334" y="430159"/>
                      <a:pt x="1228989" y="389714"/>
                    </a:cubicBezTo>
                    <a:lnTo>
                      <a:pt x="1300308" y="269371"/>
                    </a:lnTo>
                    <a:lnTo>
                      <a:pt x="1192221" y="161283"/>
                    </a:lnTo>
                    <a:lnTo>
                      <a:pt x="1070965" y="233385"/>
                    </a:lnTo>
                    <a:cubicBezTo>
                      <a:pt x="1001119" y="185835"/>
                      <a:pt x="922041" y="153539"/>
                      <a:pt x="838883" y="138597"/>
                    </a:cubicBezTo>
                    <a:lnTo>
                      <a:pt x="803941" y="0"/>
                    </a:lnTo>
                    <a:lnTo>
                      <a:pt x="651132" y="0"/>
                    </a:lnTo>
                    <a:lnTo>
                      <a:pt x="615929" y="139379"/>
                    </a:lnTo>
                    <a:cubicBezTo>
                      <a:pt x="568587" y="148415"/>
                      <a:pt x="522496" y="163083"/>
                      <a:pt x="478635" y="183057"/>
                    </a:cubicBezTo>
                    <a:lnTo>
                      <a:pt x="369375" y="88530"/>
                    </a:lnTo>
                    <a:lnTo>
                      <a:pt x="244337" y="176147"/>
                    </a:lnTo>
                    <a:lnTo>
                      <a:pt x="296491" y="311354"/>
                    </a:lnTo>
                    <a:cubicBezTo>
                      <a:pt x="262839" y="345684"/>
                      <a:pt x="233385" y="383899"/>
                      <a:pt x="208743" y="425178"/>
                    </a:cubicBezTo>
                    <a:lnTo>
                      <a:pt x="65322" y="410315"/>
                    </a:lnTo>
                    <a:lnTo>
                      <a:pt x="13169" y="553736"/>
                    </a:lnTo>
                    <a:lnTo>
                      <a:pt x="132208" y="634443"/>
                    </a:lnTo>
                    <a:cubicBezTo>
                      <a:pt x="126498" y="667951"/>
                      <a:pt x="123616" y="701890"/>
                      <a:pt x="123603" y="735881"/>
                    </a:cubicBezTo>
                    <a:cubicBezTo>
                      <a:pt x="123603" y="750353"/>
                      <a:pt x="123603" y="764565"/>
                      <a:pt x="125298" y="778777"/>
                    </a:cubicBezTo>
                    <a:lnTo>
                      <a:pt x="0" y="848662"/>
                    </a:lnTo>
                    <a:lnTo>
                      <a:pt x="39115" y="996255"/>
                    </a:lnTo>
                    <a:lnTo>
                      <a:pt x="180971" y="994430"/>
                    </a:lnTo>
                    <a:cubicBezTo>
                      <a:pt x="201989" y="1038708"/>
                      <a:pt x="228261" y="1080287"/>
                      <a:pt x="259201" y="1118293"/>
                    </a:cubicBezTo>
                    <a:lnTo>
                      <a:pt x="197921" y="1245417"/>
                    </a:lnTo>
                    <a:lnTo>
                      <a:pt x="315266" y="1343595"/>
                    </a:lnTo>
                    <a:lnTo>
                      <a:pt x="428699" y="1262367"/>
                    </a:lnTo>
                    <a:cubicBezTo>
                      <a:pt x="471647" y="1287165"/>
                      <a:pt x="517503" y="1306566"/>
                      <a:pt x="565210" y="1320126"/>
                    </a:cubicBezTo>
                    <a:lnTo>
                      <a:pt x="588027" y="1456898"/>
                    </a:lnTo>
                    <a:lnTo>
                      <a:pt x="740183" y="1469936"/>
                    </a:lnTo>
                    <a:lnTo>
                      <a:pt x="786078" y="1340466"/>
                    </a:lnTo>
                    <a:cubicBezTo>
                      <a:pt x="836028" y="1336020"/>
                      <a:pt x="885208" y="1325328"/>
                      <a:pt x="932498" y="1308652"/>
                    </a:cubicBezTo>
                    <a:lnTo>
                      <a:pt x="1028460" y="1406309"/>
                    </a:lnTo>
                    <a:lnTo>
                      <a:pt x="1160798" y="1329905"/>
                    </a:lnTo>
                    <a:lnTo>
                      <a:pt x="1124422" y="1198349"/>
                    </a:lnTo>
                    <a:cubicBezTo>
                      <a:pt x="1162780" y="1165766"/>
                      <a:pt x="1196940" y="1128529"/>
                      <a:pt x="1226120" y="1087523"/>
                    </a:cubicBezTo>
                    <a:lnTo>
                      <a:pt x="1360545" y="1112296"/>
                    </a:lnTo>
                    <a:lnTo>
                      <a:pt x="1425736" y="973960"/>
                    </a:lnTo>
                    <a:lnTo>
                      <a:pt x="1320257" y="886864"/>
                    </a:lnTo>
                    <a:cubicBezTo>
                      <a:pt x="1332056" y="838257"/>
                      <a:pt x="1337754" y="788373"/>
                      <a:pt x="1337206" y="738358"/>
                    </a:cubicBezTo>
                    <a:close/>
                    <a:moveTo>
                      <a:pt x="1111253" y="735750"/>
                    </a:moveTo>
                    <a:cubicBezTo>
                      <a:pt x="1111253" y="946371"/>
                      <a:pt x="940504" y="1117120"/>
                      <a:pt x="729883" y="1117120"/>
                    </a:cubicBezTo>
                    <a:cubicBezTo>
                      <a:pt x="519263" y="1117120"/>
                      <a:pt x="348513" y="946371"/>
                      <a:pt x="348513" y="735750"/>
                    </a:cubicBezTo>
                    <a:cubicBezTo>
                      <a:pt x="348513" y="525130"/>
                      <a:pt x="519263" y="354381"/>
                      <a:pt x="729883" y="354381"/>
                    </a:cubicBezTo>
                    <a:cubicBezTo>
                      <a:pt x="940504" y="354381"/>
                      <a:pt x="1111253" y="525130"/>
                      <a:pt x="1111253" y="735750"/>
                    </a:cubicBezTo>
                    <a:cubicBezTo>
                      <a:pt x="1111253" y="735789"/>
                      <a:pt x="1111253" y="735842"/>
                      <a:pt x="1111253" y="73588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91" name="Google Shape;3091;g38b88470f6c_3_1900"/>
              <p:cNvSpPr/>
              <p:nvPr/>
            </p:nvSpPr>
            <p:spPr>
              <a:xfrm>
                <a:off x="6309854" y="1521890"/>
                <a:ext cx="1477470" cy="1485581"/>
              </a:xfrm>
              <a:custGeom>
                <a:rect b="b" l="l" r="r" t="t"/>
                <a:pathLst>
                  <a:path extrusionOk="0" h="1485581" w="1477470">
                    <a:moveTo>
                      <a:pt x="747500" y="1485582"/>
                    </a:moveTo>
                    <a:lnTo>
                      <a:pt x="747500" y="1485582"/>
                    </a:lnTo>
                    <a:lnTo>
                      <a:pt x="595343" y="1472544"/>
                    </a:lnTo>
                    <a:cubicBezTo>
                      <a:pt x="592123" y="1472283"/>
                      <a:pt x="589489" y="1469871"/>
                      <a:pt x="588954" y="1466676"/>
                    </a:cubicBezTo>
                    <a:lnTo>
                      <a:pt x="566268" y="1333425"/>
                    </a:lnTo>
                    <a:cubicBezTo>
                      <a:pt x="520842" y="1320257"/>
                      <a:pt x="477086" y="1301885"/>
                      <a:pt x="435885" y="1278664"/>
                    </a:cubicBezTo>
                    <a:lnTo>
                      <a:pt x="326103" y="1356894"/>
                    </a:lnTo>
                    <a:cubicBezTo>
                      <a:pt x="323586" y="1358902"/>
                      <a:pt x="320014" y="1358902"/>
                      <a:pt x="317497" y="1356894"/>
                    </a:cubicBezTo>
                    <a:lnTo>
                      <a:pt x="200153" y="1258716"/>
                    </a:lnTo>
                    <a:cubicBezTo>
                      <a:pt x="197675" y="1256643"/>
                      <a:pt x="196919" y="1253148"/>
                      <a:pt x="198327" y="1250241"/>
                    </a:cubicBezTo>
                    <a:lnTo>
                      <a:pt x="257521" y="1127029"/>
                    </a:lnTo>
                    <a:cubicBezTo>
                      <a:pt x="228563" y="1090809"/>
                      <a:pt x="203764" y="1051446"/>
                      <a:pt x="183594" y="1009685"/>
                    </a:cubicBezTo>
                    <a:lnTo>
                      <a:pt x="46301" y="1011380"/>
                    </a:lnTo>
                    <a:cubicBezTo>
                      <a:pt x="43041" y="1011536"/>
                      <a:pt x="40134" y="1009333"/>
                      <a:pt x="39391" y="1006164"/>
                    </a:cubicBezTo>
                    <a:lnTo>
                      <a:pt x="276" y="858571"/>
                    </a:lnTo>
                    <a:cubicBezTo>
                      <a:pt x="-624" y="855481"/>
                      <a:pt x="732" y="852182"/>
                      <a:pt x="3535" y="850618"/>
                    </a:cubicBezTo>
                    <a:lnTo>
                      <a:pt x="124922" y="782818"/>
                    </a:lnTo>
                    <a:cubicBezTo>
                      <a:pt x="124009" y="768215"/>
                      <a:pt x="123618" y="755829"/>
                      <a:pt x="123618" y="743704"/>
                    </a:cubicBezTo>
                    <a:cubicBezTo>
                      <a:pt x="123631" y="710821"/>
                      <a:pt x="126291" y="677991"/>
                      <a:pt x="131571" y="645525"/>
                    </a:cubicBezTo>
                    <a:lnTo>
                      <a:pt x="16183" y="567296"/>
                    </a:lnTo>
                    <a:cubicBezTo>
                      <a:pt x="13523" y="565431"/>
                      <a:pt x="12454" y="562002"/>
                      <a:pt x="13575" y="558951"/>
                    </a:cubicBezTo>
                    <a:lnTo>
                      <a:pt x="65728" y="415530"/>
                    </a:lnTo>
                    <a:cubicBezTo>
                      <a:pt x="66928" y="412531"/>
                      <a:pt x="69953" y="410680"/>
                      <a:pt x="73160" y="410967"/>
                    </a:cubicBezTo>
                    <a:lnTo>
                      <a:pt x="212539" y="425309"/>
                    </a:lnTo>
                    <a:cubicBezTo>
                      <a:pt x="236152" y="386337"/>
                      <a:pt x="264053" y="350117"/>
                      <a:pt x="295723" y="317352"/>
                    </a:cubicBezTo>
                    <a:lnTo>
                      <a:pt x="245787" y="186317"/>
                    </a:lnTo>
                    <a:cubicBezTo>
                      <a:pt x="244574" y="183305"/>
                      <a:pt x="245669" y="179863"/>
                      <a:pt x="248394" y="178103"/>
                    </a:cubicBezTo>
                    <a:lnTo>
                      <a:pt x="373432" y="90486"/>
                    </a:lnTo>
                    <a:cubicBezTo>
                      <a:pt x="375987" y="88465"/>
                      <a:pt x="379612" y="88465"/>
                      <a:pt x="382167" y="90486"/>
                    </a:cubicBezTo>
                    <a:lnTo>
                      <a:pt x="487908" y="181754"/>
                    </a:lnTo>
                    <a:cubicBezTo>
                      <a:pt x="529696" y="163161"/>
                      <a:pt x="573426" y="149301"/>
                      <a:pt x="618291" y="140422"/>
                    </a:cubicBezTo>
                    <a:lnTo>
                      <a:pt x="652321" y="5346"/>
                    </a:lnTo>
                    <a:cubicBezTo>
                      <a:pt x="653181" y="2230"/>
                      <a:pt x="655997" y="52"/>
                      <a:pt x="659231" y="0"/>
                    </a:cubicBezTo>
                    <a:lnTo>
                      <a:pt x="812039" y="0"/>
                    </a:lnTo>
                    <a:cubicBezTo>
                      <a:pt x="815260" y="26"/>
                      <a:pt x="818050" y="2230"/>
                      <a:pt x="818819" y="5346"/>
                    </a:cubicBezTo>
                    <a:lnTo>
                      <a:pt x="852719" y="139510"/>
                    </a:lnTo>
                    <a:cubicBezTo>
                      <a:pt x="933595" y="154647"/>
                      <a:pt x="1010547" y="186056"/>
                      <a:pt x="1078933" y="231821"/>
                    </a:cubicBezTo>
                    <a:lnTo>
                      <a:pt x="1196278" y="162066"/>
                    </a:lnTo>
                    <a:cubicBezTo>
                      <a:pt x="1199029" y="160345"/>
                      <a:pt x="1202614" y="160788"/>
                      <a:pt x="1204883" y="163109"/>
                    </a:cubicBezTo>
                    <a:lnTo>
                      <a:pt x="1312840" y="271066"/>
                    </a:lnTo>
                    <a:cubicBezTo>
                      <a:pt x="1315082" y="273374"/>
                      <a:pt x="1315500" y="276894"/>
                      <a:pt x="1313883" y="279671"/>
                    </a:cubicBezTo>
                    <a:lnTo>
                      <a:pt x="1245302" y="397276"/>
                    </a:lnTo>
                    <a:cubicBezTo>
                      <a:pt x="1271952" y="436170"/>
                      <a:pt x="1294039" y="477997"/>
                      <a:pt x="1311145" y="521922"/>
                    </a:cubicBezTo>
                    <a:lnTo>
                      <a:pt x="1444918" y="532223"/>
                    </a:lnTo>
                    <a:cubicBezTo>
                      <a:pt x="1448138" y="532484"/>
                      <a:pt x="1450772" y="534896"/>
                      <a:pt x="1451306" y="538090"/>
                    </a:cubicBezTo>
                    <a:lnTo>
                      <a:pt x="1477383" y="688552"/>
                    </a:lnTo>
                    <a:cubicBezTo>
                      <a:pt x="1477879" y="691720"/>
                      <a:pt x="1476236" y="694849"/>
                      <a:pt x="1473341" y="696244"/>
                    </a:cubicBezTo>
                    <a:lnTo>
                      <a:pt x="1352085" y="751396"/>
                    </a:lnTo>
                    <a:cubicBezTo>
                      <a:pt x="1351616" y="799090"/>
                      <a:pt x="1345579" y="846563"/>
                      <a:pt x="1334092" y="892862"/>
                    </a:cubicBezTo>
                    <a:lnTo>
                      <a:pt x="1436052" y="977089"/>
                    </a:lnTo>
                    <a:cubicBezTo>
                      <a:pt x="1438516" y="979110"/>
                      <a:pt x="1439324" y="982526"/>
                      <a:pt x="1438007" y="985433"/>
                    </a:cubicBezTo>
                    <a:lnTo>
                      <a:pt x="1373468" y="1123900"/>
                    </a:lnTo>
                    <a:cubicBezTo>
                      <a:pt x="1372099" y="1126821"/>
                      <a:pt x="1368957" y="1128476"/>
                      <a:pt x="1365775" y="1127942"/>
                    </a:cubicBezTo>
                    <a:lnTo>
                      <a:pt x="1235392" y="1103951"/>
                    </a:lnTo>
                    <a:cubicBezTo>
                      <a:pt x="1207256" y="1142675"/>
                      <a:pt x="1174803" y="1178061"/>
                      <a:pt x="1138649" y="1209431"/>
                    </a:cubicBezTo>
                    <a:lnTo>
                      <a:pt x="1173722" y="1336554"/>
                    </a:lnTo>
                    <a:cubicBezTo>
                      <a:pt x="1174582" y="1339671"/>
                      <a:pt x="1173252" y="1342995"/>
                      <a:pt x="1170462" y="1344638"/>
                    </a:cubicBezTo>
                    <a:lnTo>
                      <a:pt x="1038123" y="1421042"/>
                    </a:lnTo>
                    <a:cubicBezTo>
                      <a:pt x="1035346" y="1422568"/>
                      <a:pt x="1031904" y="1422085"/>
                      <a:pt x="1029648" y="1419869"/>
                    </a:cubicBezTo>
                    <a:lnTo>
                      <a:pt x="936685" y="1325472"/>
                    </a:lnTo>
                    <a:cubicBezTo>
                      <a:pt x="891560" y="1340922"/>
                      <a:pt x="844779" y="1351027"/>
                      <a:pt x="797306" y="1355590"/>
                    </a:cubicBezTo>
                    <a:lnTo>
                      <a:pt x="752976" y="1480888"/>
                    </a:lnTo>
                    <a:cubicBezTo>
                      <a:pt x="752129" y="1483326"/>
                      <a:pt x="750042" y="1485113"/>
                      <a:pt x="747500" y="1485582"/>
                    </a:cubicBezTo>
                    <a:close/>
                    <a:moveTo>
                      <a:pt x="601341" y="1458723"/>
                    </a:moveTo>
                    <a:lnTo>
                      <a:pt x="742676" y="1470979"/>
                    </a:lnTo>
                    <a:lnTo>
                      <a:pt x="786745" y="1346594"/>
                    </a:lnTo>
                    <a:cubicBezTo>
                      <a:pt x="787632" y="1343999"/>
                      <a:pt x="790005" y="1342200"/>
                      <a:pt x="792743" y="1342030"/>
                    </a:cubicBezTo>
                    <a:cubicBezTo>
                      <a:pt x="842106" y="1337624"/>
                      <a:pt x="890725" y="1327062"/>
                      <a:pt x="937468" y="1310608"/>
                    </a:cubicBezTo>
                    <a:cubicBezTo>
                      <a:pt x="940062" y="1309695"/>
                      <a:pt x="942957" y="1310360"/>
                      <a:pt x="944900" y="1312303"/>
                    </a:cubicBezTo>
                    <a:lnTo>
                      <a:pt x="1037080" y="1406048"/>
                    </a:lnTo>
                    <a:lnTo>
                      <a:pt x="1159901" y="1335120"/>
                    </a:lnTo>
                    <a:lnTo>
                      <a:pt x="1124958" y="1208779"/>
                    </a:lnTo>
                    <a:cubicBezTo>
                      <a:pt x="1124189" y="1206158"/>
                      <a:pt x="1125063" y="1203329"/>
                      <a:pt x="1127175" y="1201608"/>
                    </a:cubicBezTo>
                    <a:cubicBezTo>
                      <a:pt x="1165038" y="1169351"/>
                      <a:pt x="1198807" y="1132570"/>
                      <a:pt x="1227700" y="1092087"/>
                    </a:cubicBezTo>
                    <a:cubicBezTo>
                      <a:pt x="1229291" y="1089831"/>
                      <a:pt x="1232029" y="1088723"/>
                      <a:pt x="1234741" y="1089218"/>
                    </a:cubicBezTo>
                    <a:lnTo>
                      <a:pt x="1363689" y="1112948"/>
                    </a:lnTo>
                    <a:lnTo>
                      <a:pt x="1423665" y="984521"/>
                    </a:lnTo>
                    <a:lnTo>
                      <a:pt x="1322488" y="900945"/>
                    </a:lnTo>
                    <a:cubicBezTo>
                      <a:pt x="1320272" y="899224"/>
                      <a:pt x="1319346" y="896330"/>
                      <a:pt x="1320141" y="893644"/>
                    </a:cubicBezTo>
                    <a:cubicBezTo>
                      <a:pt x="1332384" y="845624"/>
                      <a:pt x="1338643" y="796261"/>
                      <a:pt x="1338786" y="746702"/>
                    </a:cubicBezTo>
                    <a:cubicBezTo>
                      <a:pt x="1338799" y="743938"/>
                      <a:pt x="1340429" y="741435"/>
                      <a:pt x="1342958" y="740314"/>
                    </a:cubicBezTo>
                    <a:lnTo>
                      <a:pt x="1463302" y="685423"/>
                    </a:lnTo>
                    <a:lnTo>
                      <a:pt x="1438659" y="545782"/>
                    </a:lnTo>
                    <a:lnTo>
                      <a:pt x="1305799" y="535482"/>
                    </a:lnTo>
                    <a:cubicBezTo>
                      <a:pt x="1303074" y="535287"/>
                      <a:pt x="1300727" y="533487"/>
                      <a:pt x="1299801" y="530919"/>
                    </a:cubicBezTo>
                    <a:cubicBezTo>
                      <a:pt x="1282421" y="485167"/>
                      <a:pt x="1259474" y="441724"/>
                      <a:pt x="1231481" y="401579"/>
                    </a:cubicBezTo>
                    <a:cubicBezTo>
                      <a:pt x="1229994" y="399232"/>
                      <a:pt x="1229994" y="396233"/>
                      <a:pt x="1231481" y="393887"/>
                    </a:cubicBezTo>
                    <a:lnTo>
                      <a:pt x="1299932" y="278237"/>
                    </a:lnTo>
                    <a:lnTo>
                      <a:pt x="1199668" y="177972"/>
                    </a:lnTo>
                    <a:lnTo>
                      <a:pt x="1083105" y="247206"/>
                    </a:lnTo>
                    <a:cubicBezTo>
                      <a:pt x="1080811" y="248705"/>
                      <a:pt x="1077838" y="248705"/>
                      <a:pt x="1075543" y="247206"/>
                    </a:cubicBezTo>
                    <a:cubicBezTo>
                      <a:pt x="1006584" y="200437"/>
                      <a:pt x="928589" y="168624"/>
                      <a:pt x="846591" y="153852"/>
                    </a:cubicBezTo>
                    <a:cubicBezTo>
                      <a:pt x="843853" y="153369"/>
                      <a:pt x="841663" y="151322"/>
                      <a:pt x="840984" y="148636"/>
                    </a:cubicBezTo>
                    <a:lnTo>
                      <a:pt x="807215" y="15385"/>
                    </a:lnTo>
                    <a:lnTo>
                      <a:pt x="665228" y="15385"/>
                    </a:lnTo>
                    <a:lnTo>
                      <a:pt x="631459" y="149549"/>
                    </a:lnTo>
                    <a:cubicBezTo>
                      <a:pt x="630755" y="152222"/>
                      <a:pt x="628565" y="154256"/>
                      <a:pt x="625853" y="154764"/>
                    </a:cubicBezTo>
                    <a:cubicBezTo>
                      <a:pt x="579058" y="163669"/>
                      <a:pt x="533503" y="178116"/>
                      <a:pt x="490124" y="197791"/>
                    </a:cubicBezTo>
                    <a:cubicBezTo>
                      <a:pt x="487621" y="198964"/>
                      <a:pt x="484661" y="198547"/>
                      <a:pt x="482562" y="196748"/>
                    </a:cubicBezTo>
                    <a:lnTo>
                      <a:pt x="377604" y="105480"/>
                    </a:lnTo>
                    <a:lnTo>
                      <a:pt x="261433" y="186708"/>
                    </a:lnTo>
                    <a:lnTo>
                      <a:pt x="311109" y="317091"/>
                    </a:lnTo>
                    <a:cubicBezTo>
                      <a:pt x="312087" y="319659"/>
                      <a:pt x="311474" y="322567"/>
                      <a:pt x="309544" y="324523"/>
                    </a:cubicBezTo>
                    <a:cubicBezTo>
                      <a:pt x="276349" y="358514"/>
                      <a:pt x="247247" y="396272"/>
                      <a:pt x="222839" y="437043"/>
                    </a:cubicBezTo>
                    <a:cubicBezTo>
                      <a:pt x="221405" y="439377"/>
                      <a:pt x="218785" y="440694"/>
                      <a:pt x="216060" y="440433"/>
                    </a:cubicBezTo>
                    <a:lnTo>
                      <a:pt x="77723" y="426221"/>
                    </a:lnTo>
                    <a:lnTo>
                      <a:pt x="29221" y="559473"/>
                    </a:lnTo>
                    <a:lnTo>
                      <a:pt x="143697" y="637702"/>
                    </a:lnTo>
                    <a:cubicBezTo>
                      <a:pt x="146018" y="639228"/>
                      <a:pt x="147204" y="642005"/>
                      <a:pt x="146696" y="644743"/>
                    </a:cubicBezTo>
                    <a:cubicBezTo>
                      <a:pt x="141115" y="677873"/>
                      <a:pt x="138273" y="711408"/>
                      <a:pt x="138221" y="745007"/>
                    </a:cubicBezTo>
                    <a:cubicBezTo>
                      <a:pt x="138221" y="758046"/>
                      <a:pt x="138221" y="771084"/>
                      <a:pt x="139916" y="787382"/>
                    </a:cubicBezTo>
                    <a:cubicBezTo>
                      <a:pt x="140033" y="790107"/>
                      <a:pt x="138625" y="792675"/>
                      <a:pt x="136265" y="794031"/>
                    </a:cubicBezTo>
                    <a:lnTo>
                      <a:pt x="15791" y="861309"/>
                    </a:lnTo>
                    <a:lnTo>
                      <a:pt x="52560" y="998211"/>
                    </a:lnTo>
                    <a:lnTo>
                      <a:pt x="189201" y="995734"/>
                    </a:lnTo>
                    <a:lnTo>
                      <a:pt x="189201" y="995734"/>
                    </a:lnTo>
                    <a:cubicBezTo>
                      <a:pt x="191939" y="995721"/>
                      <a:pt x="194429" y="997298"/>
                      <a:pt x="195590" y="999775"/>
                    </a:cubicBezTo>
                    <a:cubicBezTo>
                      <a:pt x="216203" y="1043532"/>
                      <a:pt x="242032" y="1084642"/>
                      <a:pt x="272515" y="1122205"/>
                    </a:cubicBezTo>
                    <a:cubicBezTo>
                      <a:pt x="274223" y="1124304"/>
                      <a:pt x="274575" y="1127186"/>
                      <a:pt x="273428" y="1129637"/>
                    </a:cubicBezTo>
                    <a:lnTo>
                      <a:pt x="214495" y="1251936"/>
                    </a:lnTo>
                    <a:lnTo>
                      <a:pt x="323104" y="1343204"/>
                    </a:lnTo>
                    <a:lnTo>
                      <a:pt x="432104" y="1264974"/>
                    </a:lnTo>
                    <a:cubicBezTo>
                      <a:pt x="434451" y="1263488"/>
                      <a:pt x="437449" y="1263488"/>
                      <a:pt x="439796" y="1264974"/>
                    </a:cubicBezTo>
                    <a:cubicBezTo>
                      <a:pt x="482288" y="1289382"/>
                      <a:pt x="527609" y="1308522"/>
                      <a:pt x="574743" y="1321951"/>
                    </a:cubicBezTo>
                    <a:cubicBezTo>
                      <a:pt x="577389" y="1322669"/>
                      <a:pt x="579371" y="1324859"/>
                      <a:pt x="579828" y="1327558"/>
                    </a:cubicBezTo>
                    <a:close/>
                    <a:moveTo>
                      <a:pt x="738504" y="1132766"/>
                    </a:moveTo>
                    <a:cubicBezTo>
                      <a:pt x="523985" y="1132688"/>
                      <a:pt x="350145" y="958744"/>
                      <a:pt x="350224" y="744225"/>
                    </a:cubicBezTo>
                    <a:cubicBezTo>
                      <a:pt x="350302" y="529706"/>
                      <a:pt x="524245" y="355867"/>
                      <a:pt x="738764" y="355945"/>
                    </a:cubicBezTo>
                    <a:cubicBezTo>
                      <a:pt x="953231" y="356023"/>
                      <a:pt x="1127044" y="529889"/>
                      <a:pt x="1127044" y="744356"/>
                    </a:cubicBezTo>
                    <a:cubicBezTo>
                      <a:pt x="1126679" y="958744"/>
                      <a:pt x="952892" y="1132414"/>
                      <a:pt x="738504" y="1132636"/>
                    </a:cubicBezTo>
                    <a:close/>
                    <a:moveTo>
                      <a:pt x="738504" y="370026"/>
                    </a:moveTo>
                    <a:cubicBezTo>
                      <a:pt x="531769" y="370026"/>
                      <a:pt x="364174" y="537621"/>
                      <a:pt x="364174" y="744356"/>
                    </a:cubicBezTo>
                    <a:cubicBezTo>
                      <a:pt x="364174" y="951090"/>
                      <a:pt x="531769" y="1118685"/>
                      <a:pt x="738504" y="1118685"/>
                    </a:cubicBezTo>
                    <a:cubicBezTo>
                      <a:pt x="945238" y="1118685"/>
                      <a:pt x="1112833" y="951090"/>
                      <a:pt x="1112833" y="744356"/>
                    </a:cubicBezTo>
                    <a:cubicBezTo>
                      <a:pt x="1112689" y="537660"/>
                      <a:pt x="945199" y="370118"/>
                      <a:pt x="738504" y="3698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92" name="Google Shape;3092;g38b88470f6c_3_1900"/>
              <p:cNvSpPr/>
              <p:nvPr/>
            </p:nvSpPr>
            <p:spPr>
              <a:xfrm>
                <a:off x="6160586" y="2392657"/>
                <a:ext cx="73464" cy="173729"/>
              </a:xfrm>
              <a:custGeom>
                <a:rect b="b" l="l" r="r" t="t"/>
                <a:pathLst>
                  <a:path extrusionOk="0" h="173729" w="73464">
                    <a:moveTo>
                      <a:pt x="52408" y="173729"/>
                    </a:moveTo>
                    <a:cubicBezTo>
                      <a:pt x="43229" y="173703"/>
                      <a:pt x="35106" y="167745"/>
                      <a:pt x="32329" y="158996"/>
                    </a:cubicBezTo>
                    <a:cubicBezTo>
                      <a:pt x="18196" y="115031"/>
                      <a:pt x="7465" y="70049"/>
                      <a:pt x="255" y="24441"/>
                    </a:cubicBezTo>
                    <a:cubicBezTo>
                      <a:pt x="-1544" y="12889"/>
                      <a:pt x="6370" y="2054"/>
                      <a:pt x="17922" y="255"/>
                    </a:cubicBezTo>
                    <a:cubicBezTo>
                      <a:pt x="29474" y="-1544"/>
                      <a:pt x="40309" y="6370"/>
                      <a:pt x="42108" y="17922"/>
                    </a:cubicBezTo>
                    <a:cubicBezTo>
                      <a:pt x="49005" y="61352"/>
                      <a:pt x="59201" y="104209"/>
                      <a:pt x="72618" y="146088"/>
                    </a:cubicBezTo>
                    <a:cubicBezTo>
                      <a:pt x="75799" y="157040"/>
                      <a:pt x="69749" y="168553"/>
                      <a:pt x="58927" y="172165"/>
                    </a:cubicBezTo>
                    <a:cubicBezTo>
                      <a:pt x="56867" y="173064"/>
                      <a:pt x="54651" y="173599"/>
                      <a:pt x="52408" y="17372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93" name="Google Shape;3093;g38b88470f6c_3_1900"/>
              <p:cNvSpPr/>
              <p:nvPr/>
            </p:nvSpPr>
            <p:spPr>
              <a:xfrm>
                <a:off x="6150150" y="1372824"/>
                <a:ext cx="1592671" cy="947920"/>
              </a:xfrm>
              <a:custGeom>
                <a:rect b="b" l="l" r="r" t="t"/>
                <a:pathLst>
                  <a:path extrusionOk="0" h="947920" w="1592671">
                    <a:moveTo>
                      <a:pt x="21252" y="947921"/>
                    </a:moveTo>
                    <a:cubicBezTo>
                      <a:pt x="9766" y="947921"/>
                      <a:pt x="352" y="938807"/>
                      <a:pt x="0" y="927321"/>
                    </a:cubicBezTo>
                    <a:cubicBezTo>
                      <a:pt x="0" y="919106"/>
                      <a:pt x="0" y="910892"/>
                      <a:pt x="0" y="902678"/>
                    </a:cubicBezTo>
                    <a:cubicBezTo>
                      <a:pt x="117" y="404016"/>
                      <a:pt x="404461" y="-123"/>
                      <a:pt x="903123" y="0"/>
                    </a:cubicBezTo>
                    <a:cubicBezTo>
                      <a:pt x="1166144" y="65"/>
                      <a:pt x="1416062" y="114814"/>
                      <a:pt x="1587541" y="314261"/>
                    </a:cubicBezTo>
                    <a:cubicBezTo>
                      <a:pt x="1595168" y="323114"/>
                      <a:pt x="1594178" y="336491"/>
                      <a:pt x="1585325" y="344118"/>
                    </a:cubicBezTo>
                    <a:cubicBezTo>
                      <a:pt x="1576472" y="351746"/>
                      <a:pt x="1563094" y="350755"/>
                      <a:pt x="1555467" y="341902"/>
                    </a:cubicBezTo>
                    <a:cubicBezTo>
                      <a:pt x="1245834" y="-18645"/>
                      <a:pt x="702542" y="-59916"/>
                      <a:pt x="341994" y="249721"/>
                    </a:cubicBezTo>
                    <a:cubicBezTo>
                      <a:pt x="151635" y="413195"/>
                      <a:pt x="42114" y="651626"/>
                      <a:pt x="42114" y="902548"/>
                    </a:cubicBezTo>
                    <a:cubicBezTo>
                      <a:pt x="42114" y="910371"/>
                      <a:pt x="42114" y="918194"/>
                      <a:pt x="42114" y="926017"/>
                    </a:cubicBezTo>
                    <a:cubicBezTo>
                      <a:pt x="42479" y="937673"/>
                      <a:pt x="33326" y="947426"/>
                      <a:pt x="21657" y="947791"/>
                    </a:cubicBezTo>
                    <a:cubicBezTo>
                      <a:pt x="21617" y="947791"/>
                      <a:pt x="21565" y="947791"/>
                      <a:pt x="21513" y="94779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94" name="Google Shape;3094;g38b88470f6c_3_1900"/>
              <p:cNvSpPr/>
              <p:nvPr/>
            </p:nvSpPr>
            <p:spPr>
              <a:xfrm>
                <a:off x="7625432" y="1620850"/>
                <a:ext cx="178754" cy="192966"/>
              </a:xfrm>
              <a:custGeom>
                <a:rect b="b" l="l" r="r" t="t"/>
                <a:pathLst>
                  <a:path extrusionOk="0" h="192966" w="178754">
                    <a:moveTo>
                      <a:pt x="155416" y="0"/>
                    </a:moveTo>
                    <a:lnTo>
                      <a:pt x="178755" y="192967"/>
                    </a:lnTo>
                    <a:lnTo>
                      <a:pt x="0" y="116823"/>
                    </a:lnTo>
                    <a:lnTo>
                      <a:pt x="155416" y="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095" name="Google Shape;3095;g38b88470f6c_3_1900"/>
            <p:cNvGrpSpPr/>
            <p:nvPr/>
          </p:nvGrpSpPr>
          <p:grpSpPr>
            <a:xfrm>
              <a:off x="7567967" y="2334044"/>
              <a:ext cx="1372636" cy="1390272"/>
              <a:chOff x="7567967" y="2334044"/>
              <a:chExt cx="1372636" cy="1390272"/>
            </a:xfrm>
          </p:grpSpPr>
          <p:sp>
            <p:nvSpPr>
              <p:cNvPr id="3096" name="Google Shape;3096;g38b88470f6c_3_1900"/>
              <p:cNvSpPr/>
              <p:nvPr/>
            </p:nvSpPr>
            <p:spPr>
              <a:xfrm>
                <a:off x="7574582" y="2341867"/>
                <a:ext cx="1224816" cy="1222599"/>
              </a:xfrm>
              <a:custGeom>
                <a:rect b="b" l="l" r="r" t="t"/>
                <a:pathLst>
                  <a:path extrusionOk="0" h="1222599" w="1224816">
                    <a:moveTo>
                      <a:pt x="1117772" y="613712"/>
                    </a:moveTo>
                    <a:lnTo>
                      <a:pt x="1224816" y="581768"/>
                    </a:lnTo>
                    <a:lnTo>
                      <a:pt x="1197175" y="425309"/>
                    </a:lnTo>
                    <a:lnTo>
                      <a:pt x="1084916" y="432089"/>
                    </a:lnTo>
                    <a:cubicBezTo>
                      <a:pt x="1070260" y="393548"/>
                      <a:pt x="1050951" y="356949"/>
                      <a:pt x="1027417" y="323089"/>
                    </a:cubicBezTo>
                    <a:lnTo>
                      <a:pt x="1097954" y="234168"/>
                    </a:lnTo>
                    <a:lnTo>
                      <a:pt x="985564" y="122299"/>
                    </a:lnTo>
                    <a:lnTo>
                      <a:pt x="895861" y="193488"/>
                    </a:lnTo>
                    <a:cubicBezTo>
                      <a:pt x="837788" y="154243"/>
                      <a:pt x="772153" y="127593"/>
                      <a:pt x="703155" y="115259"/>
                    </a:cubicBezTo>
                    <a:lnTo>
                      <a:pt x="690117" y="0"/>
                    </a:lnTo>
                    <a:lnTo>
                      <a:pt x="531049" y="0"/>
                    </a:lnTo>
                    <a:lnTo>
                      <a:pt x="518011" y="116041"/>
                    </a:lnTo>
                    <a:cubicBezTo>
                      <a:pt x="478584" y="123525"/>
                      <a:pt x="440199" y="135703"/>
                      <a:pt x="403666" y="152287"/>
                    </a:cubicBezTo>
                    <a:lnTo>
                      <a:pt x="325436" y="64540"/>
                    </a:lnTo>
                    <a:lnTo>
                      <a:pt x="195053" y="155808"/>
                    </a:lnTo>
                    <a:lnTo>
                      <a:pt x="250987" y="259201"/>
                    </a:lnTo>
                    <a:cubicBezTo>
                      <a:pt x="222994" y="287755"/>
                      <a:pt x="198482" y="319529"/>
                      <a:pt x="177973" y="353859"/>
                    </a:cubicBezTo>
                    <a:lnTo>
                      <a:pt x="63757" y="326609"/>
                    </a:lnTo>
                    <a:lnTo>
                      <a:pt x="9779" y="474333"/>
                    </a:lnTo>
                    <a:lnTo>
                      <a:pt x="114085" y="526486"/>
                    </a:lnTo>
                    <a:cubicBezTo>
                      <a:pt x="109313" y="554349"/>
                      <a:pt x="106914" y="582577"/>
                      <a:pt x="106914" y="610844"/>
                    </a:cubicBezTo>
                    <a:cubicBezTo>
                      <a:pt x="106914" y="622839"/>
                      <a:pt x="106914" y="634704"/>
                      <a:pt x="108348" y="646569"/>
                    </a:cubicBezTo>
                    <a:lnTo>
                      <a:pt x="0" y="689334"/>
                    </a:lnTo>
                    <a:lnTo>
                      <a:pt x="41071" y="842795"/>
                    </a:lnTo>
                    <a:lnTo>
                      <a:pt x="154895" y="825975"/>
                    </a:lnTo>
                    <a:cubicBezTo>
                      <a:pt x="172379" y="862822"/>
                      <a:pt x="194271" y="897412"/>
                      <a:pt x="220086" y="928978"/>
                    </a:cubicBezTo>
                    <a:lnTo>
                      <a:pt x="156981" y="1024548"/>
                    </a:lnTo>
                    <a:lnTo>
                      <a:pt x="278759" y="1126638"/>
                    </a:lnTo>
                    <a:lnTo>
                      <a:pt x="360900" y="1048408"/>
                    </a:lnTo>
                    <a:cubicBezTo>
                      <a:pt x="396690" y="1068996"/>
                      <a:pt x="434879" y="1085111"/>
                      <a:pt x="474594" y="1096389"/>
                    </a:cubicBezTo>
                    <a:lnTo>
                      <a:pt x="477592" y="1208779"/>
                    </a:lnTo>
                    <a:lnTo>
                      <a:pt x="635877" y="1222600"/>
                    </a:lnTo>
                    <a:lnTo>
                      <a:pt x="658303" y="1113469"/>
                    </a:lnTo>
                    <a:cubicBezTo>
                      <a:pt x="699817" y="1109845"/>
                      <a:pt x="740718" y="1101083"/>
                      <a:pt x="780081" y="1087393"/>
                    </a:cubicBezTo>
                    <a:lnTo>
                      <a:pt x="846185" y="1176444"/>
                    </a:lnTo>
                    <a:lnTo>
                      <a:pt x="983739" y="1097041"/>
                    </a:lnTo>
                    <a:lnTo>
                      <a:pt x="939800" y="995603"/>
                    </a:lnTo>
                    <a:cubicBezTo>
                      <a:pt x="971639" y="968419"/>
                      <a:pt x="1000050" y="937466"/>
                      <a:pt x="1024418" y="903423"/>
                    </a:cubicBezTo>
                    <a:lnTo>
                      <a:pt x="1129506" y="938365"/>
                    </a:lnTo>
                    <a:lnTo>
                      <a:pt x="1196654" y="794944"/>
                    </a:lnTo>
                    <a:lnTo>
                      <a:pt x="1101865" y="737315"/>
                    </a:lnTo>
                    <a:cubicBezTo>
                      <a:pt x="1112283" y="696935"/>
                      <a:pt x="1117629" y="655408"/>
                      <a:pt x="1117772" y="613712"/>
                    </a:cubicBezTo>
                    <a:close/>
                    <a:moveTo>
                      <a:pt x="929760" y="611496"/>
                    </a:moveTo>
                    <a:cubicBezTo>
                      <a:pt x="929760" y="786769"/>
                      <a:pt x="787682" y="928847"/>
                      <a:pt x="612408" y="928847"/>
                    </a:cubicBezTo>
                    <a:cubicBezTo>
                      <a:pt x="437135" y="928847"/>
                      <a:pt x="295056" y="786769"/>
                      <a:pt x="295056" y="611496"/>
                    </a:cubicBezTo>
                    <a:cubicBezTo>
                      <a:pt x="295056" y="436222"/>
                      <a:pt x="437135" y="294144"/>
                      <a:pt x="612408" y="294144"/>
                    </a:cubicBezTo>
                    <a:cubicBezTo>
                      <a:pt x="612448" y="294144"/>
                      <a:pt x="612500" y="294144"/>
                      <a:pt x="612539" y="294144"/>
                    </a:cubicBezTo>
                    <a:cubicBezTo>
                      <a:pt x="787734" y="294144"/>
                      <a:pt x="929760" y="436170"/>
                      <a:pt x="929760" y="611365"/>
                    </a:cubicBezTo>
                    <a:cubicBezTo>
                      <a:pt x="929760" y="611404"/>
                      <a:pt x="929760" y="611456"/>
                      <a:pt x="929760" y="61149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97" name="Google Shape;3097;g38b88470f6c_3_1900"/>
              <p:cNvSpPr/>
              <p:nvPr/>
            </p:nvSpPr>
            <p:spPr>
              <a:xfrm>
                <a:off x="7567967" y="2334044"/>
                <a:ext cx="1238465" cy="1238383"/>
              </a:xfrm>
              <a:custGeom>
                <a:rect b="b" l="l" r="r" t="t"/>
                <a:pathLst>
                  <a:path extrusionOk="0" h="1238383" w="1238465">
                    <a:moveTo>
                      <a:pt x="642362" y="1238376"/>
                    </a:moveTo>
                    <a:lnTo>
                      <a:pt x="641710" y="1238376"/>
                    </a:lnTo>
                    <a:lnTo>
                      <a:pt x="483556" y="1225338"/>
                    </a:lnTo>
                    <a:cubicBezTo>
                      <a:pt x="479970" y="1225077"/>
                      <a:pt x="477154" y="1222157"/>
                      <a:pt x="477037" y="1218558"/>
                    </a:cubicBezTo>
                    <a:lnTo>
                      <a:pt x="474168" y="1111253"/>
                    </a:lnTo>
                    <a:cubicBezTo>
                      <a:pt x="437348" y="1100418"/>
                      <a:pt x="401884" y="1085463"/>
                      <a:pt x="368427" y="1066662"/>
                    </a:cubicBezTo>
                    <a:lnTo>
                      <a:pt x="290198" y="1140850"/>
                    </a:lnTo>
                    <a:cubicBezTo>
                      <a:pt x="287525" y="1143236"/>
                      <a:pt x="283483" y="1143236"/>
                      <a:pt x="280810" y="1140850"/>
                    </a:cubicBezTo>
                    <a:lnTo>
                      <a:pt x="159033" y="1038760"/>
                    </a:lnTo>
                    <a:cubicBezTo>
                      <a:pt x="156295" y="1036400"/>
                      <a:pt x="155734" y="1032384"/>
                      <a:pt x="157729" y="1029372"/>
                    </a:cubicBezTo>
                    <a:lnTo>
                      <a:pt x="217966" y="938104"/>
                    </a:lnTo>
                    <a:cubicBezTo>
                      <a:pt x="194471" y="908521"/>
                      <a:pt x="174313" y="876420"/>
                      <a:pt x="157859" y="842403"/>
                    </a:cubicBezTo>
                    <a:lnTo>
                      <a:pt x="49120" y="858571"/>
                    </a:lnTo>
                    <a:cubicBezTo>
                      <a:pt x="45548" y="859145"/>
                      <a:pt x="42144" y="856876"/>
                      <a:pt x="41297" y="853356"/>
                    </a:cubicBezTo>
                    <a:lnTo>
                      <a:pt x="226" y="699634"/>
                    </a:lnTo>
                    <a:cubicBezTo>
                      <a:pt x="-673" y="696166"/>
                      <a:pt x="1178" y="692567"/>
                      <a:pt x="4529" y="691290"/>
                    </a:cubicBezTo>
                    <a:lnTo>
                      <a:pt x="108053" y="650349"/>
                    </a:lnTo>
                    <a:cubicBezTo>
                      <a:pt x="107271" y="638745"/>
                      <a:pt x="107010" y="628836"/>
                      <a:pt x="107010" y="619318"/>
                    </a:cubicBezTo>
                    <a:cubicBezTo>
                      <a:pt x="107023" y="592381"/>
                      <a:pt x="109161" y="565483"/>
                      <a:pt x="113399" y="538872"/>
                    </a:cubicBezTo>
                    <a:lnTo>
                      <a:pt x="13265" y="488936"/>
                    </a:lnTo>
                    <a:cubicBezTo>
                      <a:pt x="10031" y="487358"/>
                      <a:pt x="8506" y="483590"/>
                      <a:pt x="9745" y="480200"/>
                    </a:cubicBezTo>
                    <a:lnTo>
                      <a:pt x="64114" y="330911"/>
                    </a:lnTo>
                    <a:cubicBezTo>
                      <a:pt x="65431" y="327587"/>
                      <a:pt x="68964" y="325709"/>
                      <a:pt x="72459" y="326479"/>
                    </a:cubicBezTo>
                    <a:lnTo>
                      <a:pt x="181589" y="352555"/>
                    </a:lnTo>
                    <a:cubicBezTo>
                      <a:pt x="200912" y="320950"/>
                      <a:pt x="223598" y="291523"/>
                      <a:pt x="249258" y="264807"/>
                    </a:cubicBezTo>
                    <a:lnTo>
                      <a:pt x="195801" y="165977"/>
                    </a:lnTo>
                    <a:cubicBezTo>
                      <a:pt x="194106" y="162809"/>
                      <a:pt x="195057" y="158884"/>
                      <a:pt x="198017" y="156851"/>
                    </a:cubicBezTo>
                    <a:lnTo>
                      <a:pt x="328400" y="65583"/>
                    </a:lnTo>
                    <a:cubicBezTo>
                      <a:pt x="331360" y="63496"/>
                      <a:pt x="335428" y="64005"/>
                      <a:pt x="337788" y="66756"/>
                    </a:cubicBezTo>
                    <a:lnTo>
                      <a:pt x="412106" y="150592"/>
                    </a:lnTo>
                    <a:cubicBezTo>
                      <a:pt x="446018" y="135585"/>
                      <a:pt x="481483" y="124346"/>
                      <a:pt x="517846" y="117084"/>
                    </a:cubicBezTo>
                    <a:lnTo>
                      <a:pt x="530885" y="6258"/>
                    </a:lnTo>
                    <a:cubicBezTo>
                      <a:pt x="531341" y="2712"/>
                      <a:pt x="534340" y="39"/>
                      <a:pt x="537925" y="0"/>
                    </a:cubicBezTo>
                    <a:lnTo>
                      <a:pt x="696862" y="0"/>
                    </a:lnTo>
                    <a:cubicBezTo>
                      <a:pt x="700408" y="39"/>
                      <a:pt x="703381" y="2725"/>
                      <a:pt x="703772" y="6258"/>
                    </a:cubicBezTo>
                    <a:lnTo>
                      <a:pt x="716810" y="116432"/>
                    </a:lnTo>
                    <a:cubicBezTo>
                      <a:pt x="783215" y="129027"/>
                      <a:pt x="846437" y="154790"/>
                      <a:pt x="902736" y="192184"/>
                    </a:cubicBezTo>
                    <a:lnTo>
                      <a:pt x="988398" y="124255"/>
                    </a:lnTo>
                    <a:cubicBezTo>
                      <a:pt x="991097" y="121921"/>
                      <a:pt x="995087" y="121921"/>
                      <a:pt x="997786" y="124255"/>
                    </a:cubicBezTo>
                    <a:lnTo>
                      <a:pt x="1110045" y="236645"/>
                    </a:lnTo>
                    <a:cubicBezTo>
                      <a:pt x="1112431" y="239318"/>
                      <a:pt x="1112431" y="243359"/>
                      <a:pt x="1110045" y="246032"/>
                    </a:cubicBezTo>
                    <a:lnTo>
                      <a:pt x="1042767" y="330781"/>
                    </a:lnTo>
                    <a:cubicBezTo>
                      <a:pt x="1064359" y="362438"/>
                      <a:pt x="1082339" y="396429"/>
                      <a:pt x="1096355" y="432089"/>
                    </a:cubicBezTo>
                    <a:lnTo>
                      <a:pt x="1203399" y="425700"/>
                    </a:lnTo>
                    <a:cubicBezTo>
                      <a:pt x="1206998" y="425504"/>
                      <a:pt x="1210179" y="428021"/>
                      <a:pt x="1210831" y="431567"/>
                    </a:cubicBezTo>
                    <a:lnTo>
                      <a:pt x="1238342" y="588026"/>
                    </a:lnTo>
                    <a:cubicBezTo>
                      <a:pt x="1239020" y="591560"/>
                      <a:pt x="1236856" y="595028"/>
                      <a:pt x="1233387" y="595980"/>
                    </a:cubicBezTo>
                    <a:lnTo>
                      <a:pt x="1131428" y="626359"/>
                    </a:lnTo>
                    <a:cubicBezTo>
                      <a:pt x="1130906" y="665161"/>
                      <a:pt x="1126004" y="703780"/>
                      <a:pt x="1116825" y="741487"/>
                    </a:cubicBezTo>
                    <a:lnTo>
                      <a:pt x="1206789" y="796769"/>
                    </a:lnTo>
                    <a:cubicBezTo>
                      <a:pt x="1209814" y="798673"/>
                      <a:pt x="1210987" y="802506"/>
                      <a:pt x="1209527" y="805766"/>
                    </a:cubicBezTo>
                    <a:lnTo>
                      <a:pt x="1142380" y="949187"/>
                    </a:lnTo>
                    <a:cubicBezTo>
                      <a:pt x="1140855" y="952407"/>
                      <a:pt x="1137191" y="954024"/>
                      <a:pt x="1133775" y="952968"/>
                    </a:cubicBezTo>
                    <a:lnTo>
                      <a:pt x="1033510" y="919590"/>
                    </a:lnTo>
                    <a:cubicBezTo>
                      <a:pt x="1010745" y="951038"/>
                      <a:pt x="984499" y="979814"/>
                      <a:pt x="955281" y="1005382"/>
                    </a:cubicBezTo>
                    <a:lnTo>
                      <a:pt x="997133" y="1102126"/>
                    </a:lnTo>
                    <a:cubicBezTo>
                      <a:pt x="998555" y="1105386"/>
                      <a:pt x="997316" y="1109180"/>
                      <a:pt x="994265" y="1110992"/>
                    </a:cubicBezTo>
                    <a:lnTo>
                      <a:pt x="856581" y="1190395"/>
                    </a:lnTo>
                    <a:cubicBezTo>
                      <a:pt x="853517" y="1192234"/>
                      <a:pt x="849566" y="1191438"/>
                      <a:pt x="847454" y="1188570"/>
                    </a:cubicBezTo>
                    <a:lnTo>
                      <a:pt x="784349" y="1103560"/>
                    </a:lnTo>
                    <a:cubicBezTo>
                      <a:pt x="747633" y="1116012"/>
                      <a:pt x="709626" y="1124239"/>
                      <a:pt x="671046" y="1128072"/>
                    </a:cubicBezTo>
                    <a:lnTo>
                      <a:pt x="649663" y="1232379"/>
                    </a:lnTo>
                    <a:cubicBezTo>
                      <a:pt x="649129" y="1235951"/>
                      <a:pt x="645974" y="1238546"/>
                      <a:pt x="642362" y="1238376"/>
                    </a:cubicBezTo>
                    <a:close/>
                    <a:moveTo>
                      <a:pt x="490988" y="1210865"/>
                    </a:moveTo>
                    <a:lnTo>
                      <a:pt x="636756" y="1223904"/>
                    </a:lnTo>
                    <a:lnTo>
                      <a:pt x="657747" y="1120901"/>
                    </a:lnTo>
                    <a:cubicBezTo>
                      <a:pt x="658425" y="1117837"/>
                      <a:pt x="661007" y="1115568"/>
                      <a:pt x="664136" y="1115295"/>
                    </a:cubicBezTo>
                    <a:cubicBezTo>
                      <a:pt x="705089" y="1111605"/>
                      <a:pt x="745416" y="1102843"/>
                      <a:pt x="784218" y="1089218"/>
                    </a:cubicBezTo>
                    <a:cubicBezTo>
                      <a:pt x="787165" y="1088201"/>
                      <a:pt x="790438" y="1089205"/>
                      <a:pt x="792302" y="1091695"/>
                    </a:cubicBezTo>
                    <a:lnTo>
                      <a:pt x="854625" y="1175662"/>
                    </a:lnTo>
                    <a:lnTo>
                      <a:pt x="981357" y="1102517"/>
                    </a:lnTo>
                    <a:lnTo>
                      <a:pt x="939765" y="1006816"/>
                    </a:lnTo>
                    <a:cubicBezTo>
                      <a:pt x="938605" y="1003935"/>
                      <a:pt x="939387" y="1000649"/>
                      <a:pt x="941721" y="998602"/>
                    </a:cubicBezTo>
                    <a:cubicBezTo>
                      <a:pt x="973221" y="971795"/>
                      <a:pt x="1001202" y="941129"/>
                      <a:pt x="1025036" y="907334"/>
                    </a:cubicBezTo>
                    <a:cubicBezTo>
                      <a:pt x="1026913" y="904857"/>
                      <a:pt x="1030147" y="903814"/>
                      <a:pt x="1033119" y="904726"/>
                    </a:cubicBezTo>
                    <a:lnTo>
                      <a:pt x="1132210" y="937844"/>
                    </a:lnTo>
                    <a:lnTo>
                      <a:pt x="1194012" y="805244"/>
                    </a:lnTo>
                    <a:lnTo>
                      <a:pt x="1104960" y="750484"/>
                    </a:lnTo>
                    <a:cubicBezTo>
                      <a:pt x="1102339" y="748828"/>
                      <a:pt x="1101075" y="745672"/>
                      <a:pt x="1101831" y="742660"/>
                    </a:cubicBezTo>
                    <a:cubicBezTo>
                      <a:pt x="1112040" y="702829"/>
                      <a:pt x="1117255" y="661875"/>
                      <a:pt x="1117346" y="620753"/>
                    </a:cubicBezTo>
                    <a:cubicBezTo>
                      <a:pt x="1117360" y="617649"/>
                      <a:pt x="1119433" y="614924"/>
                      <a:pt x="1122432" y="614103"/>
                    </a:cubicBezTo>
                    <a:lnTo>
                      <a:pt x="1223348" y="583985"/>
                    </a:lnTo>
                    <a:lnTo>
                      <a:pt x="1197923" y="439912"/>
                    </a:lnTo>
                    <a:lnTo>
                      <a:pt x="1092052" y="446300"/>
                    </a:lnTo>
                    <a:cubicBezTo>
                      <a:pt x="1088949" y="446535"/>
                      <a:pt x="1086055" y="444671"/>
                      <a:pt x="1085012" y="441737"/>
                    </a:cubicBezTo>
                    <a:cubicBezTo>
                      <a:pt x="1070539" y="403756"/>
                      <a:pt x="1051490" y="367680"/>
                      <a:pt x="1028295" y="334302"/>
                    </a:cubicBezTo>
                    <a:cubicBezTo>
                      <a:pt x="1026431" y="331837"/>
                      <a:pt x="1026431" y="328421"/>
                      <a:pt x="1028295" y="325957"/>
                    </a:cubicBezTo>
                    <a:lnTo>
                      <a:pt x="1094790" y="241990"/>
                    </a:lnTo>
                    <a:lnTo>
                      <a:pt x="991136" y="139118"/>
                    </a:lnTo>
                    <a:lnTo>
                      <a:pt x="906387" y="206396"/>
                    </a:lnTo>
                    <a:cubicBezTo>
                      <a:pt x="903923" y="208260"/>
                      <a:pt x="900507" y="208260"/>
                      <a:pt x="898042" y="206396"/>
                    </a:cubicBezTo>
                    <a:cubicBezTo>
                      <a:pt x="840857" y="167529"/>
                      <a:pt x="776135" y="141139"/>
                      <a:pt x="708075" y="128949"/>
                    </a:cubicBezTo>
                    <a:cubicBezTo>
                      <a:pt x="705024" y="128388"/>
                      <a:pt x="702690" y="125911"/>
                      <a:pt x="702338" y="122821"/>
                    </a:cubicBezTo>
                    <a:lnTo>
                      <a:pt x="689300" y="13690"/>
                    </a:lnTo>
                    <a:lnTo>
                      <a:pt x="543923" y="13690"/>
                    </a:lnTo>
                    <a:lnTo>
                      <a:pt x="530885" y="123473"/>
                    </a:lnTo>
                    <a:cubicBezTo>
                      <a:pt x="530637" y="126549"/>
                      <a:pt x="528329" y="129079"/>
                      <a:pt x="525278" y="129601"/>
                    </a:cubicBezTo>
                    <a:cubicBezTo>
                      <a:pt x="486437" y="137019"/>
                      <a:pt x="448613" y="149054"/>
                      <a:pt x="412627" y="165456"/>
                    </a:cubicBezTo>
                    <a:cubicBezTo>
                      <a:pt x="409785" y="166681"/>
                      <a:pt x="406473" y="165951"/>
                      <a:pt x="404413" y="163630"/>
                    </a:cubicBezTo>
                    <a:lnTo>
                      <a:pt x="330747" y="80707"/>
                    </a:lnTo>
                    <a:lnTo>
                      <a:pt x="210925" y="164543"/>
                    </a:lnTo>
                    <a:lnTo>
                      <a:pt x="263861" y="262330"/>
                    </a:lnTo>
                    <a:cubicBezTo>
                      <a:pt x="265282" y="265081"/>
                      <a:pt x="264812" y="268419"/>
                      <a:pt x="262687" y="270675"/>
                    </a:cubicBezTo>
                    <a:cubicBezTo>
                      <a:pt x="235059" y="298811"/>
                      <a:pt x="210899" y="330155"/>
                      <a:pt x="190716" y="364029"/>
                    </a:cubicBezTo>
                    <a:cubicBezTo>
                      <a:pt x="189047" y="366636"/>
                      <a:pt x="185931" y="367940"/>
                      <a:pt x="182893" y="367288"/>
                    </a:cubicBezTo>
                    <a:lnTo>
                      <a:pt x="74805" y="341212"/>
                    </a:lnTo>
                    <a:lnTo>
                      <a:pt x="24869" y="478635"/>
                    </a:lnTo>
                    <a:lnTo>
                      <a:pt x="123699" y="528050"/>
                    </a:lnTo>
                    <a:cubicBezTo>
                      <a:pt x="126463" y="529485"/>
                      <a:pt x="128001" y="532536"/>
                      <a:pt x="127480" y="535613"/>
                    </a:cubicBezTo>
                    <a:cubicBezTo>
                      <a:pt x="122826" y="563097"/>
                      <a:pt x="120465" y="590921"/>
                      <a:pt x="120439" y="618797"/>
                    </a:cubicBezTo>
                    <a:cubicBezTo>
                      <a:pt x="120439" y="629358"/>
                      <a:pt x="120439" y="640571"/>
                      <a:pt x="121873" y="654000"/>
                    </a:cubicBezTo>
                    <a:cubicBezTo>
                      <a:pt x="122043" y="657051"/>
                      <a:pt x="120270" y="659880"/>
                      <a:pt x="117440" y="661041"/>
                    </a:cubicBezTo>
                    <a:lnTo>
                      <a:pt x="14960" y="701590"/>
                    </a:lnTo>
                    <a:lnTo>
                      <a:pt x="52771" y="842795"/>
                    </a:lnTo>
                    <a:lnTo>
                      <a:pt x="160337" y="826888"/>
                    </a:lnTo>
                    <a:cubicBezTo>
                      <a:pt x="163440" y="826431"/>
                      <a:pt x="166465" y="828074"/>
                      <a:pt x="167768" y="830930"/>
                    </a:cubicBezTo>
                    <a:cubicBezTo>
                      <a:pt x="184927" y="867215"/>
                      <a:pt x="206375" y="901310"/>
                      <a:pt x="231656" y="932498"/>
                    </a:cubicBezTo>
                    <a:cubicBezTo>
                      <a:pt x="233482" y="934975"/>
                      <a:pt x="233482" y="938365"/>
                      <a:pt x="231656" y="940842"/>
                    </a:cubicBezTo>
                    <a:lnTo>
                      <a:pt x="172071" y="1031198"/>
                    </a:lnTo>
                    <a:lnTo>
                      <a:pt x="284070" y="1125204"/>
                    </a:lnTo>
                    <a:lnTo>
                      <a:pt x="362299" y="1051798"/>
                    </a:lnTo>
                    <a:cubicBezTo>
                      <a:pt x="364529" y="1049608"/>
                      <a:pt x="367945" y="1049178"/>
                      <a:pt x="370644" y="1050755"/>
                    </a:cubicBezTo>
                    <a:cubicBezTo>
                      <a:pt x="405873" y="1071095"/>
                      <a:pt x="443502" y="1087002"/>
                      <a:pt x="482643" y="1098084"/>
                    </a:cubicBezTo>
                    <a:cubicBezTo>
                      <a:pt x="485616" y="1098879"/>
                      <a:pt x="487741" y="1101526"/>
                      <a:pt x="487858" y="1104603"/>
                    </a:cubicBezTo>
                    <a:close/>
                    <a:moveTo>
                      <a:pt x="619154" y="943320"/>
                    </a:moveTo>
                    <a:cubicBezTo>
                      <a:pt x="439995" y="943320"/>
                      <a:pt x="294761" y="798086"/>
                      <a:pt x="294761" y="618927"/>
                    </a:cubicBezTo>
                    <a:cubicBezTo>
                      <a:pt x="294761" y="439768"/>
                      <a:pt x="439995" y="294535"/>
                      <a:pt x="619154" y="294535"/>
                    </a:cubicBezTo>
                    <a:cubicBezTo>
                      <a:pt x="798313" y="294535"/>
                      <a:pt x="943546" y="439768"/>
                      <a:pt x="943546" y="618927"/>
                    </a:cubicBezTo>
                    <a:cubicBezTo>
                      <a:pt x="943546" y="798151"/>
                      <a:pt x="798378" y="943489"/>
                      <a:pt x="619154" y="943711"/>
                    </a:cubicBezTo>
                    <a:close/>
                    <a:moveTo>
                      <a:pt x="619154" y="308616"/>
                    </a:moveTo>
                    <a:cubicBezTo>
                      <a:pt x="447778" y="308538"/>
                      <a:pt x="308790" y="447422"/>
                      <a:pt x="308712" y="618797"/>
                    </a:cubicBezTo>
                    <a:cubicBezTo>
                      <a:pt x="308634" y="790172"/>
                      <a:pt x="447518" y="929160"/>
                      <a:pt x="618893" y="929238"/>
                    </a:cubicBezTo>
                    <a:cubicBezTo>
                      <a:pt x="790268" y="929317"/>
                      <a:pt x="929256" y="790433"/>
                      <a:pt x="929335" y="619058"/>
                    </a:cubicBezTo>
                    <a:cubicBezTo>
                      <a:pt x="929335" y="619018"/>
                      <a:pt x="929335" y="618966"/>
                      <a:pt x="929335" y="618927"/>
                    </a:cubicBezTo>
                    <a:cubicBezTo>
                      <a:pt x="928904" y="447839"/>
                      <a:pt x="790242" y="309294"/>
                      <a:pt x="619154" y="3090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98" name="Google Shape;3098;g38b88470f6c_3_1900"/>
              <p:cNvSpPr/>
              <p:nvPr/>
            </p:nvSpPr>
            <p:spPr>
              <a:xfrm>
                <a:off x="7694039" y="2627918"/>
                <a:ext cx="1244319" cy="1096398"/>
              </a:xfrm>
              <a:custGeom>
                <a:rect b="b" l="l" r="r" t="t"/>
                <a:pathLst>
                  <a:path extrusionOk="0" h="1096398" w="1244319">
                    <a:moveTo>
                      <a:pt x="487996" y="1096398"/>
                    </a:moveTo>
                    <a:cubicBezTo>
                      <a:pt x="312697" y="1095968"/>
                      <a:pt x="142964" y="1034832"/>
                      <a:pt x="7666" y="923380"/>
                    </a:cubicBezTo>
                    <a:cubicBezTo>
                      <a:pt x="-1330" y="915923"/>
                      <a:pt x="-2595" y="902584"/>
                      <a:pt x="4863" y="893588"/>
                    </a:cubicBezTo>
                    <a:cubicBezTo>
                      <a:pt x="12321" y="884591"/>
                      <a:pt x="25659" y="883327"/>
                      <a:pt x="34655" y="890785"/>
                    </a:cubicBezTo>
                    <a:cubicBezTo>
                      <a:pt x="338121" y="1141667"/>
                      <a:pt x="787512" y="1099045"/>
                      <a:pt x="1038395" y="795579"/>
                    </a:cubicBezTo>
                    <a:cubicBezTo>
                      <a:pt x="1215820" y="580969"/>
                      <a:pt x="1252066" y="282679"/>
                      <a:pt x="1131175" y="31823"/>
                    </a:cubicBezTo>
                    <a:cubicBezTo>
                      <a:pt x="1125334" y="21640"/>
                      <a:pt x="1128867" y="8654"/>
                      <a:pt x="1139050" y="2812"/>
                    </a:cubicBezTo>
                    <a:cubicBezTo>
                      <a:pt x="1149233" y="-3016"/>
                      <a:pt x="1162219" y="505"/>
                      <a:pt x="1168060" y="10688"/>
                    </a:cubicBezTo>
                    <a:cubicBezTo>
                      <a:pt x="1168556" y="11574"/>
                      <a:pt x="1168999" y="12487"/>
                      <a:pt x="1169377" y="13439"/>
                    </a:cubicBezTo>
                    <a:cubicBezTo>
                      <a:pt x="1350335" y="389293"/>
                      <a:pt x="1192338" y="840679"/>
                      <a:pt x="816496" y="1021624"/>
                    </a:cubicBezTo>
                    <a:cubicBezTo>
                      <a:pt x="714015" y="1070961"/>
                      <a:pt x="601729" y="1096529"/>
                      <a:pt x="487996" y="109639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099" name="Google Shape;3099;g38b88470f6c_3_1900"/>
              <p:cNvSpPr/>
              <p:nvPr/>
            </p:nvSpPr>
            <p:spPr>
              <a:xfrm>
                <a:off x="8772018" y="2530792"/>
                <a:ext cx="168585" cy="194400"/>
              </a:xfrm>
              <a:custGeom>
                <a:rect b="b" l="l" r="r" t="t"/>
                <a:pathLst>
                  <a:path extrusionOk="0" h="194400" w="168585">
                    <a:moveTo>
                      <a:pt x="652" y="194401"/>
                    </a:moveTo>
                    <a:lnTo>
                      <a:pt x="0" y="0"/>
                    </a:lnTo>
                    <a:lnTo>
                      <a:pt x="168585" y="96614"/>
                    </a:lnTo>
                    <a:lnTo>
                      <a:pt x="652" y="19440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100" name="Google Shape;3100;g38b88470f6c_3_1900"/>
            <p:cNvGrpSpPr/>
            <p:nvPr/>
          </p:nvGrpSpPr>
          <p:grpSpPr>
            <a:xfrm>
              <a:off x="5716757" y="2701775"/>
              <a:ext cx="2100989" cy="2869805"/>
              <a:chOff x="5716757" y="2701775"/>
              <a:chExt cx="2100989" cy="2869805"/>
            </a:xfrm>
          </p:grpSpPr>
          <p:sp>
            <p:nvSpPr>
              <p:cNvPr id="3101" name="Google Shape;3101;g38b88470f6c_3_1900"/>
              <p:cNvSpPr/>
              <p:nvPr/>
            </p:nvSpPr>
            <p:spPr>
              <a:xfrm>
                <a:off x="5716757" y="5232585"/>
                <a:ext cx="1347376" cy="338995"/>
              </a:xfrm>
              <a:custGeom>
                <a:rect b="b" l="l" r="r" t="t"/>
                <a:pathLst>
                  <a:path extrusionOk="0" h="338995" w="1347376">
                    <a:moveTo>
                      <a:pt x="1347376" y="169497"/>
                    </a:moveTo>
                    <a:cubicBezTo>
                      <a:pt x="1347376" y="263108"/>
                      <a:pt x="1045756" y="338995"/>
                      <a:pt x="673688" y="338995"/>
                    </a:cubicBezTo>
                    <a:cubicBezTo>
                      <a:pt x="301620" y="338995"/>
                      <a:pt x="0" y="263108"/>
                      <a:pt x="0" y="169497"/>
                    </a:cubicBezTo>
                    <a:cubicBezTo>
                      <a:pt x="0" y="75887"/>
                      <a:pt x="301621" y="0"/>
                      <a:pt x="673688" y="0"/>
                    </a:cubicBezTo>
                    <a:cubicBezTo>
                      <a:pt x="1045756" y="0"/>
                      <a:pt x="1347376" y="75887"/>
                      <a:pt x="1347376" y="16949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02" name="Google Shape;3102;g38b88470f6c_3_1900"/>
              <p:cNvSpPr/>
              <p:nvPr/>
            </p:nvSpPr>
            <p:spPr>
              <a:xfrm>
                <a:off x="7044315" y="4907931"/>
                <a:ext cx="766259" cy="353076"/>
              </a:xfrm>
              <a:custGeom>
                <a:rect b="b" l="l" r="r" t="t"/>
                <a:pathLst>
                  <a:path extrusionOk="0" h="353076" w="766259">
                    <a:moveTo>
                      <a:pt x="765347" y="353077"/>
                    </a:moveTo>
                    <a:cubicBezTo>
                      <a:pt x="765347" y="345514"/>
                      <a:pt x="766260" y="337952"/>
                      <a:pt x="766260" y="330129"/>
                    </a:cubicBezTo>
                    <a:cubicBezTo>
                      <a:pt x="766260" y="147593"/>
                      <a:pt x="594806" y="0"/>
                      <a:pt x="383195" y="0"/>
                    </a:cubicBezTo>
                    <a:cubicBezTo>
                      <a:pt x="171584" y="0"/>
                      <a:pt x="0" y="147854"/>
                      <a:pt x="0" y="330129"/>
                    </a:cubicBezTo>
                    <a:cubicBezTo>
                      <a:pt x="0" y="337952"/>
                      <a:pt x="0" y="345514"/>
                      <a:pt x="1043" y="35307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03" name="Google Shape;3103;g38b88470f6c_3_1900"/>
              <p:cNvSpPr/>
              <p:nvPr/>
            </p:nvSpPr>
            <p:spPr>
              <a:xfrm>
                <a:off x="7037275" y="4900891"/>
                <a:ext cx="780471" cy="367288"/>
              </a:xfrm>
              <a:custGeom>
                <a:rect b="b" l="l" r="r" t="t"/>
                <a:pathLst>
                  <a:path extrusionOk="0" h="367288" w="780471">
                    <a:moveTo>
                      <a:pt x="772388" y="367288"/>
                    </a:moveTo>
                    <a:lnTo>
                      <a:pt x="8084" y="367288"/>
                    </a:lnTo>
                    <a:cubicBezTo>
                      <a:pt x="4394" y="367301"/>
                      <a:pt x="1317" y="364446"/>
                      <a:pt x="1043" y="360769"/>
                    </a:cubicBezTo>
                    <a:cubicBezTo>
                      <a:pt x="391" y="35190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20"/>
                      <a:pt x="776052" y="367236"/>
                      <a:pt x="772388" y="367288"/>
                    </a:cubicBezTo>
                    <a:close/>
                    <a:moveTo>
                      <a:pt x="14603" y="353468"/>
                    </a:moveTo>
                    <a:lnTo>
                      <a:pt x="765608" y="353468"/>
                    </a:lnTo>
                    <a:cubicBezTo>
                      <a:pt x="765608" y="347731"/>
                      <a:pt x="765608" y="342516"/>
                      <a:pt x="765608" y="337561"/>
                    </a:cubicBezTo>
                    <a:cubicBezTo>
                      <a:pt x="765608" y="159458"/>
                      <a:pt x="596893" y="14472"/>
                      <a:pt x="389584" y="14472"/>
                    </a:cubicBezTo>
                    <a:cubicBezTo>
                      <a:pt x="182275" y="14472"/>
                      <a:pt x="13429" y="159458"/>
                      <a:pt x="13429" y="337561"/>
                    </a:cubicBezTo>
                    <a:cubicBezTo>
                      <a:pt x="14081" y="342255"/>
                      <a:pt x="14342" y="347340"/>
                      <a:pt x="14603" y="35346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04" name="Google Shape;3104;g38b88470f6c_3_1900"/>
              <p:cNvSpPr/>
              <p:nvPr/>
            </p:nvSpPr>
            <p:spPr>
              <a:xfrm>
                <a:off x="7044315" y="4939354"/>
                <a:ext cx="766259" cy="353076"/>
              </a:xfrm>
              <a:custGeom>
                <a:rect b="b" l="l" r="r" t="t"/>
                <a:pathLst>
                  <a:path extrusionOk="0" h="353076" w="766259">
                    <a:moveTo>
                      <a:pt x="765347" y="353077"/>
                    </a:moveTo>
                    <a:cubicBezTo>
                      <a:pt x="765347" y="345514"/>
                      <a:pt x="766260" y="337822"/>
                      <a:pt x="766260" y="330129"/>
                    </a:cubicBezTo>
                    <a:cubicBezTo>
                      <a:pt x="766260" y="147593"/>
                      <a:pt x="594806" y="0"/>
                      <a:pt x="383195" y="0"/>
                    </a:cubicBezTo>
                    <a:cubicBezTo>
                      <a:pt x="171584" y="0"/>
                      <a:pt x="0" y="147854"/>
                      <a:pt x="0" y="330129"/>
                    </a:cubicBezTo>
                    <a:cubicBezTo>
                      <a:pt x="0" y="337822"/>
                      <a:pt x="0" y="345514"/>
                      <a:pt x="104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05" name="Google Shape;3105;g38b88470f6c_3_1900"/>
              <p:cNvSpPr/>
              <p:nvPr/>
            </p:nvSpPr>
            <p:spPr>
              <a:xfrm>
                <a:off x="7037275" y="4932313"/>
                <a:ext cx="780471" cy="367158"/>
              </a:xfrm>
              <a:custGeom>
                <a:rect b="b" l="l" r="r" t="t"/>
                <a:pathLst>
                  <a:path extrusionOk="0" h="367158" w="780471">
                    <a:moveTo>
                      <a:pt x="772388" y="367158"/>
                    </a:moveTo>
                    <a:lnTo>
                      <a:pt x="8084" y="367158"/>
                    </a:lnTo>
                    <a:cubicBezTo>
                      <a:pt x="4433" y="367171"/>
                      <a:pt x="1382" y="364407"/>
                      <a:pt x="1043" y="360769"/>
                    </a:cubicBezTo>
                    <a:cubicBezTo>
                      <a:pt x="391" y="351773"/>
                      <a:pt x="0" y="344341"/>
                      <a:pt x="0" y="337170"/>
                    </a:cubicBezTo>
                    <a:cubicBezTo>
                      <a:pt x="0" y="151244"/>
                      <a:pt x="175104" y="0"/>
                      <a:pt x="390236" y="0"/>
                    </a:cubicBezTo>
                    <a:cubicBezTo>
                      <a:pt x="605367" y="0"/>
                      <a:pt x="780472" y="151244"/>
                      <a:pt x="780472" y="337170"/>
                    </a:cubicBezTo>
                    <a:cubicBezTo>
                      <a:pt x="780472" y="344341"/>
                      <a:pt x="780472" y="351773"/>
                      <a:pt x="779429" y="360769"/>
                    </a:cubicBezTo>
                    <a:cubicBezTo>
                      <a:pt x="779090" y="364407"/>
                      <a:pt x="776038" y="367171"/>
                      <a:pt x="772388" y="367158"/>
                    </a:cubicBezTo>
                    <a:close/>
                    <a:moveTo>
                      <a:pt x="14603" y="353077"/>
                    </a:moveTo>
                    <a:lnTo>
                      <a:pt x="765608" y="353077"/>
                    </a:lnTo>
                    <a:cubicBezTo>
                      <a:pt x="765608" y="347340"/>
                      <a:pt x="765608" y="342125"/>
                      <a:pt x="765608" y="337170"/>
                    </a:cubicBezTo>
                    <a:cubicBezTo>
                      <a:pt x="765608" y="159067"/>
                      <a:pt x="596893" y="14082"/>
                      <a:pt x="389584" y="14082"/>
                    </a:cubicBezTo>
                    <a:cubicBezTo>
                      <a:pt x="182275" y="14082"/>
                      <a:pt x="13429" y="159067"/>
                      <a:pt x="13429" y="337170"/>
                    </a:cubicBezTo>
                    <a:cubicBezTo>
                      <a:pt x="14081" y="342125"/>
                      <a:pt x="14342" y="347340"/>
                      <a:pt x="14603" y="35307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06" name="Google Shape;3106;g38b88470f6c_3_1900"/>
              <p:cNvSpPr/>
              <p:nvPr/>
            </p:nvSpPr>
            <p:spPr>
              <a:xfrm>
                <a:off x="6559174" y="3157334"/>
                <a:ext cx="615784" cy="645539"/>
              </a:xfrm>
              <a:custGeom>
                <a:rect b="b" l="l" r="r" t="t"/>
                <a:pathLst>
                  <a:path extrusionOk="0" h="645539" w="615784">
                    <a:moveTo>
                      <a:pt x="45099" y="5033"/>
                    </a:moveTo>
                    <a:lnTo>
                      <a:pt x="308603" y="421606"/>
                    </a:lnTo>
                    <a:lnTo>
                      <a:pt x="598183" y="258627"/>
                    </a:lnTo>
                    <a:lnTo>
                      <a:pt x="615785" y="399962"/>
                    </a:lnTo>
                    <a:cubicBezTo>
                      <a:pt x="615785" y="399962"/>
                      <a:pt x="336896" y="619397"/>
                      <a:pt x="298042" y="636737"/>
                    </a:cubicBezTo>
                    <a:cubicBezTo>
                      <a:pt x="259188" y="654078"/>
                      <a:pt x="188520" y="643908"/>
                      <a:pt x="170919" y="622656"/>
                    </a:cubicBezTo>
                    <a:cubicBezTo>
                      <a:pt x="153317" y="601404"/>
                      <a:pt x="5072" y="76091"/>
                      <a:pt x="5072" y="76091"/>
                    </a:cubicBezTo>
                    <a:cubicBezTo>
                      <a:pt x="5072" y="76091"/>
                      <a:pt x="-21005" y="-23130"/>
                      <a:pt x="45099" y="503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07" name="Google Shape;3107;g38b88470f6c_3_1900"/>
              <p:cNvSpPr/>
              <p:nvPr/>
            </p:nvSpPr>
            <p:spPr>
              <a:xfrm>
                <a:off x="6552042" y="3149579"/>
                <a:ext cx="630022" cy="660808"/>
              </a:xfrm>
              <a:custGeom>
                <a:rect b="b" l="l" r="r" t="t"/>
                <a:pathLst>
                  <a:path extrusionOk="0" h="660808" w="630022">
                    <a:moveTo>
                      <a:pt x="255498" y="660790"/>
                    </a:moveTo>
                    <a:cubicBezTo>
                      <a:pt x="221338" y="660790"/>
                      <a:pt x="186004" y="651402"/>
                      <a:pt x="172575" y="634714"/>
                    </a:cubicBezTo>
                    <a:cubicBezTo>
                      <a:pt x="154452" y="612939"/>
                      <a:pt x="20418" y="139259"/>
                      <a:pt x="5294" y="84759"/>
                    </a:cubicBezTo>
                    <a:cubicBezTo>
                      <a:pt x="3599" y="78631"/>
                      <a:pt x="-9309" y="25695"/>
                      <a:pt x="12725" y="6529"/>
                    </a:cubicBezTo>
                    <a:cubicBezTo>
                      <a:pt x="22504" y="-1816"/>
                      <a:pt x="36716" y="-2207"/>
                      <a:pt x="54969" y="5616"/>
                    </a:cubicBezTo>
                    <a:cubicBezTo>
                      <a:pt x="56286" y="6151"/>
                      <a:pt x="57395" y="7116"/>
                      <a:pt x="58099" y="8354"/>
                    </a:cubicBezTo>
                    <a:lnTo>
                      <a:pt x="318082" y="419321"/>
                    </a:lnTo>
                    <a:lnTo>
                      <a:pt x="601795" y="260124"/>
                    </a:lnTo>
                    <a:cubicBezTo>
                      <a:pt x="603868" y="259015"/>
                      <a:pt x="606371" y="259015"/>
                      <a:pt x="608444" y="260124"/>
                    </a:cubicBezTo>
                    <a:cubicBezTo>
                      <a:pt x="610544" y="261219"/>
                      <a:pt x="612004" y="263253"/>
                      <a:pt x="612356" y="265600"/>
                    </a:cubicBezTo>
                    <a:lnTo>
                      <a:pt x="629958" y="406804"/>
                    </a:lnTo>
                    <a:cubicBezTo>
                      <a:pt x="630297" y="409242"/>
                      <a:pt x="629293" y="411681"/>
                      <a:pt x="627350" y="413193"/>
                    </a:cubicBezTo>
                    <a:cubicBezTo>
                      <a:pt x="615876" y="422190"/>
                      <a:pt x="347157" y="632888"/>
                      <a:pt x="308043" y="650751"/>
                    </a:cubicBezTo>
                    <a:cubicBezTo>
                      <a:pt x="291406" y="657674"/>
                      <a:pt x="273517" y="661090"/>
                      <a:pt x="255498" y="660790"/>
                    </a:cubicBezTo>
                    <a:close/>
                    <a:moveTo>
                      <a:pt x="31631" y="14743"/>
                    </a:moveTo>
                    <a:cubicBezTo>
                      <a:pt x="28150" y="14600"/>
                      <a:pt x="24721" y="15708"/>
                      <a:pt x="21983" y="17872"/>
                    </a:cubicBezTo>
                    <a:cubicBezTo>
                      <a:pt x="10378" y="27912"/>
                      <a:pt x="13899" y="62333"/>
                      <a:pt x="18853" y="81630"/>
                    </a:cubicBezTo>
                    <a:cubicBezTo>
                      <a:pt x="77917" y="291024"/>
                      <a:pt x="170489" y="609159"/>
                      <a:pt x="183527" y="626239"/>
                    </a:cubicBezTo>
                    <a:cubicBezTo>
                      <a:pt x="198912" y="644623"/>
                      <a:pt x="266450" y="654662"/>
                      <a:pt x="302175" y="638364"/>
                    </a:cubicBezTo>
                    <a:cubicBezTo>
                      <a:pt x="337900" y="622066"/>
                      <a:pt x="584584" y="429752"/>
                      <a:pt x="615094" y="405110"/>
                    </a:cubicBezTo>
                    <a:lnTo>
                      <a:pt x="599187" y="278247"/>
                    </a:lnTo>
                    <a:lnTo>
                      <a:pt x="319125" y="435880"/>
                    </a:lnTo>
                    <a:cubicBezTo>
                      <a:pt x="315839" y="437692"/>
                      <a:pt x="311706" y="436597"/>
                      <a:pt x="309738" y="433402"/>
                    </a:cubicBezTo>
                    <a:lnTo>
                      <a:pt x="47407" y="18655"/>
                    </a:lnTo>
                    <a:cubicBezTo>
                      <a:pt x="42426" y="16425"/>
                      <a:pt x="37081" y="15095"/>
                      <a:pt x="31631" y="14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08" name="Google Shape;3108;g38b88470f6c_3_1900"/>
              <p:cNvSpPr/>
              <p:nvPr/>
            </p:nvSpPr>
            <p:spPr>
              <a:xfrm>
                <a:off x="6941965" y="3352986"/>
                <a:ext cx="275368" cy="377849"/>
              </a:xfrm>
              <a:custGeom>
                <a:rect b="b" l="l" r="r" t="t"/>
                <a:pathLst>
                  <a:path extrusionOk="0" h="377849" w="275368">
                    <a:moveTo>
                      <a:pt x="201311" y="42374"/>
                    </a:moveTo>
                    <a:lnTo>
                      <a:pt x="0" y="169498"/>
                    </a:lnTo>
                    <a:lnTo>
                      <a:pt x="107044" y="377849"/>
                    </a:lnTo>
                    <a:lnTo>
                      <a:pt x="275368" y="194271"/>
                    </a:lnTo>
                    <a:lnTo>
                      <a:pt x="257767" y="0"/>
                    </a:lnTo>
                    <a:lnTo>
                      <a:pt x="201311" y="42374"/>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09" name="Google Shape;3109;g38b88470f6c_3_1900"/>
              <p:cNvSpPr/>
              <p:nvPr/>
            </p:nvSpPr>
            <p:spPr>
              <a:xfrm>
                <a:off x="6934890" y="3346286"/>
                <a:ext cx="289538" cy="391606"/>
              </a:xfrm>
              <a:custGeom>
                <a:rect b="b" l="l" r="r" t="t"/>
                <a:pathLst>
                  <a:path extrusionOk="0" h="391606" w="289538">
                    <a:moveTo>
                      <a:pt x="114119" y="391590"/>
                    </a:moveTo>
                    <a:lnTo>
                      <a:pt x="113206" y="391590"/>
                    </a:lnTo>
                    <a:cubicBezTo>
                      <a:pt x="110951" y="391186"/>
                      <a:pt x="108995" y="389804"/>
                      <a:pt x="107861" y="387809"/>
                    </a:cubicBezTo>
                    <a:lnTo>
                      <a:pt x="816" y="179196"/>
                    </a:lnTo>
                    <a:cubicBezTo>
                      <a:pt x="-905" y="175937"/>
                      <a:pt x="177" y="171895"/>
                      <a:pt x="3293" y="169939"/>
                    </a:cubicBezTo>
                    <a:lnTo>
                      <a:pt x="204344" y="43598"/>
                    </a:lnTo>
                    <a:lnTo>
                      <a:pt x="260539" y="1485"/>
                    </a:lnTo>
                    <a:cubicBezTo>
                      <a:pt x="263603" y="-901"/>
                      <a:pt x="268036" y="-354"/>
                      <a:pt x="270422" y="2710"/>
                    </a:cubicBezTo>
                    <a:cubicBezTo>
                      <a:pt x="271256" y="3780"/>
                      <a:pt x="271765" y="5083"/>
                      <a:pt x="271882" y="6439"/>
                    </a:cubicBezTo>
                    <a:lnTo>
                      <a:pt x="289484" y="200710"/>
                    </a:lnTo>
                    <a:cubicBezTo>
                      <a:pt x="289745" y="202678"/>
                      <a:pt x="289067" y="204660"/>
                      <a:pt x="287659" y="206055"/>
                    </a:cubicBezTo>
                    <a:lnTo>
                      <a:pt x="119334" y="389765"/>
                    </a:lnTo>
                    <a:cubicBezTo>
                      <a:pt x="117913" y="391055"/>
                      <a:pt x="116036" y="391721"/>
                      <a:pt x="114119" y="391590"/>
                    </a:cubicBezTo>
                    <a:close/>
                    <a:moveTo>
                      <a:pt x="16332" y="178675"/>
                    </a:moveTo>
                    <a:lnTo>
                      <a:pt x="115814" y="372293"/>
                    </a:lnTo>
                    <a:lnTo>
                      <a:pt x="275142" y="198493"/>
                    </a:lnTo>
                    <a:lnTo>
                      <a:pt x="258974" y="19999"/>
                    </a:lnTo>
                    <a:lnTo>
                      <a:pt x="212558" y="54681"/>
                    </a:lnTo>
                    <a:lnTo>
                      <a:pt x="212558" y="54681"/>
                    </a:lnTo>
                    <a:close/>
                    <a:moveTo>
                      <a:pt x="208386" y="49074"/>
                    </a:moveTo>
                    <a:lnTo>
                      <a:pt x="208386" y="49074"/>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0" name="Google Shape;3110;g38b88470f6c_3_1900"/>
              <p:cNvSpPr/>
              <p:nvPr/>
            </p:nvSpPr>
            <p:spPr>
              <a:xfrm>
                <a:off x="6312607" y="3857958"/>
                <a:ext cx="720870" cy="1274753"/>
              </a:xfrm>
              <a:custGeom>
                <a:rect b="b" l="l" r="r" t="t"/>
                <a:pathLst>
                  <a:path extrusionOk="0" h="1274753" w="720870">
                    <a:moveTo>
                      <a:pt x="0" y="279280"/>
                    </a:moveTo>
                    <a:lnTo>
                      <a:pt x="491543" y="773301"/>
                    </a:lnTo>
                    <a:cubicBezTo>
                      <a:pt x="491543" y="773301"/>
                      <a:pt x="367940" y="889863"/>
                      <a:pt x="279671" y="988823"/>
                    </a:cubicBezTo>
                    <a:cubicBezTo>
                      <a:pt x="191402" y="1087784"/>
                      <a:pt x="46677" y="1214777"/>
                      <a:pt x="46677" y="1214777"/>
                    </a:cubicBezTo>
                    <a:lnTo>
                      <a:pt x="96092" y="1274753"/>
                    </a:lnTo>
                    <a:cubicBezTo>
                      <a:pt x="96092" y="1274753"/>
                      <a:pt x="668212" y="844490"/>
                      <a:pt x="695853" y="815675"/>
                    </a:cubicBezTo>
                    <a:cubicBezTo>
                      <a:pt x="723494" y="786860"/>
                      <a:pt x="724146" y="730926"/>
                      <a:pt x="717106" y="656869"/>
                    </a:cubicBezTo>
                    <a:cubicBezTo>
                      <a:pt x="710065" y="582811"/>
                      <a:pt x="501713" y="0"/>
                      <a:pt x="501713"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1" name="Google Shape;3111;g38b88470f6c_3_1900"/>
              <p:cNvSpPr/>
              <p:nvPr/>
            </p:nvSpPr>
            <p:spPr>
              <a:xfrm>
                <a:off x="6305525" y="3851195"/>
                <a:ext cx="736305" cy="1288775"/>
              </a:xfrm>
              <a:custGeom>
                <a:rect b="b" l="l" r="r" t="t"/>
                <a:pathLst>
                  <a:path extrusionOk="0" h="1288775" w="736305">
                    <a:moveTo>
                      <a:pt x="103174" y="1288688"/>
                    </a:moveTo>
                    <a:cubicBezTo>
                      <a:pt x="101049" y="1288675"/>
                      <a:pt x="99054" y="1287723"/>
                      <a:pt x="97698" y="1286080"/>
                    </a:cubicBezTo>
                    <a:lnTo>
                      <a:pt x="48283" y="1225974"/>
                    </a:lnTo>
                    <a:cubicBezTo>
                      <a:pt x="45858" y="1223040"/>
                      <a:pt x="46197" y="1218711"/>
                      <a:pt x="49065" y="1216195"/>
                    </a:cubicBezTo>
                    <a:cubicBezTo>
                      <a:pt x="50500" y="1215021"/>
                      <a:pt x="194573" y="1088289"/>
                      <a:pt x="281538" y="990893"/>
                    </a:cubicBezTo>
                    <a:cubicBezTo>
                      <a:pt x="358725" y="904449"/>
                      <a:pt x="464074" y="803403"/>
                      <a:pt x="488586" y="779934"/>
                    </a:cubicBezTo>
                    <a:lnTo>
                      <a:pt x="2128" y="290998"/>
                    </a:lnTo>
                    <a:cubicBezTo>
                      <a:pt x="576" y="289460"/>
                      <a:pt x="-193" y="287308"/>
                      <a:pt x="42" y="285131"/>
                    </a:cubicBezTo>
                    <a:cubicBezTo>
                      <a:pt x="393" y="282928"/>
                      <a:pt x="1736" y="280998"/>
                      <a:pt x="3692" y="279916"/>
                    </a:cubicBezTo>
                    <a:lnTo>
                      <a:pt x="506448" y="636"/>
                    </a:lnTo>
                    <a:cubicBezTo>
                      <a:pt x="508365" y="-212"/>
                      <a:pt x="510529" y="-212"/>
                      <a:pt x="512446" y="636"/>
                    </a:cubicBezTo>
                    <a:cubicBezTo>
                      <a:pt x="514376" y="1431"/>
                      <a:pt x="515875" y="2996"/>
                      <a:pt x="516618" y="4938"/>
                    </a:cubicBezTo>
                    <a:cubicBezTo>
                      <a:pt x="525093" y="28668"/>
                      <a:pt x="725231" y="589314"/>
                      <a:pt x="732402" y="663372"/>
                    </a:cubicBezTo>
                    <a:cubicBezTo>
                      <a:pt x="739964" y="743166"/>
                      <a:pt x="738660" y="798448"/>
                      <a:pt x="709194" y="828045"/>
                    </a:cubicBezTo>
                    <a:cubicBezTo>
                      <a:pt x="679727" y="857642"/>
                      <a:pt x="131467" y="1270173"/>
                      <a:pt x="108129" y="1287775"/>
                    </a:cubicBezTo>
                    <a:cubicBezTo>
                      <a:pt x="106630" y="1288622"/>
                      <a:pt x="104882" y="1288948"/>
                      <a:pt x="103174" y="1288688"/>
                    </a:cubicBezTo>
                    <a:close/>
                    <a:moveTo>
                      <a:pt x="64060" y="1222323"/>
                    </a:moveTo>
                    <a:lnTo>
                      <a:pt x="104869" y="1271868"/>
                    </a:lnTo>
                    <a:cubicBezTo>
                      <a:pt x="163281" y="1227799"/>
                      <a:pt x="672947" y="843561"/>
                      <a:pt x="699024" y="817484"/>
                    </a:cubicBezTo>
                    <a:cubicBezTo>
                      <a:pt x="725100" y="791407"/>
                      <a:pt x="725100" y="737690"/>
                      <a:pt x="718190" y="664284"/>
                    </a:cubicBezTo>
                    <a:cubicBezTo>
                      <a:pt x="711671" y="596485"/>
                      <a:pt x="530830" y="86688"/>
                      <a:pt x="505927" y="16933"/>
                    </a:cubicBezTo>
                    <a:lnTo>
                      <a:pt x="19208" y="287739"/>
                    </a:lnTo>
                    <a:lnTo>
                      <a:pt x="504232" y="775110"/>
                    </a:lnTo>
                    <a:cubicBezTo>
                      <a:pt x="505536" y="776492"/>
                      <a:pt x="506279" y="778304"/>
                      <a:pt x="506318" y="780195"/>
                    </a:cubicBezTo>
                    <a:cubicBezTo>
                      <a:pt x="506214" y="782098"/>
                      <a:pt x="505431" y="783911"/>
                      <a:pt x="504102" y="785279"/>
                    </a:cubicBezTo>
                    <a:cubicBezTo>
                      <a:pt x="502798" y="786453"/>
                      <a:pt x="379716" y="902624"/>
                      <a:pt x="292621" y="1000281"/>
                    </a:cubicBezTo>
                    <a:cubicBezTo>
                      <a:pt x="213869" y="1087768"/>
                      <a:pt x="90136" y="1198724"/>
                      <a:pt x="63147" y="122232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2" name="Google Shape;3112;g38b88470f6c_3_1900"/>
              <p:cNvSpPr/>
              <p:nvPr/>
            </p:nvSpPr>
            <p:spPr>
              <a:xfrm>
                <a:off x="6248718" y="4779243"/>
                <a:ext cx="445910" cy="557386"/>
              </a:xfrm>
              <a:custGeom>
                <a:rect b="b" l="l" r="r" t="t"/>
                <a:pathLst>
                  <a:path extrusionOk="0" h="557386" w="445910">
                    <a:moveTo>
                      <a:pt x="326740" y="0"/>
                    </a:moveTo>
                    <a:lnTo>
                      <a:pt x="445910" y="207961"/>
                    </a:lnTo>
                    <a:lnTo>
                      <a:pt x="204441" y="334302"/>
                    </a:lnTo>
                    <a:cubicBezTo>
                      <a:pt x="195940" y="362138"/>
                      <a:pt x="195940" y="391865"/>
                      <a:pt x="204441" y="419702"/>
                    </a:cubicBezTo>
                    <a:cubicBezTo>
                      <a:pt x="219305" y="460643"/>
                      <a:pt x="256594" y="501452"/>
                      <a:pt x="260115" y="524009"/>
                    </a:cubicBezTo>
                    <a:cubicBezTo>
                      <a:pt x="263635" y="546565"/>
                      <a:pt x="267547" y="557387"/>
                      <a:pt x="219305" y="557387"/>
                    </a:cubicBezTo>
                    <a:cubicBezTo>
                      <a:pt x="171063" y="557387"/>
                      <a:pt x="119040" y="516577"/>
                      <a:pt x="92964" y="486849"/>
                    </a:cubicBezTo>
                    <a:cubicBezTo>
                      <a:pt x="66887" y="457122"/>
                      <a:pt x="63237" y="375372"/>
                      <a:pt x="40811" y="341994"/>
                    </a:cubicBezTo>
                    <a:cubicBezTo>
                      <a:pt x="18385" y="308616"/>
                      <a:pt x="-18644" y="260244"/>
                      <a:pt x="11083" y="215653"/>
                    </a:cubicBezTo>
                    <a:cubicBezTo>
                      <a:pt x="40811" y="171062"/>
                      <a:pt x="100135" y="163500"/>
                      <a:pt x="100135" y="16350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3" name="Google Shape;3113;g38b88470f6c_3_1900"/>
              <p:cNvSpPr/>
              <p:nvPr/>
            </p:nvSpPr>
            <p:spPr>
              <a:xfrm>
                <a:off x="6241498" y="4771893"/>
                <a:ext cx="460182" cy="571516"/>
              </a:xfrm>
              <a:custGeom>
                <a:rect b="b" l="l" r="r" t="t"/>
                <a:pathLst>
                  <a:path extrusionOk="0" h="571516" w="460182">
                    <a:moveTo>
                      <a:pt x="226264" y="571517"/>
                    </a:moveTo>
                    <a:cubicBezTo>
                      <a:pt x="172807" y="571517"/>
                      <a:pt x="118438" y="525752"/>
                      <a:pt x="94708" y="498633"/>
                    </a:cubicBezTo>
                    <a:cubicBezTo>
                      <a:pt x="79584" y="481422"/>
                      <a:pt x="71761" y="449478"/>
                      <a:pt x="64198" y="418578"/>
                    </a:cubicBezTo>
                    <a:cubicBezTo>
                      <a:pt x="60078" y="395891"/>
                      <a:pt x="52660" y="373921"/>
                      <a:pt x="42164" y="353386"/>
                    </a:cubicBezTo>
                    <a:lnTo>
                      <a:pt x="37340" y="346215"/>
                    </a:lnTo>
                    <a:cubicBezTo>
                      <a:pt x="14001" y="311794"/>
                      <a:pt x="-17943" y="264726"/>
                      <a:pt x="12436" y="219222"/>
                    </a:cubicBezTo>
                    <a:cubicBezTo>
                      <a:pt x="40860" y="176457"/>
                      <a:pt x="93926" y="166156"/>
                      <a:pt x="104617" y="164461"/>
                    </a:cubicBezTo>
                    <a:lnTo>
                      <a:pt x="329788" y="2004"/>
                    </a:lnTo>
                    <a:cubicBezTo>
                      <a:pt x="331405" y="505"/>
                      <a:pt x="333595" y="-199"/>
                      <a:pt x="335786" y="49"/>
                    </a:cubicBezTo>
                    <a:cubicBezTo>
                      <a:pt x="337729" y="453"/>
                      <a:pt x="339397" y="1692"/>
                      <a:pt x="340349" y="3439"/>
                    </a:cubicBezTo>
                    <a:lnTo>
                      <a:pt x="459258" y="212051"/>
                    </a:lnTo>
                    <a:cubicBezTo>
                      <a:pt x="460197" y="213720"/>
                      <a:pt x="460432" y="215689"/>
                      <a:pt x="459910" y="217527"/>
                    </a:cubicBezTo>
                    <a:cubicBezTo>
                      <a:pt x="459389" y="219353"/>
                      <a:pt x="458111" y="220878"/>
                      <a:pt x="456390" y="221700"/>
                    </a:cubicBezTo>
                    <a:lnTo>
                      <a:pt x="217528" y="346606"/>
                    </a:lnTo>
                    <a:cubicBezTo>
                      <a:pt x="210240" y="372214"/>
                      <a:pt x="210514" y="399385"/>
                      <a:pt x="218311" y="424836"/>
                    </a:cubicBezTo>
                    <a:cubicBezTo>
                      <a:pt x="226864" y="445384"/>
                      <a:pt x="237568" y="464968"/>
                      <a:pt x="250255" y="483247"/>
                    </a:cubicBezTo>
                    <a:cubicBezTo>
                      <a:pt x="260907" y="497355"/>
                      <a:pt x="269069" y="513196"/>
                      <a:pt x="274375" y="530055"/>
                    </a:cubicBezTo>
                    <a:lnTo>
                      <a:pt x="274375" y="532402"/>
                    </a:lnTo>
                    <a:cubicBezTo>
                      <a:pt x="276201" y="543615"/>
                      <a:pt x="277896" y="553263"/>
                      <a:pt x="271377" y="560956"/>
                    </a:cubicBezTo>
                    <a:cubicBezTo>
                      <a:pt x="264858" y="568648"/>
                      <a:pt x="252341" y="571517"/>
                      <a:pt x="226264" y="571517"/>
                    </a:cubicBezTo>
                    <a:close/>
                    <a:moveTo>
                      <a:pt x="331744" y="17651"/>
                    </a:moveTo>
                    <a:lnTo>
                      <a:pt x="111527" y="176457"/>
                    </a:lnTo>
                    <a:cubicBezTo>
                      <a:pt x="110602" y="177213"/>
                      <a:pt x="109454" y="177656"/>
                      <a:pt x="108268" y="177761"/>
                    </a:cubicBezTo>
                    <a:cubicBezTo>
                      <a:pt x="108268" y="177761"/>
                      <a:pt x="51682" y="185453"/>
                      <a:pt x="24171" y="226654"/>
                    </a:cubicBezTo>
                    <a:cubicBezTo>
                      <a:pt x="-863" y="264204"/>
                      <a:pt x="26779" y="304884"/>
                      <a:pt x="48944" y="337871"/>
                    </a:cubicBezTo>
                    <a:lnTo>
                      <a:pt x="53898" y="345172"/>
                    </a:lnTo>
                    <a:cubicBezTo>
                      <a:pt x="65476" y="367142"/>
                      <a:pt x="73612" y="390754"/>
                      <a:pt x="78019" y="415188"/>
                    </a:cubicBezTo>
                    <a:cubicBezTo>
                      <a:pt x="85060" y="444393"/>
                      <a:pt x="92491" y="474642"/>
                      <a:pt x="105269" y="489245"/>
                    </a:cubicBezTo>
                    <a:cubicBezTo>
                      <a:pt x="133953" y="522102"/>
                      <a:pt x="184151" y="557435"/>
                      <a:pt x="226264" y="557435"/>
                    </a:cubicBezTo>
                    <a:cubicBezTo>
                      <a:pt x="245952" y="557435"/>
                      <a:pt x="257556" y="555480"/>
                      <a:pt x="260685" y="551698"/>
                    </a:cubicBezTo>
                    <a:cubicBezTo>
                      <a:pt x="263814" y="547917"/>
                      <a:pt x="261859" y="542702"/>
                      <a:pt x="260685" y="534618"/>
                    </a:cubicBezTo>
                    <a:lnTo>
                      <a:pt x="260685" y="532272"/>
                    </a:lnTo>
                    <a:cubicBezTo>
                      <a:pt x="255522" y="517395"/>
                      <a:pt x="248090" y="503418"/>
                      <a:pt x="238651" y="490810"/>
                    </a:cubicBezTo>
                    <a:cubicBezTo>
                      <a:pt x="225352" y="471644"/>
                      <a:pt x="214152" y="451095"/>
                      <a:pt x="205273" y="429530"/>
                    </a:cubicBezTo>
                    <a:cubicBezTo>
                      <a:pt x="196159" y="400194"/>
                      <a:pt x="196159" y="368771"/>
                      <a:pt x="205273" y="339435"/>
                    </a:cubicBezTo>
                    <a:cubicBezTo>
                      <a:pt x="205755" y="337649"/>
                      <a:pt x="206994" y="336176"/>
                      <a:pt x="208663" y="335393"/>
                    </a:cubicBezTo>
                    <a:lnTo>
                      <a:pt x="443352" y="21244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4" name="Google Shape;3114;g38b88470f6c_3_1900"/>
              <p:cNvSpPr/>
              <p:nvPr/>
            </p:nvSpPr>
            <p:spPr>
              <a:xfrm>
                <a:off x="6248347" y="4972993"/>
                <a:ext cx="251749" cy="363261"/>
              </a:xfrm>
              <a:custGeom>
                <a:rect b="b" l="l" r="r" t="t"/>
                <a:pathLst>
                  <a:path extrusionOk="0" h="363261" w="251749">
                    <a:moveTo>
                      <a:pt x="251750" y="359596"/>
                    </a:moveTo>
                    <a:cubicBezTo>
                      <a:pt x="199597" y="344602"/>
                      <a:pt x="151225" y="302879"/>
                      <a:pt x="118108" y="257376"/>
                    </a:cubicBezTo>
                    <a:cubicBezTo>
                      <a:pt x="81079" y="206526"/>
                      <a:pt x="90336" y="118518"/>
                      <a:pt x="52916" y="86183"/>
                    </a:cubicBezTo>
                    <a:cubicBezTo>
                      <a:pt x="30230" y="66234"/>
                      <a:pt x="28404" y="27119"/>
                      <a:pt x="30360" y="0"/>
                    </a:cubicBezTo>
                    <a:cubicBezTo>
                      <a:pt x="22954" y="6180"/>
                      <a:pt x="16448" y="13377"/>
                      <a:pt x="11063" y="21383"/>
                    </a:cubicBezTo>
                    <a:cubicBezTo>
                      <a:pt x="-18664" y="65974"/>
                      <a:pt x="18495" y="114346"/>
                      <a:pt x="40790" y="147724"/>
                    </a:cubicBezTo>
                    <a:cubicBezTo>
                      <a:pt x="63086" y="181102"/>
                      <a:pt x="66867" y="262851"/>
                      <a:pt x="92944" y="292579"/>
                    </a:cubicBezTo>
                    <a:cubicBezTo>
                      <a:pt x="119020" y="322306"/>
                      <a:pt x="171173" y="363116"/>
                      <a:pt x="219285" y="363116"/>
                    </a:cubicBezTo>
                    <a:cubicBezTo>
                      <a:pt x="230224" y="363703"/>
                      <a:pt x="241189" y="362516"/>
                      <a:pt x="251750" y="35959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5" name="Google Shape;3115;g38b88470f6c_3_1900"/>
              <p:cNvSpPr/>
              <p:nvPr/>
            </p:nvSpPr>
            <p:spPr>
              <a:xfrm>
                <a:off x="6241498" y="4966533"/>
                <a:ext cx="266292" cy="377116"/>
              </a:xfrm>
              <a:custGeom>
                <a:rect b="b" l="l" r="r" t="t"/>
                <a:pathLst>
                  <a:path extrusionOk="0" h="377116" w="266292">
                    <a:moveTo>
                      <a:pt x="226264" y="376877"/>
                    </a:moveTo>
                    <a:cubicBezTo>
                      <a:pt x="172807" y="376877"/>
                      <a:pt x="118438" y="331113"/>
                      <a:pt x="94708" y="303993"/>
                    </a:cubicBezTo>
                    <a:cubicBezTo>
                      <a:pt x="79584" y="286783"/>
                      <a:pt x="71761" y="254839"/>
                      <a:pt x="64198" y="223938"/>
                    </a:cubicBezTo>
                    <a:cubicBezTo>
                      <a:pt x="60078" y="201251"/>
                      <a:pt x="52660" y="179282"/>
                      <a:pt x="42164" y="158747"/>
                    </a:cubicBezTo>
                    <a:lnTo>
                      <a:pt x="37340" y="151576"/>
                    </a:lnTo>
                    <a:cubicBezTo>
                      <a:pt x="14001" y="117155"/>
                      <a:pt x="-17943" y="70086"/>
                      <a:pt x="12436" y="24583"/>
                    </a:cubicBezTo>
                    <a:cubicBezTo>
                      <a:pt x="18199" y="15964"/>
                      <a:pt x="25188" y="8246"/>
                      <a:pt x="33167" y="1635"/>
                    </a:cubicBezTo>
                    <a:cubicBezTo>
                      <a:pt x="35332" y="-151"/>
                      <a:pt x="38343" y="-503"/>
                      <a:pt x="40860" y="723"/>
                    </a:cubicBezTo>
                    <a:cubicBezTo>
                      <a:pt x="43441" y="2014"/>
                      <a:pt x="44941" y="4765"/>
                      <a:pt x="44641" y="7633"/>
                    </a:cubicBezTo>
                    <a:cubicBezTo>
                      <a:pt x="43076" y="29668"/>
                      <a:pt x="43468" y="69304"/>
                      <a:pt x="64850" y="87949"/>
                    </a:cubicBezTo>
                    <a:cubicBezTo>
                      <a:pt x="86233" y="106594"/>
                      <a:pt x="92752" y="139059"/>
                      <a:pt x="100184" y="173871"/>
                    </a:cubicBezTo>
                    <a:cubicBezTo>
                      <a:pt x="106834" y="204902"/>
                      <a:pt x="113222" y="236977"/>
                      <a:pt x="130694" y="260315"/>
                    </a:cubicBezTo>
                    <a:cubicBezTo>
                      <a:pt x="167201" y="310512"/>
                      <a:pt x="214530" y="346759"/>
                      <a:pt x="261077" y="359927"/>
                    </a:cubicBezTo>
                    <a:cubicBezTo>
                      <a:pt x="264075" y="360684"/>
                      <a:pt x="266214" y="363357"/>
                      <a:pt x="266292" y="366447"/>
                    </a:cubicBezTo>
                    <a:cubicBezTo>
                      <a:pt x="266331" y="369511"/>
                      <a:pt x="264453" y="372262"/>
                      <a:pt x="261598" y="373357"/>
                    </a:cubicBezTo>
                    <a:cubicBezTo>
                      <a:pt x="250098" y="376486"/>
                      <a:pt x="238155" y="377672"/>
                      <a:pt x="226264" y="376877"/>
                    </a:cubicBezTo>
                    <a:close/>
                    <a:moveTo>
                      <a:pt x="30690" y="24843"/>
                    </a:moveTo>
                    <a:cubicBezTo>
                      <a:pt x="28539" y="27256"/>
                      <a:pt x="26583" y="29824"/>
                      <a:pt x="24823" y="32536"/>
                    </a:cubicBezTo>
                    <a:cubicBezTo>
                      <a:pt x="-211" y="70086"/>
                      <a:pt x="27431" y="110766"/>
                      <a:pt x="49596" y="143753"/>
                    </a:cubicBezTo>
                    <a:lnTo>
                      <a:pt x="54550" y="151054"/>
                    </a:lnTo>
                    <a:cubicBezTo>
                      <a:pt x="66128" y="173024"/>
                      <a:pt x="74264" y="196636"/>
                      <a:pt x="78671" y="221070"/>
                    </a:cubicBezTo>
                    <a:cubicBezTo>
                      <a:pt x="85712" y="250275"/>
                      <a:pt x="93143" y="280524"/>
                      <a:pt x="105921" y="295127"/>
                    </a:cubicBezTo>
                    <a:cubicBezTo>
                      <a:pt x="134605" y="327984"/>
                      <a:pt x="184802" y="363318"/>
                      <a:pt x="226916" y="363318"/>
                    </a:cubicBezTo>
                    <a:lnTo>
                      <a:pt x="229785" y="363318"/>
                    </a:lnTo>
                    <a:cubicBezTo>
                      <a:pt x="185819" y="341504"/>
                      <a:pt x="148021" y="309000"/>
                      <a:pt x="119872" y="268790"/>
                    </a:cubicBezTo>
                    <a:cubicBezTo>
                      <a:pt x="101097" y="242713"/>
                      <a:pt x="93795" y="209466"/>
                      <a:pt x="87015" y="177522"/>
                    </a:cubicBezTo>
                    <a:cubicBezTo>
                      <a:pt x="80235" y="145578"/>
                      <a:pt x="73977" y="114417"/>
                      <a:pt x="56115" y="99292"/>
                    </a:cubicBezTo>
                    <a:cubicBezTo>
                      <a:pt x="35905" y="80778"/>
                      <a:pt x="30168" y="50920"/>
                      <a:pt x="30038" y="243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6" name="Google Shape;3116;g38b88470f6c_3_1900"/>
              <p:cNvSpPr/>
              <p:nvPr/>
            </p:nvSpPr>
            <p:spPr>
              <a:xfrm>
                <a:off x="6272188" y="4079218"/>
                <a:ext cx="669815" cy="1293658"/>
              </a:xfrm>
              <a:custGeom>
                <a:rect b="b" l="l" r="r" t="t"/>
                <a:pathLst>
                  <a:path extrusionOk="0" h="1293658" w="669815">
                    <a:moveTo>
                      <a:pt x="0" y="0"/>
                    </a:moveTo>
                    <a:cubicBezTo>
                      <a:pt x="0" y="0"/>
                      <a:pt x="95310" y="175495"/>
                      <a:pt x="169498" y="277846"/>
                    </a:cubicBezTo>
                    <a:cubicBezTo>
                      <a:pt x="268328" y="414357"/>
                      <a:pt x="447213" y="622709"/>
                      <a:pt x="447213" y="622709"/>
                    </a:cubicBezTo>
                    <a:lnTo>
                      <a:pt x="419050" y="1283097"/>
                    </a:lnTo>
                    <a:lnTo>
                      <a:pt x="507319" y="1293658"/>
                    </a:lnTo>
                    <a:cubicBezTo>
                      <a:pt x="507319" y="1293658"/>
                      <a:pt x="666256" y="643961"/>
                      <a:pt x="669777" y="590895"/>
                    </a:cubicBezTo>
                    <a:cubicBezTo>
                      <a:pt x="673297" y="537829"/>
                      <a:pt x="440172" y="40028"/>
                      <a:pt x="440172" y="40028"/>
                    </a:cubicBezTo>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7" name="Google Shape;3117;g38b88470f6c_3_1900"/>
              <p:cNvSpPr/>
              <p:nvPr/>
            </p:nvSpPr>
            <p:spPr>
              <a:xfrm>
                <a:off x="6265620" y="4072179"/>
                <a:ext cx="683429" cy="1307737"/>
              </a:xfrm>
              <a:custGeom>
                <a:rect b="b" l="l" r="r" t="t"/>
                <a:pathLst>
                  <a:path extrusionOk="0" h="1307737" w="683429">
                    <a:moveTo>
                      <a:pt x="513888" y="1307738"/>
                    </a:moveTo>
                    <a:lnTo>
                      <a:pt x="512975" y="1307738"/>
                    </a:lnTo>
                    <a:lnTo>
                      <a:pt x="424706" y="1297177"/>
                    </a:lnTo>
                    <a:cubicBezTo>
                      <a:pt x="421029" y="1296707"/>
                      <a:pt x="418344" y="1293448"/>
                      <a:pt x="418578" y="1289745"/>
                    </a:cubicBezTo>
                    <a:lnTo>
                      <a:pt x="446611" y="632224"/>
                    </a:lnTo>
                    <a:cubicBezTo>
                      <a:pt x="427575" y="609799"/>
                      <a:pt x="262901" y="416832"/>
                      <a:pt x="170329" y="289057"/>
                    </a:cubicBezTo>
                    <a:cubicBezTo>
                      <a:pt x="96793" y="187488"/>
                      <a:pt x="832" y="12254"/>
                      <a:pt x="832" y="10429"/>
                    </a:cubicBezTo>
                    <a:cubicBezTo>
                      <a:pt x="-994" y="7013"/>
                      <a:pt x="284" y="2749"/>
                      <a:pt x="3700" y="911"/>
                    </a:cubicBezTo>
                    <a:cubicBezTo>
                      <a:pt x="7012" y="-980"/>
                      <a:pt x="11236" y="167"/>
                      <a:pt x="13127" y="3479"/>
                    </a:cubicBezTo>
                    <a:cubicBezTo>
                      <a:pt x="13153" y="3544"/>
                      <a:pt x="13192" y="3596"/>
                      <a:pt x="13218" y="3649"/>
                    </a:cubicBezTo>
                    <a:cubicBezTo>
                      <a:pt x="14261" y="5474"/>
                      <a:pt x="109310" y="179926"/>
                      <a:pt x="182716" y="280712"/>
                    </a:cubicBezTo>
                    <a:cubicBezTo>
                      <a:pt x="280242" y="415528"/>
                      <a:pt x="458345" y="623097"/>
                      <a:pt x="460170" y="625184"/>
                    </a:cubicBezTo>
                    <a:cubicBezTo>
                      <a:pt x="461240" y="626566"/>
                      <a:pt x="461839" y="628261"/>
                      <a:pt x="461865" y="630008"/>
                    </a:cubicBezTo>
                    <a:lnTo>
                      <a:pt x="432920" y="1283878"/>
                    </a:lnTo>
                    <a:lnTo>
                      <a:pt x="508542" y="1293005"/>
                    </a:lnTo>
                    <a:cubicBezTo>
                      <a:pt x="524580" y="1226770"/>
                      <a:pt x="666045" y="646567"/>
                      <a:pt x="669304" y="597543"/>
                    </a:cubicBezTo>
                    <a:cubicBezTo>
                      <a:pt x="672042" y="555559"/>
                      <a:pt x="505022" y="188141"/>
                      <a:pt x="440352" y="49935"/>
                    </a:cubicBezTo>
                    <a:cubicBezTo>
                      <a:pt x="438762" y="46401"/>
                      <a:pt x="440261" y="42242"/>
                      <a:pt x="443742" y="40547"/>
                    </a:cubicBezTo>
                    <a:cubicBezTo>
                      <a:pt x="447262" y="38891"/>
                      <a:pt x="451461" y="40391"/>
                      <a:pt x="453117" y="43911"/>
                    </a:cubicBezTo>
                    <a:cubicBezTo>
                      <a:pt x="453117" y="43911"/>
                      <a:pt x="453130" y="43924"/>
                      <a:pt x="453130" y="43937"/>
                    </a:cubicBezTo>
                    <a:cubicBezTo>
                      <a:pt x="477120" y="95047"/>
                      <a:pt x="686906" y="545129"/>
                      <a:pt x="683386" y="598325"/>
                    </a:cubicBezTo>
                    <a:cubicBezTo>
                      <a:pt x="679866" y="651521"/>
                      <a:pt x="526926" y="1275664"/>
                      <a:pt x="520668" y="1302392"/>
                    </a:cubicBezTo>
                    <a:cubicBezTo>
                      <a:pt x="519938" y="1305534"/>
                      <a:pt x="517122" y="1307764"/>
                      <a:pt x="513888" y="130773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8" name="Google Shape;3118;g38b88470f6c_3_1900"/>
              <p:cNvSpPr/>
              <p:nvPr/>
            </p:nvSpPr>
            <p:spPr>
              <a:xfrm>
                <a:off x="6756658" y="4074009"/>
                <a:ext cx="191564" cy="632741"/>
              </a:xfrm>
              <a:custGeom>
                <a:rect b="b" l="l" r="r" t="t"/>
                <a:pathLst>
                  <a:path extrusionOk="0" h="632741" w="191564">
                    <a:moveTo>
                      <a:pt x="183742" y="632741"/>
                    </a:moveTo>
                    <a:cubicBezTo>
                      <a:pt x="179831" y="632741"/>
                      <a:pt x="176636" y="629612"/>
                      <a:pt x="176571" y="625700"/>
                    </a:cubicBezTo>
                    <a:cubicBezTo>
                      <a:pt x="175789" y="439514"/>
                      <a:pt x="98341" y="291138"/>
                      <a:pt x="15939" y="134027"/>
                    </a:cubicBezTo>
                    <a:lnTo>
                      <a:pt x="684" y="104821"/>
                    </a:lnTo>
                    <a:cubicBezTo>
                      <a:pt x="-228" y="102878"/>
                      <a:pt x="-228" y="100636"/>
                      <a:pt x="684" y="98693"/>
                    </a:cubicBezTo>
                    <a:lnTo>
                      <a:pt x="42277" y="4296"/>
                    </a:lnTo>
                    <a:cubicBezTo>
                      <a:pt x="43828" y="697"/>
                      <a:pt x="48000" y="-972"/>
                      <a:pt x="51599" y="580"/>
                    </a:cubicBezTo>
                    <a:cubicBezTo>
                      <a:pt x="55197" y="2132"/>
                      <a:pt x="56866" y="6304"/>
                      <a:pt x="55315" y="9903"/>
                    </a:cubicBezTo>
                    <a:lnTo>
                      <a:pt x="16200" y="101171"/>
                    </a:lnTo>
                    <a:lnTo>
                      <a:pt x="29238" y="127247"/>
                    </a:lnTo>
                    <a:cubicBezTo>
                      <a:pt x="112292" y="285923"/>
                      <a:pt x="190652" y="435733"/>
                      <a:pt x="191565" y="625309"/>
                    </a:cubicBezTo>
                    <a:cubicBezTo>
                      <a:pt x="191565" y="629221"/>
                      <a:pt x="188436" y="632415"/>
                      <a:pt x="184524" y="6324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19" name="Google Shape;3119;g38b88470f6c_3_1900"/>
              <p:cNvSpPr/>
              <p:nvPr/>
            </p:nvSpPr>
            <p:spPr>
              <a:xfrm>
                <a:off x="6762524" y="4950762"/>
                <a:ext cx="18874" cy="55869"/>
              </a:xfrm>
              <a:custGeom>
                <a:rect b="b" l="l" r="r" t="t"/>
                <a:pathLst>
                  <a:path extrusionOk="0" h="55869" w="18874">
                    <a:moveTo>
                      <a:pt x="7075" y="55869"/>
                    </a:moveTo>
                    <a:lnTo>
                      <a:pt x="6293" y="55869"/>
                    </a:lnTo>
                    <a:cubicBezTo>
                      <a:pt x="2446" y="55452"/>
                      <a:pt x="-344" y="52023"/>
                      <a:pt x="34" y="48177"/>
                    </a:cubicBezTo>
                    <a:cubicBezTo>
                      <a:pt x="34" y="48177"/>
                      <a:pt x="1729" y="30836"/>
                      <a:pt x="4858" y="6193"/>
                    </a:cubicBezTo>
                    <a:cubicBezTo>
                      <a:pt x="5250" y="2399"/>
                      <a:pt x="8653" y="-365"/>
                      <a:pt x="12447" y="39"/>
                    </a:cubicBezTo>
                    <a:cubicBezTo>
                      <a:pt x="12525" y="39"/>
                      <a:pt x="12603" y="52"/>
                      <a:pt x="12681" y="65"/>
                    </a:cubicBezTo>
                    <a:cubicBezTo>
                      <a:pt x="16475" y="457"/>
                      <a:pt x="19240" y="3859"/>
                      <a:pt x="18835" y="7654"/>
                    </a:cubicBezTo>
                    <a:cubicBezTo>
                      <a:pt x="18835" y="7732"/>
                      <a:pt x="18822" y="7810"/>
                      <a:pt x="18809" y="7889"/>
                    </a:cubicBezTo>
                    <a:cubicBezTo>
                      <a:pt x="15811" y="32401"/>
                      <a:pt x="14115" y="49481"/>
                      <a:pt x="14115" y="49611"/>
                    </a:cubicBezTo>
                    <a:cubicBezTo>
                      <a:pt x="13659" y="53157"/>
                      <a:pt x="10660" y="55830"/>
                      <a:pt x="7075" y="5586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0" name="Google Shape;3120;g38b88470f6c_3_1900"/>
              <p:cNvSpPr/>
              <p:nvPr/>
            </p:nvSpPr>
            <p:spPr>
              <a:xfrm>
                <a:off x="6433155" y="4186452"/>
                <a:ext cx="404505" cy="730606"/>
              </a:xfrm>
              <a:custGeom>
                <a:rect b="b" l="l" r="r" t="t"/>
                <a:pathLst>
                  <a:path extrusionOk="0" h="730606" w="404505">
                    <a:moveTo>
                      <a:pt x="347396" y="730606"/>
                    </a:moveTo>
                    <a:lnTo>
                      <a:pt x="346484" y="730606"/>
                    </a:lnTo>
                    <a:cubicBezTo>
                      <a:pt x="342690" y="730150"/>
                      <a:pt x="339991" y="726708"/>
                      <a:pt x="340447" y="722914"/>
                    </a:cubicBezTo>
                    <a:cubicBezTo>
                      <a:pt x="340460" y="722835"/>
                      <a:pt x="340473" y="722744"/>
                      <a:pt x="340486" y="722653"/>
                    </a:cubicBezTo>
                    <a:cubicBezTo>
                      <a:pt x="349352" y="659417"/>
                      <a:pt x="357697" y="619520"/>
                      <a:pt x="365389" y="604135"/>
                    </a:cubicBezTo>
                    <a:cubicBezTo>
                      <a:pt x="370044" y="597355"/>
                      <a:pt x="371647" y="588945"/>
                      <a:pt x="369822" y="580927"/>
                    </a:cubicBezTo>
                    <a:cubicBezTo>
                      <a:pt x="366302" y="573495"/>
                      <a:pt x="353263" y="570235"/>
                      <a:pt x="340616" y="567106"/>
                    </a:cubicBezTo>
                    <a:cubicBezTo>
                      <a:pt x="335623" y="566363"/>
                      <a:pt x="331516" y="562804"/>
                      <a:pt x="330055" y="557980"/>
                    </a:cubicBezTo>
                    <a:cubicBezTo>
                      <a:pt x="327448" y="547809"/>
                      <a:pt x="339182" y="537118"/>
                      <a:pt x="356132" y="520950"/>
                    </a:cubicBezTo>
                    <a:cubicBezTo>
                      <a:pt x="368427" y="510676"/>
                      <a:pt x="379379" y="498890"/>
                      <a:pt x="388728" y="485877"/>
                    </a:cubicBezTo>
                    <a:cubicBezTo>
                      <a:pt x="390683" y="482618"/>
                      <a:pt x="390162" y="481053"/>
                      <a:pt x="389901" y="480532"/>
                    </a:cubicBezTo>
                    <a:cubicBezTo>
                      <a:pt x="387554" y="473361"/>
                      <a:pt x="368779" y="465538"/>
                      <a:pt x="350786" y="458106"/>
                    </a:cubicBezTo>
                    <a:cubicBezTo>
                      <a:pt x="324736" y="448797"/>
                      <a:pt x="300354" y="435367"/>
                      <a:pt x="278554" y="418339"/>
                    </a:cubicBezTo>
                    <a:cubicBezTo>
                      <a:pt x="240743" y="385222"/>
                      <a:pt x="71897" y="122370"/>
                      <a:pt x="1099" y="10893"/>
                    </a:cubicBezTo>
                    <a:cubicBezTo>
                      <a:pt x="-961" y="7607"/>
                      <a:pt x="-48" y="3266"/>
                      <a:pt x="3186" y="1114"/>
                    </a:cubicBezTo>
                    <a:cubicBezTo>
                      <a:pt x="6458" y="-985"/>
                      <a:pt x="10813" y="-33"/>
                      <a:pt x="12912" y="3252"/>
                    </a:cubicBezTo>
                    <a:cubicBezTo>
                      <a:pt x="12925" y="3279"/>
                      <a:pt x="12951" y="3305"/>
                      <a:pt x="12964" y="3331"/>
                    </a:cubicBezTo>
                    <a:cubicBezTo>
                      <a:pt x="159775" y="234369"/>
                      <a:pt x="262517" y="385613"/>
                      <a:pt x="287811" y="407518"/>
                    </a:cubicBezTo>
                    <a:cubicBezTo>
                      <a:pt x="308412" y="423568"/>
                      <a:pt x="331490" y="436163"/>
                      <a:pt x="356132" y="444807"/>
                    </a:cubicBezTo>
                    <a:cubicBezTo>
                      <a:pt x="381165" y="455238"/>
                      <a:pt x="399289" y="462669"/>
                      <a:pt x="403591" y="475969"/>
                    </a:cubicBezTo>
                    <a:cubicBezTo>
                      <a:pt x="405404" y="481744"/>
                      <a:pt x="404491" y="488029"/>
                      <a:pt x="401114" y="493049"/>
                    </a:cubicBezTo>
                    <a:cubicBezTo>
                      <a:pt x="391140" y="507221"/>
                      <a:pt x="379353" y="520025"/>
                      <a:pt x="366041" y="531120"/>
                    </a:cubicBezTo>
                    <a:cubicBezTo>
                      <a:pt x="358114" y="537822"/>
                      <a:pt x="350865" y="545293"/>
                      <a:pt x="344397" y="553416"/>
                    </a:cubicBezTo>
                    <a:cubicBezTo>
                      <a:pt x="360043" y="557327"/>
                      <a:pt x="376211" y="561500"/>
                      <a:pt x="382339" y="574929"/>
                    </a:cubicBezTo>
                    <a:cubicBezTo>
                      <a:pt x="386368" y="586820"/>
                      <a:pt x="384686" y="599910"/>
                      <a:pt x="377775" y="610393"/>
                    </a:cubicBezTo>
                    <a:cubicBezTo>
                      <a:pt x="372951" y="619911"/>
                      <a:pt x="364737" y="647552"/>
                      <a:pt x="354176" y="724478"/>
                    </a:cubicBezTo>
                    <a:cubicBezTo>
                      <a:pt x="353681" y="727881"/>
                      <a:pt x="350838" y="730450"/>
                      <a:pt x="347396" y="73060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1" name="Google Shape;3121;g38b88470f6c_3_1900"/>
              <p:cNvSpPr/>
              <p:nvPr/>
            </p:nvSpPr>
            <p:spPr>
              <a:xfrm>
                <a:off x="6403136" y="4138039"/>
                <a:ext cx="30439" cy="40531"/>
              </a:xfrm>
              <a:custGeom>
                <a:rect b="b" l="l" r="r" t="t"/>
                <a:pathLst>
                  <a:path extrusionOk="0" h="40531" w="30439">
                    <a:moveTo>
                      <a:pt x="23425" y="40531"/>
                    </a:moveTo>
                    <a:cubicBezTo>
                      <a:pt x="20961" y="40544"/>
                      <a:pt x="18679" y="39253"/>
                      <a:pt x="17427" y="37141"/>
                    </a:cubicBezTo>
                    <a:lnTo>
                      <a:pt x="1260" y="11065"/>
                    </a:lnTo>
                    <a:cubicBezTo>
                      <a:pt x="-956" y="7870"/>
                      <a:pt x="-174" y="3489"/>
                      <a:pt x="3020" y="1260"/>
                    </a:cubicBezTo>
                    <a:cubicBezTo>
                      <a:pt x="6214" y="-956"/>
                      <a:pt x="10595" y="-174"/>
                      <a:pt x="12825" y="3020"/>
                    </a:cubicBezTo>
                    <a:cubicBezTo>
                      <a:pt x="12929" y="3177"/>
                      <a:pt x="13034" y="3333"/>
                      <a:pt x="13125" y="3502"/>
                    </a:cubicBezTo>
                    <a:lnTo>
                      <a:pt x="29292" y="29579"/>
                    </a:lnTo>
                    <a:cubicBezTo>
                      <a:pt x="31417" y="32839"/>
                      <a:pt x="30505" y="37194"/>
                      <a:pt x="27258" y="39332"/>
                    </a:cubicBezTo>
                    <a:cubicBezTo>
                      <a:pt x="27245" y="39332"/>
                      <a:pt x="27219" y="39345"/>
                      <a:pt x="27206" y="39358"/>
                    </a:cubicBezTo>
                    <a:cubicBezTo>
                      <a:pt x="26085" y="40114"/>
                      <a:pt x="24768" y="40531"/>
                      <a:pt x="23425" y="4053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2" name="Google Shape;3122;g38b88470f6c_3_1900"/>
              <p:cNvSpPr/>
              <p:nvPr/>
            </p:nvSpPr>
            <p:spPr>
              <a:xfrm>
                <a:off x="6615678" y="5014715"/>
                <a:ext cx="416120" cy="539502"/>
              </a:xfrm>
              <a:custGeom>
                <a:rect b="b" l="l" r="r" t="t"/>
                <a:pathLst>
                  <a:path extrusionOk="0" h="539502" w="416120">
                    <a:moveTo>
                      <a:pt x="62914" y="0"/>
                    </a:moveTo>
                    <a:lnTo>
                      <a:pt x="294473" y="19557"/>
                    </a:lnTo>
                    <a:lnTo>
                      <a:pt x="231629" y="345514"/>
                    </a:lnTo>
                    <a:cubicBezTo>
                      <a:pt x="249257" y="383247"/>
                      <a:pt x="282113" y="411697"/>
                      <a:pt x="321984" y="423744"/>
                    </a:cubicBezTo>
                    <a:cubicBezTo>
                      <a:pt x="388610" y="443302"/>
                      <a:pt x="416121" y="455036"/>
                      <a:pt x="416121" y="486458"/>
                    </a:cubicBezTo>
                    <a:cubicBezTo>
                      <a:pt x="416121" y="517881"/>
                      <a:pt x="388610" y="525573"/>
                      <a:pt x="278828" y="537438"/>
                    </a:cubicBezTo>
                    <a:cubicBezTo>
                      <a:pt x="169045" y="549303"/>
                      <a:pt x="55091" y="506146"/>
                      <a:pt x="55091" y="506146"/>
                    </a:cubicBezTo>
                    <a:cubicBezTo>
                      <a:pt x="55091" y="506146"/>
                      <a:pt x="4111" y="498193"/>
                      <a:pt x="200" y="462990"/>
                    </a:cubicBezTo>
                    <a:cubicBezTo>
                      <a:pt x="-3712" y="427786"/>
                      <a:pt x="51179" y="329478"/>
                      <a:pt x="51179" y="329478"/>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3" name="Google Shape;3123;g38b88470f6c_3_1900"/>
              <p:cNvSpPr/>
              <p:nvPr/>
            </p:nvSpPr>
            <p:spPr>
              <a:xfrm>
                <a:off x="6608211" y="5008164"/>
                <a:ext cx="430627" cy="553115"/>
              </a:xfrm>
              <a:custGeom>
                <a:rect b="b" l="l" r="r" t="t"/>
                <a:pathLst>
                  <a:path extrusionOk="0" h="553115" w="430627">
                    <a:moveTo>
                      <a:pt x="246266" y="553116"/>
                    </a:moveTo>
                    <a:cubicBezTo>
                      <a:pt x="182913" y="552190"/>
                      <a:pt x="120121" y="541003"/>
                      <a:pt x="60341" y="519998"/>
                    </a:cubicBezTo>
                    <a:cubicBezTo>
                      <a:pt x="53300" y="518825"/>
                      <a:pt x="4537" y="508916"/>
                      <a:pt x="234" y="470844"/>
                    </a:cubicBezTo>
                    <a:cubicBezTo>
                      <a:pt x="-3677" y="435641"/>
                      <a:pt x="42608" y="350240"/>
                      <a:pt x="51214" y="334725"/>
                    </a:cubicBezTo>
                    <a:lnTo>
                      <a:pt x="62948" y="6812"/>
                    </a:lnTo>
                    <a:cubicBezTo>
                      <a:pt x="63026" y="4843"/>
                      <a:pt x="63926" y="3004"/>
                      <a:pt x="65425" y="1727"/>
                    </a:cubicBezTo>
                    <a:cubicBezTo>
                      <a:pt x="66860" y="462"/>
                      <a:pt x="68737" y="-151"/>
                      <a:pt x="70641" y="32"/>
                    </a:cubicBezTo>
                    <a:lnTo>
                      <a:pt x="302201" y="19589"/>
                    </a:lnTo>
                    <a:cubicBezTo>
                      <a:pt x="304170" y="19733"/>
                      <a:pt x="305982" y="20737"/>
                      <a:pt x="307155" y="22327"/>
                    </a:cubicBezTo>
                    <a:cubicBezTo>
                      <a:pt x="308342" y="23944"/>
                      <a:pt x="308811" y="25965"/>
                      <a:pt x="308459" y="27934"/>
                    </a:cubicBezTo>
                    <a:lnTo>
                      <a:pt x="246527" y="350501"/>
                    </a:lnTo>
                    <a:cubicBezTo>
                      <a:pt x="263568" y="385391"/>
                      <a:pt x="294300" y="411676"/>
                      <a:pt x="331406" y="423124"/>
                    </a:cubicBezTo>
                    <a:cubicBezTo>
                      <a:pt x="394772" y="441769"/>
                      <a:pt x="430628" y="454155"/>
                      <a:pt x="430628" y="492618"/>
                    </a:cubicBezTo>
                    <a:cubicBezTo>
                      <a:pt x="430628" y="531081"/>
                      <a:pt x="393338" y="539295"/>
                      <a:pt x="287207" y="550638"/>
                    </a:cubicBezTo>
                    <a:cubicBezTo>
                      <a:pt x="273608" y="552190"/>
                      <a:pt x="259944" y="553012"/>
                      <a:pt x="246266" y="553116"/>
                    </a:cubicBezTo>
                    <a:close/>
                    <a:moveTo>
                      <a:pt x="76769" y="14113"/>
                    </a:moveTo>
                    <a:lnTo>
                      <a:pt x="65165" y="336289"/>
                    </a:lnTo>
                    <a:cubicBezTo>
                      <a:pt x="65191" y="337436"/>
                      <a:pt x="64865" y="338571"/>
                      <a:pt x="64252" y="339549"/>
                    </a:cubicBezTo>
                    <a:cubicBezTo>
                      <a:pt x="49388" y="365625"/>
                      <a:pt x="11186" y="441638"/>
                      <a:pt x="14185" y="468758"/>
                    </a:cubicBezTo>
                    <a:cubicBezTo>
                      <a:pt x="17445" y="498224"/>
                      <a:pt x="62687" y="505656"/>
                      <a:pt x="63209" y="505656"/>
                    </a:cubicBezTo>
                    <a:lnTo>
                      <a:pt x="64513" y="505656"/>
                    </a:lnTo>
                    <a:cubicBezTo>
                      <a:pt x="65686" y="505656"/>
                      <a:pt x="178076" y="548031"/>
                      <a:pt x="284990" y="536557"/>
                    </a:cubicBezTo>
                    <a:cubicBezTo>
                      <a:pt x="393990" y="524953"/>
                      <a:pt x="415373" y="517521"/>
                      <a:pt x="415373" y="492618"/>
                    </a:cubicBezTo>
                    <a:cubicBezTo>
                      <a:pt x="415373" y="467715"/>
                      <a:pt x="393078" y="456372"/>
                      <a:pt x="326191" y="436684"/>
                    </a:cubicBezTo>
                    <a:cubicBezTo>
                      <a:pt x="284182" y="424037"/>
                      <a:pt x="249643" y="393918"/>
                      <a:pt x="231403" y="354021"/>
                    </a:cubicBezTo>
                    <a:cubicBezTo>
                      <a:pt x="231025" y="352743"/>
                      <a:pt x="231025" y="351387"/>
                      <a:pt x="231403" y="350110"/>
                    </a:cubicBezTo>
                    <a:lnTo>
                      <a:pt x="292683" y="32106"/>
                    </a:lnTo>
                    <a:close/>
                    <a:moveTo>
                      <a:pt x="58124" y="336028"/>
                    </a:moveTo>
                    <a:lnTo>
                      <a:pt x="58124" y="336028"/>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4" name="Google Shape;3124;g38b88470f6c_3_1900"/>
              <p:cNvSpPr/>
              <p:nvPr/>
            </p:nvSpPr>
            <p:spPr>
              <a:xfrm>
                <a:off x="6615772" y="5452410"/>
                <a:ext cx="415765" cy="101806"/>
              </a:xfrm>
              <a:custGeom>
                <a:rect b="b" l="l" r="r" t="t"/>
                <a:pathLst>
                  <a:path extrusionOk="0" h="101806" w="415765">
                    <a:moveTo>
                      <a:pt x="278733" y="99743"/>
                    </a:moveTo>
                    <a:cubicBezTo>
                      <a:pt x="383039" y="88660"/>
                      <a:pt x="413027" y="80968"/>
                      <a:pt x="415765" y="53196"/>
                    </a:cubicBezTo>
                    <a:cubicBezTo>
                      <a:pt x="352504" y="67851"/>
                      <a:pt x="287260" y="71906"/>
                      <a:pt x="222668" y="65191"/>
                    </a:cubicBezTo>
                    <a:cubicBezTo>
                      <a:pt x="146486" y="55661"/>
                      <a:pt x="72389" y="33626"/>
                      <a:pt x="3365" y="0"/>
                    </a:cubicBezTo>
                    <a:cubicBezTo>
                      <a:pt x="744" y="8162"/>
                      <a:pt x="-365" y="16741"/>
                      <a:pt x="105" y="25294"/>
                    </a:cubicBezTo>
                    <a:cubicBezTo>
                      <a:pt x="4016" y="60497"/>
                      <a:pt x="54996" y="68451"/>
                      <a:pt x="54996" y="68451"/>
                    </a:cubicBezTo>
                    <a:cubicBezTo>
                      <a:pt x="54996" y="68451"/>
                      <a:pt x="168820" y="111608"/>
                      <a:pt x="278733" y="997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5" name="Google Shape;3125;g38b88470f6c_3_1900"/>
              <p:cNvSpPr/>
              <p:nvPr/>
            </p:nvSpPr>
            <p:spPr>
              <a:xfrm>
                <a:off x="6608328" y="5445809"/>
                <a:ext cx="429883" cy="115488"/>
              </a:xfrm>
              <a:custGeom>
                <a:rect b="b" l="l" r="r" t="t"/>
                <a:pathLst>
                  <a:path extrusionOk="0" h="115488" w="429883">
                    <a:moveTo>
                      <a:pt x="246150" y="115470"/>
                    </a:moveTo>
                    <a:cubicBezTo>
                      <a:pt x="182797" y="114544"/>
                      <a:pt x="120004" y="103358"/>
                      <a:pt x="60224" y="82353"/>
                    </a:cubicBezTo>
                    <a:cubicBezTo>
                      <a:pt x="53183" y="81180"/>
                      <a:pt x="4420" y="71270"/>
                      <a:pt x="117" y="33199"/>
                    </a:cubicBezTo>
                    <a:cubicBezTo>
                      <a:pt x="-391" y="23772"/>
                      <a:pt x="756" y="14332"/>
                      <a:pt x="3507" y="5297"/>
                    </a:cubicBezTo>
                    <a:cubicBezTo>
                      <a:pt x="4081" y="3276"/>
                      <a:pt x="5515" y="1607"/>
                      <a:pt x="7419" y="733"/>
                    </a:cubicBezTo>
                    <a:cubicBezTo>
                      <a:pt x="9349" y="-244"/>
                      <a:pt x="11617" y="-244"/>
                      <a:pt x="13547" y="733"/>
                    </a:cubicBezTo>
                    <a:cubicBezTo>
                      <a:pt x="81906" y="33929"/>
                      <a:pt x="155234" y="55690"/>
                      <a:pt x="230634" y="65142"/>
                    </a:cubicBezTo>
                    <a:cubicBezTo>
                      <a:pt x="294391" y="71987"/>
                      <a:pt x="358840" y="67985"/>
                      <a:pt x="421254" y="53277"/>
                    </a:cubicBezTo>
                    <a:cubicBezTo>
                      <a:pt x="423496" y="52769"/>
                      <a:pt x="425843" y="53408"/>
                      <a:pt x="427512" y="54973"/>
                    </a:cubicBezTo>
                    <a:cubicBezTo>
                      <a:pt x="429181" y="56446"/>
                      <a:pt x="430042" y="58623"/>
                      <a:pt x="429859" y="60840"/>
                    </a:cubicBezTo>
                    <a:cubicBezTo>
                      <a:pt x="426469" y="95522"/>
                      <a:pt x="387876" y="102953"/>
                      <a:pt x="286438" y="113775"/>
                    </a:cubicBezTo>
                    <a:cubicBezTo>
                      <a:pt x="273048" y="115040"/>
                      <a:pt x="259605" y="115600"/>
                      <a:pt x="246150" y="115470"/>
                    </a:cubicBezTo>
                    <a:close/>
                    <a:moveTo>
                      <a:pt x="15633" y="17162"/>
                    </a:moveTo>
                    <a:cubicBezTo>
                      <a:pt x="14577" y="21816"/>
                      <a:pt x="14225" y="26614"/>
                      <a:pt x="14590" y="31373"/>
                    </a:cubicBezTo>
                    <a:cubicBezTo>
                      <a:pt x="17849" y="60840"/>
                      <a:pt x="63092" y="68272"/>
                      <a:pt x="63614" y="68272"/>
                    </a:cubicBezTo>
                    <a:lnTo>
                      <a:pt x="64918" y="68272"/>
                    </a:lnTo>
                    <a:cubicBezTo>
                      <a:pt x="66091" y="68272"/>
                      <a:pt x="178481" y="110646"/>
                      <a:pt x="285395" y="99172"/>
                    </a:cubicBezTo>
                    <a:lnTo>
                      <a:pt x="285395" y="99172"/>
                    </a:lnTo>
                    <a:cubicBezTo>
                      <a:pt x="371448" y="90046"/>
                      <a:pt x="402740" y="83266"/>
                      <a:pt x="412779" y="69054"/>
                    </a:cubicBezTo>
                    <a:cubicBezTo>
                      <a:pt x="352516" y="82183"/>
                      <a:pt x="290506" y="85391"/>
                      <a:pt x="229200" y="78572"/>
                    </a:cubicBezTo>
                    <a:cubicBezTo>
                      <a:pt x="155208" y="69523"/>
                      <a:pt x="83132" y="48792"/>
                      <a:pt x="15633" y="1716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6" name="Google Shape;3126;g38b88470f6c_3_1900"/>
              <p:cNvSpPr/>
              <p:nvPr/>
            </p:nvSpPr>
            <p:spPr>
              <a:xfrm>
                <a:off x="5909685" y="3155683"/>
                <a:ext cx="922758" cy="985080"/>
              </a:xfrm>
              <a:custGeom>
                <a:rect b="b" l="l" r="r" t="t"/>
                <a:pathLst>
                  <a:path extrusionOk="0" h="985080" w="922758">
                    <a:moveTo>
                      <a:pt x="359635" y="92475"/>
                    </a:moveTo>
                    <a:cubicBezTo>
                      <a:pt x="359635" y="92475"/>
                      <a:pt x="91699" y="229117"/>
                      <a:pt x="30028" y="296133"/>
                    </a:cubicBezTo>
                    <a:cubicBezTo>
                      <a:pt x="-31644" y="363150"/>
                      <a:pt x="16989" y="424691"/>
                      <a:pt x="40719" y="494315"/>
                    </a:cubicBezTo>
                    <a:cubicBezTo>
                      <a:pt x="64449" y="563940"/>
                      <a:pt x="378802" y="962781"/>
                      <a:pt x="402922" y="981556"/>
                    </a:cubicBezTo>
                    <a:cubicBezTo>
                      <a:pt x="427043" y="1000331"/>
                      <a:pt x="550255" y="941398"/>
                      <a:pt x="716493" y="869035"/>
                    </a:cubicBezTo>
                    <a:cubicBezTo>
                      <a:pt x="882731" y="796673"/>
                      <a:pt x="922759" y="767207"/>
                      <a:pt x="922759" y="727048"/>
                    </a:cubicBezTo>
                    <a:cubicBezTo>
                      <a:pt x="922759" y="686891"/>
                      <a:pt x="707888" y="36020"/>
                      <a:pt x="694589" y="6683"/>
                    </a:cubicBezTo>
                    <a:cubicBezTo>
                      <a:pt x="681290" y="-22653"/>
                      <a:pt x="429260" y="51665"/>
                      <a:pt x="359635" y="9247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27" name="Google Shape;3127;g38b88470f6c_3_1900"/>
              <p:cNvSpPr/>
              <p:nvPr/>
            </p:nvSpPr>
            <p:spPr>
              <a:xfrm>
                <a:off x="5902152" y="3148608"/>
                <a:ext cx="936810" cy="999252"/>
              </a:xfrm>
              <a:custGeom>
                <a:rect b="b" l="l" r="r" t="t"/>
                <a:pathLst>
                  <a:path extrusionOk="0" h="999252" w="936810">
                    <a:moveTo>
                      <a:pt x="424406" y="999192"/>
                    </a:moveTo>
                    <a:cubicBezTo>
                      <a:pt x="417939" y="999609"/>
                      <a:pt x="411524" y="997862"/>
                      <a:pt x="406152" y="994237"/>
                    </a:cubicBezTo>
                    <a:cubicBezTo>
                      <a:pt x="387247" y="979504"/>
                      <a:pt x="67157" y="577012"/>
                      <a:pt x="41080" y="503737"/>
                    </a:cubicBezTo>
                    <a:cubicBezTo>
                      <a:pt x="36386" y="490699"/>
                      <a:pt x="30650" y="476878"/>
                      <a:pt x="25173" y="463840"/>
                    </a:cubicBezTo>
                    <a:cubicBezTo>
                      <a:pt x="2617" y="410643"/>
                      <a:pt x="-20721" y="355492"/>
                      <a:pt x="31823" y="298384"/>
                    </a:cubicBezTo>
                    <a:cubicBezTo>
                      <a:pt x="93364" y="231498"/>
                      <a:pt x="350088" y="99941"/>
                      <a:pt x="363256" y="93292"/>
                    </a:cubicBezTo>
                    <a:cubicBezTo>
                      <a:pt x="429230" y="55350"/>
                      <a:pt x="650881" y="-12579"/>
                      <a:pt x="697036" y="2024"/>
                    </a:cubicBezTo>
                    <a:cubicBezTo>
                      <a:pt x="701795" y="3171"/>
                      <a:pt x="705811" y="6366"/>
                      <a:pt x="707988" y="10760"/>
                    </a:cubicBezTo>
                    <a:cubicBezTo>
                      <a:pt x="722852" y="43355"/>
                      <a:pt x="936810" y="693444"/>
                      <a:pt x="936810" y="733993"/>
                    </a:cubicBezTo>
                    <a:cubicBezTo>
                      <a:pt x="936810" y="779105"/>
                      <a:pt x="893523" y="809615"/>
                      <a:pt x="726242" y="882499"/>
                    </a:cubicBezTo>
                    <a:cubicBezTo>
                      <a:pt x="703295" y="892408"/>
                      <a:pt x="681130" y="902187"/>
                      <a:pt x="660007" y="911574"/>
                    </a:cubicBezTo>
                    <a:cubicBezTo>
                      <a:pt x="533536" y="967509"/>
                      <a:pt x="459739" y="999061"/>
                      <a:pt x="424406" y="999192"/>
                    </a:cubicBezTo>
                    <a:close/>
                    <a:moveTo>
                      <a:pt x="680999" y="13367"/>
                    </a:moveTo>
                    <a:cubicBezTo>
                      <a:pt x="625586" y="13367"/>
                      <a:pt x="436922" y="67346"/>
                      <a:pt x="370688" y="105678"/>
                    </a:cubicBezTo>
                    <a:lnTo>
                      <a:pt x="370688" y="105678"/>
                    </a:lnTo>
                    <a:cubicBezTo>
                      <a:pt x="368080" y="106982"/>
                      <a:pt x="103142" y="242450"/>
                      <a:pt x="43166" y="307772"/>
                    </a:cubicBezTo>
                    <a:cubicBezTo>
                      <a:pt x="-3250" y="358230"/>
                      <a:pt x="16307" y="404515"/>
                      <a:pt x="39124" y="458234"/>
                    </a:cubicBezTo>
                    <a:cubicBezTo>
                      <a:pt x="44731" y="471272"/>
                      <a:pt x="50468" y="485092"/>
                      <a:pt x="55292" y="499043"/>
                    </a:cubicBezTo>
                    <a:cubicBezTo>
                      <a:pt x="80456" y="571797"/>
                      <a:pt x="396504" y="968421"/>
                      <a:pt x="415148" y="982894"/>
                    </a:cubicBezTo>
                    <a:cubicBezTo>
                      <a:pt x="433793" y="997366"/>
                      <a:pt x="540707" y="948994"/>
                      <a:pt x="655183" y="898536"/>
                    </a:cubicBezTo>
                    <a:lnTo>
                      <a:pt x="721548" y="869461"/>
                    </a:lnTo>
                    <a:cubicBezTo>
                      <a:pt x="878007" y="801271"/>
                      <a:pt x="923641" y="770761"/>
                      <a:pt x="923641" y="733993"/>
                    </a:cubicBezTo>
                    <a:cubicBezTo>
                      <a:pt x="923641" y="699572"/>
                      <a:pt x="713856" y="56002"/>
                      <a:pt x="695993" y="16887"/>
                    </a:cubicBezTo>
                    <a:cubicBezTo>
                      <a:pt x="693776" y="14410"/>
                      <a:pt x="688170" y="13367"/>
                      <a:pt x="680999" y="13367"/>
                    </a:cubicBezTo>
                    <a:close/>
                    <a:moveTo>
                      <a:pt x="367168" y="99550"/>
                    </a:moveTo>
                    <a:lnTo>
                      <a:pt x="367168" y="99550"/>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128" name="Google Shape;3128;g38b88470f6c_3_1900"/>
              <p:cNvGrpSpPr/>
              <p:nvPr/>
            </p:nvGrpSpPr>
            <p:grpSpPr>
              <a:xfrm>
                <a:off x="5909424" y="3227297"/>
                <a:ext cx="721708" cy="913466"/>
                <a:chOff x="5909424" y="3227297"/>
                <a:chExt cx="721708" cy="913466"/>
              </a:xfrm>
            </p:grpSpPr>
            <p:sp>
              <p:nvSpPr>
                <p:cNvPr id="3129" name="Google Shape;3129;g38b88470f6c_3_1900"/>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30" name="Google Shape;3130;g38b88470f6c_3_1900"/>
                <p:cNvSpPr/>
                <p:nvPr/>
              </p:nvSpPr>
              <p:spPr>
                <a:xfrm>
                  <a:off x="5909424" y="3227297"/>
                  <a:ext cx="721708" cy="913466"/>
                </a:xfrm>
                <a:custGeom>
                  <a:rect b="b" l="l" r="r" t="t"/>
                  <a:pathLst>
                    <a:path extrusionOk="0" h="913466" w="721708">
                      <a:moveTo>
                        <a:pt x="286230" y="553736"/>
                      </a:moveTo>
                      <a:lnTo>
                        <a:pt x="465767" y="560907"/>
                      </a:lnTo>
                      <a:lnTo>
                        <a:pt x="224559" y="513708"/>
                      </a:lnTo>
                      <a:cubicBezTo>
                        <a:pt x="224559" y="513708"/>
                        <a:pt x="55713" y="438217"/>
                        <a:pt x="55713" y="348383"/>
                      </a:cubicBezTo>
                      <a:cubicBezTo>
                        <a:pt x="55713" y="258549"/>
                        <a:pt x="160019" y="226345"/>
                        <a:pt x="160019" y="226345"/>
                      </a:cubicBezTo>
                      <a:lnTo>
                        <a:pt x="415178" y="158024"/>
                      </a:lnTo>
                      <a:lnTo>
                        <a:pt x="433171" y="0"/>
                      </a:lnTo>
                      <a:cubicBezTo>
                        <a:pt x="429129" y="0"/>
                        <a:pt x="417525" y="0"/>
                        <a:pt x="401358" y="1043"/>
                      </a:cubicBezTo>
                      <a:cubicBezTo>
                        <a:pt x="387055" y="6767"/>
                        <a:pt x="373117" y="13390"/>
                        <a:pt x="359635" y="20861"/>
                      </a:cubicBezTo>
                      <a:cubicBezTo>
                        <a:pt x="359635" y="20861"/>
                        <a:pt x="91698" y="157502"/>
                        <a:pt x="30027" y="224519"/>
                      </a:cubicBezTo>
                      <a:cubicBezTo>
                        <a:pt x="-31644" y="291536"/>
                        <a:pt x="16989" y="353077"/>
                        <a:pt x="40719" y="422701"/>
                      </a:cubicBezTo>
                      <a:cubicBezTo>
                        <a:pt x="64448" y="492326"/>
                        <a:pt x="378801" y="891167"/>
                        <a:pt x="402922" y="909942"/>
                      </a:cubicBezTo>
                      <a:cubicBezTo>
                        <a:pt x="427043" y="928717"/>
                        <a:pt x="550255" y="869784"/>
                        <a:pt x="716493" y="797421"/>
                      </a:cubicBezTo>
                      <a:lnTo>
                        <a:pt x="721708" y="795075"/>
                      </a:lnTo>
                      <a:cubicBezTo>
                        <a:pt x="673988" y="804723"/>
                        <a:pt x="520788" y="842273"/>
                        <a:pt x="472677" y="801072"/>
                      </a:cubicBezTo>
                      <a:cubicBezTo>
                        <a:pt x="422480" y="757915"/>
                        <a:pt x="318304" y="650219"/>
                        <a:pt x="318304" y="650219"/>
                      </a:cubicBezTo>
                      <a:lnTo>
                        <a:pt x="706193" y="653740"/>
                      </a:lnTo>
                      <a:close/>
                    </a:path>
                  </a:pathLst>
                </a:custGeom>
                <a:solidFill>
                  <a:srgbClr val="FFFFFF">
                    <a:alpha val="4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131" name="Google Shape;3131;g38b88470f6c_3_1900"/>
              <p:cNvSpPr/>
              <p:nvPr/>
            </p:nvSpPr>
            <p:spPr>
              <a:xfrm>
                <a:off x="6194350" y="3178664"/>
                <a:ext cx="302407" cy="265486"/>
              </a:xfrm>
              <a:custGeom>
                <a:rect b="b" l="l" r="r" t="t"/>
                <a:pathLst>
                  <a:path extrusionOk="0" h="265486" w="302407">
                    <a:moveTo>
                      <a:pt x="0" y="109130"/>
                    </a:moveTo>
                    <a:cubicBezTo>
                      <a:pt x="32374" y="157489"/>
                      <a:pt x="74305" y="198716"/>
                      <a:pt x="123212" y="230256"/>
                    </a:cubicBezTo>
                    <a:cubicBezTo>
                      <a:pt x="208873" y="283843"/>
                      <a:pt x="265199" y="273152"/>
                      <a:pt x="294665" y="219434"/>
                    </a:cubicBezTo>
                    <a:cubicBezTo>
                      <a:pt x="318786" y="175626"/>
                      <a:pt x="280193" y="45764"/>
                      <a:pt x="265329" y="0"/>
                    </a:cubicBezTo>
                    <a:cubicBezTo>
                      <a:pt x="191402" y="20079"/>
                      <a:pt x="110043" y="49154"/>
                      <a:pt x="74970" y="69494"/>
                    </a:cubicBezTo>
                    <a:cubicBezTo>
                      <a:pt x="74970" y="69494"/>
                      <a:pt x="43939" y="85401"/>
                      <a:pt x="0" y="10913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32" name="Google Shape;3132;g38b88470f6c_3_1900"/>
              <p:cNvSpPr/>
              <p:nvPr/>
            </p:nvSpPr>
            <p:spPr>
              <a:xfrm>
                <a:off x="6187227" y="3171522"/>
                <a:ext cx="316442" cy="279644"/>
              </a:xfrm>
              <a:custGeom>
                <a:rect b="b" l="l" r="r" t="t"/>
                <a:pathLst>
                  <a:path extrusionOk="0" h="279644" w="316442">
                    <a:moveTo>
                      <a:pt x="228513" y="279642"/>
                    </a:moveTo>
                    <a:cubicBezTo>
                      <a:pt x="199307" y="279642"/>
                      <a:pt x="165147" y="267517"/>
                      <a:pt x="126554" y="243396"/>
                    </a:cubicBezTo>
                    <a:cubicBezTo>
                      <a:pt x="76904" y="211191"/>
                      <a:pt x="34295" y="169273"/>
                      <a:pt x="1256" y="120184"/>
                    </a:cubicBezTo>
                    <a:cubicBezTo>
                      <a:pt x="96" y="118554"/>
                      <a:pt x="-283" y="116507"/>
                      <a:pt x="213" y="114577"/>
                    </a:cubicBezTo>
                    <a:cubicBezTo>
                      <a:pt x="708" y="112635"/>
                      <a:pt x="1986" y="110992"/>
                      <a:pt x="3733" y="110014"/>
                    </a:cubicBezTo>
                    <a:cubicBezTo>
                      <a:pt x="47020" y="86545"/>
                      <a:pt x="78573" y="70899"/>
                      <a:pt x="78834" y="70247"/>
                    </a:cubicBezTo>
                    <a:cubicBezTo>
                      <a:pt x="112994" y="50560"/>
                      <a:pt x="192006" y="21745"/>
                      <a:pt x="270496" y="232"/>
                    </a:cubicBezTo>
                    <a:cubicBezTo>
                      <a:pt x="274147" y="-720"/>
                      <a:pt x="277915" y="1340"/>
                      <a:pt x="279102" y="4926"/>
                    </a:cubicBezTo>
                    <a:cubicBezTo>
                      <a:pt x="296182" y="57079"/>
                      <a:pt x="333080" y="184463"/>
                      <a:pt x="307916" y="230097"/>
                    </a:cubicBezTo>
                    <a:cubicBezTo>
                      <a:pt x="296703" y="252901"/>
                      <a:pt x="276312" y="269877"/>
                      <a:pt x="251852" y="276774"/>
                    </a:cubicBezTo>
                    <a:cubicBezTo>
                      <a:pt x="244224" y="278730"/>
                      <a:pt x="236388" y="279694"/>
                      <a:pt x="228513" y="279642"/>
                    </a:cubicBezTo>
                    <a:close/>
                    <a:moveTo>
                      <a:pt x="17293" y="118750"/>
                    </a:moveTo>
                    <a:cubicBezTo>
                      <a:pt x="48767" y="163523"/>
                      <a:pt x="88612" y="201777"/>
                      <a:pt x="134638" y="231401"/>
                    </a:cubicBezTo>
                    <a:cubicBezTo>
                      <a:pt x="180793" y="260215"/>
                      <a:pt x="219256" y="270515"/>
                      <a:pt x="248983" y="263083"/>
                    </a:cubicBezTo>
                    <a:cubicBezTo>
                      <a:pt x="269662" y="257086"/>
                      <a:pt x="286820" y="242574"/>
                      <a:pt x="296182" y="223186"/>
                    </a:cubicBezTo>
                    <a:cubicBezTo>
                      <a:pt x="318217" y="183420"/>
                      <a:pt x="283144" y="61642"/>
                      <a:pt x="268410" y="15747"/>
                    </a:cubicBezTo>
                    <a:cubicBezTo>
                      <a:pt x="194092" y="36348"/>
                      <a:pt x="118340" y="64119"/>
                      <a:pt x="85874" y="82764"/>
                    </a:cubicBezTo>
                    <a:cubicBezTo>
                      <a:pt x="84962" y="83025"/>
                      <a:pt x="56799" y="97367"/>
                      <a:pt x="17293" y="11875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33" name="Google Shape;3133;g38b88470f6c_3_1900"/>
              <p:cNvSpPr/>
              <p:nvPr/>
            </p:nvSpPr>
            <p:spPr>
              <a:xfrm>
                <a:off x="6175444" y="3103042"/>
                <a:ext cx="276215" cy="290553"/>
              </a:xfrm>
              <a:custGeom>
                <a:rect b="b" l="l" r="r" t="t"/>
                <a:pathLst>
                  <a:path extrusionOk="0" h="290553" w="276215">
                    <a:moveTo>
                      <a:pt x="262591" y="43287"/>
                    </a:moveTo>
                    <a:cubicBezTo>
                      <a:pt x="250439" y="57290"/>
                      <a:pt x="244637" y="75700"/>
                      <a:pt x="246554" y="94136"/>
                    </a:cubicBezTo>
                    <a:cubicBezTo>
                      <a:pt x="251900" y="120995"/>
                      <a:pt x="278759" y="225432"/>
                      <a:pt x="276021" y="260244"/>
                    </a:cubicBezTo>
                    <a:cubicBezTo>
                      <a:pt x="273282" y="295056"/>
                      <a:pt x="241208" y="300532"/>
                      <a:pt x="174191" y="273282"/>
                    </a:cubicBezTo>
                    <a:cubicBezTo>
                      <a:pt x="107175" y="246032"/>
                      <a:pt x="64409" y="168976"/>
                      <a:pt x="53587" y="150071"/>
                    </a:cubicBezTo>
                    <a:cubicBezTo>
                      <a:pt x="42766" y="131165"/>
                      <a:pt x="0" y="18775"/>
                      <a:pt x="0" y="18775"/>
                    </a:cubicBezTo>
                    <a:lnTo>
                      <a:pt x="29467" y="0"/>
                    </a:lnTo>
                    <a:cubicBezTo>
                      <a:pt x="29467" y="0"/>
                      <a:pt x="59064" y="45504"/>
                      <a:pt x="131296" y="45504"/>
                    </a:cubicBezTo>
                    <a:cubicBezTo>
                      <a:pt x="203528" y="45504"/>
                      <a:pt x="254638" y="7953"/>
                      <a:pt x="262591" y="24121"/>
                    </a:cubicBezTo>
                    <a:cubicBezTo>
                      <a:pt x="270544" y="40288"/>
                      <a:pt x="262591" y="43287"/>
                      <a:pt x="262591" y="4328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34" name="Google Shape;3134;g38b88470f6c_3_1900"/>
              <p:cNvSpPr/>
              <p:nvPr/>
            </p:nvSpPr>
            <p:spPr>
              <a:xfrm>
                <a:off x="6168474" y="3096336"/>
                <a:ext cx="289997" cy="304531"/>
              </a:xfrm>
              <a:custGeom>
                <a:rect b="b" l="l" r="r" t="t"/>
                <a:pathLst>
                  <a:path extrusionOk="0" h="304531" w="289997">
                    <a:moveTo>
                      <a:pt x="247918" y="304500"/>
                    </a:moveTo>
                    <a:cubicBezTo>
                      <a:pt x="223928" y="302844"/>
                      <a:pt x="200433" y="296886"/>
                      <a:pt x="178554" y="286899"/>
                    </a:cubicBezTo>
                    <a:cubicBezTo>
                      <a:pt x="133703" y="269036"/>
                      <a:pt x="92371" y="227053"/>
                      <a:pt x="55343" y="162253"/>
                    </a:cubicBezTo>
                    <a:lnTo>
                      <a:pt x="54430" y="160688"/>
                    </a:lnTo>
                    <a:cubicBezTo>
                      <a:pt x="43608" y="141652"/>
                      <a:pt x="2277" y="32913"/>
                      <a:pt x="451" y="28350"/>
                    </a:cubicBezTo>
                    <a:cubicBezTo>
                      <a:pt x="-709" y="25233"/>
                      <a:pt x="425" y="21726"/>
                      <a:pt x="3190" y="19875"/>
                    </a:cubicBezTo>
                    <a:lnTo>
                      <a:pt x="32656" y="1100"/>
                    </a:lnTo>
                    <a:cubicBezTo>
                      <a:pt x="35942" y="-961"/>
                      <a:pt x="40283" y="-48"/>
                      <a:pt x="42435" y="3186"/>
                    </a:cubicBezTo>
                    <a:cubicBezTo>
                      <a:pt x="43608" y="4881"/>
                      <a:pt x="70989" y="45560"/>
                      <a:pt x="138266" y="45560"/>
                    </a:cubicBezTo>
                    <a:cubicBezTo>
                      <a:pt x="169441" y="44660"/>
                      <a:pt x="200263" y="38715"/>
                      <a:pt x="229534" y="27958"/>
                    </a:cubicBezTo>
                    <a:cubicBezTo>
                      <a:pt x="252481" y="20396"/>
                      <a:pt x="268649" y="14920"/>
                      <a:pt x="275690" y="27958"/>
                    </a:cubicBezTo>
                    <a:cubicBezTo>
                      <a:pt x="279771" y="34295"/>
                      <a:pt x="280918" y="42092"/>
                      <a:pt x="278819" y="49341"/>
                    </a:cubicBezTo>
                    <a:cubicBezTo>
                      <a:pt x="277854" y="51779"/>
                      <a:pt x="276172" y="53865"/>
                      <a:pt x="273995" y="55339"/>
                    </a:cubicBezTo>
                    <a:cubicBezTo>
                      <a:pt x="263603" y="67490"/>
                      <a:pt x="258609" y="83358"/>
                      <a:pt x="260174" y="99278"/>
                    </a:cubicBezTo>
                    <a:cubicBezTo>
                      <a:pt x="261348" y="105014"/>
                      <a:pt x="263434" y="114141"/>
                      <a:pt x="266041" y="125354"/>
                    </a:cubicBezTo>
                    <a:cubicBezTo>
                      <a:pt x="275690" y="167859"/>
                      <a:pt x="292118" y="238918"/>
                      <a:pt x="289771" y="267341"/>
                    </a:cubicBezTo>
                    <a:cubicBezTo>
                      <a:pt x="289797" y="279662"/>
                      <a:pt x="283630" y="291188"/>
                      <a:pt x="273343" y="297981"/>
                    </a:cubicBezTo>
                    <a:cubicBezTo>
                      <a:pt x="265676" y="302558"/>
                      <a:pt x="256849" y="304826"/>
                      <a:pt x="247918" y="304500"/>
                    </a:cubicBezTo>
                    <a:close/>
                    <a:moveTo>
                      <a:pt x="15706" y="28741"/>
                    </a:moveTo>
                    <a:cubicBezTo>
                      <a:pt x="24312" y="51297"/>
                      <a:pt x="57690" y="137871"/>
                      <a:pt x="66686" y="153647"/>
                    </a:cubicBezTo>
                    <a:lnTo>
                      <a:pt x="67599" y="155212"/>
                    </a:lnTo>
                    <a:cubicBezTo>
                      <a:pt x="102932" y="217274"/>
                      <a:pt x="142047" y="257171"/>
                      <a:pt x="183770" y="273860"/>
                    </a:cubicBezTo>
                    <a:cubicBezTo>
                      <a:pt x="235271" y="294330"/>
                      <a:pt x="256915" y="291853"/>
                      <a:pt x="266172" y="286116"/>
                    </a:cubicBezTo>
                    <a:cubicBezTo>
                      <a:pt x="272547" y="281631"/>
                      <a:pt x="276224" y="274225"/>
                      <a:pt x="275950" y="266428"/>
                    </a:cubicBezTo>
                    <a:cubicBezTo>
                      <a:pt x="278037" y="240352"/>
                      <a:pt x="261348" y="167598"/>
                      <a:pt x="252481" y="128614"/>
                    </a:cubicBezTo>
                    <a:cubicBezTo>
                      <a:pt x="249874" y="117270"/>
                      <a:pt x="247788" y="108013"/>
                      <a:pt x="246614" y="102537"/>
                    </a:cubicBezTo>
                    <a:cubicBezTo>
                      <a:pt x="244202" y="81898"/>
                      <a:pt x="250643" y="61193"/>
                      <a:pt x="264346" y="45560"/>
                    </a:cubicBezTo>
                    <a:cubicBezTo>
                      <a:pt x="264816" y="44973"/>
                      <a:pt x="265389" y="44491"/>
                      <a:pt x="266041" y="44126"/>
                    </a:cubicBezTo>
                    <a:cubicBezTo>
                      <a:pt x="266106" y="40749"/>
                      <a:pt x="265155" y="37437"/>
                      <a:pt x="263303" y="34608"/>
                    </a:cubicBezTo>
                    <a:cubicBezTo>
                      <a:pt x="253238" y="35312"/>
                      <a:pt x="243368" y="37685"/>
                      <a:pt x="234098" y="41648"/>
                    </a:cubicBezTo>
                    <a:cubicBezTo>
                      <a:pt x="203353" y="52888"/>
                      <a:pt x="170992" y="59055"/>
                      <a:pt x="138266" y="59902"/>
                    </a:cubicBezTo>
                    <a:cubicBezTo>
                      <a:pt x="99086" y="61701"/>
                      <a:pt x="61145" y="45873"/>
                      <a:pt x="34873" y="1674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135" name="Google Shape;3135;g38b88470f6c_3_1900"/>
              <p:cNvGrpSpPr/>
              <p:nvPr/>
            </p:nvGrpSpPr>
            <p:grpSpPr>
              <a:xfrm>
                <a:off x="6175444" y="3103172"/>
                <a:ext cx="262591" cy="280323"/>
                <a:chOff x="6175444" y="3103172"/>
                <a:chExt cx="262591" cy="280323"/>
              </a:xfrm>
            </p:grpSpPr>
            <p:sp>
              <p:nvSpPr>
                <p:cNvPr id="3136" name="Google Shape;3136;g38b88470f6c_3_1900"/>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37" name="Google Shape;3137;g38b88470f6c_3_1900"/>
                <p:cNvSpPr/>
                <p:nvPr/>
              </p:nvSpPr>
              <p:spPr>
                <a:xfrm>
                  <a:off x="6175444" y="3103172"/>
                  <a:ext cx="262591" cy="280323"/>
                </a:xfrm>
                <a:custGeom>
                  <a:rect b="b" l="l" r="r" t="t"/>
                  <a:pathLst>
                    <a:path extrusionOk="0" h="280323" w="262591">
                      <a:moveTo>
                        <a:pt x="139249" y="160241"/>
                      </a:moveTo>
                      <a:lnTo>
                        <a:pt x="262591" y="42896"/>
                      </a:lnTo>
                      <a:lnTo>
                        <a:pt x="258680" y="20861"/>
                      </a:lnTo>
                      <a:cubicBezTo>
                        <a:pt x="243816" y="15516"/>
                        <a:pt x="196226" y="45504"/>
                        <a:pt x="131296" y="45504"/>
                      </a:cubicBezTo>
                      <a:cubicBezTo>
                        <a:pt x="59064" y="45504"/>
                        <a:pt x="29467" y="0"/>
                        <a:pt x="29467" y="0"/>
                      </a:cubicBezTo>
                      <a:lnTo>
                        <a:pt x="0" y="18775"/>
                      </a:lnTo>
                      <a:cubicBezTo>
                        <a:pt x="0" y="18775"/>
                        <a:pt x="42896" y="131296"/>
                        <a:pt x="53587" y="150071"/>
                      </a:cubicBezTo>
                      <a:cubicBezTo>
                        <a:pt x="64279" y="168846"/>
                        <a:pt x="107175" y="246554"/>
                        <a:pt x="174191" y="273282"/>
                      </a:cubicBezTo>
                      <a:cubicBezTo>
                        <a:pt x="180971" y="276020"/>
                        <a:pt x="187230" y="278367"/>
                        <a:pt x="193488" y="280323"/>
                      </a:cubicBezTo>
                      <a:close/>
                    </a:path>
                  </a:pathLst>
                </a:custGeom>
                <a:solidFill>
                  <a:srgbClr val="FFFFFF">
                    <a:alpha val="4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138" name="Google Shape;3138;g38b88470f6c_3_1900"/>
              <p:cNvSpPr/>
              <p:nvPr/>
            </p:nvSpPr>
            <p:spPr>
              <a:xfrm>
                <a:off x="6065662" y="2977483"/>
                <a:ext cx="128557" cy="128557"/>
              </a:xfrm>
              <a:custGeom>
                <a:rect b="b" l="l" r="r" t="t"/>
                <a:pathLst>
                  <a:path extrusionOk="0" h="128557" w="128557">
                    <a:moveTo>
                      <a:pt x="0" y="56195"/>
                    </a:moveTo>
                    <a:lnTo>
                      <a:pt x="56195" y="128557"/>
                    </a:lnTo>
                    <a:lnTo>
                      <a:pt x="128557" y="99091"/>
                    </a:lnTo>
                    <a:lnTo>
                      <a:pt x="74970" y="0"/>
                    </a:lnTo>
                    <a:lnTo>
                      <a:pt x="0" y="5619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39" name="Google Shape;3139;g38b88470f6c_3_1900"/>
              <p:cNvSpPr/>
              <p:nvPr/>
            </p:nvSpPr>
            <p:spPr>
              <a:xfrm>
                <a:off x="6058555" y="2970151"/>
                <a:ext cx="142499" cy="142930"/>
              </a:xfrm>
              <a:custGeom>
                <a:rect b="b" l="l" r="r" t="t"/>
                <a:pathLst>
                  <a:path extrusionOk="0" h="142930" w="142499">
                    <a:moveTo>
                      <a:pt x="63302" y="142930"/>
                    </a:moveTo>
                    <a:cubicBezTo>
                      <a:pt x="61176" y="142957"/>
                      <a:pt x="59155" y="141992"/>
                      <a:pt x="57825" y="140323"/>
                    </a:cubicBezTo>
                    <a:lnTo>
                      <a:pt x="1500" y="67700"/>
                    </a:lnTo>
                    <a:cubicBezTo>
                      <a:pt x="327" y="66187"/>
                      <a:pt x="-195" y="64257"/>
                      <a:pt x="66" y="62354"/>
                    </a:cubicBezTo>
                    <a:cubicBezTo>
                      <a:pt x="366" y="60502"/>
                      <a:pt x="1343" y="58834"/>
                      <a:pt x="2804" y="57660"/>
                    </a:cubicBezTo>
                    <a:lnTo>
                      <a:pt x="77904" y="1465"/>
                    </a:lnTo>
                    <a:cubicBezTo>
                      <a:pt x="79521" y="200"/>
                      <a:pt x="81633" y="-282"/>
                      <a:pt x="83641" y="161"/>
                    </a:cubicBezTo>
                    <a:cubicBezTo>
                      <a:pt x="85649" y="591"/>
                      <a:pt x="87357" y="1882"/>
                      <a:pt x="88335" y="3682"/>
                    </a:cubicBezTo>
                    <a:lnTo>
                      <a:pt x="141922" y="102773"/>
                    </a:lnTo>
                    <a:cubicBezTo>
                      <a:pt x="142692" y="104650"/>
                      <a:pt x="142692" y="106762"/>
                      <a:pt x="141922" y="108640"/>
                    </a:cubicBezTo>
                    <a:cubicBezTo>
                      <a:pt x="141283" y="110504"/>
                      <a:pt x="139849" y="111977"/>
                      <a:pt x="138011" y="112682"/>
                    </a:cubicBezTo>
                    <a:lnTo>
                      <a:pt x="65648" y="142148"/>
                    </a:lnTo>
                    <a:cubicBezTo>
                      <a:pt x="64918" y="142552"/>
                      <a:pt x="64123" y="142813"/>
                      <a:pt x="63302" y="142930"/>
                    </a:cubicBezTo>
                    <a:close/>
                    <a:moveTo>
                      <a:pt x="17016" y="64701"/>
                    </a:moveTo>
                    <a:lnTo>
                      <a:pt x="65648" y="127154"/>
                    </a:lnTo>
                    <a:lnTo>
                      <a:pt x="125755" y="102642"/>
                    </a:lnTo>
                    <a:lnTo>
                      <a:pt x="79730" y="17633"/>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0" name="Google Shape;3140;g38b88470f6c_3_1900"/>
              <p:cNvSpPr/>
              <p:nvPr/>
            </p:nvSpPr>
            <p:spPr>
              <a:xfrm>
                <a:off x="6083871" y="2778266"/>
                <a:ext cx="421712" cy="401488"/>
              </a:xfrm>
              <a:custGeom>
                <a:rect b="b" l="l" r="r" t="t"/>
                <a:pathLst>
                  <a:path extrusionOk="0" h="401488" w="421712">
                    <a:moveTo>
                      <a:pt x="78275" y="285662"/>
                    </a:moveTo>
                    <a:cubicBezTo>
                      <a:pt x="78275" y="285662"/>
                      <a:pt x="-2172" y="178357"/>
                      <a:pt x="45" y="146282"/>
                    </a:cubicBezTo>
                    <a:cubicBezTo>
                      <a:pt x="2261" y="114208"/>
                      <a:pt x="170195" y="-7700"/>
                      <a:pt x="215829" y="384"/>
                    </a:cubicBezTo>
                    <a:cubicBezTo>
                      <a:pt x="261463" y="8468"/>
                      <a:pt x="333173" y="144848"/>
                      <a:pt x="333173" y="144848"/>
                    </a:cubicBezTo>
                    <a:lnTo>
                      <a:pt x="373461" y="185136"/>
                    </a:lnTo>
                    <a:lnTo>
                      <a:pt x="360423" y="222687"/>
                    </a:lnTo>
                    <a:cubicBezTo>
                      <a:pt x="360423" y="222687"/>
                      <a:pt x="429135" y="317736"/>
                      <a:pt x="421051" y="331165"/>
                    </a:cubicBezTo>
                    <a:cubicBezTo>
                      <a:pt x="412967" y="344595"/>
                      <a:pt x="351427" y="382014"/>
                      <a:pt x="276326" y="398182"/>
                    </a:cubicBezTo>
                    <a:cubicBezTo>
                      <a:pt x="201226" y="414349"/>
                      <a:pt x="128994" y="365977"/>
                      <a:pt x="128994" y="365977"/>
                    </a:cubicBezTo>
                    <a:cubicBezTo>
                      <a:pt x="128994" y="365977"/>
                      <a:pt x="78144" y="387360"/>
                      <a:pt x="56631" y="374061"/>
                    </a:cubicBezTo>
                    <a:cubicBezTo>
                      <a:pt x="35118" y="360762"/>
                      <a:pt x="5782" y="312390"/>
                      <a:pt x="11127" y="301699"/>
                    </a:cubicBezTo>
                    <a:cubicBezTo>
                      <a:pt x="16473" y="291007"/>
                      <a:pt x="78275" y="285662"/>
                      <a:pt x="78275" y="28566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1" name="Google Shape;3141;g38b88470f6c_3_1900"/>
              <p:cNvSpPr/>
              <p:nvPr/>
            </p:nvSpPr>
            <p:spPr>
              <a:xfrm>
                <a:off x="6077313" y="2770815"/>
                <a:ext cx="435145" cy="415280"/>
              </a:xfrm>
              <a:custGeom>
                <a:rect b="b" l="l" r="r" t="t"/>
                <a:pathLst>
                  <a:path extrusionOk="0" h="415280" w="435145">
                    <a:moveTo>
                      <a:pt x="251070" y="415280"/>
                    </a:moveTo>
                    <a:cubicBezTo>
                      <a:pt x="210065" y="413951"/>
                      <a:pt x="170090" y="402047"/>
                      <a:pt x="135030" y="380729"/>
                    </a:cubicBezTo>
                    <a:cubicBezTo>
                      <a:pt x="121991" y="385684"/>
                      <a:pt x="80790" y="400026"/>
                      <a:pt x="59668" y="386857"/>
                    </a:cubicBezTo>
                    <a:cubicBezTo>
                      <a:pt x="38546" y="373688"/>
                      <a:pt x="3082" y="321666"/>
                      <a:pt x="11427" y="305368"/>
                    </a:cubicBezTo>
                    <a:cubicBezTo>
                      <a:pt x="16512" y="295068"/>
                      <a:pt x="44805" y="289591"/>
                      <a:pt x="71794" y="286593"/>
                    </a:cubicBezTo>
                    <a:cubicBezTo>
                      <a:pt x="50933" y="257909"/>
                      <a:pt x="-2394" y="181374"/>
                      <a:pt x="83" y="152429"/>
                    </a:cubicBezTo>
                    <a:cubicBezTo>
                      <a:pt x="1648" y="132871"/>
                      <a:pt x="43501" y="97929"/>
                      <a:pt x="68274" y="78762"/>
                    </a:cubicBezTo>
                    <a:cubicBezTo>
                      <a:pt x="107388" y="48905"/>
                      <a:pt x="189399" y="-5986"/>
                      <a:pt x="224733" y="533"/>
                    </a:cubicBezTo>
                    <a:cubicBezTo>
                      <a:pt x="271410" y="8747"/>
                      <a:pt x="336993" y="129612"/>
                      <a:pt x="346511" y="147735"/>
                    </a:cubicBezTo>
                    <a:lnTo>
                      <a:pt x="385625" y="186850"/>
                    </a:lnTo>
                    <a:cubicBezTo>
                      <a:pt x="387620" y="188780"/>
                      <a:pt x="388233" y="191713"/>
                      <a:pt x="387190" y="194282"/>
                    </a:cubicBezTo>
                    <a:lnTo>
                      <a:pt x="375064" y="228312"/>
                    </a:lnTo>
                    <a:cubicBezTo>
                      <a:pt x="420959" y="292069"/>
                      <a:pt x="440256" y="330141"/>
                      <a:pt x="433997" y="341484"/>
                    </a:cubicBezTo>
                    <a:cubicBezTo>
                      <a:pt x="424610" y="356999"/>
                      <a:pt x="360983" y="395332"/>
                      <a:pt x="284709" y="411760"/>
                    </a:cubicBezTo>
                    <a:cubicBezTo>
                      <a:pt x="273653" y="414081"/>
                      <a:pt x="262374" y="415268"/>
                      <a:pt x="251070" y="415280"/>
                    </a:cubicBezTo>
                    <a:close/>
                    <a:moveTo>
                      <a:pt x="135682" y="365735"/>
                    </a:moveTo>
                    <a:cubicBezTo>
                      <a:pt x="137077" y="365722"/>
                      <a:pt x="138433" y="366126"/>
                      <a:pt x="139593" y="366909"/>
                    </a:cubicBezTo>
                    <a:cubicBezTo>
                      <a:pt x="140375" y="366909"/>
                      <a:pt x="210391" y="413325"/>
                      <a:pt x="281580" y="398070"/>
                    </a:cubicBezTo>
                    <a:cubicBezTo>
                      <a:pt x="358375" y="381642"/>
                      <a:pt x="415744" y="344222"/>
                      <a:pt x="421741" y="334313"/>
                    </a:cubicBezTo>
                    <a:cubicBezTo>
                      <a:pt x="422654" y="325447"/>
                      <a:pt x="391232" y="274858"/>
                      <a:pt x="361374" y="233657"/>
                    </a:cubicBezTo>
                    <a:cubicBezTo>
                      <a:pt x="359992" y="231780"/>
                      <a:pt x="359640" y="229329"/>
                      <a:pt x="360462" y="227138"/>
                    </a:cubicBezTo>
                    <a:lnTo>
                      <a:pt x="372326" y="193760"/>
                    </a:lnTo>
                    <a:lnTo>
                      <a:pt x="335167" y="156731"/>
                    </a:lnTo>
                    <a:cubicBezTo>
                      <a:pt x="334659" y="156184"/>
                      <a:pt x="334228" y="155571"/>
                      <a:pt x="333863" y="154906"/>
                    </a:cubicBezTo>
                    <a:cubicBezTo>
                      <a:pt x="314436" y="117877"/>
                      <a:pt x="255634" y="20221"/>
                      <a:pt x="221604" y="14093"/>
                    </a:cubicBezTo>
                    <a:cubicBezTo>
                      <a:pt x="200482" y="10442"/>
                      <a:pt x="136855" y="43689"/>
                      <a:pt x="76879" y="89975"/>
                    </a:cubicBezTo>
                    <a:cubicBezTo>
                      <a:pt x="34635" y="122441"/>
                      <a:pt x="14817" y="145779"/>
                      <a:pt x="14165" y="153602"/>
                    </a:cubicBezTo>
                    <a:cubicBezTo>
                      <a:pt x="12339" y="175115"/>
                      <a:pt x="59929" y="247608"/>
                      <a:pt x="90439" y="288157"/>
                    </a:cubicBezTo>
                    <a:cubicBezTo>
                      <a:pt x="91964" y="290230"/>
                      <a:pt x="92264" y="292968"/>
                      <a:pt x="91221" y="295328"/>
                    </a:cubicBezTo>
                    <a:cubicBezTo>
                      <a:pt x="90191" y="297675"/>
                      <a:pt x="87922" y="299240"/>
                      <a:pt x="85354" y="299370"/>
                    </a:cubicBezTo>
                    <a:cubicBezTo>
                      <a:pt x="56018" y="301978"/>
                      <a:pt x="27725" y="307715"/>
                      <a:pt x="23813" y="312408"/>
                    </a:cubicBezTo>
                    <a:cubicBezTo>
                      <a:pt x="22509" y="319971"/>
                      <a:pt x="46630" y="362476"/>
                      <a:pt x="67100" y="375253"/>
                    </a:cubicBezTo>
                    <a:cubicBezTo>
                      <a:pt x="82094" y="384641"/>
                      <a:pt x="120688" y="371863"/>
                      <a:pt x="132292" y="366648"/>
                    </a:cubicBezTo>
                    <a:cubicBezTo>
                      <a:pt x="133322" y="366048"/>
                      <a:pt x="134495" y="365735"/>
                      <a:pt x="135682" y="3657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142" name="Google Shape;3142;g38b88470f6c_3_1900"/>
              <p:cNvGrpSpPr/>
              <p:nvPr/>
            </p:nvGrpSpPr>
            <p:grpSpPr>
              <a:xfrm>
                <a:off x="6084245" y="2777613"/>
                <a:ext cx="361352" cy="401447"/>
                <a:chOff x="6084245" y="2777613"/>
                <a:chExt cx="361352" cy="401447"/>
              </a:xfrm>
            </p:grpSpPr>
            <p:sp>
              <p:nvSpPr>
                <p:cNvPr id="3143" name="Google Shape;3143;g38b88470f6c_3_1900"/>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4" name="Google Shape;3144;g38b88470f6c_3_1900"/>
                <p:cNvSpPr/>
                <p:nvPr/>
              </p:nvSpPr>
              <p:spPr>
                <a:xfrm>
                  <a:off x="6084245" y="2777613"/>
                  <a:ext cx="361352" cy="401447"/>
                </a:xfrm>
                <a:custGeom>
                  <a:rect b="b" l="l" r="r" t="t"/>
                  <a:pathLst>
                    <a:path extrusionOk="0" h="401447" w="361352">
                      <a:moveTo>
                        <a:pt x="276082" y="398182"/>
                      </a:moveTo>
                      <a:cubicBezTo>
                        <a:pt x="305458" y="391728"/>
                        <a:pt x="334050" y="382119"/>
                        <a:pt x="361352" y="369498"/>
                      </a:cubicBezTo>
                      <a:cubicBezTo>
                        <a:pt x="358823" y="369381"/>
                        <a:pt x="356294" y="369120"/>
                        <a:pt x="353790" y="368716"/>
                      </a:cubicBezTo>
                      <a:cubicBezTo>
                        <a:pt x="322107" y="362327"/>
                        <a:pt x="230448" y="341726"/>
                        <a:pt x="194984" y="297396"/>
                      </a:cubicBezTo>
                      <a:cubicBezTo>
                        <a:pt x="179351" y="276313"/>
                        <a:pt x="161515" y="256952"/>
                        <a:pt x="141788" y="239637"/>
                      </a:cubicBezTo>
                      <a:lnTo>
                        <a:pt x="340231" y="151889"/>
                      </a:lnTo>
                      <a:lnTo>
                        <a:pt x="333190" y="144848"/>
                      </a:lnTo>
                      <a:cubicBezTo>
                        <a:pt x="333190" y="144848"/>
                        <a:pt x="261479" y="8468"/>
                        <a:pt x="215845" y="384"/>
                      </a:cubicBezTo>
                      <a:cubicBezTo>
                        <a:pt x="170211" y="-7700"/>
                        <a:pt x="2669" y="114078"/>
                        <a:pt x="62" y="146283"/>
                      </a:cubicBezTo>
                      <a:cubicBezTo>
                        <a:pt x="-2546" y="178487"/>
                        <a:pt x="78291" y="285531"/>
                        <a:pt x="78291" y="285531"/>
                      </a:cubicBezTo>
                      <a:cubicBezTo>
                        <a:pt x="78291" y="285531"/>
                        <a:pt x="16620" y="291008"/>
                        <a:pt x="11275" y="301699"/>
                      </a:cubicBezTo>
                      <a:cubicBezTo>
                        <a:pt x="5929" y="312390"/>
                        <a:pt x="35395" y="360632"/>
                        <a:pt x="56778" y="374061"/>
                      </a:cubicBezTo>
                      <a:cubicBezTo>
                        <a:pt x="78161" y="387491"/>
                        <a:pt x="129141" y="365978"/>
                        <a:pt x="129141" y="365978"/>
                      </a:cubicBezTo>
                      <a:cubicBezTo>
                        <a:pt x="129141" y="365978"/>
                        <a:pt x="201112" y="414219"/>
                        <a:pt x="276082" y="398182"/>
                      </a:cubicBezTo>
                      <a:close/>
                    </a:path>
                  </a:pathLst>
                </a:custGeom>
                <a:solidFill>
                  <a:srgbClr val="FFFFFF">
                    <a:alpha val="4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145" name="Google Shape;3145;g38b88470f6c_3_1900"/>
              <p:cNvSpPr/>
              <p:nvPr/>
            </p:nvSpPr>
            <p:spPr>
              <a:xfrm>
                <a:off x="7083821" y="3078912"/>
                <a:ext cx="334953" cy="1959141"/>
              </a:xfrm>
              <a:custGeom>
                <a:rect b="b" l="l" r="r" t="t"/>
                <a:pathLst>
                  <a:path extrusionOk="0" h="1959141" w="334953">
                    <a:moveTo>
                      <a:pt x="0" y="5746"/>
                    </a:moveTo>
                    <a:lnTo>
                      <a:pt x="297534" y="1959141"/>
                    </a:lnTo>
                    <a:lnTo>
                      <a:pt x="334953" y="1953795"/>
                    </a:lnTo>
                    <a:lnTo>
                      <a:pt x="48111" y="3008"/>
                    </a:lnTo>
                    <a:cubicBezTo>
                      <a:pt x="32257" y="-1791"/>
                      <a:pt x="15216" y="-826"/>
                      <a:pt x="0" y="57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6" name="Google Shape;3146;g38b88470f6c_3_1900"/>
              <p:cNvSpPr/>
              <p:nvPr/>
            </p:nvSpPr>
            <p:spPr>
              <a:xfrm>
                <a:off x="7076844" y="3071818"/>
                <a:ext cx="349190" cy="1973928"/>
              </a:xfrm>
              <a:custGeom>
                <a:rect b="b" l="l" r="r" t="t"/>
                <a:pathLst>
                  <a:path extrusionOk="0" h="1973928" w="349190">
                    <a:moveTo>
                      <a:pt x="304511" y="1973928"/>
                    </a:moveTo>
                    <a:cubicBezTo>
                      <a:pt x="300991" y="1973967"/>
                      <a:pt x="297992" y="1971411"/>
                      <a:pt x="297471" y="1967930"/>
                    </a:cubicBezTo>
                    <a:lnTo>
                      <a:pt x="68" y="13883"/>
                    </a:lnTo>
                    <a:cubicBezTo>
                      <a:pt x="-389" y="10571"/>
                      <a:pt x="1502" y="7377"/>
                      <a:pt x="4631" y="6190"/>
                    </a:cubicBezTo>
                    <a:cubicBezTo>
                      <a:pt x="21555" y="-1098"/>
                      <a:pt x="40564" y="-1985"/>
                      <a:pt x="58088" y="3713"/>
                    </a:cubicBezTo>
                    <a:cubicBezTo>
                      <a:pt x="60343" y="4691"/>
                      <a:pt x="61921" y="6764"/>
                      <a:pt x="62260" y="9189"/>
                    </a:cubicBezTo>
                    <a:lnTo>
                      <a:pt x="349102" y="1959846"/>
                    </a:lnTo>
                    <a:cubicBezTo>
                      <a:pt x="349402" y="1961737"/>
                      <a:pt x="348933" y="1963654"/>
                      <a:pt x="347799" y="1965192"/>
                    </a:cubicBezTo>
                    <a:cubicBezTo>
                      <a:pt x="346625" y="1966652"/>
                      <a:pt x="344956" y="1967630"/>
                      <a:pt x="343105" y="1967930"/>
                    </a:cubicBezTo>
                    <a:lnTo>
                      <a:pt x="305554" y="1973276"/>
                    </a:lnTo>
                    <a:close/>
                    <a:moveTo>
                      <a:pt x="14931" y="18185"/>
                    </a:moveTo>
                    <a:lnTo>
                      <a:pt x="310379" y="1958282"/>
                    </a:lnTo>
                    <a:lnTo>
                      <a:pt x="333978" y="1954892"/>
                    </a:lnTo>
                    <a:lnTo>
                      <a:pt x="48961" y="15578"/>
                    </a:lnTo>
                    <a:cubicBezTo>
                      <a:pt x="37579" y="13465"/>
                      <a:pt x="25857" y="14365"/>
                      <a:pt x="14931" y="1818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7" name="Google Shape;3147;g38b88470f6c_3_1900"/>
              <p:cNvSpPr/>
              <p:nvPr/>
            </p:nvSpPr>
            <p:spPr>
              <a:xfrm>
                <a:off x="7032378" y="3323444"/>
                <a:ext cx="68639" cy="137851"/>
              </a:xfrm>
              <a:custGeom>
                <a:rect b="b" l="l" r="r" t="t"/>
                <a:pathLst>
                  <a:path extrusionOk="0" h="137851" w="68639">
                    <a:moveTo>
                      <a:pt x="59527" y="2422"/>
                    </a:moveTo>
                    <a:cubicBezTo>
                      <a:pt x="59527" y="2422"/>
                      <a:pt x="594" y="-10616"/>
                      <a:pt x="594" y="23805"/>
                    </a:cubicBezTo>
                    <a:cubicBezTo>
                      <a:pt x="594" y="58226"/>
                      <a:pt x="-4752" y="117550"/>
                      <a:pt x="16631" y="130980"/>
                    </a:cubicBezTo>
                    <a:cubicBezTo>
                      <a:pt x="38014" y="144409"/>
                      <a:pt x="64873" y="139064"/>
                      <a:pt x="67611" y="106859"/>
                    </a:cubicBezTo>
                    <a:cubicBezTo>
                      <a:pt x="70349" y="74655"/>
                      <a:pt x="67611" y="-5661"/>
                      <a:pt x="59527" y="24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8" name="Google Shape;3148;g38b88470f6c_3_1900"/>
              <p:cNvSpPr/>
              <p:nvPr/>
            </p:nvSpPr>
            <p:spPr>
              <a:xfrm>
                <a:off x="7025042" y="3315838"/>
                <a:ext cx="82255" cy="152276"/>
              </a:xfrm>
              <a:custGeom>
                <a:rect b="b" l="l" r="r" t="t"/>
                <a:pathLst>
                  <a:path extrusionOk="0" h="152276" w="82255">
                    <a:moveTo>
                      <a:pt x="46133" y="152276"/>
                    </a:moveTo>
                    <a:cubicBezTo>
                      <a:pt x="36862" y="152133"/>
                      <a:pt x="27827" y="149369"/>
                      <a:pt x="20056" y="144323"/>
                    </a:cubicBezTo>
                    <a:cubicBezTo>
                      <a:pt x="-1457" y="131285"/>
                      <a:pt x="-544" y="87346"/>
                      <a:pt x="368" y="49013"/>
                    </a:cubicBezTo>
                    <a:cubicBezTo>
                      <a:pt x="368" y="42624"/>
                      <a:pt x="368" y="36627"/>
                      <a:pt x="368" y="31151"/>
                    </a:cubicBezTo>
                    <a:cubicBezTo>
                      <a:pt x="55" y="22532"/>
                      <a:pt x="3823" y="14266"/>
                      <a:pt x="10538" y="8855"/>
                    </a:cubicBezTo>
                    <a:cubicBezTo>
                      <a:pt x="26575" y="-4183"/>
                      <a:pt x="56303" y="511"/>
                      <a:pt x="65560" y="2336"/>
                    </a:cubicBezTo>
                    <a:cubicBezTo>
                      <a:pt x="67294" y="1762"/>
                      <a:pt x="69171" y="1762"/>
                      <a:pt x="70905" y="2336"/>
                    </a:cubicBezTo>
                    <a:cubicBezTo>
                      <a:pt x="86551" y="9507"/>
                      <a:pt x="81466" y="113292"/>
                      <a:pt x="81466" y="114335"/>
                    </a:cubicBezTo>
                    <a:cubicBezTo>
                      <a:pt x="81349" y="128351"/>
                      <a:pt x="73735" y="141233"/>
                      <a:pt x="61518" y="148104"/>
                    </a:cubicBezTo>
                    <a:cubicBezTo>
                      <a:pt x="56785" y="150660"/>
                      <a:pt x="51517" y="152094"/>
                      <a:pt x="46133" y="152276"/>
                    </a:cubicBezTo>
                    <a:close/>
                    <a:moveTo>
                      <a:pt x="43134" y="14201"/>
                    </a:moveTo>
                    <a:cubicBezTo>
                      <a:pt x="34959" y="13575"/>
                      <a:pt x="26797" y="15544"/>
                      <a:pt x="19795" y="19807"/>
                    </a:cubicBezTo>
                    <a:cubicBezTo>
                      <a:pt x="16392" y="22545"/>
                      <a:pt x="14580" y="26796"/>
                      <a:pt x="14971" y="31151"/>
                    </a:cubicBezTo>
                    <a:cubicBezTo>
                      <a:pt x="14971" y="36627"/>
                      <a:pt x="14971" y="42885"/>
                      <a:pt x="14971" y="49274"/>
                    </a:cubicBezTo>
                    <a:cubicBezTo>
                      <a:pt x="14319" y="78740"/>
                      <a:pt x="13406" y="123201"/>
                      <a:pt x="28009" y="132328"/>
                    </a:cubicBezTo>
                    <a:cubicBezTo>
                      <a:pt x="36119" y="138234"/>
                      <a:pt x="46680" y="139616"/>
                      <a:pt x="56042" y="135978"/>
                    </a:cubicBezTo>
                    <a:cubicBezTo>
                      <a:pt x="63786" y="131258"/>
                      <a:pt x="68415" y="122757"/>
                      <a:pt x="68167" y="113683"/>
                    </a:cubicBezTo>
                    <a:cubicBezTo>
                      <a:pt x="70384" y="81231"/>
                      <a:pt x="69210" y="48622"/>
                      <a:pt x="64647" y="16417"/>
                    </a:cubicBezTo>
                    <a:cubicBezTo>
                      <a:pt x="57567" y="15035"/>
                      <a:pt x="50357" y="14383"/>
                      <a:pt x="43134" y="1446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49" name="Google Shape;3149;g38b88470f6c_3_1900"/>
              <p:cNvSpPr/>
              <p:nvPr/>
            </p:nvSpPr>
            <p:spPr>
              <a:xfrm>
                <a:off x="7126215" y="3460018"/>
                <a:ext cx="128490" cy="59009"/>
              </a:xfrm>
              <a:custGeom>
                <a:rect b="b" l="l" r="r" t="t"/>
                <a:pathLst>
                  <a:path extrusionOk="0" h="59009" w="128490">
                    <a:moveTo>
                      <a:pt x="242" y="11617"/>
                    </a:moveTo>
                    <a:cubicBezTo>
                      <a:pt x="242" y="11617"/>
                      <a:pt x="-1844" y="53730"/>
                      <a:pt x="6239" y="57903"/>
                    </a:cubicBezTo>
                    <a:cubicBezTo>
                      <a:pt x="14323" y="62075"/>
                      <a:pt x="122411" y="53730"/>
                      <a:pt x="126452" y="44864"/>
                    </a:cubicBezTo>
                    <a:cubicBezTo>
                      <a:pt x="130494" y="35998"/>
                      <a:pt x="128539" y="2750"/>
                      <a:pt x="120455" y="664"/>
                    </a:cubicBezTo>
                    <a:cubicBezTo>
                      <a:pt x="112371" y="-1422"/>
                      <a:pt x="10281" y="1186"/>
                      <a:pt x="242" y="116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0" name="Google Shape;3150;g38b88470f6c_3_1900"/>
              <p:cNvSpPr/>
              <p:nvPr/>
            </p:nvSpPr>
            <p:spPr>
              <a:xfrm>
                <a:off x="7119044" y="3453381"/>
                <a:ext cx="142681" cy="72881"/>
              </a:xfrm>
              <a:custGeom>
                <a:rect b="b" l="l" r="r" t="t"/>
                <a:pathLst>
                  <a:path extrusionOk="0" h="72881" w="142681">
                    <a:moveTo>
                      <a:pt x="28795" y="72753"/>
                    </a:moveTo>
                    <a:cubicBezTo>
                      <a:pt x="22511" y="73183"/>
                      <a:pt x="16201" y="72531"/>
                      <a:pt x="10151" y="70797"/>
                    </a:cubicBezTo>
                    <a:cubicBezTo>
                      <a:pt x="2197" y="66625"/>
                      <a:pt x="-1192" y="48893"/>
                      <a:pt x="372" y="17992"/>
                    </a:cubicBezTo>
                    <a:cubicBezTo>
                      <a:pt x="385" y="16297"/>
                      <a:pt x="1037" y="14667"/>
                      <a:pt x="2197" y="13429"/>
                    </a:cubicBezTo>
                    <a:cubicBezTo>
                      <a:pt x="16018" y="-1044"/>
                      <a:pt x="123845" y="-522"/>
                      <a:pt x="129451" y="390"/>
                    </a:cubicBezTo>
                    <a:cubicBezTo>
                      <a:pt x="133441" y="1720"/>
                      <a:pt x="136609" y="4784"/>
                      <a:pt x="138056" y="8735"/>
                    </a:cubicBezTo>
                    <a:cubicBezTo>
                      <a:pt x="143467" y="23416"/>
                      <a:pt x="144145" y="39414"/>
                      <a:pt x="140012" y="54499"/>
                    </a:cubicBezTo>
                    <a:cubicBezTo>
                      <a:pt x="137939" y="57759"/>
                      <a:pt x="134653" y="60066"/>
                      <a:pt x="130885" y="60888"/>
                    </a:cubicBezTo>
                    <a:cubicBezTo>
                      <a:pt x="97351" y="68307"/>
                      <a:pt x="63138" y="72283"/>
                      <a:pt x="28795" y="72753"/>
                    </a:cubicBezTo>
                    <a:close/>
                    <a:moveTo>
                      <a:pt x="17191" y="58280"/>
                    </a:moveTo>
                    <a:cubicBezTo>
                      <a:pt x="54325" y="58893"/>
                      <a:pt x="91405" y="55347"/>
                      <a:pt x="127756" y="47719"/>
                    </a:cubicBezTo>
                    <a:cubicBezTo>
                      <a:pt x="129568" y="36572"/>
                      <a:pt x="128591" y="25150"/>
                      <a:pt x="124888" y="14472"/>
                    </a:cubicBezTo>
                    <a:cubicBezTo>
                      <a:pt x="111849" y="12777"/>
                      <a:pt x="30490" y="15776"/>
                      <a:pt x="14323" y="22295"/>
                    </a:cubicBezTo>
                    <a:cubicBezTo>
                      <a:pt x="13358" y="34368"/>
                      <a:pt x="14323" y="46520"/>
                      <a:pt x="17191" y="5828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1" name="Google Shape;3151;g38b88470f6c_3_1900"/>
              <p:cNvSpPr/>
              <p:nvPr/>
            </p:nvSpPr>
            <p:spPr>
              <a:xfrm>
                <a:off x="7094343" y="3402669"/>
                <a:ext cx="163717" cy="74559"/>
              </a:xfrm>
              <a:custGeom>
                <a:rect b="b" l="l" r="r" t="t"/>
                <a:pathLst>
                  <a:path extrusionOk="0" h="74559" w="163717">
                    <a:moveTo>
                      <a:pt x="300" y="14205"/>
                    </a:moveTo>
                    <a:cubicBezTo>
                      <a:pt x="300" y="14205"/>
                      <a:pt x="-2308" y="67792"/>
                      <a:pt x="7862" y="73138"/>
                    </a:cubicBezTo>
                    <a:cubicBezTo>
                      <a:pt x="18032" y="78483"/>
                      <a:pt x="156107" y="67792"/>
                      <a:pt x="161192" y="57101"/>
                    </a:cubicBezTo>
                    <a:cubicBezTo>
                      <a:pt x="166277" y="46409"/>
                      <a:pt x="163669" y="3513"/>
                      <a:pt x="153499" y="906"/>
                    </a:cubicBezTo>
                    <a:cubicBezTo>
                      <a:pt x="143330" y="-1702"/>
                      <a:pt x="13077" y="906"/>
                      <a:pt x="300" y="1420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2" name="Google Shape;3152;g38b88470f6c_3_1900"/>
              <p:cNvSpPr/>
              <p:nvPr/>
            </p:nvSpPr>
            <p:spPr>
              <a:xfrm>
                <a:off x="7086936" y="3396120"/>
                <a:ext cx="178088" cy="88334"/>
              </a:xfrm>
              <a:custGeom>
                <a:rect b="b" l="l" r="r" t="t"/>
                <a:pathLst>
                  <a:path extrusionOk="0" h="88334" w="178088">
                    <a:moveTo>
                      <a:pt x="34045" y="88161"/>
                    </a:moveTo>
                    <a:cubicBezTo>
                      <a:pt x="26626" y="88709"/>
                      <a:pt x="19168" y="87953"/>
                      <a:pt x="12010" y="85945"/>
                    </a:cubicBezTo>
                    <a:cubicBezTo>
                      <a:pt x="276" y="79817"/>
                      <a:pt x="-1028" y="46830"/>
                      <a:pt x="536" y="20753"/>
                    </a:cubicBezTo>
                    <a:cubicBezTo>
                      <a:pt x="641" y="19045"/>
                      <a:pt x="1332" y="17442"/>
                      <a:pt x="2492" y="16190"/>
                    </a:cubicBezTo>
                    <a:cubicBezTo>
                      <a:pt x="19051" y="-1151"/>
                      <a:pt x="155692" y="-1021"/>
                      <a:pt x="162733" y="805"/>
                    </a:cubicBezTo>
                    <a:cubicBezTo>
                      <a:pt x="167244" y="2317"/>
                      <a:pt x="170816" y="5825"/>
                      <a:pt x="172381" y="10323"/>
                    </a:cubicBezTo>
                    <a:cubicBezTo>
                      <a:pt x="178965" y="28485"/>
                      <a:pt x="179878" y="48212"/>
                      <a:pt x="174988" y="66909"/>
                    </a:cubicBezTo>
                    <a:cubicBezTo>
                      <a:pt x="172576" y="70638"/>
                      <a:pt x="168769" y="73272"/>
                      <a:pt x="164427" y="74210"/>
                    </a:cubicBezTo>
                    <a:cubicBezTo>
                      <a:pt x="121518" y="83089"/>
                      <a:pt x="77853" y="87770"/>
                      <a:pt x="34045" y="88161"/>
                    </a:cubicBezTo>
                    <a:close/>
                    <a:moveTo>
                      <a:pt x="14618" y="24534"/>
                    </a:moveTo>
                    <a:cubicBezTo>
                      <a:pt x="12883" y="41093"/>
                      <a:pt x="14383" y="57834"/>
                      <a:pt x="19051" y="73819"/>
                    </a:cubicBezTo>
                    <a:cubicBezTo>
                      <a:pt x="30655" y="77209"/>
                      <a:pt x="147347" y="68082"/>
                      <a:pt x="162472" y="59607"/>
                    </a:cubicBezTo>
                    <a:cubicBezTo>
                      <a:pt x="165992" y="49568"/>
                      <a:pt x="163124" y="18276"/>
                      <a:pt x="158169" y="13843"/>
                    </a:cubicBezTo>
                    <a:cubicBezTo>
                      <a:pt x="145652" y="11235"/>
                      <a:pt x="33523" y="15408"/>
                      <a:pt x="14618" y="24534"/>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3" name="Google Shape;3153;g38b88470f6c_3_1900"/>
              <p:cNvSpPr/>
              <p:nvPr/>
            </p:nvSpPr>
            <p:spPr>
              <a:xfrm>
                <a:off x="7088983" y="3343554"/>
                <a:ext cx="171719" cy="74741"/>
              </a:xfrm>
              <a:custGeom>
                <a:rect b="b" l="l" r="r" t="t"/>
                <a:pathLst>
                  <a:path extrusionOk="0" h="74741" w="171719">
                    <a:moveTo>
                      <a:pt x="314" y="14387"/>
                    </a:moveTo>
                    <a:cubicBezTo>
                      <a:pt x="314" y="14387"/>
                      <a:pt x="-2424" y="67974"/>
                      <a:pt x="8267" y="73320"/>
                    </a:cubicBezTo>
                    <a:cubicBezTo>
                      <a:pt x="18959" y="78665"/>
                      <a:pt x="163684" y="67974"/>
                      <a:pt x="169030" y="57282"/>
                    </a:cubicBezTo>
                    <a:cubicBezTo>
                      <a:pt x="174375" y="46591"/>
                      <a:pt x="171767" y="3695"/>
                      <a:pt x="161076" y="957"/>
                    </a:cubicBezTo>
                    <a:cubicBezTo>
                      <a:pt x="150385" y="-1781"/>
                      <a:pt x="13613" y="957"/>
                      <a:pt x="314" y="1438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4" name="Google Shape;3154;g38b88470f6c_3_1900"/>
              <p:cNvSpPr/>
              <p:nvPr/>
            </p:nvSpPr>
            <p:spPr>
              <a:xfrm>
                <a:off x="7081796" y="3337297"/>
                <a:ext cx="185946" cy="87537"/>
              </a:xfrm>
              <a:custGeom>
                <a:rect b="b" l="l" r="r" t="t"/>
                <a:pathLst>
                  <a:path extrusionOk="0" h="87537" w="185946">
                    <a:moveTo>
                      <a:pt x="34882" y="87399"/>
                    </a:moveTo>
                    <a:cubicBezTo>
                      <a:pt x="27333" y="87804"/>
                      <a:pt x="19758" y="87321"/>
                      <a:pt x="12326" y="85965"/>
                    </a:cubicBezTo>
                    <a:cubicBezTo>
                      <a:pt x="70" y="79837"/>
                      <a:pt x="-712" y="46850"/>
                      <a:pt x="331" y="20774"/>
                    </a:cubicBezTo>
                    <a:cubicBezTo>
                      <a:pt x="448" y="19014"/>
                      <a:pt x="1191" y="17345"/>
                      <a:pt x="2417" y="16080"/>
                    </a:cubicBezTo>
                    <a:cubicBezTo>
                      <a:pt x="19758" y="-1261"/>
                      <a:pt x="162657" y="-1000"/>
                      <a:pt x="169959" y="825"/>
                    </a:cubicBezTo>
                    <a:cubicBezTo>
                      <a:pt x="174770" y="2377"/>
                      <a:pt x="178590" y="6093"/>
                      <a:pt x="180259" y="10865"/>
                    </a:cubicBezTo>
                    <a:cubicBezTo>
                      <a:pt x="186935" y="28884"/>
                      <a:pt x="187756" y="48545"/>
                      <a:pt x="182606" y="67060"/>
                    </a:cubicBezTo>
                    <a:cubicBezTo>
                      <a:pt x="175696" y="80620"/>
                      <a:pt x="79864" y="87399"/>
                      <a:pt x="34882" y="87399"/>
                    </a:cubicBezTo>
                    <a:close/>
                    <a:moveTo>
                      <a:pt x="14282" y="24555"/>
                    </a:moveTo>
                    <a:cubicBezTo>
                      <a:pt x="13499" y="47633"/>
                      <a:pt x="15585" y="70059"/>
                      <a:pt x="19106" y="73579"/>
                    </a:cubicBezTo>
                    <a:cubicBezTo>
                      <a:pt x="30710" y="77099"/>
                      <a:pt x="154834" y="67712"/>
                      <a:pt x="170350" y="59367"/>
                    </a:cubicBezTo>
                    <a:cubicBezTo>
                      <a:pt x="173870" y="49589"/>
                      <a:pt x="171002" y="17905"/>
                      <a:pt x="165787" y="13864"/>
                    </a:cubicBezTo>
                    <a:cubicBezTo>
                      <a:pt x="154704" y="11517"/>
                      <a:pt x="34361" y="15167"/>
                      <a:pt x="14282" y="2455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5" name="Google Shape;3155;g38b88470f6c_3_1900"/>
              <p:cNvSpPr/>
              <p:nvPr/>
            </p:nvSpPr>
            <p:spPr>
              <a:xfrm>
                <a:off x="7080905" y="3284274"/>
                <a:ext cx="171810" cy="74696"/>
              </a:xfrm>
              <a:custGeom>
                <a:rect b="b" l="l" r="r" t="t"/>
                <a:pathLst>
                  <a:path extrusionOk="0" h="74696" w="171810">
                    <a:moveTo>
                      <a:pt x="309" y="14342"/>
                    </a:moveTo>
                    <a:cubicBezTo>
                      <a:pt x="309" y="14342"/>
                      <a:pt x="-2429" y="67929"/>
                      <a:pt x="8393" y="73275"/>
                    </a:cubicBezTo>
                    <a:cubicBezTo>
                      <a:pt x="19215" y="78620"/>
                      <a:pt x="163809" y="67929"/>
                      <a:pt x="169155" y="57238"/>
                    </a:cubicBezTo>
                    <a:cubicBezTo>
                      <a:pt x="174501" y="46546"/>
                      <a:pt x="171763" y="3650"/>
                      <a:pt x="161071" y="912"/>
                    </a:cubicBezTo>
                    <a:cubicBezTo>
                      <a:pt x="150380" y="-1826"/>
                      <a:pt x="13738" y="1303"/>
                      <a:pt x="309" y="1434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6" name="Google Shape;3156;g38b88470f6c_3_1900"/>
              <p:cNvSpPr/>
              <p:nvPr/>
            </p:nvSpPr>
            <p:spPr>
              <a:xfrm>
                <a:off x="7073519" y="3277973"/>
                <a:ext cx="185878" cy="87837"/>
              </a:xfrm>
              <a:custGeom>
                <a:rect b="b" l="l" r="r" t="t"/>
                <a:pathLst>
                  <a:path extrusionOk="0" h="87837" w="185878">
                    <a:moveTo>
                      <a:pt x="35075" y="87791"/>
                    </a:moveTo>
                    <a:cubicBezTo>
                      <a:pt x="27422" y="88025"/>
                      <a:pt x="19768" y="87373"/>
                      <a:pt x="12258" y="85835"/>
                    </a:cubicBezTo>
                    <a:cubicBezTo>
                      <a:pt x="2" y="79707"/>
                      <a:pt x="-780" y="46720"/>
                      <a:pt x="393" y="20644"/>
                    </a:cubicBezTo>
                    <a:cubicBezTo>
                      <a:pt x="485" y="18909"/>
                      <a:pt x="1228" y="17280"/>
                      <a:pt x="2479" y="16080"/>
                    </a:cubicBezTo>
                    <a:cubicBezTo>
                      <a:pt x="19690" y="-1261"/>
                      <a:pt x="162590" y="-1000"/>
                      <a:pt x="169891" y="825"/>
                    </a:cubicBezTo>
                    <a:cubicBezTo>
                      <a:pt x="174702" y="2377"/>
                      <a:pt x="178522" y="6093"/>
                      <a:pt x="180191" y="10865"/>
                    </a:cubicBezTo>
                    <a:cubicBezTo>
                      <a:pt x="186867" y="28884"/>
                      <a:pt x="187688" y="48545"/>
                      <a:pt x="182538" y="67060"/>
                    </a:cubicBezTo>
                    <a:cubicBezTo>
                      <a:pt x="175889" y="80880"/>
                      <a:pt x="80057" y="87791"/>
                      <a:pt x="35075" y="87791"/>
                    </a:cubicBezTo>
                    <a:close/>
                    <a:moveTo>
                      <a:pt x="14605" y="24946"/>
                    </a:moveTo>
                    <a:cubicBezTo>
                      <a:pt x="12832" y="41440"/>
                      <a:pt x="14422" y="58115"/>
                      <a:pt x="19299" y="73970"/>
                    </a:cubicBezTo>
                    <a:cubicBezTo>
                      <a:pt x="31033" y="77490"/>
                      <a:pt x="155158" y="67973"/>
                      <a:pt x="170673" y="59758"/>
                    </a:cubicBezTo>
                    <a:cubicBezTo>
                      <a:pt x="174194" y="49980"/>
                      <a:pt x="170673" y="18297"/>
                      <a:pt x="166110" y="14255"/>
                    </a:cubicBezTo>
                    <a:cubicBezTo>
                      <a:pt x="155679" y="11908"/>
                      <a:pt x="34684" y="15428"/>
                      <a:pt x="14605" y="2494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7" name="Google Shape;3157;g38b88470f6c_3_1900"/>
              <p:cNvSpPr/>
              <p:nvPr/>
            </p:nvSpPr>
            <p:spPr>
              <a:xfrm>
                <a:off x="5914287" y="3433562"/>
                <a:ext cx="962877" cy="299112"/>
              </a:xfrm>
              <a:custGeom>
                <a:rect b="b" l="l" r="r" t="t"/>
                <a:pathLst>
                  <a:path extrusionOk="0" h="299112" w="962877">
                    <a:moveTo>
                      <a:pt x="0" y="113694"/>
                    </a:moveTo>
                    <a:cubicBezTo>
                      <a:pt x="3651" y="194531"/>
                      <a:pt x="73666" y="252030"/>
                      <a:pt x="117345" y="280062"/>
                    </a:cubicBezTo>
                    <a:cubicBezTo>
                      <a:pt x="137189" y="292840"/>
                      <a:pt x="160371" y="299463"/>
                      <a:pt x="183970" y="299098"/>
                    </a:cubicBezTo>
                    <a:lnTo>
                      <a:pt x="962877" y="288798"/>
                    </a:lnTo>
                    <a:lnTo>
                      <a:pt x="962877" y="117345"/>
                    </a:lnTo>
                    <a:lnTo>
                      <a:pt x="121517" y="0"/>
                    </a:lnTo>
                    <a:cubicBezTo>
                      <a:pt x="121517" y="0"/>
                      <a:pt x="54630" y="2608"/>
                      <a:pt x="36638" y="52935"/>
                    </a:cubicBezTo>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58" name="Google Shape;3158;g38b88470f6c_3_1900"/>
              <p:cNvSpPr/>
              <p:nvPr/>
            </p:nvSpPr>
            <p:spPr>
              <a:xfrm>
                <a:off x="5907242" y="3425739"/>
                <a:ext cx="977354" cy="313962"/>
              </a:xfrm>
              <a:custGeom>
                <a:rect b="b" l="l" r="r" t="t"/>
                <a:pathLst>
                  <a:path extrusionOk="0" h="313962" w="977354">
                    <a:moveTo>
                      <a:pt x="189190" y="313962"/>
                    </a:moveTo>
                    <a:cubicBezTo>
                      <a:pt x="164770" y="314040"/>
                      <a:pt x="140857" y="307012"/>
                      <a:pt x="120348" y="293752"/>
                    </a:cubicBezTo>
                    <a:cubicBezTo>
                      <a:pt x="77061" y="265851"/>
                      <a:pt x="3916" y="206396"/>
                      <a:pt x="5" y="121778"/>
                    </a:cubicBezTo>
                    <a:cubicBezTo>
                      <a:pt x="-139" y="117866"/>
                      <a:pt x="2873" y="114554"/>
                      <a:pt x="6785" y="114346"/>
                    </a:cubicBezTo>
                    <a:cubicBezTo>
                      <a:pt x="10592" y="114124"/>
                      <a:pt x="13865" y="117045"/>
                      <a:pt x="14073" y="120852"/>
                    </a:cubicBezTo>
                    <a:cubicBezTo>
                      <a:pt x="14086" y="120943"/>
                      <a:pt x="14086" y="121034"/>
                      <a:pt x="14086" y="121126"/>
                    </a:cubicBezTo>
                    <a:cubicBezTo>
                      <a:pt x="17737" y="199355"/>
                      <a:pt x="86970" y="255550"/>
                      <a:pt x="128041" y="281888"/>
                    </a:cubicBezTo>
                    <a:cubicBezTo>
                      <a:pt x="146633" y="294130"/>
                      <a:pt x="168512" y="300402"/>
                      <a:pt x="190755" y="299881"/>
                    </a:cubicBezTo>
                    <a:lnTo>
                      <a:pt x="963273" y="289711"/>
                    </a:lnTo>
                    <a:lnTo>
                      <a:pt x="963273" y="131296"/>
                    </a:lnTo>
                    <a:lnTo>
                      <a:pt x="127910" y="13951"/>
                    </a:lnTo>
                    <a:cubicBezTo>
                      <a:pt x="128562" y="13951"/>
                      <a:pt x="66891" y="17211"/>
                      <a:pt x="50724" y="62323"/>
                    </a:cubicBezTo>
                    <a:cubicBezTo>
                      <a:pt x="49433" y="65987"/>
                      <a:pt x="45417" y="67916"/>
                      <a:pt x="41753" y="66639"/>
                    </a:cubicBezTo>
                    <a:cubicBezTo>
                      <a:pt x="41741" y="66626"/>
                      <a:pt x="41741" y="66626"/>
                      <a:pt x="41727" y="66626"/>
                    </a:cubicBezTo>
                    <a:cubicBezTo>
                      <a:pt x="38090" y="65217"/>
                      <a:pt x="36186" y="61202"/>
                      <a:pt x="37425" y="57499"/>
                    </a:cubicBezTo>
                    <a:cubicBezTo>
                      <a:pt x="56722" y="3390"/>
                      <a:pt x="125694" y="0"/>
                      <a:pt x="128693" y="0"/>
                    </a:cubicBezTo>
                    <a:lnTo>
                      <a:pt x="971227" y="117345"/>
                    </a:lnTo>
                    <a:cubicBezTo>
                      <a:pt x="974721" y="117853"/>
                      <a:pt x="977328" y="120852"/>
                      <a:pt x="977355" y="124385"/>
                    </a:cubicBezTo>
                    <a:lnTo>
                      <a:pt x="977355" y="296621"/>
                    </a:lnTo>
                    <a:cubicBezTo>
                      <a:pt x="977355" y="300454"/>
                      <a:pt x="974278" y="303596"/>
                      <a:pt x="970444" y="303662"/>
                    </a:cubicBezTo>
                    <a:lnTo>
                      <a:pt x="190885" y="31396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159" name="Google Shape;3159;g38b88470f6c_3_1900"/>
              <p:cNvGrpSpPr/>
              <p:nvPr/>
            </p:nvGrpSpPr>
            <p:grpSpPr>
              <a:xfrm>
                <a:off x="5914287" y="3433041"/>
                <a:ext cx="962877" cy="299634"/>
                <a:chOff x="5914287" y="3433041"/>
                <a:chExt cx="962877" cy="299634"/>
              </a:xfrm>
            </p:grpSpPr>
            <p:sp>
              <p:nvSpPr>
                <p:cNvPr id="3160" name="Google Shape;3160;g38b88470f6c_3_1900"/>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1" name="Google Shape;3161;g38b88470f6c_3_1900"/>
                <p:cNvSpPr/>
                <p:nvPr/>
              </p:nvSpPr>
              <p:spPr>
                <a:xfrm>
                  <a:off x="5914287" y="3433041"/>
                  <a:ext cx="962877" cy="299634"/>
                </a:xfrm>
                <a:custGeom>
                  <a:rect b="b" l="l" r="r" t="t"/>
                  <a:pathLst>
                    <a:path extrusionOk="0" h="299634" w="962877">
                      <a:moveTo>
                        <a:pt x="121908" y="0"/>
                      </a:moveTo>
                      <a:cubicBezTo>
                        <a:pt x="121908" y="0"/>
                        <a:pt x="55022" y="2608"/>
                        <a:pt x="37029" y="52935"/>
                      </a:cubicBezTo>
                      <a:lnTo>
                        <a:pt x="0" y="114215"/>
                      </a:lnTo>
                      <a:cubicBezTo>
                        <a:pt x="3651" y="195053"/>
                        <a:pt x="73666" y="252551"/>
                        <a:pt x="117345" y="280584"/>
                      </a:cubicBezTo>
                      <a:cubicBezTo>
                        <a:pt x="137189" y="293361"/>
                        <a:pt x="160371" y="299985"/>
                        <a:pt x="183970" y="299620"/>
                      </a:cubicBezTo>
                      <a:lnTo>
                        <a:pt x="962877" y="289320"/>
                      </a:lnTo>
                      <a:lnTo>
                        <a:pt x="962877" y="158937"/>
                      </a:lnTo>
                      <a:cubicBezTo>
                        <a:pt x="946710" y="140422"/>
                        <a:pt x="931325" y="123473"/>
                        <a:pt x="920764" y="111869"/>
                      </a:cubicBezTo>
                      <a:lnTo>
                        <a:pt x="902901" y="109261"/>
                      </a:lnTo>
                      <a:lnTo>
                        <a:pt x="862874" y="246684"/>
                      </a:lnTo>
                      <a:cubicBezTo>
                        <a:pt x="862874" y="246684"/>
                        <a:pt x="395842" y="235993"/>
                        <a:pt x="255811" y="210829"/>
                      </a:cubicBezTo>
                      <a:cubicBezTo>
                        <a:pt x="115780" y="185665"/>
                        <a:pt x="72623" y="156981"/>
                        <a:pt x="68973" y="92311"/>
                      </a:cubicBezTo>
                      <a:cubicBezTo>
                        <a:pt x="67460" y="53939"/>
                        <a:pt x="88022" y="18071"/>
                        <a:pt x="121908" y="0"/>
                      </a:cubicBezTo>
                      <a:close/>
                    </a:path>
                  </a:pathLst>
                </a:custGeom>
                <a:solidFill>
                  <a:srgbClr val="FFFFFF">
                    <a:alpha val="4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3162" name="Google Shape;3162;g38b88470f6c_3_1900"/>
              <p:cNvSpPr/>
              <p:nvPr/>
            </p:nvSpPr>
            <p:spPr>
              <a:xfrm>
                <a:off x="6815885" y="3528007"/>
                <a:ext cx="489979" cy="253025"/>
              </a:xfrm>
              <a:custGeom>
                <a:rect b="b" l="l" r="r" t="t"/>
                <a:pathLst>
                  <a:path extrusionOk="0" h="253025" w="489979">
                    <a:moveTo>
                      <a:pt x="5346" y="1517"/>
                    </a:moveTo>
                    <a:lnTo>
                      <a:pt x="0" y="253025"/>
                    </a:lnTo>
                    <a:lnTo>
                      <a:pt x="256854" y="199829"/>
                    </a:lnTo>
                    <a:cubicBezTo>
                      <a:pt x="256854" y="199829"/>
                      <a:pt x="388150" y="210521"/>
                      <a:pt x="417616" y="207913"/>
                    </a:cubicBezTo>
                    <a:cubicBezTo>
                      <a:pt x="447083" y="205305"/>
                      <a:pt x="471204" y="162279"/>
                      <a:pt x="471204" y="140896"/>
                    </a:cubicBezTo>
                    <a:lnTo>
                      <a:pt x="471204" y="92655"/>
                    </a:lnTo>
                    <a:cubicBezTo>
                      <a:pt x="483094" y="83841"/>
                      <a:pt x="490057" y="69903"/>
                      <a:pt x="489979" y="55104"/>
                    </a:cubicBezTo>
                    <a:cubicBezTo>
                      <a:pt x="487371" y="33721"/>
                      <a:pt x="444475" y="20292"/>
                      <a:pt x="444475" y="20292"/>
                    </a:cubicBezTo>
                    <a:cubicBezTo>
                      <a:pt x="444475" y="20292"/>
                      <a:pt x="321263" y="-6567"/>
                      <a:pt x="286321" y="1517"/>
                    </a:cubicBezTo>
                    <a:cubicBezTo>
                      <a:pt x="251378" y="9601"/>
                      <a:pt x="5346" y="1517"/>
                      <a:pt x="5346" y="15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3" name="Google Shape;3163;g38b88470f6c_3_1900"/>
              <p:cNvSpPr/>
              <p:nvPr/>
            </p:nvSpPr>
            <p:spPr>
              <a:xfrm>
                <a:off x="6808844" y="3520839"/>
                <a:ext cx="504530" cy="268146"/>
              </a:xfrm>
              <a:custGeom>
                <a:rect b="b" l="l" r="r" t="t"/>
                <a:pathLst>
                  <a:path extrusionOk="0" h="268146" w="504530">
                    <a:moveTo>
                      <a:pt x="7041" y="267625"/>
                    </a:moveTo>
                    <a:cubicBezTo>
                      <a:pt x="5424" y="267651"/>
                      <a:pt x="3846" y="267091"/>
                      <a:pt x="2608" y="266061"/>
                    </a:cubicBezTo>
                    <a:cubicBezTo>
                      <a:pt x="965" y="264665"/>
                      <a:pt x="13" y="262619"/>
                      <a:pt x="0" y="260454"/>
                    </a:cubicBezTo>
                    <a:lnTo>
                      <a:pt x="5346" y="8555"/>
                    </a:lnTo>
                    <a:cubicBezTo>
                      <a:pt x="5450" y="6690"/>
                      <a:pt x="6232" y="4917"/>
                      <a:pt x="7562" y="3600"/>
                    </a:cubicBezTo>
                    <a:cubicBezTo>
                      <a:pt x="8840" y="2166"/>
                      <a:pt x="10730" y="1449"/>
                      <a:pt x="12647" y="1644"/>
                    </a:cubicBezTo>
                    <a:cubicBezTo>
                      <a:pt x="97657" y="4382"/>
                      <a:pt x="265329" y="8033"/>
                      <a:pt x="292188" y="1644"/>
                    </a:cubicBezTo>
                    <a:cubicBezTo>
                      <a:pt x="328174" y="-6700"/>
                      <a:pt x="448647" y="19376"/>
                      <a:pt x="453341" y="20419"/>
                    </a:cubicBezTo>
                    <a:cubicBezTo>
                      <a:pt x="458035" y="21462"/>
                      <a:pt x="501322" y="36065"/>
                      <a:pt x="504451" y="61229"/>
                    </a:cubicBezTo>
                    <a:cubicBezTo>
                      <a:pt x="505364" y="77618"/>
                      <a:pt x="498323" y="93434"/>
                      <a:pt x="485546" y="103734"/>
                    </a:cubicBezTo>
                    <a:lnTo>
                      <a:pt x="485546" y="148716"/>
                    </a:lnTo>
                    <a:cubicBezTo>
                      <a:pt x="485546" y="172185"/>
                      <a:pt x="459469" y="219514"/>
                      <a:pt x="425439" y="222774"/>
                    </a:cubicBezTo>
                    <a:cubicBezTo>
                      <a:pt x="396885" y="225381"/>
                      <a:pt x="277715" y="215863"/>
                      <a:pt x="264547" y="214820"/>
                    </a:cubicBezTo>
                    <a:lnTo>
                      <a:pt x="8214" y="268147"/>
                    </a:lnTo>
                    <a:close/>
                    <a:moveTo>
                      <a:pt x="19297" y="15986"/>
                    </a:moveTo>
                    <a:lnTo>
                      <a:pt x="14342" y="251849"/>
                    </a:lnTo>
                    <a:lnTo>
                      <a:pt x="262852" y="199696"/>
                    </a:lnTo>
                    <a:lnTo>
                      <a:pt x="264938" y="199696"/>
                    </a:lnTo>
                    <a:cubicBezTo>
                      <a:pt x="266242" y="199696"/>
                      <a:pt x="395321" y="210257"/>
                      <a:pt x="424396" y="207780"/>
                    </a:cubicBezTo>
                    <a:cubicBezTo>
                      <a:pt x="449821" y="205432"/>
                      <a:pt x="471595" y="166057"/>
                      <a:pt x="471595" y="147803"/>
                    </a:cubicBezTo>
                    <a:lnTo>
                      <a:pt x="471595" y="99562"/>
                    </a:lnTo>
                    <a:cubicBezTo>
                      <a:pt x="471595" y="97345"/>
                      <a:pt x="472664" y="95259"/>
                      <a:pt x="474463" y="93955"/>
                    </a:cubicBezTo>
                    <a:cubicBezTo>
                      <a:pt x="474463" y="93955"/>
                      <a:pt x="492586" y="79874"/>
                      <a:pt x="490500" y="62924"/>
                    </a:cubicBezTo>
                    <a:cubicBezTo>
                      <a:pt x="488805" y="49886"/>
                      <a:pt x="462338" y="37891"/>
                      <a:pt x="449821" y="33979"/>
                    </a:cubicBezTo>
                    <a:cubicBezTo>
                      <a:pt x="416573" y="26808"/>
                      <a:pt x="322697" y="8946"/>
                      <a:pt x="295448" y="15334"/>
                    </a:cubicBezTo>
                    <a:cubicBezTo>
                      <a:pt x="262982" y="23027"/>
                      <a:pt x="60889" y="17290"/>
                      <a:pt x="19297" y="1598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4" name="Google Shape;3164;g38b88470f6c_3_1900"/>
              <p:cNvSpPr/>
              <p:nvPr/>
            </p:nvSpPr>
            <p:spPr>
              <a:xfrm>
                <a:off x="5996317" y="2708886"/>
                <a:ext cx="490509" cy="356996"/>
              </a:xfrm>
              <a:custGeom>
                <a:rect b="b" l="l" r="r" t="t"/>
                <a:pathLst>
                  <a:path extrusionOk="0" h="356996" w="490509">
                    <a:moveTo>
                      <a:pt x="34533" y="356997"/>
                    </a:moveTo>
                    <a:lnTo>
                      <a:pt x="484615" y="150731"/>
                    </a:lnTo>
                    <a:cubicBezTo>
                      <a:pt x="484615" y="150731"/>
                      <a:pt x="503390" y="137693"/>
                      <a:pt x="473923" y="134564"/>
                    </a:cubicBezTo>
                    <a:cubicBezTo>
                      <a:pt x="444261" y="134459"/>
                      <a:pt x="414664" y="137158"/>
                      <a:pt x="385524" y="142647"/>
                    </a:cubicBezTo>
                    <a:cubicBezTo>
                      <a:pt x="385524" y="142647"/>
                      <a:pt x="290475" y="7440"/>
                      <a:pt x="271699" y="2095"/>
                    </a:cubicBezTo>
                    <a:cubicBezTo>
                      <a:pt x="252924" y="-3251"/>
                      <a:pt x="242233" y="2095"/>
                      <a:pt x="239625" y="12916"/>
                    </a:cubicBezTo>
                    <a:lnTo>
                      <a:pt x="236887" y="23608"/>
                    </a:lnTo>
                    <a:cubicBezTo>
                      <a:pt x="236887" y="23608"/>
                      <a:pt x="82775" y="67547"/>
                      <a:pt x="23711" y="145255"/>
                    </a:cubicBezTo>
                    <a:cubicBezTo>
                      <a:pt x="-35352" y="222963"/>
                      <a:pt x="34533" y="356997"/>
                      <a:pt x="34533" y="3569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5" name="Google Shape;3165;g38b88470f6c_3_1900"/>
              <p:cNvSpPr/>
              <p:nvPr/>
            </p:nvSpPr>
            <p:spPr>
              <a:xfrm>
                <a:off x="5989189" y="2701775"/>
                <a:ext cx="504812" cy="371148"/>
              </a:xfrm>
              <a:custGeom>
                <a:rect b="b" l="l" r="r" t="t"/>
                <a:pathLst>
                  <a:path extrusionOk="0" h="371148" w="504812">
                    <a:moveTo>
                      <a:pt x="41660" y="371148"/>
                    </a:moveTo>
                    <a:cubicBezTo>
                      <a:pt x="39027" y="371161"/>
                      <a:pt x="36615" y="369701"/>
                      <a:pt x="35402" y="367367"/>
                    </a:cubicBezTo>
                    <a:cubicBezTo>
                      <a:pt x="32403" y="361761"/>
                      <a:pt x="-35656" y="228509"/>
                      <a:pt x="25232" y="148194"/>
                    </a:cubicBezTo>
                    <a:cubicBezTo>
                      <a:pt x="80384" y="75570"/>
                      <a:pt x="212983" y="32674"/>
                      <a:pt x="238147" y="25112"/>
                    </a:cubicBezTo>
                    <a:lnTo>
                      <a:pt x="239842" y="18202"/>
                    </a:lnTo>
                    <a:cubicBezTo>
                      <a:pt x="241250" y="12100"/>
                      <a:pt x="245123" y="6859"/>
                      <a:pt x="250534" y="3729"/>
                    </a:cubicBezTo>
                    <a:cubicBezTo>
                      <a:pt x="260039" y="-743"/>
                      <a:pt x="270939" y="-1212"/>
                      <a:pt x="280782" y="2426"/>
                    </a:cubicBezTo>
                    <a:cubicBezTo>
                      <a:pt x="299688" y="7902"/>
                      <a:pt x="370486" y="106732"/>
                      <a:pt x="395780" y="142066"/>
                    </a:cubicBezTo>
                    <a:cubicBezTo>
                      <a:pt x="424099" y="136694"/>
                      <a:pt x="452888" y="134217"/>
                      <a:pt x="481702" y="134634"/>
                    </a:cubicBezTo>
                    <a:cubicBezTo>
                      <a:pt x="490308" y="135416"/>
                      <a:pt x="501912" y="137502"/>
                      <a:pt x="504389" y="146499"/>
                    </a:cubicBezTo>
                    <a:cubicBezTo>
                      <a:pt x="506866" y="155495"/>
                      <a:pt x="497740" y="162275"/>
                      <a:pt x="495914" y="163579"/>
                    </a:cubicBezTo>
                    <a:lnTo>
                      <a:pt x="494741" y="163579"/>
                    </a:lnTo>
                    <a:lnTo>
                      <a:pt x="44529" y="369844"/>
                    </a:lnTo>
                    <a:cubicBezTo>
                      <a:pt x="43707" y="370535"/>
                      <a:pt x="42717" y="370992"/>
                      <a:pt x="41660" y="371148"/>
                    </a:cubicBezTo>
                    <a:close/>
                    <a:moveTo>
                      <a:pt x="265528" y="14160"/>
                    </a:moveTo>
                    <a:cubicBezTo>
                      <a:pt x="262803" y="14056"/>
                      <a:pt x="260104" y="14682"/>
                      <a:pt x="257705" y="15985"/>
                    </a:cubicBezTo>
                    <a:cubicBezTo>
                      <a:pt x="255541" y="17198"/>
                      <a:pt x="254015" y="19297"/>
                      <a:pt x="253533" y="21722"/>
                    </a:cubicBezTo>
                    <a:lnTo>
                      <a:pt x="250925" y="32414"/>
                    </a:lnTo>
                    <a:cubicBezTo>
                      <a:pt x="250286" y="34865"/>
                      <a:pt x="248409" y="36795"/>
                      <a:pt x="245970" y="37499"/>
                    </a:cubicBezTo>
                    <a:cubicBezTo>
                      <a:pt x="244406" y="37499"/>
                      <a:pt x="93292" y="81829"/>
                      <a:pt x="36576" y="156669"/>
                    </a:cubicBezTo>
                    <a:cubicBezTo>
                      <a:pt x="-12188" y="220947"/>
                      <a:pt x="32664" y="328252"/>
                      <a:pt x="44920" y="354850"/>
                    </a:cubicBezTo>
                    <a:lnTo>
                      <a:pt x="488222" y="151714"/>
                    </a:lnTo>
                    <a:lnTo>
                      <a:pt x="489656" y="150410"/>
                    </a:lnTo>
                    <a:cubicBezTo>
                      <a:pt x="486683" y="149536"/>
                      <a:pt x="483619" y="148963"/>
                      <a:pt x="480529" y="148715"/>
                    </a:cubicBezTo>
                    <a:cubicBezTo>
                      <a:pt x="451532" y="148663"/>
                      <a:pt x="422587" y="151323"/>
                      <a:pt x="394085" y="156669"/>
                    </a:cubicBezTo>
                    <a:cubicBezTo>
                      <a:pt x="391373" y="157164"/>
                      <a:pt x="388635" y="156056"/>
                      <a:pt x="387045" y="153800"/>
                    </a:cubicBezTo>
                    <a:cubicBezTo>
                      <a:pt x="341541" y="88609"/>
                      <a:pt x="287954" y="20027"/>
                      <a:pt x="277001" y="15985"/>
                    </a:cubicBezTo>
                    <a:cubicBezTo>
                      <a:pt x="273273" y="14877"/>
                      <a:pt x="269413" y="14264"/>
                      <a:pt x="265528" y="1416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6" name="Google Shape;3166;g38b88470f6c_3_1900"/>
              <p:cNvSpPr/>
              <p:nvPr/>
            </p:nvSpPr>
            <p:spPr>
              <a:xfrm>
                <a:off x="6201260" y="2739601"/>
                <a:ext cx="65478" cy="193944"/>
              </a:xfrm>
              <a:custGeom>
                <a:rect b="b" l="l" r="r" t="t"/>
                <a:pathLst>
                  <a:path extrusionOk="0" h="193944" w="65478">
                    <a:moveTo>
                      <a:pt x="46938" y="193943"/>
                    </a:moveTo>
                    <a:cubicBezTo>
                      <a:pt x="44526" y="193917"/>
                      <a:pt x="42283" y="192692"/>
                      <a:pt x="40940" y="190684"/>
                    </a:cubicBezTo>
                    <a:cubicBezTo>
                      <a:pt x="36768" y="184165"/>
                      <a:pt x="0" y="125492"/>
                      <a:pt x="0" y="98112"/>
                    </a:cubicBezTo>
                    <a:cubicBezTo>
                      <a:pt x="0" y="73209"/>
                      <a:pt x="33769" y="52087"/>
                      <a:pt x="48633" y="44003"/>
                    </a:cubicBezTo>
                    <a:lnTo>
                      <a:pt x="31813" y="10364"/>
                    </a:lnTo>
                    <a:cubicBezTo>
                      <a:pt x="30079" y="6766"/>
                      <a:pt x="31605" y="2450"/>
                      <a:pt x="35203" y="716"/>
                    </a:cubicBezTo>
                    <a:cubicBezTo>
                      <a:pt x="38802" y="-1018"/>
                      <a:pt x="43117" y="507"/>
                      <a:pt x="44852" y="4106"/>
                    </a:cubicBezTo>
                    <a:lnTo>
                      <a:pt x="64931" y="44003"/>
                    </a:lnTo>
                    <a:cubicBezTo>
                      <a:pt x="65661" y="45750"/>
                      <a:pt x="65661" y="47732"/>
                      <a:pt x="64931" y="49479"/>
                    </a:cubicBezTo>
                    <a:cubicBezTo>
                      <a:pt x="64357" y="51292"/>
                      <a:pt x="63027" y="52765"/>
                      <a:pt x="61280" y="53521"/>
                    </a:cubicBezTo>
                    <a:cubicBezTo>
                      <a:pt x="49154" y="59388"/>
                      <a:pt x="14342" y="79598"/>
                      <a:pt x="14342" y="98112"/>
                    </a:cubicBezTo>
                    <a:cubicBezTo>
                      <a:pt x="14342" y="118191"/>
                      <a:pt x="42374" y="166172"/>
                      <a:pt x="53457" y="182991"/>
                    </a:cubicBezTo>
                    <a:cubicBezTo>
                      <a:pt x="55504" y="186316"/>
                      <a:pt x="54513" y="190658"/>
                      <a:pt x="51240" y="192770"/>
                    </a:cubicBezTo>
                    <a:cubicBezTo>
                      <a:pt x="49950" y="193552"/>
                      <a:pt x="48450" y="193969"/>
                      <a:pt x="46938" y="193943"/>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7" name="Google Shape;3167;g38b88470f6c_3_1900"/>
              <p:cNvSpPr/>
              <p:nvPr/>
            </p:nvSpPr>
            <p:spPr>
              <a:xfrm>
                <a:off x="6059404" y="2824336"/>
                <a:ext cx="48897" cy="171277"/>
              </a:xfrm>
              <a:custGeom>
                <a:rect b="b" l="l" r="r" t="t"/>
                <a:pathLst>
                  <a:path extrusionOk="0" h="171277" w="48897">
                    <a:moveTo>
                      <a:pt x="42505" y="171271"/>
                    </a:moveTo>
                    <a:cubicBezTo>
                      <a:pt x="39923" y="171219"/>
                      <a:pt x="37563" y="169837"/>
                      <a:pt x="36246" y="167620"/>
                    </a:cubicBezTo>
                    <a:cubicBezTo>
                      <a:pt x="34812" y="164882"/>
                      <a:pt x="0" y="101255"/>
                      <a:pt x="0" y="66573"/>
                    </a:cubicBezTo>
                    <a:cubicBezTo>
                      <a:pt x="1187" y="42739"/>
                      <a:pt x="10379" y="20001"/>
                      <a:pt x="26077" y="2034"/>
                    </a:cubicBezTo>
                    <a:cubicBezTo>
                      <a:pt x="28815" y="-678"/>
                      <a:pt x="33248" y="-678"/>
                      <a:pt x="35986" y="2034"/>
                    </a:cubicBezTo>
                    <a:cubicBezTo>
                      <a:pt x="38724" y="4824"/>
                      <a:pt x="38724" y="9283"/>
                      <a:pt x="35986" y="12073"/>
                    </a:cubicBezTo>
                    <a:cubicBezTo>
                      <a:pt x="22635" y="27446"/>
                      <a:pt x="14707" y="46781"/>
                      <a:pt x="13429" y="67095"/>
                    </a:cubicBezTo>
                    <a:cubicBezTo>
                      <a:pt x="13429" y="98126"/>
                      <a:pt x="47720" y="160579"/>
                      <a:pt x="47981" y="161231"/>
                    </a:cubicBezTo>
                    <a:cubicBezTo>
                      <a:pt x="49897" y="164608"/>
                      <a:pt x="48711" y="168911"/>
                      <a:pt x="45334" y="170827"/>
                    </a:cubicBezTo>
                    <a:cubicBezTo>
                      <a:pt x="45308" y="170841"/>
                      <a:pt x="45269" y="170867"/>
                      <a:pt x="45243" y="170880"/>
                    </a:cubicBezTo>
                    <a:cubicBezTo>
                      <a:pt x="44356" y="171180"/>
                      <a:pt x="43430" y="171310"/>
                      <a:pt x="42505" y="171271"/>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8" name="Google Shape;3168;g38b88470f6c_3_1900"/>
              <p:cNvSpPr/>
              <p:nvPr/>
            </p:nvSpPr>
            <p:spPr>
              <a:xfrm>
                <a:off x="6029008" y="2899900"/>
                <a:ext cx="272913" cy="133598"/>
              </a:xfrm>
              <a:custGeom>
                <a:rect b="b" l="l" r="r" t="t"/>
                <a:pathLst>
                  <a:path extrusionOk="0" h="133598" w="272913">
                    <a:moveTo>
                      <a:pt x="6405" y="133388"/>
                    </a:moveTo>
                    <a:cubicBezTo>
                      <a:pt x="2533" y="133036"/>
                      <a:pt x="-323" y="129607"/>
                      <a:pt x="29" y="125734"/>
                    </a:cubicBezTo>
                    <a:cubicBezTo>
                      <a:pt x="238" y="123505"/>
                      <a:pt x="1490" y="121510"/>
                      <a:pt x="3406" y="120349"/>
                    </a:cubicBezTo>
                    <a:lnTo>
                      <a:pt x="262738" y="658"/>
                    </a:lnTo>
                    <a:cubicBezTo>
                      <a:pt x="266336" y="-998"/>
                      <a:pt x="270600" y="580"/>
                      <a:pt x="272256" y="4178"/>
                    </a:cubicBezTo>
                    <a:cubicBezTo>
                      <a:pt x="273911" y="7777"/>
                      <a:pt x="272334" y="12040"/>
                      <a:pt x="268735" y="13696"/>
                    </a:cubicBezTo>
                    <a:lnTo>
                      <a:pt x="9274" y="133518"/>
                    </a:lnTo>
                    <a:cubicBezTo>
                      <a:pt x="8322" y="133662"/>
                      <a:pt x="7344" y="133609"/>
                      <a:pt x="6405" y="13338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69" name="Google Shape;3169;g38b88470f6c_3_1900"/>
              <p:cNvSpPr/>
              <p:nvPr/>
            </p:nvSpPr>
            <p:spPr>
              <a:xfrm>
                <a:off x="7044315" y="4966343"/>
                <a:ext cx="766259" cy="353207"/>
              </a:xfrm>
              <a:custGeom>
                <a:rect b="b" l="l" r="r" t="t"/>
                <a:pathLst>
                  <a:path extrusionOk="0" h="353207" w="766259">
                    <a:moveTo>
                      <a:pt x="765347" y="353207"/>
                    </a:moveTo>
                    <a:cubicBezTo>
                      <a:pt x="765347" y="345645"/>
                      <a:pt x="766260" y="337952"/>
                      <a:pt x="766260" y="330260"/>
                    </a:cubicBezTo>
                    <a:cubicBezTo>
                      <a:pt x="766260" y="147724"/>
                      <a:pt x="594806" y="0"/>
                      <a:pt x="383195" y="0"/>
                    </a:cubicBezTo>
                    <a:cubicBezTo>
                      <a:pt x="171584" y="0"/>
                      <a:pt x="0" y="147854"/>
                      <a:pt x="0" y="330260"/>
                    </a:cubicBezTo>
                    <a:cubicBezTo>
                      <a:pt x="0" y="337952"/>
                      <a:pt x="0" y="345645"/>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70" name="Google Shape;3170;g38b88470f6c_3_1900"/>
              <p:cNvSpPr/>
              <p:nvPr/>
            </p:nvSpPr>
            <p:spPr>
              <a:xfrm>
                <a:off x="7037275" y="4959693"/>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472"/>
                      <a:pt x="0" y="337300"/>
                    </a:cubicBezTo>
                    <a:cubicBezTo>
                      <a:pt x="0" y="151375"/>
                      <a:pt x="175104" y="0"/>
                      <a:pt x="390236" y="0"/>
                    </a:cubicBezTo>
                    <a:cubicBezTo>
                      <a:pt x="605367" y="0"/>
                      <a:pt x="780472" y="151375"/>
                      <a:pt x="780472" y="337300"/>
                    </a:cubicBezTo>
                    <a:cubicBezTo>
                      <a:pt x="780472" y="344341"/>
                      <a:pt x="780472" y="351904"/>
                      <a:pt x="779429" y="360769"/>
                    </a:cubicBezTo>
                    <a:cubicBezTo>
                      <a:pt x="779090" y="364420"/>
                      <a:pt x="776052" y="367236"/>
                      <a:pt x="772388" y="367289"/>
                    </a:cubicBezTo>
                    <a:close/>
                    <a:moveTo>
                      <a:pt x="14603" y="353207"/>
                    </a:moveTo>
                    <a:lnTo>
                      <a:pt x="765608" y="353207"/>
                    </a:lnTo>
                    <a:cubicBezTo>
                      <a:pt x="765608" y="347340"/>
                      <a:pt x="765608" y="342255"/>
                      <a:pt x="765608" y="337300"/>
                    </a:cubicBezTo>
                    <a:cubicBezTo>
                      <a:pt x="765608" y="159067"/>
                      <a:pt x="596893" y="14212"/>
                      <a:pt x="389584" y="14212"/>
                    </a:cubicBezTo>
                    <a:cubicBezTo>
                      <a:pt x="182275" y="14212"/>
                      <a:pt x="13429" y="159067"/>
                      <a:pt x="13429" y="337300"/>
                    </a:cubicBezTo>
                    <a:cubicBezTo>
                      <a:pt x="14081" y="342255"/>
                      <a:pt x="14342" y="347470"/>
                      <a:pt x="14603" y="353207"/>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71" name="Google Shape;3171;g38b88470f6c_3_1900"/>
              <p:cNvSpPr/>
              <p:nvPr/>
            </p:nvSpPr>
            <p:spPr>
              <a:xfrm>
                <a:off x="7044315" y="4998156"/>
                <a:ext cx="766259" cy="353207"/>
              </a:xfrm>
              <a:custGeom>
                <a:rect b="b" l="l" r="r" t="t"/>
                <a:pathLst>
                  <a:path extrusionOk="0" h="353207" w="766259">
                    <a:moveTo>
                      <a:pt x="765347" y="353207"/>
                    </a:moveTo>
                    <a:cubicBezTo>
                      <a:pt x="765347" y="345514"/>
                      <a:pt x="766260" y="337952"/>
                      <a:pt x="766260" y="330260"/>
                    </a:cubicBezTo>
                    <a:cubicBezTo>
                      <a:pt x="766260" y="147724"/>
                      <a:pt x="594806" y="0"/>
                      <a:pt x="383195" y="0"/>
                    </a:cubicBezTo>
                    <a:cubicBezTo>
                      <a:pt x="171584" y="0"/>
                      <a:pt x="0" y="147854"/>
                      <a:pt x="0" y="330260"/>
                    </a:cubicBezTo>
                    <a:cubicBezTo>
                      <a:pt x="0" y="337952"/>
                      <a:pt x="0" y="345514"/>
                      <a:pt x="1043" y="3532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72" name="Google Shape;3172;g38b88470f6c_3_1900"/>
              <p:cNvSpPr/>
              <p:nvPr/>
            </p:nvSpPr>
            <p:spPr>
              <a:xfrm>
                <a:off x="7037275" y="4991376"/>
                <a:ext cx="780471" cy="367288"/>
              </a:xfrm>
              <a:custGeom>
                <a:rect b="b" l="l" r="r" t="t"/>
                <a:pathLst>
                  <a:path extrusionOk="0" h="367288" w="780471">
                    <a:moveTo>
                      <a:pt x="772388" y="367289"/>
                    </a:moveTo>
                    <a:lnTo>
                      <a:pt x="8084" y="367289"/>
                    </a:lnTo>
                    <a:cubicBezTo>
                      <a:pt x="4394" y="367302"/>
                      <a:pt x="1317" y="364459"/>
                      <a:pt x="1043" y="360769"/>
                    </a:cubicBezTo>
                    <a:cubicBezTo>
                      <a:pt x="391" y="351904"/>
                      <a:pt x="0" y="344341"/>
                      <a:pt x="0" y="337301"/>
                    </a:cubicBezTo>
                    <a:cubicBezTo>
                      <a:pt x="0" y="151244"/>
                      <a:pt x="175104" y="0"/>
                      <a:pt x="390236" y="0"/>
                    </a:cubicBezTo>
                    <a:cubicBezTo>
                      <a:pt x="605367" y="0"/>
                      <a:pt x="780472" y="151244"/>
                      <a:pt x="780472" y="337301"/>
                    </a:cubicBezTo>
                    <a:cubicBezTo>
                      <a:pt x="780472" y="344341"/>
                      <a:pt x="780472" y="351773"/>
                      <a:pt x="779429" y="360769"/>
                    </a:cubicBezTo>
                    <a:cubicBezTo>
                      <a:pt x="779090" y="364420"/>
                      <a:pt x="776052" y="367236"/>
                      <a:pt x="772388" y="367289"/>
                    </a:cubicBezTo>
                    <a:close/>
                    <a:moveTo>
                      <a:pt x="14603" y="353077"/>
                    </a:moveTo>
                    <a:lnTo>
                      <a:pt x="765608" y="353077"/>
                    </a:lnTo>
                    <a:cubicBezTo>
                      <a:pt x="765608" y="347340"/>
                      <a:pt x="765608" y="342125"/>
                      <a:pt x="765608" y="337301"/>
                    </a:cubicBezTo>
                    <a:cubicBezTo>
                      <a:pt x="765608" y="159067"/>
                      <a:pt x="596893" y="14082"/>
                      <a:pt x="389584" y="14082"/>
                    </a:cubicBezTo>
                    <a:cubicBezTo>
                      <a:pt x="182275" y="14082"/>
                      <a:pt x="14081" y="158676"/>
                      <a:pt x="14081" y="337040"/>
                    </a:cubicBezTo>
                    <a:cubicBezTo>
                      <a:pt x="14081" y="341994"/>
                      <a:pt x="14342" y="347079"/>
                      <a:pt x="14603" y="35281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73" name="Google Shape;3173;g38b88470f6c_3_1900"/>
              <p:cNvSpPr/>
              <p:nvPr/>
            </p:nvSpPr>
            <p:spPr>
              <a:xfrm>
                <a:off x="7112766" y="4998156"/>
                <a:ext cx="634572" cy="212914"/>
              </a:xfrm>
              <a:custGeom>
                <a:rect b="b" l="l" r="r" t="t"/>
                <a:pathLst>
                  <a:path extrusionOk="0" h="212914" w="634572">
                    <a:moveTo>
                      <a:pt x="314744" y="0"/>
                    </a:moveTo>
                    <a:cubicBezTo>
                      <a:pt x="184361" y="0"/>
                      <a:pt x="69233" y="56195"/>
                      <a:pt x="0" y="141987"/>
                    </a:cubicBezTo>
                    <a:lnTo>
                      <a:pt x="89834" y="212915"/>
                    </a:lnTo>
                    <a:cubicBezTo>
                      <a:pt x="184948" y="94892"/>
                      <a:pt x="357731" y="76326"/>
                      <a:pt x="475754" y="171440"/>
                    </a:cubicBezTo>
                    <a:cubicBezTo>
                      <a:pt x="491022" y="183735"/>
                      <a:pt x="504920" y="197647"/>
                      <a:pt x="517228" y="212915"/>
                    </a:cubicBezTo>
                    <a:lnTo>
                      <a:pt x="634573" y="147724"/>
                    </a:lnTo>
                    <a:cubicBezTo>
                      <a:pt x="565470" y="58672"/>
                      <a:pt x="447995" y="0"/>
                      <a:pt x="314744"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74" name="Google Shape;3174;g38b88470f6c_3_1900"/>
              <p:cNvSpPr/>
              <p:nvPr/>
            </p:nvSpPr>
            <p:spPr>
              <a:xfrm>
                <a:off x="7105704" y="4991116"/>
                <a:ext cx="648138" cy="227127"/>
              </a:xfrm>
              <a:custGeom>
                <a:rect b="b" l="l" r="r" t="t"/>
                <a:pathLst>
                  <a:path extrusionOk="0" h="227127" w="648138">
                    <a:moveTo>
                      <a:pt x="524291" y="227127"/>
                    </a:moveTo>
                    <a:cubicBezTo>
                      <a:pt x="522127" y="227153"/>
                      <a:pt x="520093" y="226136"/>
                      <a:pt x="518815" y="224389"/>
                    </a:cubicBezTo>
                    <a:cubicBezTo>
                      <a:pt x="426139" y="109391"/>
                      <a:pt x="257802" y="91294"/>
                      <a:pt x="142804" y="183957"/>
                    </a:cubicBezTo>
                    <a:cubicBezTo>
                      <a:pt x="127915" y="195952"/>
                      <a:pt x="114368" y="209512"/>
                      <a:pt x="102373" y="224389"/>
                    </a:cubicBezTo>
                    <a:cubicBezTo>
                      <a:pt x="99974" y="227375"/>
                      <a:pt x="95632" y="227896"/>
                      <a:pt x="92594" y="225562"/>
                    </a:cubicBezTo>
                    <a:lnTo>
                      <a:pt x="2630" y="154504"/>
                    </a:lnTo>
                    <a:cubicBezTo>
                      <a:pt x="1169" y="153343"/>
                      <a:pt x="231" y="151661"/>
                      <a:pt x="22" y="149810"/>
                    </a:cubicBezTo>
                    <a:cubicBezTo>
                      <a:pt x="-121" y="147932"/>
                      <a:pt x="439" y="146081"/>
                      <a:pt x="1587" y="144595"/>
                    </a:cubicBezTo>
                    <a:cubicBezTo>
                      <a:pt x="74601" y="54109"/>
                      <a:pt x="194292" y="0"/>
                      <a:pt x="321807" y="0"/>
                    </a:cubicBezTo>
                    <a:cubicBezTo>
                      <a:pt x="452190" y="0"/>
                      <a:pt x="574098" y="56325"/>
                      <a:pt x="646721" y="150462"/>
                    </a:cubicBezTo>
                    <a:cubicBezTo>
                      <a:pt x="647907" y="152118"/>
                      <a:pt x="648377" y="154191"/>
                      <a:pt x="648025" y="156199"/>
                    </a:cubicBezTo>
                    <a:cubicBezTo>
                      <a:pt x="647621" y="158246"/>
                      <a:pt x="646330" y="160019"/>
                      <a:pt x="644504" y="161023"/>
                    </a:cubicBezTo>
                    <a:lnTo>
                      <a:pt x="527160" y="226214"/>
                    </a:lnTo>
                    <a:cubicBezTo>
                      <a:pt x="526273" y="226710"/>
                      <a:pt x="525295" y="227010"/>
                      <a:pt x="524291" y="227127"/>
                    </a:cubicBezTo>
                    <a:close/>
                    <a:moveTo>
                      <a:pt x="310594" y="110695"/>
                    </a:moveTo>
                    <a:cubicBezTo>
                      <a:pt x="393726" y="110552"/>
                      <a:pt x="472634" y="147332"/>
                      <a:pt x="525986" y="211090"/>
                    </a:cubicBezTo>
                    <a:lnTo>
                      <a:pt x="630293" y="152809"/>
                    </a:lnTo>
                    <a:cubicBezTo>
                      <a:pt x="559755" y="65843"/>
                      <a:pt x="445149" y="14212"/>
                      <a:pt x="321676" y="14212"/>
                    </a:cubicBezTo>
                    <a:cubicBezTo>
                      <a:pt x="201072" y="14212"/>
                      <a:pt x="87770" y="64149"/>
                      <a:pt x="16972" y="148115"/>
                    </a:cubicBezTo>
                    <a:lnTo>
                      <a:pt x="95202" y="210308"/>
                    </a:lnTo>
                    <a:cubicBezTo>
                      <a:pt x="148750" y="146889"/>
                      <a:pt x="227605" y="110421"/>
                      <a:pt x="310594" y="11069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75" name="Google Shape;3175;g38b88470f6c_3_1900"/>
              <p:cNvSpPr/>
              <p:nvPr/>
            </p:nvSpPr>
            <p:spPr>
              <a:xfrm>
                <a:off x="7299344" y="5229050"/>
                <a:ext cx="232733" cy="122313"/>
              </a:xfrm>
              <a:custGeom>
                <a:rect b="b" l="l" r="r" t="t"/>
                <a:pathLst>
                  <a:path extrusionOk="0" h="122313" w="232733">
                    <a:moveTo>
                      <a:pt x="232733" y="112535"/>
                    </a:moveTo>
                    <a:cubicBezTo>
                      <a:pt x="230582" y="48269"/>
                      <a:pt x="176734" y="-2085"/>
                      <a:pt x="112468" y="66"/>
                    </a:cubicBezTo>
                    <a:cubicBezTo>
                      <a:pt x="51227" y="2114"/>
                      <a:pt x="2047" y="51294"/>
                      <a:pt x="0" y="112535"/>
                    </a:cubicBezTo>
                    <a:cubicBezTo>
                      <a:pt x="0" y="115794"/>
                      <a:pt x="0" y="119054"/>
                      <a:pt x="0" y="122313"/>
                    </a:cubicBezTo>
                    <a:lnTo>
                      <a:pt x="231690" y="122313"/>
                    </a:lnTo>
                    <a:cubicBezTo>
                      <a:pt x="232472" y="119054"/>
                      <a:pt x="232733" y="115794"/>
                      <a:pt x="232733" y="1125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176" name="Google Shape;3176;g38b88470f6c_3_1900"/>
              <p:cNvSpPr/>
              <p:nvPr/>
            </p:nvSpPr>
            <p:spPr>
              <a:xfrm>
                <a:off x="7292825" y="5222387"/>
                <a:ext cx="246814" cy="136357"/>
              </a:xfrm>
              <a:custGeom>
                <a:rect b="b" l="l" r="r" t="t"/>
                <a:pathLst>
                  <a:path extrusionOk="0" h="136357" w="246814">
                    <a:moveTo>
                      <a:pt x="238731" y="136277"/>
                    </a:moveTo>
                    <a:lnTo>
                      <a:pt x="7041" y="136277"/>
                    </a:lnTo>
                    <a:cubicBezTo>
                      <a:pt x="3377" y="136225"/>
                      <a:pt x="339" y="133409"/>
                      <a:pt x="0" y="129758"/>
                    </a:cubicBezTo>
                    <a:cubicBezTo>
                      <a:pt x="0" y="126368"/>
                      <a:pt x="0" y="122978"/>
                      <a:pt x="0" y="119458"/>
                    </a:cubicBezTo>
                    <a:cubicBezTo>
                      <a:pt x="2216" y="51307"/>
                      <a:pt x="59259" y="-2150"/>
                      <a:pt x="127423" y="67"/>
                    </a:cubicBezTo>
                    <a:cubicBezTo>
                      <a:pt x="192458" y="2179"/>
                      <a:pt x="244703" y="54410"/>
                      <a:pt x="246815" y="119458"/>
                    </a:cubicBezTo>
                    <a:cubicBezTo>
                      <a:pt x="246815" y="122978"/>
                      <a:pt x="246815" y="126368"/>
                      <a:pt x="246815" y="129758"/>
                    </a:cubicBezTo>
                    <a:cubicBezTo>
                      <a:pt x="246567" y="133644"/>
                      <a:pt x="243229" y="136590"/>
                      <a:pt x="239344" y="136343"/>
                    </a:cubicBezTo>
                    <a:cubicBezTo>
                      <a:pt x="239135" y="136329"/>
                      <a:pt x="238939" y="136304"/>
                      <a:pt x="238731" y="136277"/>
                    </a:cubicBezTo>
                    <a:close/>
                    <a:moveTo>
                      <a:pt x="13690" y="122066"/>
                    </a:moveTo>
                    <a:lnTo>
                      <a:pt x="232212" y="122066"/>
                    </a:lnTo>
                    <a:lnTo>
                      <a:pt x="232212" y="119458"/>
                    </a:lnTo>
                    <a:cubicBezTo>
                      <a:pt x="232212" y="59117"/>
                      <a:pt x="183292" y="10197"/>
                      <a:pt x="122951" y="10197"/>
                    </a:cubicBezTo>
                    <a:cubicBezTo>
                      <a:pt x="62610" y="10197"/>
                      <a:pt x="13690" y="59117"/>
                      <a:pt x="13690" y="11945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sp>
        <p:nvSpPr>
          <p:cNvPr id="3177" name="Google Shape;3177;g38b88470f6c_3_1900"/>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y Questions?">
  <p:cSld name="Any Questions?">
    <p:spTree>
      <p:nvGrpSpPr>
        <p:cNvPr id="3178" name="Shape 3178"/>
        <p:cNvGrpSpPr/>
        <p:nvPr/>
      </p:nvGrpSpPr>
      <p:grpSpPr>
        <a:xfrm>
          <a:off x="0" y="0"/>
          <a:ext cx="0" cy="0"/>
          <a:chOff x="0" y="0"/>
          <a:chExt cx="0" cy="0"/>
        </a:xfrm>
      </p:grpSpPr>
      <p:pic>
        <p:nvPicPr>
          <p:cNvPr id="3179" name="Google Shape;3179;g38b88470f6c_3_2017"/>
          <p:cNvPicPr preferRelativeResize="0"/>
          <p:nvPr/>
        </p:nvPicPr>
        <p:blipFill rotWithShape="1">
          <a:blip r:embed="rId2">
            <a:alphaModFix/>
          </a:blip>
          <a:srcRect b="0" l="0" r="0" t="0"/>
          <a:stretch/>
        </p:blipFill>
        <p:spPr>
          <a:xfrm>
            <a:off x="648936" y="1127591"/>
            <a:ext cx="5710169" cy="3961991"/>
          </a:xfrm>
          <a:prstGeom prst="rect">
            <a:avLst/>
          </a:prstGeom>
          <a:noFill/>
          <a:ln>
            <a:noFill/>
          </a:ln>
        </p:spPr>
      </p:pic>
      <p:sp>
        <p:nvSpPr>
          <p:cNvPr id="3180" name="Google Shape;3180;g38b88470f6c_3_2017"/>
          <p:cNvSpPr txBox="1"/>
          <p:nvPr/>
        </p:nvSpPr>
        <p:spPr>
          <a:xfrm>
            <a:off x="6288656" y="2231425"/>
            <a:ext cx="4768500" cy="17547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rgbClr val="002060"/>
                </a:solidFill>
                <a:latin typeface="Fredoka"/>
                <a:ea typeface="Fredoka"/>
                <a:cs typeface="Fredoka"/>
                <a:sym typeface="Fredoka"/>
              </a:rPr>
              <a:t>ANY QUESTIONS?</a:t>
            </a:r>
            <a:endParaRPr b="0" i="0" sz="1400" u="none" cap="none" strike="noStrike">
              <a:solidFill>
                <a:schemeClr val="dk1"/>
              </a:solidFill>
              <a:latin typeface="Fredoka"/>
              <a:ea typeface="Fredoka"/>
              <a:cs typeface="Fredoka"/>
              <a:sym typeface="Fredoka"/>
            </a:endParaRPr>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3181" name="Shape 3181"/>
        <p:cNvGrpSpPr/>
        <p:nvPr/>
      </p:nvGrpSpPr>
      <p:grpSpPr>
        <a:xfrm>
          <a:off x="0" y="0"/>
          <a:ext cx="0" cy="0"/>
          <a:chOff x="0" y="0"/>
          <a:chExt cx="0" cy="0"/>
        </a:xfrm>
      </p:grpSpPr>
      <p:sp>
        <p:nvSpPr>
          <p:cNvPr id="3182" name="Google Shape;3182;g38b88470f6c_3_2020"/>
          <p:cNvSpPr txBox="1"/>
          <p:nvPr/>
        </p:nvSpPr>
        <p:spPr>
          <a:xfrm>
            <a:off x="2505636" y="2773309"/>
            <a:ext cx="7180800" cy="13236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8000"/>
              <a:buFont typeface="Arial"/>
              <a:buNone/>
            </a:pPr>
            <a:r>
              <a:rPr b="0" i="0" lang="en-US" sz="8000" u="none" cap="none" strike="noStrike">
                <a:solidFill>
                  <a:srgbClr val="172A4B"/>
                </a:solidFill>
                <a:latin typeface="Fredoka"/>
                <a:ea typeface="Fredoka"/>
                <a:cs typeface="Fredoka"/>
                <a:sym typeface="Fredoka"/>
              </a:rPr>
              <a:t>THANK YOU!</a:t>
            </a:r>
            <a:endParaRPr b="0" i="0" sz="2400" u="none" cap="none" strike="noStrike">
              <a:solidFill>
                <a:srgbClr val="172A4B"/>
              </a:solidFill>
              <a:latin typeface="Fredoka"/>
              <a:ea typeface="Fredoka"/>
              <a:cs typeface="Fredoka"/>
              <a:sym typeface="Fredoka"/>
            </a:endParaRPr>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p:cSld name="2_Blank">
    <p:spTree>
      <p:nvGrpSpPr>
        <p:cNvPr id="3183" name="Shape 3183"/>
        <p:cNvGrpSpPr/>
        <p:nvPr/>
      </p:nvGrpSpPr>
      <p:grpSpPr>
        <a:xfrm>
          <a:off x="0" y="0"/>
          <a:ext cx="0" cy="0"/>
          <a:chOff x="0" y="0"/>
          <a:chExt cx="0" cy="0"/>
        </a:xfrm>
      </p:grpSpPr>
    </p:spTree>
  </p:cSld>
  <p:clrMapOvr>
    <a:masterClrMapping/>
  </p:clrMapOvr>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_1">
    <p:spTree>
      <p:nvGrpSpPr>
        <p:cNvPr id="3184" name="Shape 3184"/>
        <p:cNvGrpSpPr/>
        <p:nvPr/>
      </p:nvGrpSpPr>
      <p:grpSpPr>
        <a:xfrm>
          <a:off x="0" y="0"/>
          <a:ext cx="0" cy="0"/>
          <a:chOff x="0" y="0"/>
          <a:chExt cx="0" cy="0"/>
        </a:xfrm>
      </p:grpSpPr>
      <p:sp>
        <p:nvSpPr>
          <p:cNvPr id="3185" name="Google Shape;3185;g38b88470f6c_3_2023"/>
          <p:cNvSpPr txBox="1"/>
          <p:nvPr/>
        </p:nvSpPr>
        <p:spPr>
          <a:xfrm>
            <a:off x="794875" y="2957438"/>
            <a:ext cx="58695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Arial"/>
                <a:ea typeface="Arial"/>
                <a:cs typeface="Arial"/>
                <a:sym typeface="Arial"/>
              </a:rPr>
              <a:t>BREAK</a:t>
            </a:r>
            <a:endParaRPr b="1" i="0" sz="40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oration Complete">
  <p:cSld name="Exploration Complete">
    <p:spTree>
      <p:nvGrpSpPr>
        <p:cNvPr id="3186" name="Shape 3186"/>
        <p:cNvGrpSpPr/>
        <p:nvPr/>
      </p:nvGrpSpPr>
      <p:grpSpPr>
        <a:xfrm>
          <a:off x="0" y="0"/>
          <a:ext cx="0" cy="0"/>
          <a:chOff x="0" y="0"/>
          <a:chExt cx="0" cy="0"/>
        </a:xfrm>
      </p:grpSpPr>
      <p:sp>
        <p:nvSpPr>
          <p:cNvPr id="3187" name="Google Shape;3187;g38b88470f6c_3_2025"/>
          <p:cNvSpPr txBox="1"/>
          <p:nvPr/>
        </p:nvSpPr>
        <p:spPr>
          <a:xfrm>
            <a:off x="3159315" y="3914214"/>
            <a:ext cx="58731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US" sz="7200" u="none" cap="none" strike="noStrike">
                <a:solidFill>
                  <a:schemeClr val="dk1"/>
                </a:solidFill>
                <a:latin typeface="Arial"/>
                <a:ea typeface="Arial"/>
                <a:cs typeface="Arial"/>
                <a:sym typeface="Arial"/>
              </a:rPr>
              <a:t>completed</a:t>
            </a:r>
            <a:endParaRPr b="0" i="0" sz="6000" u="none" cap="none" strike="noStrike">
              <a:solidFill>
                <a:schemeClr val="dk1"/>
              </a:solidFill>
              <a:latin typeface="Arial"/>
              <a:ea typeface="Arial"/>
              <a:cs typeface="Arial"/>
              <a:sym typeface="Arial"/>
            </a:endParaRPr>
          </a:p>
        </p:txBody>
      </p:sp>
      <p:sp>
        <p:nvSpPr>
          <p:cNvPr id="3188" name="Google Shape;3188;g38b88470f6c_3_2025"/>
          <p:cNvSpPr txBox="1"/>
          <p:nvPr/>
        </p:nvSpPr>
        <p:spPr>
          <a:xfrm>
            <a:off x="2698800" y="1743190"/>
            <a:ext cx="6794400" cy="1862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Arial"/>
                <a:ea typeface="Arial"/>
                <a:cs typeface="Arial"/>
                <a:sym typeface="Arial"/>
              </a:rPr>
              <a:t>Expl</a:t>
            </a:r>
            <a:r>
              <a:rPr b="1" i="0" lang="en-US" sz="11500" u="none" cap="none" strike="noStrike">
                <a:solidFill>
                  <a:schemeClr val="dk1"/>
                </a:solidFill>
                <a:latin typeface="Arial"/>
                <a:ea typeface="Arial"/>
                <a:cs typeface="Arial"/>
                <a:sym typeface="Arial"/>
              </a:rPr>
              <a:t>o</a:t>
            </a:r>
            <a:r>
              <a:rPr b="1" i="0" lang="en-US" sz="6600" u="none" cap="none" strike="noStrike">
                <a:solidFill>
                  <a:schemeClr val="dk1"/>
                </a:solidFill>
                <a:latin typeface="Arial"/>
                <a:ea typeface="Arial"/>
                <a:cs typeface="Arial"/>
                <a:sym typeface="Arial"/>
              </a:rPr>
              <a:t>ration</a:t>
            </a:r>
            <a:endParaRPr b="0" i="0" sz="5400" u="none" cap="none" strike="noStrike">
              <a:solidFill>
                <a:schemeClr val="dk1"/>
              </a:solidFill>
              <a:latin typeface="Arial"/>
              <a:ea typeface="Arial"/>
              <a:cs typeface="Arial"/>
              <a:sym typeface="Arial"/>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500"/>
                                  </p:stCondLst>
                                  <p:childTnLst>
                                    <p:animEffect filter="fade" transition="out">
                                      <p:cBhvr>
                                        <p:cTn dur="1000"/>
                                        <p:tgtEl>
                                          <p:spTgt spid="3188"/>
                                        </p:tgtEl>
                                      </p:cBhvr>
                                    </p:animEffect>
                                    <p:set>
                                      <p:cBhvr>
                                        <p:cTn dur="1" fill="hold">
                                          <p:stCondLst>
                                            <p:cond delay="1000"/>
                                          </p:stCondLst>
                                        </p:cTn>
                                        <p:tgtEl>
                                          <p:spTgt spid="318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187"/>
                                        </p:tgtEl>
                                      </p:cBhvr>
                                    </p:animEffect>
                                    <p:set>
                                      <p:cBhvr>
                                        <p:cTn dur="1" fill="hold">
                                          <p:stCondLst>
                                            <p:cond delay="500"/>
                                          </p:stCondLst>
                                        </p:cTn>
                                        <p:tgtEl>
                                          <p:spTgt spid="318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cription_Make">
  <p:cSld name="Description_Make">
    <p:spTree>
      <p:nvGrpSpPr>
        <p:cNvPr id="3189" name="Shape 3189"/>
        <p:cNvGrpSpPr/>
        <p:nvPr/>
      </p:nvGrpSpPr>
      <p:grpSpPr>
        <a:xfrm>
          <a:off x="0" y="0"/>
          <a:ext cx="0" cy="0"/>
          <a:chOff x="0" y="0"/>
          <a:chExt cx="0" cy="0"/>
        </a:xfrm>
      </p:grpSpPr>
      <p:sp>
        <p:nvSpPr>
          <p:cNvPr id="3190" name="Google Shape;3190;g38b88470f6c_3_2028"/>
          <p:cNvSpPr/>
          <p:nvPr>
            <p:ph idx="2" type="pic"/>
          </p:nvPr>
        </p:nvSpPr>
        <p:spPr>
          <a:xfrm>
            <a:off x="5070753" y="622807"/>
            <a:ext cx="6214800" cy="3464700"/>
          </a:xfrm>
          <a:prstGeom prst="roundRect">
            <a:avLst>
              <a:gd fmla="val 12486" name="adj"/>
            </a:avLst>
          </a:prstGeom>
          <a:noFill/>
          <a:ln>
            <a:noFill/>
          </a:ln>
          <a:effectLst>
            <a:reflection blurRad="0" dir="0" dist="0" endA="300" endPos="55000" fadeDir="5400012" kx="0" rotWithShape="0" algn="bl" stA="50000" stPos="0" sy="-100000" ky="0"/>
          </a:effectLst>
        </p:spPr>
      </p:sp>
      <p:sp>
        <p:nvSpPr>
          <p:cNvPr id="3191" name="Google Shape;3191;g38b88470f6c_3_2028"/>
          <p:cNvSpPr/>
          <p:nvPr/>
        </p:nvSpPr>
        <p:spPr>
          <a:xfrm>
            <a:off x="981893" y="791712"/>
            <a:ext cx="2770200" cy="2597700"/>
          </a:xfrm>
          <a:prstGeom prst="roundRect">
            <a:avLst>
              <a:gd fmla="val 16667" name="adj"/>
            </a:avLst>
          </a:prstGeom>
          <a:no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3192" name="Google Shape;3192;g38b88470f6c_3_2028"/>
          <p:cNvPicPr preferRelativeResize="0"/>
          <p:nvPr/>
        </p:nvPicPr>
        <p:blipFill rotWithShape="1">
          <a:blip r:embed="rId2">
            <a:alphaModFix/>
          </a:blip>
          <a:srcRect b="0" l="0" r="0" t="0"/>
          <a:stretch/>
        </p:blipFill>
        <p:spPr>
          <a:xfrm>
            <a:off x="648351" y="522675"/>
            <a:ext cx="1972813" cy="792945"/>
          </a:xfrm>
          <a:prstGeom prst="rect">
            <a:avLst/>
          </a:prstGeom>
          <a:noFill/>
          <a:ln>
            <a:noFill/>
          </a:ln>
        </p:spPr>
      </p:pic>
      <p:sp>
        <p:nvSpPr>
          <p:cNvPr id="3193" name="Google Shape;3193;g38b88470f6c_3_2028"/>
          <p:cNvSpPr txBox="1"/>
          <p:nvPr/>
        </p:nvSpPr>
        <p:spPr>
          <a:xfrm>
            <a:off x="451412" y="688300"/>
            <a:ext cx="2214300" cy="446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300" u="none" cap="none" strike="noStrike">
                <a:solidFill>
                  <a:srgbClr val="3F3F3F"/>
                </a:solidFill>
                <a:latin typeface="Arial"/>
                <a:ea typeface="Arial"/>
                <a:cs typeface="Arial"/>
                <a:sym typeface="Arial"/>
              </a:rPr>
              <a:t>Description</a:t>
            </a:r>
            <a:endParaRPr b="0" i="0" sz="900" u="none" cap="none" strike="noStrike">
              <a:solidFill>
                <a:srgbClr val="000000"/>
              </a:solidFill>
              <a:latin typeface="Arial"/>
              <a:ea typeface="Arial"/>
              <a:cs typeface="Arial"/>
              <a:sym typeface="Arial"/>
            </a:endParaRPr>
          </a:p>
        </p:txBody>
      </p:sp>
      <p:sp>
        <p:nvSpPr>
          <p:cNvPr id="3194" name="Google Shape;3194;g38b88470f6c_3_2028"/>
          <p:cNvSpPr txBox="1"/>
          <p:nvPr>
            <p:ph idx="1" type="body"/>
          </p:nvPr>
        </p:nvSpPr>
        <p:spPr>
          <a:xfrm>
            <a:off x="1011725" y="1325265"/>
            <a:ext cx="2698200" cy="18111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1800"/>
              <a:buFont typeface="Arial"/>
              <a:buNone/>
              <a:defRPr b="0" i="0" sz="18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3195" name="Google Shape;3195;g38b88470f6c_3_2028"/>
          <p:cNvPicPr preferRelativeResize="0"/>
          <p:nvPr/>
        </p:nvPicPr>
        <p:blipFill rotWithShape="1">
          <a:blip r:embed="rId3">
            <a:alphaModFix/>
          </a:blip>
          <a:srcRect b="0" l="0" r="0" t="0"/>
          <a:stretch/>
        </p:blipFill>
        <p:spPr>
          <a:xfrm>
            <a:off x="1543050" y="4368647"/>
            <a:ext cx="9105900" cy="1826834"/>
          </a:xfrm>
          <a:prstGeom prst="rect">
            <a:avLst/>
          </a:prstGeom>
          <a:noFill/>
          <a:ln>
            <a:noFill/>
          </a:ln>
        </p:spPr>
      </p:pic>
    </p:spTree>
  </p:cSld>
  <p:clrMapOvr>
    <a:masterClrMapping/>
  </p:clrMapOvr>
  <p:transition spd="slow">
    <p:push/>
  </p:transition>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ssion Completed">
  <p:cSld name="Mission Completed">
    <p:spTree>
      <p:nvGrpSpPr>
        <p:cNvPr id="3196" name="Shape 3196"/>
        <p:cNvGrpSpPr/>
        <p:nvPr/>
      </p:nvGrpSpPr>
      <p:grpSpPr>
        <a:xfrm>
          <a:off x="0" y="0"/>
          <a:ext cx="0" cy="0"/>
          <a:chOff x="0" y="0"/>
          <a:chExt cx="0" cy="0"/>
        </a:xfrm>
      </p:grpSpPr>
      <p:sp>
        <p:nvSpPr>
          <p:cNvPr id="3197" name="Google Shape;3197;g38b88470f6c_3_2035"/>
          <p:cNvSpPr txBox="1"/>
          <p:nvPr/>
        </p:nvSpPr>
        <p:spPr>
          <a:xfrm>
            <a:off x="3947250" y="1637492"/>
            <a:ext cx="4297500" cy="212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0" i="0" lang="en-US" sz="6600" u="none" cap="none" strike="noStrike">
                <a:solidFill>
                  <a:srgbClr val="262626"/>
                </a:solidFill>
                <a:latin typeface="Arial"/>
                <a:ea typeface="Arial"/>
                <a:cs typeface="Arial"/>
                <a:sym typeface="Arial"/>
              </a:rPr>
              <a:t>Mission completed</a:t>
            </a:r>
            <a:endParaRPr b="0" i="0" sz="1400" u="none" cap="none" strike="noStrike">
              <a:solidFill>
                <a:srgbClr val="000000"/>
              </a:solidFill>
              <a:latin typeface="Arial"/>
              <a:ea typeface="Arial"/>
              <a:cs typeface="Arial"/>
              <a:sym typeface="Arial"/>
            </a:endParaRPr>
          </a:p>
        </p:txBody>
      </p:sp>
      <p:sp>
        <p:nvSpPr>
          <p:cNvPr id="3198" name="Google Shape;3198;g38b88470f6c_3_2035"/>
          <p:cNvSpPr/>
          <p:nvPr/>
        </p:nvSpPr>
        <p:spPr>
          <a:xfrm>
            <a:off x="1554299" y="4741890"/>
            <a:ext cx="9083403" cy="466344"/>
          </a:xfrm>
          <a:custGeom>
            <a:rect b="b" l="l" r="r" t="t"/>
            <a:pathLst>
              <a:path extrusionOk="0" h="466344" w="9083403">
                <a:moveTo>
                  <a:pt x="233172" y="0"/>
                </a:moveTo>
                <a:lnTo>
                  <a:pt x="247000" y="1394"/>
                </a:lnTo>
                <a:lnTo>
                  <a:pt x="8836403" y="1394"/>
                </a:lnTo>
                <a:lnTo>
                  <a:pt x="8850231" y="0"/>
                </a:lnTo>
                <a:cubicBezTo>
                  <a:pt x="8979008" y="0"/>
                  <a:pt x="9083403" y="104395"/>
                  <a:pt x="9083403" y="233172"/>
                </a:cubicBezTo>
                <a:cubicBezTo>
                  <a:pt x="9083403" y="361949"/>
                  <a:pt x="8979008" y="466344"/>
                  <a:pt x="8850231" y="466344"/>
                </a:cubicBezTo>
                <a:lnTo>
                  <a:pt x="233172" y="466344"/>
                </a:lnTo>
                <a:cubicBezTo>
                  <a:pt x="104395" y="466344"/>
                  <a:pt x="0" y="361949"/>
                  <a:pt x="0" y="233172"/>
                </a:cubicBezTo>
                <a:cubicBezTo>
                  <a:pt x="0" y="104395"/>
                  <a:pt x="104395" y="0"/>
                  <a:pt x="233172" y="0"/>
                </a:cubicBezTo>
                <a:close/>
              </a:path>
            </a:pathLst>
          </a:custGeom>
          <a:solidFill>
            <a:srgbClr val="F9CC12"/>
          </a:solidFill>
          <a:ln cap="rnd" cmpd="sng" w="19050">
            <a:solidFill>
              <a:srgbClr val="FBAB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199" name="Google Shape;3199;g38b88470f6c_3_2035"/>
          <p:cNvSpPr/>
          <p:nvPr/>
        </p:nvSpPr>
        <p:spPr>
          <a:xfrm>
            <a:off x="1554299" y="4754173"/>
            <a:ext cx="9083403" cy="466344"/>
          </a:xfrm>
          <a:custGeom>
            <a:rect b="b" l="l" r="r" t="t"/>
            <a:pathLst>
              <a:path extrusionOk="0" h="466344" w="9083403">
                <a:moveTo>
                  <a:pt x="233172" y="0"/>
                </a:moveTo>
                <a:lnTo>
                  <a:pt x="247000" y="1394"/>
                </a:lnTo>
                <a:lnTo>
                  <a:pt x="8836403" y="1394"/>
                </a:lnTo>
                <a:lnTo>
                  <a:pt x="8850231" y="0"/>
                </a:lnTo>
                <a:cubicBezTo>
                  <a:pt x="8979008" y="0"/>
                  <a:pt x="9083403" y="104395"/>
                  <a:pt x="9083403" y="233172"/>
                </a:cubicBezTo>
                <a:cubicBezTo>
                  <a:pt x="9083403" y="361949"/>
                  <a:pt x="8979008" y="466344"/>
                  <a:pt x="8850231" y="466344"/>
                </a:cubicBezTo>
                <a:lnTo>
                  <a:pt x="233172" y="466344"/>
                </a:lnTo>
                <a:cubicBezTo>
                  <a:pt x="104395" y="466344"/>
                  <a:pt x="0" y="361949"/>
                  <a:pt x="0" y="233172"/>
                </a:cubicBezTo>
                <a:cubicBezTo>
                  <a:pt x="0" y="104395"/>
                  <a:pt x="104395" y="0"/>
                  <a:pt x="233172" y="0"/>
                </a:cubicBezTo>
                <a:close/>
              </a:path>
            </a:pathLst>
          </a:custGeom>
          <a:solidFill>
            <a:schemeClr val="accent2"/>
          </a:solidFill>
          <a:ln cap="flat" cmpd="sng" w="571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7">
                                            <p:txEl>
                                              <p:pRg end="0" st="0"/>
                                            </p:txEl>
                                          </p:spTgt>
                                        </p:tgtEl>
                                        <p:attrNameLst>
                                          <p:attrName>style.visibility</p:attrName>
                                        </p:attrNameLst>
                                      </p:cBhvr>
                                      <p:to>
                                        <p:strVal val="visible"/>
                                      </p:to>
                                    </p:set>
                                    <p:animEffect filter="fade" transition="in">
                                      <p:cBhvr>
                                        <p:cTn dur="227"/>
                                        <p:tgtEl>
                                          <p:spTgt spid="3197">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198"/>
                                        </p:tgtEl>
                                        <p:attrNameLst>
                                          <p:attrName>style.visibility</p:attrName>
                                        </p:attrNameLst>
                                      </p:cBhvr>
                                      <p:to>
                                        <p:strVal val="visible"/>
                                      </p:to>
                                    </p:set>
                                    <p:animEffect filter="fade" transition="in">
                                      <p:cBhvr>
                                        <p:cTn dur="1000"/>
                                        <p:tgtEl>
                                          <p:spTgt spid="3198"/>
                                        </p:tgtEl>
                                      </p:cBhvr>
                                    </p:animEffect>
                                  </p:childTnLst>
                                </p:cTn>
                              </p:par>
                            </p:childTnLst>
                          </p:cTn>
                        </p:par>
                        <p:par>
                          <p:cTn fill="hold">
                            <p:stCondLst>
                              <p:cond delay="1000"/>
                            </p:stCondLst>
                            <p:childTnLst>
                              <p:par>
                                <p:cTn fill="hold" nodeType="afterEffect" presetClass="exit" presetID="10" presetSubtype="0">
                                  <p:stCondLst>
                                    <p:cond delay="250"/>
                                  </p:stCondLst>
                                  <p:childTnLst>
                                    <p:animEffect filter="fade" transition="out">
                                      <p:cBhvr>
                                        <p:cTn dur="2000"/>
                                        <p:tgtEl>
                                          <p:spTgt spid="3197">
                                            <p:txEl>
                                              <p:pRg end="0" st="0"/>
                                            </p:txEl>
                                          </p:spTgt>
                                        </p:tgtEl>
                                      </p:cBhvr>
                                    </p:animEffect>
                                    <p:set>
                                      <p:cBhvr>
                                        <p:cTn dur="1" fill="hold">
                                          <p:stCondLst>
                                            <p:cond delay="2000"/>
                                          </p:stCondLst>
                                        </p:cTn>
                                        <p:tgtEl>
                                          <p:spTgt spid="3197">
                                            <p:txEl>
                                              <p:pRg end="0" st="0"/>
                                            </p:txEl>
                                          </p:spTgt>
                                        </p:tgtEl>
                                        <p:attrNameLst>
                                          <p:attrName>style.visibility</p:attrName>
                                        </p:attrNameLst>
                                      </p:cBhvr>
                                      <p:to>
                                        <p:strVal val="hidden"/>
                                      </p:to>
                                    </p:set>
                                  </p:childTnLst>
                                </p:cTn>
                              </p:par>
                              <p:par>
                                <p:cTn fill="hold" nodeType="withEffect" presetClass="exit" presetID="10" presetSubtype="0">
                                  <p:stCondLst>
                                    <p:cond delay="250"/>
                                  </p:stCondLst>
                                  <p:childTnLst>
                                    <p:animEffect filter="fade" transition="out">
                                      <p:cBhvr>
                                        <p:cTn dur="1000"/>
                                        <p:tgtEl>
                                          <p:spTgt spid="3198"/>
                                        </p:tgtEl>
                                      </p:cBhvr>
                                    </p:animEffect>
                                    <p:set>
                                      <p:cBhvr>
                                        <p:cTn dur="1" fill="hold">
                                          <p:stCondLst>
                                            <p:cond delay="1000"/>
                                          </p:stCondLst>
                                        </p:cTn>
                                        <p:tgtEl>
                                          <p:spTgt spid="3198"/>
                                        </p:tgtEl>
                                        <p:attrNameLst>
                                          <p:attrName>style.visibility</p:attrName>
                                        </p:attrNameLst>
                                      </p:cBhvr>
                                      <p:to>
                                        <p:strVal val="hidden"/>
                                      </p:to>
                                    </p:set>
                                  </p:childTnLst>
                                </p:cTn>
                              </p:par>
                              <p:par>
                                <p:cTn fill="hold" nodeType="withEffect" presetClass="exit" presetID="10" presetSubtype="0">
                                  <p:stCondLst>
                                    <p:cond delay="250"/>
                                  </p:stCondLst>
                                  <p:childTnLst>
                                    <p:animEffect filter="fade" transition="out">
                                      <p:cBhvr>
                                        <p:cTn dur="1000"/>
                                        <p:tgtEl>
                                          <p:spTgt spid="3199"/>
                                        </p:tgtEl>
                                      </p:cBhvr>
                                    </p:animEffect>
                                    <p:set>
                                      <p:cBhvr>
                                        <p:cTn dur="1" fill="hold">
                                          <p:stCondLst>
                                            <p:cond delay="1000"/>
                                          </p:stCondLst>
                                        </p:cTn>
                                        <p:tgtEl>
                                          <p:spTgt spid="319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SECTION">
  <p:cSld name="Q&amp;A SECTION">
    <p:spTree>
      <p:nvGrpSpPr>
        <p:cNvPr id="3200" name="Shape 3200"/>
        <p:cNvGrpSpPr/>
        <p:nvPr/>
      </p:nvGrpSpPr>
      <p:grpSpPr>
        <a:xfrm>
          <a:off x="0" y="0"/>
          <a:ext cx="0" cy="0"/>
          <a:chOff x="0" y="0"/>
          <a:chExt cx="0" cy="0"/>
        </a:xfrm>
      </p:grpSpPr>
      <p:grpSp>
        <p:nvGrpSpPr>
          <p:cNvPr id="3201" name="Google Shape;3201;g38b88470f6c_3_2039"/>
          <p:cNvGrpSpPr/>
          <p:nvPr/>
        </p:nvGrpSpPr>
        <p:grpSpPr>
          <a:xfrm>
            <a:off x="-86305" y="232839"/>
            <a:ext cx="2794159" cy="390024"/>
            <a:chOff x="948349" y="814223"/>
            <a:chExt cx="2794159" cy="390024"/>
          </a:xfrm>
        </p:grpSpPr>
        <p:sp>
          <p:nvSpPr>
            <p:cNvPr id="3202" name="Google Shape;3202;g38b88470f6c_3_2039"/>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203" name="Google Shape;3203;g38b88470f6c_3_2039"/>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3204" name="Google Shape;3204;g38b88470f6c_3_2039"/>
          <p:cNvGrpSpPr/>
          <p:nvPr/>
        </p:nvGrpSpPr>
        <p:grpSpPr>
          <a:xfrm flipH="1" rot="10800000">
            <a:off x="-86305" y="1933581"/>
            <a:ext cx="2794159" cy="390024"/>
            <a:chOff x="948349" y="814223"/>
            <a:chExt cx="2794159" cy="390024"/>
          </a:xfrm>
        </p:grpSpPr>
        <p:sp>
          <p:nvSpPr>
            <p:cNvPr id="3205" name="Google Shape;3205;g38b88470f6c_3_2039"/>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206" name="Google Shape;3206;g38b88470f6c_3_2039"/>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207" name="Google Shape;3207;g38b88470f6c_3_2039"/>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208" name="Google Shape;3208;g38b88470f6c_3_2039"/>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209" name="Google Shape;3209;g38b88470f6c_3_2039"/>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210" name="Google Shape;3210;g38b88470f6c_3_2039"/>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211" name="Google Shape;3211;g38b88470f6c_3_2039"/>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212" name="Google Shape;3212;g38b88470f6c_3_2039"/>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213" name="Google Shape;3213;g38b88470f6c_3_2039"/>
          <p:cNvSpPr txBox="1"/>
          <p:nvPr/>
        </p:nvSpPr>
        <p:spPr>
          <a:xfrm>
            <a:off x="866153" y="1083922"/>
            <a:ext cx="2013300" cy="60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4400"/>
              <a:buFont typeface="Arial"/>
              <a:buNone/>
            </a:pPr>
            <a:r>
              <a:rPr b="0" i="0" lang="en-US" sz="4400" u="none" cap="none" strike="noStrike">
                <a:solidFill>
                  <a:schemeClr val="accent1"/>
                </a:solidFill>
                <a:latin typeface="Kdam Thmor Pro"/>
                <a:ea typeface="Kdam Thmor Pro"/>
                <a:cs typeface="Kdam Thmor Pro"/>
                <a:sym typeface="Kdam Thmor Pro"/>
              </a:rPr>
              <a:t>Q &amp; A</a:t>
            </a:r>
            <a:endParaRPr b="0" i="0" sz="1400" u="none" cap="none" strike="noStrike">
              <a:solidFill>
                <a:schemeClr val="accen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01"/>
                                        </p:tgtEl>
                                        <p:attrNameLst>
                                          <p:attrName>style.visibility</p:attrName>
                                        </p:attrNameLst>
                                      </p:cBhvr>
                                      <p:to>
                                        <p:strVal val="visible"/>
                                      </p:to>
                                    </p:set>
                                    <p:animEffect filter="fade" transition="in">
                                      <p:cBhvr>
                                        <p:cTn dur="500"/>
                                        <p:tgtEl>
                                          <p:spTgt spid="3201"/>
                                        </p:tgtEl>
                                      </p:cBhvr>
                                    </p:animEffect>
                                  </p:childTnLst>
                                </p:cTn>
                              </p:par>
                              <p:par>
                                <p:cTn fill="hold" nodeType="withEffect" presetClass="entr" presetID="10" presetSubtype="0">
                                  <p:stCondLst>
                                    <p:cond delay="0"/>
                                  </p:stCondLst>
                                  <p:childTnLst>
                                    <p:set>
                                      <p:cBhvr>
                                        <p:cTn dur="1" fill="hold">
                                          <p:stCondLst>
                                            <p:cond delay="0"/>
                                          </p:stCondLst>
                                        </p:cTn>
                                        <p:tgtEl>
                                          <p:spTgt spid="3204"/>
                                        </p:tgtEl>
                                        <p:attrNameLst>
                                          <p:attrName>style.visibility</p:attrName>
                                        </p:attrNameLst>
                                      </p:cBhvr>
                                      <p:to>
                                        <p:strVal val="visible"/>
                                      </p:to>
                                    </p:set>
                                    <p:animEffect filter="fade" transition="in">
                                      <p:cBhvr>
                                        <p:cTn dur="500"/>
                                        <p:tgtEl>
                                          <p:spTgt spid="3204"/>
                                        </p:tgtEl>
                                      </p:cBhvr>
                                    </p:animEffect>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3213"/>
                                        </p:tgtEl>
                                        <p:attrNameLst>
                                          <p:attrName>style.visibility</p:attrName>
                                        </p:attrNameLst>
                                      </p:cBhvr>
                                      <p:to>
                                        <p:strVal val="visible"/>
                                      </p:to>
                                    </p:set>
                                    <p:anim calcmode="lin" valueType="num">
                                      <p:cBhvr additive="base">
                                        <p:cTn dur="500"/>
                                        <p:tgtEl>
                                          <p:spTgt spid="321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p:cSld name="Q&amp;A+HIELP BUTTON">
    <p:spTree>
      <p:nvGrpSpPr>
        <p:cNvPr id="3214" name="Shape 3214"/>
        <p:cNvGrpSpPr/>
        <p:nvPr/>
      </p:nvGrpSpPr>
      <p:grpSpPr>
        <a:xfrm>
          <a:off x="0" y="0"/>
          <a:ext cx="0" cy="0"/>
          <a:chOff x="0" y="0"/>
          <a:chExt cx="0" cy="0"/>
        </a:xfrm>
      </p:grpSpPr>
      <p:sp>
        <p:nvSpPr>
          <p:cNvPr id="3215" name="Google Shape;3215;g38b88470f6c_3_2053"/>
          <p:cNvSpPr/>
          <p:nvPr/>
        </p:nvSpPr>
        <p:spPr>
          <a:xfrm rot="5400000">
            <a:off x="-313698" y="-1313719"/>
            <a:ext cx="1110000" cy="5257800"/>
          </a:xfrm>
          <a:prstGeom prst="rect">
            <a:avLst/>
          </a:prstGeom>
          <a:gradFill>
            <a:gsLst>
              <a:gs pos="0">
                <a:srgbClr val="F1FEFE">
                  <a:alpha val="0"/>
                </a:srgbClr>
              </a:gs>
              <a:gs pos="100000">
                <a:srgbClr val="05FDFF">
                  <a:alpha val="784"/>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3216" name="Google Shape;3216;g38b88470f6c_3_2053"/>
          <p:cNvGrpSpPr/>
          <p:nvPr/>
        </p:nvGrpSpPr>
        <p:grpSpPr>
          <a:xfrm>
            <a:off x="-86314" y="851932"/>
            <a:ext cx="324402" cy="390024"/>
            <a:chOff x="948349" y="814223"/>
            <a:chExt cx="2794159" cy="390024"/>
          </a:xfrm>
        </p:grpSpPr>
        <p:sp>
          <p:nvSpPr>
            <p:cNvPr id="3217" name="Google Shape;3217;g38b88470f6c_3_205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218" name="Google Shape;3218;g38b88470f6c_3_205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3219" name="Google Shape;3219;g38b88470f6c_3_2053"/>
          <p:cNvGrpSpPr/>
          <p:nvPr/>
        </p:nvGrpSpPr>
        <p:grpSpPr>
          <a:xfrm flipH="1" rot="10800000">
            <a:off x="-86314" y="2415356"/>
            <a:ext cx="324402" cy="390024"/>
            <a:chOff x="948349" y="814223"/>
            <a:chExt cx="2794159" cy="390024"/>
          </a:xfrm>
        </p:grpSpPr>
        <p:sp>
          <p:nvSpPr>
            <p:cNvPr id="3220" name="Google Shape;3220;g38b88470f6c_3_205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221" name="Google Shape;3221;g38b88470f6c_3_205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222" name="Google Shape;3222;g38b88470f6c_3_2053"/>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223" name="Google Shape;3223;g38b88470f6c_3_2053"/>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224" name="Google Shape;3224;g38b88470f6c_3_2053"/>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225" name="Google Shape;3225;g38b88470f6c_3_2053"/>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226" name="Google Shape;3226;g38b88470f6c_3_2053"/>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227" name="Google Shape;3227;g38b88470f6c_3_2053"/>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3228" name="Google Shape;3228;g38b88470f6c_3_2053"/>
          <p:cNvGrpSpPr/>
          <p:nvPr/>
        </p:nvGrpSpPr>
        <p:grpSpPr>
          <a:xfrm>
            <a:off x="976070" y="2631155"/>
            <a:ext cx="256344" cy="68100"/>
            <a:chOff x="781167" y="5925573"/>
            <a:chExt cx="256344" cy="68100"/>
          </a:xfrm>
        </p:grpSpPr>
        <p:sp>
          <p:nvSpPr>
            <p:cNvPr id="3229" name="Google Shape;3229;g38b88470f6c_3_2053"/>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3230" name="Google Shape;3230;g38b88470f6c_3_2053"/>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3231" name="Google Shape;3231;g38b88470f6c_3_2053"/>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232" name="Google Shape;3232;g38b88470f6c_3_2053"/>
          <p:cNvSpPr txBox="1"/>
          <p:nvPr>
            <p:ph idx="2"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233" name="Google Shape;3233;g38b88470f6c_3_2053"/>
          <p:cNvSpPr txBox="1"/>
          <p:nvPr/>
        </p:nvSpPr>
        <p:spPr>
          <a:xfrm>
            <a:off x="11154788" y="404846"/>
            <a:ext cx="5478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8"/>
                                        </p:tgtEl>
                                        <p:attrNameLst>
                                          <p:attrName>style.visibility</p:attrName>
                                        </p:attrNameLst>
                                      </p:cBhvr>
                                      <p:to>
                                        <p:strVal val="visible"/>
                                      </p:to>
                                    </p:set>
                                    <p:animEffect filter="fade" transition="in">
                                      <p:cBhvr>
                                        <p:cTn dur="500"/>
                                        <p:tgtEl>
                                          <p:spTgt spid="3228"/>
                                        </p:tgtEl>
                                      </p:cBhvr>
                                    </p:animEffect>
                                  </p:childTnLst>
                                </p:cTn>
                              </p:par>
                              <p:par>
                                <p:cTn fill="hold" nodeType="withEffect" presetClass="entr" presetID="10" presetSubtype="0">
                                  <p:stCondLst>
                                    <p:cond delay="0"/>
                                  </p:stCondLst>
                                  <p:childTnLst>
                                    <p:set>
                                      <p:cBhvr>
                                        <p:cTn dur="1" fill="hold">
                                          <p:stCondLst>
                                            <p:cond delay="0"/>
                                          </p:stCondLst>
                                        </p:cTn>
                                        <p:tgtEl>
                                          <p:spTgt spid="3232">
                                            <p:txEl>
                                              <p:pRg end="0" st="0"/>
                                            </p:txEl>
                                          </p:spTgt>
                                        </p:tgtEl>
                                        <p:attrNameLst>
                                          <p:attrName>style.visibility</p:attrName>
                                        </p:attrNameLst>
                                      </p:cBhvr>
                                      <p:to>
                                        <p:strVal val="visible"/>
                                      </p:to>
                                    </p:set>
                                    <p:animEffect filter="fade" transition="in">
                                      <p:cBhvr>
                                        <p:cTn dur="500"/>
                                        <p:tgtEl>
                                          <p:spTgt spid="323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2">
                                            <p:txEl>
                                              <p:pRg end="1" st="1"/>
                                            </p:txEl>
                                          </p:spTgt>
                                        </p:tgtEl>
                                        <p:attrNameLst>
                                          <p:attrName>style.visibility</p:attrName>
                                        </p:attrNameLst>
                                      </p:cBhvr>
                                      <p:to>
                                        <p:strVal val="visible"/>
                                      </p:to>
                                    </p:set>
                                    <p:animEffect filter="fade" transition="in">
                                      <p:cBhvr>
                                        <p:cTn dur="500"/>
                                        <p:tgtEl>
                                          <p:spTgt spid="3232">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2">
                                            <p:txEl>
                                              <p:pRg end="2" st="2"/>
                                            </p:txEl>
                                          </p:spTgt>
                                        </p:tgtEl>
                                        <p:attrNameLst>
                                          <p:attrName>style.visibility</p:attrName>
                                        </p:attrNameLst>
                                      </p:cBhvr>
                                      <p:to>
                                        <p:strVal val="visible"/>
                                      </p:to>
                                    </p:set>
                                    <p:animEffect filter="fade" transition="in">
                                      <p:cBhvr>
                                        <p:cTn dur="500"/>
                                        <p:tgtEl>
                                          <p:spTgt spid="3232">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2">
                                            <p:txEl>
                                              <p:pRg end="3" st="3"/>
                                            </p:txEl>
                                          </p:spTgt>
                                        </p:tgtEl>
                                        <p:attrNameLst>
                                          <p:attrName>style.visibility</p:attrName>
                                        </p:attrNameLst>
                                      </p:cBhvr>
                                      <p:to>
                                        <p:strVal val="visible"/>
                                      </p:to>
                                    </p:set>
                                    <p:animEffect filter="fade" transition="in">
                                      <p:cBhvr>
                                        <p:cTn dur="500"/>
                                        <p:tgtEl>
                                          <p:spTgt spid="3232">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2">
                                            <p:txEl>
                                              <p:pRg end="4" st="4"/>
                                            </p:txEl>
                                          </p:spTgt>
                                        </p:tgtEl>
                                        <p:attrNameLst>
                                          <p:attrName>style.visibility</p:attrName>
                                        </p:attrNameLst>
                                      </p:cBhvr>
                                      <p:to>
                                        <p:strVal val="visible"/>
                                      </p:to>
                                    </p:set>
                                    <p:animEffect filter="fade" transition="in">
                                      <p:cBhvr>
                                        <p:cTn dur="500"/>
                                        <p:tgtEl>
                                          <p:spTgt spid="3232">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2">
                                            <p:txEl>
                                              <p:pRg end="5" st="5"/>
                                            </p:txEl>
                                          </p:spTgt>
                                        </p:tgtEl>
                                        <p:attrNameLst>
                                          <p:attrName>style.visibility</p:attrName>
                                        </p:attrNameLst>
                                      </p:cBhvr>
                                      <p:to>
                                        <p:strVal val="visible"/>
                                      </p:to>
                                    </p:set>
                                    <p:animEffect filter="fade" transition="in">
                                      <p:cBhvr>
                                        <p:cTn dur="500"/>
                                        <p:tgtEl>
                                          <p:spTgt spid="3232">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2">
                                            <p:txEl>
                                              <p:pRg end="6" st="6"/>
                                            </p:txEl>
                                          </p:spTgt>
                                        </p:tgtEl>
                                        <p:attrNameLst>
                                          <p:attrName>style.visibility</p:attrName>
                                        </p:attrNameLst>
                                      </p:cBhvr>
                                      <p:to>
                                        <p:strVal val="visible"/>
                                      </p:to>
                                    </p:set>
                                    <p:animEffect filter="fade" transition="in">
                                      <p:cBhvr>
                                        <p:cTn dur="500"/>
                                        <p:tgtEl>
                                          <p:spTgt spid="3232">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2">
                                            <p:txEl>
                                              <p:pRg end="7" st="7"/>
                                            </p:txEl>
                                          </p:spTgt>
                                        </p:tgtEl>
                                        <p:attrNameLst>
                                          <p:attrName>style.visibility</p:attrName>
                                        </p:attrNameLst>
                                      </p:cBhvr>
                                      <p:to>
                                        <p:strVal val="visible"/>
                                      </p:to>
                                    </p:set>
                                    <p:animEffect filter="fade" transition="in">
                                      <p:cBhvr>
                                        <p:cTn dur="500"/>
                                        <p:tgtEl>
                                          <p:spTgt spid="3232">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2">
                                            <p:txEl>
                                              <p:pRg end="8" st="8"/>
                                            </p:txEl>
                                          </p:spTgt>
                                        </p:tgtEl>
                                        <p:attrNameLst>
                                          <p:attrName>style.visibility</p:attrName>
                                        </p:attrNameLst>
                                      </p:cBhvr>
                                      <p:to>
                                        <p:strVal val="visible"/>
                                      </p:to>
                                    </p:set>
                                    <p:animEffect filter="fade" transition="in">
                                      <p:cBhvr>
                                        <p:cTn dur="500"/>
                                        <p:tgtEl>
                                          <p:spTgt spid="3232">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_section">
  <p:cSld name="Task_section">
    <p:spTree>
      <p:nvGrpSpPr>
        <p:cNvPr id="3234" name="Shape 3234"/>
        <p:cNvGrpSpPr/>
        <p:nvPr/>
      </p:nvGrpSpPr>
      <p:grpSpPr>
        <a:xfrm>
          <a:off x="0" y="0"/>
          <a:ext cx="0" cy="0"/>
          <a:chOff x="0" y="0"/>
          <a:chExt cx="0" cy="0"/>
        </a:xfrm>
      </p:grpSpPr>
      <p:pic>
        <p:nvPicPr>
          <p:cNvPr id="3235" name="Google Shape;3235;g38b88470f6c_3_2073"/>
          <p:cNvPicPr preferRelativeResize="0"/>
          <p:nvPr/>
        </p:nvPicPr>
        <p:blipFill rotWithShape="1">
          <a:blip r:embed="rId2">
            <a:alphaModFix/>
          </a:blip>
          <a:srcRect b="0" l="0" r="0" t="0"/>
          <a:stretch/>
        </p:blipFill>
        <p:spPr>
          <a:xfrm>
            <a:off x="1543050" y="4290897"/>
            <a:ext cx="9105900" cy="1826834"/>
          </a:xfrm>
          <a:prstGeom prst="rect">
            <a:avLst/>
          </a:prstGeom>
          <a:noFill/>
          <a:ln>
            <a:noFill/>
          </a:ln>
        </p:spPr>
      </p:pic>
      <p:pic>
        <p:nvPicPr>
          <p:cNvPr id="3236" name="Google Shape;3236;g38b88470f6c_3_2073"/>
          <p:cNvPicPr preferRelativeResize="0"/>
          <p:nvPr/>
        </p:nvPicPr>
        <p:blipFill rotWithShape="1">
          <a:blip r:embed="rId3">
            <a:alphaModFix/>
          </a:blip>
          <a:srcRect b="0" l="0" r="0" t="0"/>
          <a:stretch/>
        </p:blipFill>
        <p:spPr>
          <a:xfrm>
            <a:off x="835721" y="412824"/>
            <a:ext cx="2304016" cy="834212"/>
          </a:xfrm>
          <a:prstGeom prst="rect">
            <a:avLst/>
          </a:prstGeom>
          <a:noFill/>
          <a:ln>
            <a:noFill/>
          </a:ln>
        </p:spPr>
      </p:pic>
      <p:sp>
        <p:nvSpPr>
          <p:cNvPr id="3237" name="Google Shape;3237;g38b88470f6c_3_2073"/>
          <p:cNvSpPr txBox="1"/>
          <p:nvPr/>
        </p:nvSpPr>
        <p:spPr>
          <a:xfrm>
            <a:off x="987675" y="536325"/>
            <a:ext cx="20001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0" lang="en-US" sz="2400" u="none" cap="none" strike="noStrike">
                <a:solidFill>
                  <a:srgbClr val="3F3F3F"/>
                </a:solidFill>
                <a:latin typeface="Arial"/>
                <a:ea typeface="Arial"/>
                <a:cs typeface="Arial"/>
                <a:sym typeface="Arial"/>
              </a:rPr>
              <a:t>Assignment</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2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Summary">
  <p:cSld name="Session Summary">
    <p:spTree>
      <p:nvGrpSpPr>
        <p:cNvPr id="3238" name="Shape 3238"/>
        <p:cNvGrpSpPr/>
        <p:nvPr/>
      </p:nvGrpSpPr>
      <p:grpSpPr>
        <a:xfrm>
          <a:off x="0" y="0"/>
          <a:ext cx="0" cy="0"/>
          <a:chOff x="0" y="0"/>
          <a:chExt cx="0" cy="0"/>
        </a:xfrm>
      </p:grpSpPr>
      <p:grpSp>
        <p:nvGrpSpPr>
          <p:cNvPr id="3239" name="Google Shape;3239;g38b88470f6c_3_2077"/>
          <p:cNvGrpSpPr/>
          <p:nvPr/>
        </p:nvGrpSpPr>
        <p:grpSpPr>
          <a:xfrm>
            <a:off x="6634601" y="419286"/>
            <a:ext cx="4977959" cy="715758"/>
            <a:chOff x="6651018" y="1094904"/>
            <a:chExt cx="4977959" cy="715758"/>
          </a:xfrm>
        </p:grpSpPr>
        <p:grpSp>
          <p:nvGrpSpPr>
            <p:cNvPr id="3240" name="Google Shape;3240;g38b88470f6c_3_2077"/>
            <p:cNvGrpSpPr/>
            <p:nvPr/>
          </p:nvGrpSpPr>
          <p:grpSpPr>
            <a:xfrm flipH="1">
              <a:off x="6651018" y="1105239"/>
              <a:ext cx="4977959" cy="705423"/>
              <a:chOff x="-276224" y="579518"/>
              <a:chExt cx="4483840" cy="705423"/>
            </a:xfrm>
          </p:grpSpPr>
          <p:sp>
            <p:nvSpPr>
              <p:cNvPr id="3241" name="Google Shape;3241;g38b88470f6c_3_2077"/>
              <p:cNvSpPr/>
              <p:nvPr/>
            </p:nvSpPr>
            <p:spPr>
              <a:xfrm>
                <a:off x="-160684" y="676841"/>
                <a:ext cx="4368300" cy="6081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42" name="Google Shape;3242;g38b88470f6c_3_2077"/>
              <p:cNvSpPr/>
              <p:nvPr/>
            </p:nvSpPr>
            <p:spPr>
              <a:xfrm>
                <a:off x="-276224" y="579518"/>
                <a:ext cx="4368300" cy="6081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3243" name="Google Shape;3243;g38b88470f6c_3_2077"/>
            <p:cNvSpPr txBox="1"/>
            <p:nvPr/>
          </p:nvSpPr>
          <p:spPr>
            <a:xfrm>
              <a:off x="6813500" y="1094904"/>
              <a:ext cx="4797600" cy="60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2600"/>
                <a:buFont typeface="Arial"/>
                <a:buNone/>
              </a:pPr>
              <a:r>
                <a:rPr b="1" i="0" lang="en-US" sz="2600" u="none" cap="none" strike="noStrike">
                  <a:solidFill>
                    <a:schemeClr val="lt1"/>
                  </a:solidFill>
                  <a:latin typeface="Calibri"/>
                  <a:ea typeface="Calibri"/>
                  <a:cs typeface="Calibri"/>
                  <a:sym typeface="Calibri"/>
                </a:rPr>
                <a:t>For Next Session, Search for…</a:t>
              </a:r>
              <a:endParaRPr b="0" i="0" sz="1400" u="none" cap="none" strike="noStrike">
                <a:solidFill>
                  <a:srgbClr val="000000"/>
                </a:solidFill>
                <a:latin typeface="Arial"/>
                <a:ea typeface="Arial"/>
                <a:cs typeface="Arial"/>
                <a:sym typeface="Arial"/>
              </a:endParaRPr>
            </a:p>
          </p:txBody>
        </p:sp>
      </p:grpSp>
      <p:grpSp>
        <p:nvGrpSpPr>
          <p:cNvPr id="3244" name="Google Shape;3244;g38b88470f6c_3_2077"/>
          <p:cNvGrpSpPr/>
          <p:nvPr/>
        </p:nvGrpSpPr>
        <p:grpSpPr>
          <a:xfrm>
            <a:off x="546596" y="408850"/>
            <a:ext cx="4862692" cy="736415"/>
            <a:chOff x="563013" y="978293"/>
            <a:chExt cx="4862692" cy="736415"/>
          </a:xfrm>
        </p:grpSpPr>
        <p:grpSp>
          <p:nvGrpSpPr>
            <p:cNvPr id="3245" name="Google Shape;3245;g38b88470f6c_3_2077"/>
            <p:cNvGrpSpPr/>
            <p:nvPr/>
          </p:nvGrpSpPr>
          <p:grpSpPr>
            <a:xfrm>
              <a:off x="563051" y="978293"/>
              <a:ext cx="4862654" cy="736415"/>
              <a:chOff x="971550" y="628179"/>
              <a:chExt cx="4207540" cy="727323"/>
            </a:xfrm>
          </p:grpSpPr>
          <p:sp>
            <p:nvSpPr>
              <p:cNvPr id="3246" name="Google Shape;3246;g38b88470f6c_3_2077"/>
              <p:cNvSpPr/>
              <p:nvPr/>
            </p:nvSpPr>
            <p:spPr>
              <a:xfrm>
                <a:off x="1087090" y="725502"/>
                <a:ext cx="4092000" cy="6300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47" name="Google Shape;3247;g38b88470f6c_3_2077"/>
              <p:cNvSpPr/>
              <p:nvPr/>
            </p:nvSpPr>
            <p:spPr>
              <a:xfrm>
                <a:off x="971550" y="628179"/>
                <a:ext cx="4092000" cy="600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3248" name="Google Shape;3248;g38b88470f6c_3_2077"/>
            <p:cNvSpPr txBox="1"/>
            <p:nvPr/>
          </p:nvSpPr>
          <p:spPr>
            <a:xfrm>
              <a:off x="563013" y="978323"/>
              <a:ext cx="4747200" cy="60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2600"/>
                <a:buFont typeface="Arial"/>
                <a:buNone/>
              </a:pPr>
              <a:r>
                <a:rPr b="1" i="0" lang="en-US" sz="2600" u="none" cap="none" strike="noStrike">
                  <a:solidFill>
                    <a:schemeClr val="lt1"/>
                  </a:solidFill>
                  <a:latin typeface="Calibri"/>
                  <a:ea typeface="Calibri"/>
                  <a:cs typeface="Calibri"/>
                  <a:sym typeface="Calibri"/>
                </a:rPr>
                <a:t>In this Session, You learned…</a:t>
              </a:r>
              <a:endParaRPr b="0" i="0" sz="1400" u="none" cap="none" strike="noStrike">
                <a:solidFill>
                  <a:srgbClr val="000000"/>
                </a:solidFill>
                <a:latin typeface="Arial"/>
                <a:ea typeface="Arial"/>
                <a:cs typeface="Arial"/>
                <a:sym typeface="Arial"/>
              </a:endParaRPr>
            </a:p>
          </p:txBody>
        </p:sp>
      </p:grpSp>
      <p:sp>
        <p:nvSpPr>
          <p:cNvPr id="3249" name="Google Shape;3249;g38b88470f6c_3_2077"/>
          <p:cNvSpPr txBox="1"/>
          <p:nvPr>
            <p:ph idx="1" type="body"/>
          </p:nvPr>
        </p:nvSpPr>
        <p:spPr>
          <a:xfrm>
            <a:off x="662484" y="1247527"/>
            <a:ext cx="4746600" cy="48681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250" name="Google Shape;3250;g38b88470f6c_3_2077"/>
          <p:cNvSpPr txBox="1"/>
          <p:nvPr>
            <p:ph idx="2" type="body"/>
          </p:nvPr>
        </p:nvSpPr>
        <p:spPr>
          <a:xfrm>
            <a:off x="6762792" y="1247527"/>
            <a:ext cx="4831800" cy="48576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with Two contetns T3">
  <p:cSld name="1_Title with Two contetns T3">
    <p:spTree>
      <p:nvGrpSpPr>
        <p:cNvPr id="3251" name="Shape 3251"/>
        <p:cNvGrpSpPr/>
        <p:nvPr/>
      </p:nvGrpSpPr>
      <p:grpSpPr>
        <a:xfrm>
          <a:off x="0" y="0"/>
          <a:ext cx="0" cy="0"/>
          <a:chOff x="0" y="0"/>
          <a:chExt cx="0" cy="0"/>
        </a:xfrm>
      </p:grpSpPr>
      <p:grpSp>
        <p:nvGrpSpPr>
          <p:cNvPr id="3252" name="Google Shape;3252;g38b88470f6c_3_2090"/>
          <p:cNvGrpSpPr/>
          <p:nvPr/>
        </p:nvGrpSpPr>
        <p:grpSpPr>
          <a:xfrm>
            <a:off x="-1" y="579518"/>
            <a:ext cx="11387071" cy="823623"/>
            <a:chOff x="0" y="579518"/>
            <a:chExt cx="4125900" cy="823623"/>
          </a:xfrm>
        </p:grpSpPr>
        <p:sp>
          <p:nvSpPr>
            <p:cNvPr id="3253" name="Google Shape;3253;g38b88470f6c_3_2090"/>
            <p:cNvSpPr/>
            <p:nvPr/>
          </p:nvSpPr>
          <p:spPr>
            <a:xfrm>
              <a:off x="0" y="676841"/>
              <a:ext cx="4125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54" name="Google Shape;3254;g38b88470f6c_3_2090"/>
            <p:cNvSpPr/>
            <p:nvPr/>
          </p:nvSpPr>
          <p:spPr>
            <a:xfrm>
              <a:off x="0" y="579518"/>
              <a:ext cx="4092000" cy="726300"/>
            </a:xfrm>
            <a:prstGeom prst="rect">
              <a:avLst/>
            </a:prstGeom>
            <a:solidFill>
              <a:srgbClr val="FC7C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3255" name="Google Shape;3255;g38b88470f6c_3_2090"/>
          <p:cNvSpPr txBox="1"/>
          <p:nvPr>
            <p:ph type="title"/>
          </p:nvPr>
        </p:nvSpPr>
        <p:spPr>
          <a:xfrm>
            <a:off x="180975" y="579519"/>
            <a:ext cx="11112600" cy="726300"/>
          </a:xfrm>
          <a:prstGeom prst="rect">
            <a:avLst/>
          </a:prstGeom>
          <a:noFill/>
          <a:ln>
            <a:noFill/>
          </a:ln>
        </p:spPr>
        <p:txBody>
          <a:bodyPr anchorCtr="0" anchor="t" bIns="45700"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1" i="0" sz="14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256" name="Google Shape;3256;g38b88470f6c_3_2090"/>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1" i="0" sz="1400" u="none" cap="none" strike="noStrike">
                <a:solidFill>
                  <a:srgbClr val="172A4B"/>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257" name="Google Shape;3257;g38b88470f6c_3_2090"/>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317500" lvl="0" marL="457200" marR="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1pPr>
            <a:lvl2pPr indent="-317500" lvl="1" marL="914400" marR="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2pPr>
            <a:lvl3pPr indent="-317500" lvl="2" marL="1371600" marR="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3pPr>
            <a:lvl4pPr indent="-317500" lvl="3" marL="1828800" marR="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4pPr>
            <a:lvl5pPr indent="-317500" lvl="4" marL="2286000" marR="0" algn="l">
              <a:lnSpc>
                <a:spcPct val="100000"/>
              </a:lnSpc>
              <a:spcBef>
                <a:spcPts val="0"/>
              </a:spcBef>
              <a:spcAft>
                <a:spcPts val="0"/>
              </a:spcAft>
              <a:buClr>
                <a:schemeClr val="accent2"/>
              </a:buClr>
              <a:buSzPts val="1400"/>
              <a:buFont typeface="Arial"/>
              <a:buChar char="•"/>
              <a:defRPr b="0" i="0" sz="1400" u="none" cap="none" strike="noStrike">
                <a:solidFill>
                  <a:srgbClr val="172A4B"/>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258" name="Google Shape;3258;g38b88470f6c_3_2090"/>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
  <p:cSld name="Brainstorming">
    <p:spTree>
      <p:nvGrpSpPr>
        <p:cNvPr id="3259" name="Shape 3259"/>
        <p:cNvGrpSpPr/>
        <p:nvPr/>
      </p:nvGrpSpPr>
      <p:grpSpPr>
        <a:xfrm>
          <a:off x="0" y="0"/>
          <a:ext cx="0" cy="0"/>
          <a:chOff x="0" y="0"/>
          <a:chExt cx="0" cy="0"/>
        </a:xfrm>
      </p:grpSpPr>
      <p:grpSp>
        <p:nvGrpSpPr>
          <p:cNvPr id="3260" name="Google Shape;3260;g38b88470f6c_3_2098"/>
          <p:cNvGrpSpPr/>
          <p:nvPr/>
        </p:nvGrpSpPr>
        <p:grpSpPr>
          <a:xfrm>
            <a:off x="680011" y="-12733"/>
            <a:ext cx="4628621" cy="1818822"/>
            <a:chOff x="536716" y="-17702"/>
            <a:chExt cx="5955508" cy="2340224"/>
          </a:xfrm>
        </p:grpSpPr>
        <p:sp>
          <p:nvSpPr>
            <p:cNvPr id="3261" name="Google Shape;3261;g38b88470f6c_3_2098"/>
            <p:cNvSpPr/>
            <p:nvPr/>
          </p:nvSpPr>
          <p:spPr>
            <a:xfrm>
              <a:off x="5830491" y="-16804"/>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262" name="Google Shape;3262;g38b88470f6c_3_2098"/>
            <p:cNvGrpSpPr/>
            <p:nvPr/>
          </p:nvGrpSpPr>
          <p:grpSpPr>
            <a:xfrm>
              <a:off x="536716" y="-17702"/>
              <a:ext cx="5955508" cy="2340224"/>
              <a:chOff x="947530" y="-17702"/>
              <a:chExt cx="5955508" cy="2340224"/>
            </a:xfrm>
          </p:grpSpPr>
          <p:sp>
            <p:nvSpPr>
              <p:cNvPr id="3263" name="Google Shape;3263;g38b88470f6c_3_2098"/>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264" name="Google Shape;3264;g38b88470f6c_3_2098"/>
              <p:cNvSpPr/>
              <p:nvPr/>
            </p:nvSpPr>
            <p:spPr>
              <a:xfrm>
                <a:off x="1041338" y="920922"/>
                <a:ext cx="58617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265" name="Google Shape;3265;g38b88470f6c_3_2098"/>
              <p:cNvSpPr/>
              <p:nvPr/>
            </p:nvSpPr>
            <p:spPr>
              <a:xfrm>
                <a:off x="947530" y="824843"/>
                <a:ext cx="58617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266" name="Google Shape;3266;g38b88470f6c_3_2098"/>
              <p:cNvSpPr/>
              <p:nvPr/>
            </p:nvSpPr>
            <p:spPr>
              <a:xfrm>
                <a:off x="6194922" y="-17702"/>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267" name="Google Shape;3267;g38b88470f6c_3_2098"/>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268" name="Google Shape;3268;g38b88470f6c_3_2098"/>
          <p:cNvSpPr txBox="1"/>
          <p:nvPr/>
        </p:nvSpPr>
        <p:spPr>
          <a:xfrm>
            <a:off x="639545" y="777563"/>
            <a:ext cx="4555800" cy="831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Brainstorming</a:t>
            </a:r>
            <a:endParaRPr b="0" i="0" sz="5400" u="none" cap="none" strike="noStrike">
              <a:solidFill>
                <a:schemeClr val="lt1"/>
              </a:solidFill>
              <a:latin typeface="Fredoka"/>
              <a:ea typeface="Fredoka"/>
              <a:cs typeface="Fredoka"/>
              <a:sym typeface="Fredoka"/>
            </a:endParaRPr>
          </a:p>
        </p:txBody>
      </p:sp>
      <p:pic>
        <p:nvPicPr>
          <p:cNvPr id="3269" name="Google Shape;3269;g38b88470f6c_3_2098"/>
          <p:cNvPicPr preferRelativeResize="0"/>
          <p:nvPr/>
        </p:nvPicPr>
        <p:blipFill rotWithShape="1">
          <a:blip r:embed="rId2">
            <a:alphaModFix/>
          </a:blip>
          <a:srcRect b="0" l="0" r="0" t="0"/>
          <a:stretch/>
        </p:blipFill>
        <p:spPr>
          <a:xfrm>
            <a:off x="4758431" y="498639"/>
            <a:ext cx="5860720" cy="5860720"/>
          </a:xfrm>
          <a:prstGeom prst="rect">
            <a:avLst/>
          </a:prstGeom>
          <a:noFill/>
          <a:ln>
            <a:noFill/>
          </a:ln>
        </p:spPr>
      </p:pic>
      <p:sp>
        <p:nvSpPr>
          <p:cNvPr id="3270" name="Google Shape;3270;g38b88470f6c_3_2098"/>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st Step">
  <p:cSld name="1st Step">
    <p:spTree>
      <p:nvGrpSpPr>
        <p:cNvPr id="3271" name="Shape 3271"/>
        <p:cNvGrpSpPr/>
        <p:nvPr/>
      </p:nvGrpSpPr>
      <p:grpSpPr>
        <a:xfrm>
          <a:off x="0" y="0"/>
          <a:ext cx="0" cy="0"/>
          <a:chOff x="0" y="0"/>
          <a:chExt cx="0" cy="0"/>
        </a:xfrm>
      </p:grpSpPr>
      <p:pic>
        <p:nvPicPr>
          <p:cNvPr id="3272" name="Google Shape;3272;g38b88470f6c_3_2110"/>
          <p:cNvPicPr preferRelativeResize="0"/>
          <p:nvPr/>
        </p:nvPicPr>
        <p:blipFill rotWithShape="1">
          <a:blip r:embed="rId2">
            <a:alphaModFix/>
          </a:blip>
          <a:srcRect b="0" l="0" r="0" t="0"/>
          <a:stretch/>
        </p:blipFill>
        <p:spPr>
          <a:xfrm>
            <a:off x="648351" y="522675"/>
            <a:ext cx="1972813" cy="792945"/>
          </a:xfrm>
          <a:prstGeom prst="rect">
            <a:avLst/>
          </a:prstGeom>
          <a:noFill/>
          <a:ln>
            <a:noFill/>
          </a:ln>
        </p:spPr>
      </p:pic>
      <p:pic>
        <p:nvPicPr>
          <p:cNvPr id="3273" name="Google Shape;3273;g38b88470f6c_3_2110"/>
          <p:cNvPicPr preferRelativeResize="0"/>
          <p:nvPr/>
        </p:nvPicPr>
        <p:blipFill rotWithShape="1">
          <a:blip r:embed="rId3">
            <a:alphaModFix/>
          </a:blip>
          <a:srcRect b="0" l="0" r="0" t="0"/>
          <a:stretch/>
        </p:blipFill>
        <p:spPr>
          <a:xfrm>
            <a:off x="6778970" y="2319770"/>
            <a:ext cx="700404" cy="858422"/>
          </a:xfrm>
          <a:prstGeom prst="rect">
            <a:avLst/>
          </a:prstGeom>
          <a:noFill/>
          <a:ln>
            <a:noFill/>
          </a:ln>
        </p:spPr>
      </p:pic>
      <p:pic>
        <p:nvPicPr>
          <p:cNvPr id="3274" name="Google Shape;3274;g38b88470f6c_3_2110"/>
          <p:cNvPicPr preferRelativeResize="0"/>
          <p:nvPr/>
        </p:nvPicPr>
        <p:blipFill rotWithShape="1">
          <a:blip r:embed="rId4">
            <a:alphaModFix/>
          </a:blip>
          <a:srcRect b="0" l="0" r="0" t="0"/>
          <a:stretch/>
        </p:blipFill>
        <p:spPr>
          <a:xfrm>
            <a:off x="899445" y="2458610"/>
            <a:ext cx="513629" cy="625065"/>
          </a:xfrm>
          <a:prstGeom prst="rect">
            <a:avLst/>
          </a:prstGeom>
          <a:noFill/>
          <a:ln>
            <a:noFill/>
          </a:ln>
        </p:spPr>
      </p:pic>
      <p:pic>
        <p:nvPicPr>
          <p:cNvPr id="3275" name="Google Shape;3275;g38b88470f6c_3_2110"/>
          <p:cNvPicPr preferRelativeResize="0"/>
          <p:nvPr/>
        </p:nvPicPr>
        <p:blipFill rotWithShape="1">
          <a:blip r:embed="rId5">
            <a:alphaModFix/>
          </a:blip>
          <a:srcRect b="0" l="0" r="0" t="0"/>
          <a:stretch/>
        </p:blipFill>
        <p:spPr>
          <a:xfrm>
            <a:off x="8510527" y="1764344"/>
            <a:ext cx="330744" cy="405411"/>
          </a:xfrm>
          <a:prstGeom prst="rect">
            <a:avLst/>
          </a:prstGeom>
          <a:noFill/>
          <a:ln>
            <a:noFill/>
          </a:ln>
        </p:spPr>
      </p:pic>
      <p:pic>
        <p:nvPicPr>
          <p:cNvPr id="3276" name="Google Shape;3276;g38b88470f6c_3_2110"/>
          <p:cNvPicPr preferRelativeResize="0"/>
          <p:nvPr/>
        </p:nvPicPr>
        <p:blipFill rotWithShape="1">
          <a:blip r:embed="rId6">
            <a:alphaModFix/>
          </a:blip>
          <a:srcRect b="0" l="0" r="0" t="0"/>
          <a:stretch/>
        </p:blipFill>
        <p:spPr>
          <a:xfrm>
            <a:off x="9926898" y="444576"/>
            <a:ext cx="941654" cy="1150120"/>
          </a:xfrm>
          <a:prstGeom prst="rect">
            <a:avLst/>
          </a:prstGeom>
          <a:noFill/>
          <a:ln>
            <a:noFill/>
          </a:ln>
        </p:spPr>
      </p:pic>
      <p:pic>
        <p:nvPicPr>
          <p:cNvPr id="3277" name="Google Shape;3277;g38b88470f6c_3_2110"/>
          <p:cNvPicPr preferRelativeResize="0"/>
          <p:nvPr/>
        </p:nvPicPr>
        <p:blipFill rotWithShape="1">
          <a:blip r:embed="rId4">
            <a:alphaModFix/>
          </a:blip>
          <a:srcRect b="0" l="0" r="0" t="0"/>
          <a:stretch/>
        </p:blipFill>
        <p:spPr>
          <a:xfrm>
            <a:off x="5099297" y="1229470"/>
            <a:ext cx="513629" cy="625065"/>
          </a:xfrm>
          <a:prstGeom prst="rect">
            <a:avLst/>
          </a:prstGeom>
          <a:noFill/>
          <a:ln>
            <a:noFill/>
          </a:ln>
        </p:spPr>
      </p:pic>
      <p:sp>
        <p:nvSpPr>
          <p:cNvPr id="3278" name="Google Shape;3278;g38b88470f6c_3_2110"/>
          <p:cNvSpPr txBox="1"/>
          <p:nvPr>
            <p:ph idx="1" type="body"/>
          </p:nvPr>
        </p:nvSpPr>
        <p:spPr>
          <a:xfrm>
            <a:off x="1448422" y="1223882"/>
            <a:ext cx="696900" cy="3267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000"/>
              <a:buFont typeface="Arial"/>
              <a:buNone/>
              <a:defRPr b="0" i="0" sz="20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3279" name="Google Shape;3279;g38b88470f6c_3_2110"/>
          <p:cNvSpPr txBox="1"/>
          <p:nvPr/>
        </p:nvSpPr>
        <p:spPr>
          <a:xfrm>
            <a:off x="891953" y="1276745"/>
            <a:ext cx="14856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en-US" sz="2000" u="none" cap="none" strike="noStrike">
                <a:solidFill>
                  <a:srgbClr val="3F3F3F"/>
                </a:solidFill>
                <a:latin typeface="Arial"/>
                <a:ea typeface="Arial"/>
                <a:cs typeface="Arial"/>
                <a:sym typeface="Arial"/>
              </a:rPr>
              <a:t>Step</a:t>
            </a:r>
            <a:endParaRPr b="0" i="0" sz="1400" u="none" cap="none" strike="noStrike">
              <a:solidFill>
                <a:srgbClr val="000000"/>
              </a:solidFill>
              <a:latin typeface="Arial"/>
              <a:ea typeface="Arial"/>
              <a:cs typeface="Arial"/>
              <a:sym typeface="Arial"/>
            </a:endParaRPr>
          </a:p>
        </p:txBody>
      </p:sp>
      <p:sp>
        <p:nvSpPr>
          <p:cNvPr id="3280" name="Google Shape;3280;g38b88470f6c_3_2110"/>
          <p:cNvSpPr/>
          <p:nvPr>
            <p:ph idx="2" type="pic"/>
          </p:nvPr>
        </p:nvSpPr>
        <p:spPr>
          <a:xfrm>
            <a:off x="3138756" y="1760068"/>
            <a:ext cx="5914500" cy="3296700"/>
          </a:xfrm>
          <a:prstGeom prst="rect">
            <a:avLst/>
          </a:prstGeom>
          <a:noFill/>
          <a:ln>
            <a:noFill/>
          </a:ln>
        </p:spPr>
      </p:sp>
      <p:sp>
        <p:nvSpPr>
          <p:cNvPr id="3281" name="Google Shape;3281;g38b88470f6c_3_2110"/>
          <p:cNvSpPr/>
          <p:nvPr/>
        </p:nvSpPr>
        <p:spPr>
          <a:xfrm>
            <a:off x="1937400" y="5260127"/>
            <a:ext cx="8317200" cy="625200"/>
          </a:xfrm>
          <a:prstGeom prst="roundRect">
            <a:avLst>
              <a:gd fmla="val 26163"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282" name="Google Shape;3282;g38b88470f6c_3_2110"/>
          <p:cNvSpPr txBox="1"/>
          <p:nvPr>
            <p:ph idx="3" type="body"/>
          </p:nvPr>
        </p:nvSpPr>
        <p:spPr>
          <a:xfrm>
            <a:off x="2141397" y="5370816"/>
            <a:ext cx="7909200" cy="4038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3283" name="Google Shape;3283;g38b88470f6c_3_2110"/>
          <p:cNvSpPr txBox="1"/>
          <p:nvPr/>
        </p:nvSpPr>
        <p:spPr>
          <a:xfrm>
            <a:off x="318277" y="611453"/>
            <a:ext cx="20610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 steps</a:t>
            </a:r>
            <a:endParaRPr b="0" i="0" sz="1400" u="none" cap="none" strike="noStrike">
              <a:solidFill>
                <a:srgbClr val="000000"/>
              </a:solidFill>
              <a:latin typeface="Arial"/>
              <a:ea typeface="Arial"/>
              <a:cs typeface="Arial"/>
              <a:sym typeface="Arial"/>
            </a:endParaRPr>
          </a:p>
        </p:txBody>
      </p:sp>
      <p:pic>
        <p:nvPicPr>
          <p:cNvPr id="3284" name="Google Shape;3284;g38b88470f6c_3_2110">
            <a:hlinkClick action="ppaction://hlinkshowjump?jump=nextslide"/>
          </p:cNvPr>
          <p:cNvPicPr preferRelativeResize="0"/>
          <p:nvPr/>
        </p:nvPicPr>
        <p:blipFill rotWithShape="1">
          <a:blip r:embed="rId7">
            <a:alphaModFix/>
          </a:blip>
          <a:srcRect b="0" l="0" r="0" t="0"/>
          <a:stretch/>
        </p:blipFill>
        <p:spPr>
          <a:xfrm>
            <a:off x="10128983" y="3099935"/>
            <a:ext cx="488868" cy="925838"/>
          </a:xfrm>
          <a:prstGeom prst="rect">
            <a:avLst/>
          </a:prstGeom>
          <a:noFill/>
          <a:ln>
            <a:noFill/>
          </a:ln>
        </p:spPr>
      </p:pic>
    </p:spTree>
  </p:cSld>
  <p:clrMapOvr>
    <a:masterClrMapping/>
  </p:clrMapOvr>
  <p:transition spd="slow">
    <p:push/>
  </p:transition>
</p:sldLayout>
</file>

<file path=ppt/slideLayouts/slideLayout2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Steps">
    <p:spTree>
      <p:nvGrpSpPr>
        <p:cNvPr id="3285" name="Shape 3285"/>
        <p:cNvGrpSpPr/>
        <p:nvPr/>
      </p:nvGrpSpPr>
      <p:grpSpPr>
        <a:xfrm>
          <a:off x="0" y="0"/>
          <a:ext cx="0" cy="0"/>
          <a:chOff x="0" y="0"/>
          <a:chExt cx="0" cy="0"/>
        </a:xfrm>
      </p:grpSpPr>
      <p:sp>
        <p:nvSpPr>
          <p:cNvPr id="3286" name="Google Shape;3286;g38b88470f6c_3_2124"/>
          <p:cNvSpPr/>
          <p:nvPr/>
        </p:nvSpPr>
        <p:spPr>
          <a:xfrm>
            <a:off x="1937400" y="5260127"/>
            <a:ext cx="8317200" cy="625200"/>
          </a:xfrm>
          <a:prstGeom prst="roundRect">
            <a:avLst>
              <a:gd fmla="val 26163"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3287" name="Google Shape;3287;g38b88470f6c_3_2124"/>
          <p:cNvPicPr preferRelativeResize="0"/>
          <p:nvPr/>
        </p:nvPicPr>
        <p:blipFill rotWithShape="1">
          <a:blip r:embed="rId2">
            <a:alphaModFix/>
          </a:blip>
          <a:srcRect b="0" l="0" r="0" t="0"/>
          <a:stretch/>
        </p:blipFill>
        <p:spPr>
          <a:xfrm>
            <a:off x="6494271" y="2305057"/>
            <a:ext cx="757299" cy="824679"/>
          </a:xfrm>
          <a:prstGeom prst="rect">
            <a:avLst/>
          </a:prstGeom>
          <a:noFill/>
          <a:ln>
            <a:noFill/>
          </a:ln>
        </p:spPr>
      </p:pic>
      <p:pic>
        <p:nvPicPr>
          <p:cNvPr id="3288" name="Google Shape;3288;g38b88470f6c_3_2124"/>
          <p:cNvPicPr preferRelativeResize="0"/>
          <p:nvPr/>
        </p:nvPicPr>
        <p:blipFill rotWithShape="1">
          <a:blip r:embed="rId3">
            <a:alphaModFix/>
          </a:blip>
          <a:srcRect b="0" l="0" r="0" t="0"/>
          <a:stretch/>
        </p:blipFill>
        <p:spPr>
          <a:xfrm>
            <a:off x="1024896" y="2513229"/>
            <a:ext cx="555352" cy="600494"/>
          </a:xfrm>
          <a:prstGeom prst="rect">
            <a:avLst/>
          </a:prstGeom>
          <a:noFill/>
          <a:ln>
            <a:noFill/>
          </a:ln>
        </p:spPr>
      </p:pic>
      <p:pic>
        <p:nvPicPr>
          <p:cNvPr id="3289" name="Google Shape;3289;g38b88470f6c_3_2124"/>
          <p:cNvPicPr preferRelativeResize="0"/>
          <p:nvPr/>
        </p:nvPicPr>
        <p:blipFill rotWithShape="1">
          <a:blip r:embed="rId4">
            <a:alphaModFix/>
          </a:blip>
          <a:srcRect b="0" l="0" r="0" t="0"/>
          <a:stretch/>
        </p:blipFill>
        <p:spPr>
          <a:xfrm>
            <a:off x="8366483" y="1771464"/>
            <a:ext cx="357611" cy="389475"/>
          </a:xfrm>
          <a:prstGeom prst="rect">
            <a:avLst/>
          </a:prstGeom>
          <a:noFill/>
          <a:ln>
            <a:noFill/>
          </a:ln>
        </p:spPr>
      </p:pic>
      <p:pic>
        <p:nvPicPr>
          <p:cNvPr id="3290" name="Google Shape;3290;g38b88470f6c_3_2124"/>
          <p:cNvPicPr preferRelativeResize="0"/>
          <p:nvPr/>
        </p:nvPicPr>
        <p:blipFill rotWithShape="1">
          <a:blip r:embed="rId5">
            <a:alphaModFix/>
          </a:blip>
          <a:srcRect b="0" l="0" r="0" t="0"/>
          <a:stretch/>
        </p:blipFill>
        <p:spPr>
          <a:xfrm>
            <a:off x="9897905" y="503575"/>
            <a:ext cx="1018145" cy="1104911"/>
          </a:xfrm>
          <a:prstGeom prst="rect">
            <a:avLst/>
          </a:prstGeom>
          <a:noFill/>
          <a:ln>
            <a:noFill/>
          </a:ln>
        </p:spPr>
      </p:pic>
      <p:pic>
        <p:nvPicPr>
          <p:cNvPr id="3291" name="Google Shape;3291;g38b88470f6c_3_2124"/>
          <p:cNvPicPr preferRelativeResize="0"/>
          <p:nvPr/>
        </p:nvPicPr>
        <p:blipFill rotWithShape="1">
          <a:blip r:embed="rId3">
            <a:alphaModFix/>
          </a:blip>
          <a:srcRect b="0" l="0" r="0" t="0"/>
          <a:stretch/>
        </p:blipFill>
        <p:spPr>
          <a:xfrm>
            <a:off x="4678159" y="1257616"/>
            <a:ext cx="555352" cy="600494"/>
          </a:xfrm>
          <a:prstGeom prst="rect">
            <a:avLst/>
          </a:prstGeom>
          <a:noFill/>
          <a:ln>
            <a:noFill/>
          </a:ln>
        </p:spPr>
      </p:pic>
      <p:sp>
        <p:nvSpPr>
          <p:cNvPr id="3292" name="Google Shape;3292;g38b88470f6c_3_2124"/>
          <p:cNvSpPr/>
          <p:nvPr>
            <p:ph idx="2" type="pic"/>
          </p:nvPr>
        </p:nvSpPr>
        <p:spPr>
          <a:xfrm>
            <a:off x="2716195" y="1898203"/>
            <a:ext cx="6395100" cy="3167100"/>
          </a:xfrm>
          <a:prstGeom prst="rect">
            <a:avLst/>
          </a:prstGeom>
          <a:noFill/>
          <a:ln>
            <a:noFill/>
          </a:ln>
        </p:spPr>
      </p:sp>
      <p:sp>
        <p:nvSpPr>
          <p:cNvPr id="3293" name="Google Shape;3293;g38b88470f6c_3_2124"/>
          <p:cNvSpPr txBox="1"/>
          <p:nvPr>
            <p:ph idx="1" type="body"/>
          </p:nvPr>
        </p:nvSpPr>
        <p:spPr>
          <a:xfrm>
            <a:off x="1637862" y="5378787"/>
            <a:ext cx="8551800" cy="3879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3294" name="Google Shape;3294;g38b88470f6c_3_2124">
            <a:hlinkClick action="ppaction://hlinkshowjump?jump=nextslide"/>
          </p:cNvPr>
          <p:cNvPicPr preferRelativeResize="0"/>
          <p:nvPr/>
        </p:nvPicPr>
        <p:blipFill rotWithShape="1">
          <a:blip r:embed="rId6">
            <a:alphaModFix/>
          </a:blip>
          <a:srcRect b="0" l="0" r="0" t="0"/>
          <a:stretch/>
        </p:blipFill>
        <p:spPr>
          <a:xfrm>
            <a:off x="10116406" y="3127759"/>
            <a:ext cx="528579" cy="889445"/>
          </a:xfrm>
          <a:prstGeom prst="rect">
            <a:avLst/>
          </a:prstGeom>
          <a:noFill/>
          <a:ln>
            <a:noFill/>
          </a:ln>
        </p:spPr>
      </p:pic>
      <p:pic>
        <p:nvPicPr>
          <p:cNvPr id="3295" name="Google Shape;3295;g38b88470f6c_3_2124">
            <a:hlinkClick action="ppaction://hlinkshowjump?jump=previousslide"/>
          </p:cNvPr>
          <p:cNvPicPr preferRelativeResize="0"/>
          <p:nvPr/>
        </p:nvPicPr>
        <p:blipFill rotWithShape="1">
          <a:blip r:embed="rId7">
            <a:alphaModFix/>
          </a:blip>
          <a:srcRect b="0" l="0" r="0" t="0"/>
          <a:stretch/>
        </p:blipFill>
        <p:spPr>
          <a:xfrm flipH="1" rot="10800000">
            <a:off x="1179203" y="3127759"/>
            <a:ext cx="531743" cy="889445"/>
          </a:xfrm>
          <a:prstGeom prst="rect">
            <a:avLst/>
          </a:prstGeom>
          <a:noFill/>
          <a:ln>
            <a:noFill/>
          </a:ln>
        </p:spPr>
      </p:pic>
      <p:pic>
        <p:nvPicPr>
          <p:cNvPr id="3296" name="Google Shape;3296;g38b88470f6c_3_2124"/>
          <p:cNvPicPr preferRelativeResize="0"/>
          <p:nvPr/>
        </p:nvPicPr>
        <p:blipFill rotWithShape="1">
          <a:blip r:embed="rId8">
            <a:alphaModFix/>
          </a:blip>
          <a:srcRect b="0" l="0" r="0" t="0"/>
          <a:stretch/>
        </p:blipFill>
        <p:spPr>
          <a:xfrm>
            <a:off x="648351" y="522675"/>
            <a:ext cx="1972813" cy="792945"/>
          </a:xfrm>
          <a:prstGeom prst="rect">
            <a:avLst/>
          </a:prstGeom>
          <a:noFill/>
          <a:ln>
            <a:noFill/>
          </a:ln>
        </p:spPr>
      </p:pic>
      <p:pic>
        <p:nvPicPr>
          <p:cNvPr id="3297" name="Google Shape;3297;g38b88470f6c_3_2124"/>
          <p:cNvPicPr preferRelativeResize="0"/>
          <p:nvPr/>
        </p:nvPicPr>
        <p:blipFill rotWithShape="1">
          <a:blip r:embed="rId3">
            <a:alphaModFix/>
          </a:blip>
          <a:srcRect b="0" l="0" r="0" t="0"/>
          <a:stretch/>
        </p:blipFill>
        <p:spPr>
          <a:xfrm>
            <a:off x="899445" y="2458610"/>
            <a:ext cx="513629" cy="625065"/>
          </a:xfrm>
          <a:prstGeom prst="rect">
            <a:avLst/>
          </a:prstGeom>
          <a:noFill/>
          <a:ln>
            <a:noFill/>
          </a:ln>
        </p:spPr>
      </p:pic>
      <p:sp>
        <p:nvSpPr>
          <p:cNvPr id="3298" name="Google Shape;3298;g38b88470f6c_3_2124"/>
          <p:cNvSpPr txBox="1"/>
          <p:nvPr>
            <p:ph idx="3" type="body"/>
          </p:nvPr>
        </p:nvSpPr>
        <p:spPr>
          <a:xfrm>
            <a:off x="1448422" y="1223882"/>
            <a:ext cx="696900" cy="3267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000"/>
              <a:buFont typeface="Arial"/>
              <a:buNone/>
              <a:defRPr b="0" i="0" sz="20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3299" name="Google Shape;3299;g38b88470f6c_3_2124"/>
          <p:cNvSpPr txBox="1"/>
          <p:nvPr/>
        </p:nvSpPr>
        <p:spPr>
          <a:xfrm>
            <a:off x="318277" y="611453"/>
            <a:ext cx="20610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 steps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 NOTE!">
  <p:cSld name="IMPORTANT NOTE!">
    <p:spTree>
      <p:nvGrpSpPr>
        <p:cNvPr id="3300" name="Shape 3300"/>
        <p:cNvGrpSpPr/>
        <p:nvPr/>
      </p:nvGrpSpPr>
      <p:grpSpPr>
        <a:xfrm>
          <a:off x="0" y="0"/>
          <a:ext cx="0" cy="0"/>
          <a:chOff x="0" y="0"/>
          <a:chExt cx="0" cy="0"/>
        </a:xfrm>
      </p:grpSpPr>
      <p:sp>
        <p:nvSpPr>
          <p:cNvPr id="3301" name="Google Shape;3301;g38b88470f6c_3_2139"/>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algn="ctr">
              <a:lnSpc>
                <a:spcPct val="90000"/>
              </a:lnSpc>
              <a:spcBef>
                <a:spcPts val="0"/>
              </a:spcBef>
              <a:spcAft>
                <a:spcPts val="0"/>
              </a:spcAft>
              <a:buClr>
                <a:srgbClr val="172A4B"/>
              </a:buClr>
              <a:buSzPts val="6000"/>
              <a:buFont typeface="Fredoka"/>
              <a:buNone/>
              <a:defRPr b="1" i="0" sz="6000" u="none" cap="none" strike="noStrike">
                <a:solidFill>
                  <a:srgbClr val="172A4B"/>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02" name="Google Shape;3302;g38b88470f6c_3_2139"/>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algn="ctr">
              <a:lnSpc>
                <a:spcPct val="90000"/>
              </a:lnSpc>
              <a:spcBef>
                <a:spcPts val="10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1pPr>
            <a:lvl2pPr lvl="1" marR="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3pPr>
            <a:lvl4pPr lvl="3"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3303" name="Google Shape;3303;g38b88470f6c_3_2139"/>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Topic">
  <p:cSld name="Brainstorming+Topic">
    <p:spTree>
      <p:nvGrpSpPr>
        <p:cNvPr id="3304" name="Shape 3304"/>
        <p:cNvGrpSpPr/>
        <p:nvPr/>
      </p:nvGrpSpPr>
      <p:grpSpPr>
        <a:xfrm>
          <a:off x="0" y="0"/>
          <a:ext cx="0" cy="0"/>
          <a:chOff x="0" y="0"/>
          <a:chExt cx="0" cy="0"/>
        </a:xfrm>
      </p:grpSpPr>
      <p:sp>
        <p:nvSpPr>
          <p:cNvPr id="3305" name="Google Shape;3305;g38b88470f6c_3_2143"/>
          <p:cNvSpPr txBox="1"/>
          <p:nvPr/>
        </p:nvSpPr>
        <p:spPr>
          <a:xfrm>
            <a:off x="3294945" y="303255"/>
            <a:ext cx="5602200" cy="792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Arial"/>
              <a:buNone/>
            </a:pPr>
            <a:r>
              <a:rPr b="0" i="0" lang="en-US" sz="3600" u="none" cap="none" strike="noStrike">
                <a:solidFill>
                  <a:schemeClr val="dk1"/>
                </a:solidFill>
                <a:latin typeface="Arial"/>
                <a:ea typeface="Arial"/>
                <a:cs typeface="Arial"/>
                <a:sym typeface="Arial"/>
              </a:rPr>
              <a:t>Brainstorming</a:t>
            </a:r>
            <a:endParaRPr b="0" i="0" sz="1400" u="none" cap="none" strike="noStrike">
              <a:solidFill>
                <a:srgbClr val="000000"/>
              </a:solidFill>
              <a:latin typeface="Arial"/>
              <a:ea typeface="Arial"/>
              <a:cs typeface="Arial"/>
              <a:sym typeface="Arial"/>
            </a:endParaRPr>
          </a:p>
        </p:txBody>
      </p:sp>
      <p:sp>
        <p:nvSpPr>
          <p:cNvPr id="3306" name="Google Shape;3306;g38b88470f6c_3_2143"/>
          <p:cNvSpPr txBox="1"/>
          <p:nvPr>
            <p:ph idx="1" type="body"/>
          </p:nvPr>
        </p:nvSpPr>
        <p:spPr>
          <a:xfrm>
            <a:off x="2035352" y="1955424"/>
            <a:ext cx="8121300" cy="16491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6000"/>
              <a:buFont typeface="Arial"/>
              <a:buNone/>
              <a:defRPr b="0" i="0" sz="6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05"/>
                                        </p:tgtEl>
                                        <p:attrNameLst>
                                          <p:attrName>style.visibility</p:attrName>
                                        </p:attrNameLst>
                                      </p:cBhvr>
                                      <p:to>
                                        <p:strVal val="visible"/>
                                      </p:to>
                                    </p:set>
                                    <p:animEffect filter="fade" transition="in">
                                      <p:cBhvr>
                                        <p:cTn dur="500"/>
                                        <p:tgtEl>
                                          <p:spTgt spid="330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306"/>
                                        </p:tgtEl>
                                        <p:attrNameLst>
                                          <p:attrName>style.visibility</p:attrName>
                                        </p:attrNameLst>
                                      </p:cBhvr>
                                      <p:to>
                                        <p:strVal val="visible"/>
                                      </p:to>
                                    </p:set>
                                    <p:animEffect filter="fade" transition="in">
                                      <p:cBhvr>
                                        <p:cTn dur="500"/>
                                        <p:tgtEl>
                                          <p:spTgt spid="33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ert Video 1">
  <p:cSld name="Insert Video_1">
    <p:spTree>
      <p:nvGrpSpPr>
        <p:cNvPr id="3307" name="Shape 3307"/>
        <p:cNvGrpSpPr/>
        <p:nvPr/>
      </p:nvGrpSpPr>
      <p:grpSpPr>
        <a:xfrm>
          <a:off x="0" y="0"/>
          <a:ext cx="0" cy="0"/>
          <a:chOff x="0" y="0"/>
          <a:chExt cx="0" cy="0"/>
        </a:xfrm>
      </p:grpSpPr>
      <p:sp>
        <p:nvSpPr>
          <p:cNvPr id="3308" name="Google Shape;3308;g38b88470f6c_3_2146"/>
          <p:cNvSpPr/>
          <p:nvPr>
            <p:ph idx="2" type="media"/>
          </p:nvPr>
        </p:nvSpPr>
        <p:spPr>
          <a:xfrm>
            <a:off x="1124438" y="688283"/>
            <a:ext cx="9491100" cy="5338800"/>
          </a:xfrm>
          <a:prstGeom prst="rect">
            <a:avLst/>
          </a:prstGeom>
          <a:noFill/>
          <a:ln>
            <a:noFill/>
          </a:ln>
        </p:spPr>
        <p:txBody>
          <a:bodyPr anchorCtr="0" anchor="t" bIns="45700" lIns="91425" spcFirstLastPara="1" rIns="91425" wrap="square" tIns="1828800">
            <a:noAutofit/>
          </a:bodyPr>
          <a:lstStyle>
            <a:lvl1pPr lvl="0" marR="0" algn="ctr">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lvl="1"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lvl="2"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lvl="3"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lvl="4"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lvl="5"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lvl="6"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lvl="7"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lvl="8"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309" name="Google Shape;3309;g38b88470f6c_3_2146"/>
          <p:cNvSpPr txBox="1"/>
          <p:nvPr>
            <p:ph type="title"/>
          </p:nvPr>
        </p:nvSpPr>
        <p:spPr>
          <a:xfrm>
            <a:off x="325939" y="78301"/>
            <a:ext cx="7579800" cy="459000"/>
          </a:xfrm>
          <a:prstGeom prst="rect">
            <a:avLst/>
          </a:prstGeom>
          <a:solidFill>
            <a:schemeClr val="accent2"/>
          </a:solidFill>
          <a:ln>
            <a:noFill/>
          </a:ln>
          <a:effectLst>
            <a:outerShdw blurRad="127000" rotWithShape="0" algn="tl" dir="2700000" dist="127000">
              <a:srgbClr val="BFBFBF">
                <a:alpha val="70590"/>
              </a:srgbClr>
            </a:outerShdw>
          </a:effectLst>
        </p:spPr>
        <p:txBody>
          <a:bodyPr anchorCtr="0" anchor="ctr" bIns="0" lIns="91425" spcFirstLastPara="1" rIns="0" wrap="square" tIns="0">
            <a:noAutofit/>
          </a:bodyPr>
          <a:lstStyle>
            <a:lvl1pPr lvl="0" marR="0" algn="l">
              <a:lnSpc>
                <a:spcPct val="90000"/>
              </a:lnSpc>
              <a:spcBef>
                <a:spcPts val="0"/>
              </a:spcBef>
              <a:spcAft>
                <a:spcPts val="0"/>
              </a:spcAft>
              <a:buClr>
                <a:schemeClr val="lt1"/>
              </a:buClr>
              <a:buSzPts val="3200"/>
              <a:buFont typeface="Quicksand"/>
              <a:buNone/>
              <a:defRPr b="1" i="0" sz="32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10" name="Google Shape;3310;g38b88470f6c_3_2146"/>
          <p:cNvSpPr txBox="1"/>
          <p:nvPr>
            <p:ph idx="1"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_1st_Text">
  <p:cSld name="Learn_1st_Text">
    <p:spTree>
      <p:nvGrpSpPr>
        <p:cNvPr id="3311" name="Shape 3311"/>
        <p:cNvGrpSpPr/>
        <p:nvPr/>
      </p:nvGrpSpPr>
      <p:grpSpPr>
        <a:xfrm>
          <a:off x="0" y="0"/>
          <a:ext cx="0" cy="0"/>
          <a:chOff x="0" y="0"/>
          <a:chExt cx="0" cy="0"/>
        </a:xfrm>
      </p:grpSpPr>
      <p:sp>
        <p:nvSpPr>
          <p:cNvPr id="3312" name="Google Shape;3312;g38b88470f6c_3_2150"/>
          <p:cNvSpPr/>
          <p:nvPr>
            <p:ph idx="2" type="pic"/>
          </p:nvPr>
        </p:nvSpPr>
        <p:spPr>
          <a:xfrm>
            <a:off x="2792006" y="1591499"/>
            <a:ext cx="6897300" cy="3423300"/>
          </a:xfrm>
          <a:prstGeom prst="rect">
            <a:avLst/>
          </a:prstGeom>
          <a:noFill/>
          <a:ln>
            <a:noFill/>
          </a:ln>
        </p:spPr>
      </p:sp>
      <p:sp>
        <p:nvSpPr>
          <p:cNvPr id="3313" name="Google Shape;3313;g38b88470f6c_3_2150"/>
          <p:cNvSpPr/>
          <p:nvPr/>
        </p:nvSpPr>
        <p:spPr>
          <a:xfrm>
            <a:off x="1391125" y="5139925"/>
            <a:ext cx="9699000" cy="789600"/>
          </a:xfrm>
          <a:prstGeom prst="roundRect">
            <a:avLst>
              <a:gd fmla="val 26163"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314" name="Google Shape;3314;g38b88470f6c_3_2150"/>
          <p:cNvSpPr txBox="1"/>
          <p:nvPr>
            <p:ph idx="1" type="body"/>
          </p:nvPr>
        </p:nvSpPr>
        <p:spPr>
          <a:xfrm>
            <a:off x="438675" y="245925"/>
            <a:ext cx="4385100" cy="13056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3315" name="Google Shape;3315;g38b88470f6c_3_2150"/>
          <p:cNvSpPr txBox="1"/>
          <p:nvPr>
            <p:ph idx="3" type="body"/>
          </p:nvPr>
        </p:nvSpPr>
        <p:spPr>
          <a:xfrm>
            <a:off x="1628908" y="5325182"/>
            <a:ext cx="9223500" cy="4191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3316" name="Google Shape;3316;g38b88470f6c_3_2150">
            <a:hlinkClick action="ppaction://hlinkshowjump?jump=nextslide"/>
          </p:cNvPr>
          <p:cNvPicPr preferRelativeResize="0"/>
          <p:nvPr/>
        </p:nvPicPr>
        <p:blipFill rotWithShape="1">
          <a:blip r:embed="rId2">
            <a:alphaModFix/>
          </a:blip>
          <a:srcRect b="0" l="0" r="0" t="0"/>
          <a:stretch/>
        </p:blipFill>
        <p:spPr>
          <a:xfrm>
            <a:off x="10773501" y="2920585"/>
            <a:ext cx="570099" cy="961443"/>
          </a:xfrm>
          <a:prstGeom prst="rect">
            <a:avLst/>
          </a:prstGeom>
          <a:noFill/>
          <a:ln>
            <a:noFill/>
          </a:ln>
        </p:spPr>
      </p:pic>
    </p:spTree>
  </p:cSld>
  <p:clrMapOvr>
    <a:masterClrMapping/>
  </p:clrMapOvr>
  <p:transition spd="slow">
    <p:push/>
  </p:transition>
</p:sldLayout>
</file>

<file path=ppt/slideLayouts/slideLayout2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Text">
  <p:cSld name="Learn+ Text">
    <p:spTree>
      <p:nvGrpSpPr>
        <p:cNvPr id="3317" name="Shape 3317"/>
        <p:cNvGrpSpPr/>
        <p:nvPr/>
      </p:nvGrpSpPr>
      <p:grpSpPr>
        <a:xfrm>
          <a:off x="0" y="0"/>
          <a:ext cx="0" cy="0"/>
          <a:chOff x="0" y="0"/>
          <a:chExt cx="0" cy="0"/>
        </a:xfrm>
      </p:grpSpPr>
      <p:sp>
        <p:nvSpPr>
          <p:cNvPr id="3318" name="Google Shape;3318;g38b88470f6c_3_2156"/>
          <p:cNvSpPr/>
          <p:nvPr>
            <p:ph idx="2" type="pic"/>
          </p:nvPr>
        </p:nvSpPr>
        <p:spPr>
          <a:xfrm>
            <a:off x="2476500" y="1263511"/>
            <a:ext cx="7239000" cy="3767700"/>
          </a:xfrm>
          <a:prstGeom prst="rect">
            <a:avLst/>
          </a:prstGeom>
          <a:noFill/>
          <a:ln>
            <a:noFill/>
          </a:ln>
        </p:spPr>
      </p:sp>
      <p:sp>
        <p:nvSpPr>
          <p:cNvPr id="3319" name="Google Shape;3319;g38b88470f6c_3_2156"/>
          <p:cNvSpPr/>
          <p:nvPr/>
        </p:nvSpPr>
        <p:spPr>
          <a:xfrm>
            <a:off x="1006200" y="5180373"/>
            <a:ext cx="10179600" cy="755400"/>
          </a:xfrm>
          <a:prstGeom prst="roundRect">
            <a:avLst>
              <a:gd fmla="val 26163" name="adj"/>
            </a:avLst>
          </a:prstGeom>
          <a:solidFill>
            <a:srgbClr val="2A4E9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320" name="Google Shape;3320;g38b88470f6c_3_2156"/>
          <p:cNvSpPr txBox="1"/>
          <p:nvPr>
            <p:ph idx="1" type="body"/>
          </p:nvPr>
        </p:nvSpPr>
        <p:spPr>
          <a:xfrm>
            <a:off x="305050" y="418150"/>
            <a:ext cx="4602300" cy="1437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3321" name="Google Shape;3321;g38b88470f6c_3_2156"/>
          <p:cNvSpPr txBox="1"/>
          <p:nvPr>
            <p:ph idx="3" type="body"/>
          </p:nvPr>
        </p:nvSpPr>
        <p:spPr>
          <a:xfrm>
            <a:off x="1255802" y="5327373"/>
            <a:ext cx="9680400" cy="4614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FFFFFF"/>
              </a:buClr>
              <a:buSzPts val="2000"/>
              <a:buFont typeface="Arial"/>
              <a:buNone/>
              <a:defRPr b="0" i="0" sz="2000" u="none" cap="none" strike="noStrike">
                <a:solidFill>
                  <a:srgbClr val="FFFFF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3322" name="Google Shape;3322;g38b88470f6c_3_2156">
            <a:hlinkClick action="ppaction://hlinkshowjump?jump=nextslide"/>
          </p:cNvPr>
          <p:cNvPicPr preferRelativeResize="0"/>
          <p:nvPr/>
        </p:nvPicPr>
        <p:blipFill rotWithShape="1">
          <a:blip r:embed="rId2">
            <a:alphaModFix/>
          </a:blip>
          <a:srcRect b="0" l="0" r="0" t="0"/>
          <a:stretch/>
        </p:blipFill>
        <p:spPr>
          <a:xfrm>
            <a:off x="10795352" y="2737872"/>
            <a:ext cx="598343" cy="1058124"/>
          </a:xfrm>
          <a:prstGeom prst="rect">
            <a:avLst/>
          </a:prstGeom>
          <a:noFill/>
          <a:ln>
            <a:noFill/>
          </a:ln>
        </p:spPr>
      </p:pic>
      <p:pic>
        <p:nvPicPr>
          <p:cNvPr id="3323" name="Google Shape;3323;g38b88470f6c_3_2156">
            <a:hlinkClick action="ppaction://hlinkshowjump?jump=previousslide"/>
          </p:cNvPr>
          <p:cNvPicPr preferRelativeResize="0"/>
          <p:nvPr/>
        </p:nvPicPr>
        <p:blipFill rotWithShape="1">
          <a:blip r:embed="rId3">
            <a:alphaModFix/>
          </a:blip>
          <a:srcRect b="0" l="0" r="0" t="0"/>
          <a:stretch/>
        </p:blipFill>
        <p:spPr>
          <a:xfrm flipH="1" rot="10800000">
            <a:off x="678573" y="2737872"/>
            <a:ext cx="601925" cy="1058124"/>
          </a:xfrm>
          <a:prstGeom prst="rect">
            <a:avLst/>
          </a:prstGeom>
          <a:noFill/>
          <a:ln>
            <a:noFill/>
          </a:ln>
        </p:spPr>
      </p:pic>
    </p:spTree>
  </p:cSld>
  <p:clrMapOvr>
    <a:masterClrMapping/>
  </p:clrMapOvr>
</p:sldLayout>
</file>

<file path=ppt/slideLayouts/slideLayout2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llenge+Text">
  <p:cSld name="Challenge+Text">
    <p:spTree>
      <p:nvGrpSpPr>
        <p:cNvPr id="3324" name="Shape 3324"/>
        <p:cNvGrpSpPr/>
        <p:nvPr/>
      </p:nvGrpSpPr>
      <p:grpSpPr>
        <a:xfrm>
          <a:off x="0" y="0"/>
          <a:ext cx="0" cy="0"/>
          <a:chOff x="0" y="0"/>
          <a:chExt cx="0" cy="0"/>
        </a:xfrm>
      </p:grpSpPr>
      <p:grpSp>
        <p:nvGrpSpPr>
          <p:cNvPr id="3325" name="Google Shape;3325;g38b88470f6c_3_2163"/>
          <p:cNvGrpSpPr/>
          <p:nvPr/>
        </p:nvGrpSpPr>
        <p:grpSpPr>
          <a:xfrm>
            <a:off x="2034250" y="1632358"/>
            <a:ext cx="8123477" cy="4020734"/>
            <a:chOff x="-413326" y="937285"/>
            <a:chExt cx="4433003" cy="4433003"/>
          </a:xfrm>
        </p:grpSpPr>
        <p:sp>
          <p:nvSpPr>
            <p:cNvPr id="3326" name="Google Shape;3326;g38b88470f6c_3_2163"/>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327" name="Google Shape;3327;g38b88470f6c_3_2163"/>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328" name="Google Shape;3328;g38b88470f6c_3_2163"/>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329" name="Google Shape;3329;g38b88470f6c_3_2163"/>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330" name="Google Shape;3330;g38b88470f6c_3_2163"/>
          <p:cNvSpPr txBox="1"/>
          <p:nvPr>
            <p:ph idx="1" type="body"/>
          </p:nvPr>
        </p:nvSpPr>
        <p:spPr>
          <a:xfrm>
            <a:off x="2799191" y="235804"/>
            <a:ext cx="37647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331" name="Google Shape;3331;g38b88470f6c_3_2163"/>
          <p:cNvSpPr txBox="1"/>
          <p:nvPr>
            <p:ph idx="2" type="body"/>
          </p:nvPr>
        </p:nvSpPr>
        <p:spPr>
          <a:xfrm>
            <a:off x="2849922" y="1899734"/>
            <a:ext cx="6492000" cy="34734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332" name="Google Shape;3332;g38b88470f6c_3_2163"/>
          <p:cNvSpPr txBox="1"/>
          <p:nvPr/>
        </p:nvSpPr>
        <p:spPr>
          <a:xfrm>
            <a:off x="482600" y="314232"/>
            <a:ext cx="47244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3600"/>
              <a:buFont typeface="Arial"/>
              <a:buNone/>
            </a:pPr>
            <a:r>
              <a:rPr b="0" i="0" lang="en-US" sz="3600" u="none" cap="none" strike="noStrike">
                <a:solidFill>
                  <a:schemeClr val="accent2"/>
                </a:solidFill>
                <a:latin typeface="Kdam Thmor Pro"/>
                <a:ea typeface="Kdam Thmor Pro"/>
                <a:cs typeface="Kdam Thmor Pro"/>
                <a:sym typeface="Kdam Thmor Pro"/>
              </a:rPr>
              <a:t>Challenge </a:t>
            </a:r>
            <a:endParaRPr b="0" i="0" sz="1400" u="none" cap="none" strike="noStrike">
              <a:solidFill>
                <a:schemeClr val="accen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325"/>
                                        </p:tgtEl>
                                        <p:attrNameLst>
                                          <p:attrName>style.visibility</p:attrName>
                                        </p:attrNameLst>
                                      </p:cBhvr>
                                      <p:to>
                                        <p:strVal val="visible"/>
                                      </p:to>
                                    </p:set>
                                    <p:anim calcmode="lin" valueType="num">
                                      <p:cBhvr additive="base">
                                        <p:cTn dur="2250"/>
                                        <p:tgtEl>
                                          <p:spTgt spid="3325"/>
                                        </p:tgtEl>
                                        <p:attrNameLst>
                                          <p:attrName>ppt_w</p:attrName>
                                        </p:attrNameLst>
                                      </p:cBhvr>
                                      <p:tavLst>
                                        <p:tav fmla="" tm="0">
                                          <p:val>
                                            <p:strVal val="0"/>
                                          </p:val>
                                        </p:tav>
                                        <p:tav fmla="" tm="100000">
                                          <p:val>
                                            <p:strVal val="#ppt_w"/>
                                          </p:val>
                                        </p:tav>
                                      </p:tavLst>
                                    </p:anim>
                                    <p:anim calcmode="lin" valueType="num">
                                      <p:cBhvr additive="base">
                                        <p:cTn dur="2250"/>
                                        <p:tgtEl>
                                          <p:spTgt spid="3325"/>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3331"/>
                                        </p:tgtEl>
                                        <p:attrNameLst>
                                          <p:attrName>style.visibility</p:attrName>
                                        </p:attrNameLst>
                                      </p:cBhvr>
                                      <p:to>
                                        <p:strVal val="visible"/>
                                      </p:to>
                                    </p:set>
                                    <p:animEffect filter="fade" transition="in">
                                      <p:cBhvr>
                                        <p:cTn dur="500"/>
                                        <p:tgtEl>
                                          <p:spTgt spid="33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oring">
  <p:cSld name="Exploring">
    <p:spTree>
      <p:nvGrpSpPr>
        <p:cNvPr id="3333" name="Shape 3333"/>
        <p:cNvGrpSpPr/>
        <p:nvPr/>
      </p:nvGrpSpPr>
      <p:grpSpPr>
        <a:xfrm>
          <a:off x="0" y="0"/>
          <a:ext cx="0" cy="0"/>
          <a:chOff x="0" y="0"/>
          <a:chExt cx="0" cy="0"/>
        </a:xfrm>
      </p:grpSpPr>
      <p:sp>
        <p:nvSpPr>
          <p:cNvPr id="3334" name="Google Shape;3334;g38b88470f6c_3_2172"/>
          <p:cNvSpPr txBox="1"/>
          <p:nvPr/>
        </p:nvSpPr>
        <p:spPr>
          <a:xfrm>
            <a:off x="2729495" y="2321004"/>
            <a:ext cx="2444700" cy="1108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Arial"/>
                <a:ea typeface="Arial"/>
                <a:cs typeface="Arial"/>
                <a:sym typeface="Arial"/>
              </a:rPr>
              <a:t>EXPL</a:t>
            </a:r>
            <a:endParaRPr b="0" i="0" sz="5400" u="none" cap="none" strike="noStrike">
              <a:solidFill>
                <a:schemeClr val="dk1"/>
              </a:solidFill>
              <a:latin typeface="Arial"/>
              <a:ea typeface="Arial"/>
              <a:cs typeface="Arial"/>
              <a:sym typeface="Arial"/>
            </a:endParaRPr>
          </a:p>
        </p:txBody>
      </p:sp>
      <p:sp>
        <p:nvSpPr>
          <p:cNvPr id="3335" name="Google Shape;3335;g38b88470f6c_3_2172"/>
          <p:cNvSpPr txBox="1"/>
          <p:nvPr/>
        </p:nvSpPr>
        <p:spPr>
          <a:xfrm>
            <a:off x="4360477" y="1337162"/>
            <a:ext cx="3251700" cy="264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600"/>
              <a:buFont typeface="Arial"/>
              <a:buNone/>
            </a:pPr>
            <a:r>
              <a:rPr b="1" i="0" lang="en-US" sz="16600" u="none" cap="none" strike="noStrike">
                <a:solidFill>
                  <a:schemeClr val="dk1"/>
                </a:solidFill>
                <a:latin typeface="Arial"/>
                <a:ea typeface="Arial"/>
                <a:cs typeface="Arial"/>
                <a:sym typeface="Arial"/>
              </a:rPr>
              <a:t> O</a:t>
            </a:r>
            <a:endParaRPr b="0" i="0" sz="5400" u="none" cap="none" strike="noStrike">
              <a:solidFill>
                <a:schemeClr val="dk1"/>
              </a:solidFill>
              <a:latin typeface="Arial"/>
              <a:ea typeface="Arial"/>
              <a:cs typeface="Arial"/>
              <a:sym typeface="Arial"/>
            </a:endParaRPr>
          </a:p>
        </p:txBody>
      </p:sp>
      <p:sp>
        <p:nvSpPr>
          <p:cNvPr id="3336" name="Google Shape;3336;g38b88470f6c_3_2172"/>
          <p:cNvSpPr txBox="1"/>
          <p:nvPr/>
        </p:nvSpPr>
        <p:spPr>
          <a:xfrm>
            <a:off x="6583633" y="2321004"/>
            <a:ext cx="30312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Arial"/>
                <a:ea typeface="Arial"/>
                <a:cs typeface="Arial"/>
                <a:sym typeface="Arial"/>
              </a:rPr>
              <a:t>RING</a:t>
            </a:r>
            <a:endParaRPr b="0" i="0" sz="5400" u="none" cap="none" strike="noStrike">
              <a:solidFill>
                <a:schemeClr val="dk1"/>
              </a:solidFill>
              <a:latin typeface="Arial"/>
              <a:ea typeface="Arial"/>
              <a:cs typeface="Arial"/>
              <a:sym typeface="Arial"/>
            </a:endParaRPr>
          </a:p>
        </p:txBody>
      </p:sp>
      <p:pic>
        <p:nvPicPr>
          <p:cNvPr id="3337" name="Google Shape;3337;g38b88470f6c_3_2172"/>
          <p:cNvPicPr preferRelativeResize="0"/>
          <p:nvPr/>
        </p:nvPicPr>
        <p:blipFill rotWithShape="1">
          <a:blip r:embed="rId2">
            <a:alphaModFix/>
          </a:blip>
          <a:srcRect b="0" l="0" r="0" t="0"/>
          <a:stretch/>
        </p:blipFill>
        <p:spPr>
          <a:xfrm>
            <a:off x="1433375" y="3884347"/>
            <a:ext cx="9105900" cy="1826834"/>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34"/>
                                        </p:tgtEl>
                                        <p:attrNameLst>
                                          <p:attrName>style.visibility</p:attrName>
                                        </p:attrNameLst>
                                      </p:cBhvr>
                                      <p:to>
                                        <p:strVal val="visible"/>
                                      </p:to>
                                    </p:set>
                                    <p:animEffect filter="fade" transition="in">
                                      <p:cBhvr>
                                        <p:cTn dur="500"/>
                                        <p:tgtEl>
                                          <p:spTgt spid="3334"/>
                                        </p:tgtEl>
                                      </p:cBhvr>
                                    </p:animEffect>
                                  </p:childTnLst>
                                </p:cTn>
                              </p:par>
                              <p:par>
                                <p:cTn fill="hold" nodeType="withEffect" presetClass="entr" presetID="10" presetSubtype="0">
                                  <p:stCondLst>
                                    <p:cond delay="0"/>
                                  </p:stCondLst>
                                  <p:childTnLst>
                                    <p:set>
                                      <p:cBhvr>
                                        <p:cTn dur="1" fill="hold">
                                          <p:stCondLst>
                                            <p:cond delay="0"/>
                                          </p:stCondLst>
                                        </p:cTn>
                                        <p:tgtEl>
                                          <p:spTgt spid="3336"/>
                                        </p:tgtEl>
                                        <p:attrNameLst>
                                          <p:attrName>style.visibility</p:attrName>
                                        </p:attrNameLst>
                                      </p:cBhvr>
                                      <p:to>
                                        <p:strVal val="visible"/>
                                      </p:to>
                                    </p:set>
                                    <p:animEffect filter="fade" transition="in">
                                      <p:cBhvr>
                                        <p:cTn dur="500"/>
                                        <p:tgtEl>
                                          <p:spTgt spid="33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38" name="Shape 3338"/>
        <p:cNvGrpSpPr/>
        <p:nvPr/>
      </p:nvGrpSpPr>
      <p:grpSpPr>
        <a:xfrm>
          <a:off x="0" y="0"/>
          <a:ext cx="0" cy="0"/>
          <a:chOff x="0" y="0"/>
          <a:chExt cx="0" cy="0"/>
        </a:xfrm>
      </p:grpSpPr>
      <p:sp>
        <p:nvSpPr>
          <p:cNvPr id="3339" name="Google Shape;3339;g38b88470f6c_3_2177"/>
          <p:cNvSpPr txBox="1"/>
          <p:nvPr>
            <p:ph type="title"/>
          </p:nvPr>
        </p:nvSpPr>
        <p:spPr>
          <a:xfrm>
            <a:off x="0" y="0"/>
            <a:ext cx="3000000" cy="30000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lt1"/>
              </a:buClr>
              <a:buSzPts val="5579"/>
              <a:buFont typeface="Verdana"/>
              <a:buNone/>
              <a:defRPr b="0" i="0" sz="5579" u="none" cap="none" strike="noStrike">
                <a:solidFill>
                  <a:schemeClr val="lt1"/>
                </a:solidFill>
                <a:latin typeface="Verdana"/>
                <a:ea typeface="Verdana"/>
                <a:cs typeface="Verdana"/>
                <a:sym typeface="Verdan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H+P/V)">
  <p:cSld name="Learn (H+P/V)">
    <p:spTree>
      <p:nvGrpSpPr>
        <p:cNvPr id="3340" name="Shape 3340"/>
        <p:cNvGrpSpPr/>
        <p:nvPr/>
      </p:nvGrpSpPr>
      <p:grpSpPr>
        <a:xfrm>
          <a:off x="0" y="0"/>
          <a:ext cx="0" cy="0"/>
          <a:chOff x="0" y="0"/>
          <a:chExt cx="0" cy="0"/>
        </a:xfrm>
      </p:grpSpPr>
      <p:sp>
        <p:nvSpPr>
          <p:cNvPr id="3341" name="Google Shape;3341;g38b88470f6c_3_2179"/>
          <p:cNvSpPr txBox="1"/>
          <p:nvPr>
            <p:ph idx="1" type="body"/>
          </p:nvPr>
        </p:nvSpPr>
        <p:spPr>
          <a:xfrm>
            <a:off x="467859" y="426852"/>
            <a:ext cx="4574100" cy="894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342" name="Google Shape;3342;g38b88470f6c_3_2179"/>
          <p:cNvSpPr txBox="1"/>
          <p:nvPr>
            <p:ph idx="2" type="body"/>
          </p:nvPr>
        </p:nvSpPr>
        <p:spPr>
          <a:xfrm>
            <a:off x="850900" y="1219202"/>
            <a:ext cx="10490100" cy="4686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Recap">
  <p:cSld name="1_Recap">
    <p:spTree>
      <p:nvGrpSpPr>
        <p:cNvPr id="3343" name="Shape 3343"/>
        <p:cNvGrpSpPr/>
        <p:nvPr/>
      </p:nvGrpSpPr>
      <p:grpSpPr>
        <a:xfrm>
          <a:off x="0" y="0"/>
          <a:ext cx="0" cy="0"/>
          <a:chOff x="0" y="0"/>
          <a:chExt cx="0" cy="0"/>
        </a:xfrm>
      </p:grpSpPr>
      <p:grpSp>
        <p:nvGrpSpPr>
          <p:cNvPr id="3344" name="Google Shape;3344;g38b88470f6c_3_2182"/>
          <p:cNvGrpSpPr/>
          <p:nvPr/>
        </p:nvGrpSpPr>
        <p:grpSpPr>
          <a:xfrm>
            <a:off x="680011" y="0"/>
            <a:ext cx="3090697" cy="1806089"/>
            <a:chOff x="536716" y="-1319"/>
            <a:chExt cx="3976708" cy="2323841"/>
          </a:xfrm>
        </p:grpSpPr>
        <p:sp>
          <p:nvSpPr>
            <p:cNvPr id="3345" name="Google Shape;3345;g38b88470f6c_3_2182"/>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346" name="Google Shape;3346;g38b88470f6c_3_2182"/>
            <p:cNvGrpSpPr/>
            <p:nvPr/>
          </p:nvGrpSpPr>
          <p:grpSpPr>
            <a:xfrm>
              <a:off x="536716" y="0"/>
              <a:ext cx="3976708" cy="2322522"/>
              <a:chOff x="947530" y="0"/>
              <a:chExt cx="3976708" cy="2322522"/>
            </a:xfrm>
          </p:grpSpPr>
          <p:sp>
            <p:nvSpPr>
              <p:cNvPr id="3347" name="Google Shape;3347;g38b88470f6c_3_2182"/>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348" name="Google Shape;3348;g38b88470f6c_3_2182"/>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349" name="Google Shape;3349;g38b88470f6c_3_2182"/>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350" name="Google Shape;3350;g38b88470f6c_3_2182"/>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351" name="Google Shape;3351;g38b88470f6c_3_2182"/>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352" name="Google Shape;3352;g38b88470f6c_3_2182"/>
          <p:cNvSpPr txBox="1"/>
          <p:nvPr/>
        </p:nvSpPr>
        <p:spPr>
          <a:xfrm>
            <a:off x="680025" y="702888"/>
            <a:ext cx="30180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Recap</a:t>
            </a:r>
            <a:endParaRPr b="0" i="0" sz="1400" u="none" cap="none" strike="noStrike">
              <a:solidFill>
                <a:srgbClr val="000000"/>
              </a:solidFill>
              <a:latin typeface="Arial"/>
              <a:ea typeface="Arial"/>
              <a:cs typeface="Arial"/>
              <a:sym typeface="Arial"/>
            </a:endParaRPr>
          </a:p>
        </p:txBody>
      </p:sp>
      <p:pic>
        <p:nvPicPr>
          <p:cNvPr id="3353" name="Google Shape;3353;g38b88470f6c_3_2182"/>
          <p:cNvPicPr preferRelativeResize="0"/>
          <p:nvPr/>
        </p:nvPicPr>
        <p:blipFill rotWithShape="1">
          <a:blip r:embed="rId2">
            <a:alphaModFix/>
          </a:blip>
          <a:srcRect b="0" l="0" r="0" t="0"/>
          <a:stretch/>
        </p:blipFill>
        <p:spPr>
          <a:xfrm>
            <a:off x="5309216" y="526820"/>
            <a:ext cx="5309935" cy="5309935"/>
          </a:xfrm>
          <a:prstGeom prst="rect">
            <a:avLst/>
          </a:prstGeom>
          <a:noFill/>
          <a:ln>
            <a:noFill/>
          </a:ln>
        </p:spPr>
      </p:pic>
      <p:sp>
        <p:nvSpPr>
          <p:cNvPr id="3354" name="Google Shape;3354;g38b88470f6c_3_2182"/>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s T2 1">
  <p:cSld name="Title with Two Contents T2_1">
    <p:spTree>
      <p:nvGrpSpPr>
        <p:cNvPr id="3355" name="Shape 3355"/>
        <p:cNvGrpSpPr/>
        <p:nvPr/>
      </p:nvGrpSpPr>
      <p:grpSpPr>
        <a:xfrm>
          <a:off x="0" y="0"/>
          <a:ext cx="0" cy="0"/>
          <a:chOff x="0" y="0"/>
          <a:chExt cx="0" cy="0"/>
        </a:xfrm>
      </p:grpSpPr>
      <p:grpSp>
        <p:nvGrpSpPr>
          <p:cNvPr id="3356" name="Google Shape;3356;g38b88470f6c_3_2194"/>
          <p:cNvGrpSpPr/>
          <p:nvPr/>
        </p:nvGrpSpPr>
        <p:grpSpPr>
          <a:xfrm>
            <a:off x="-1" y="579518"/>
            <a:ext cx="7079588" cy="823623"/>
            <a:chOff x="0" y="579518"/>
            <a:chExt cx="4146900" cy="823623"/>
          </a:xfrm>
        </p:grpSpPr>
        <p:sp>
          <p:nvSpPr>
            <p:cNvPr id="3357" name="Google Shape;3357;g38b88470f6c_3_2194"/>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358" name="Google Shape;3358;g38b88470f6c_3_2194"/>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359" name="Google Shape;3359;g38b88470f6c_3_2194"/>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360" name="Google Shape;3360;g38b88470f6c_3_2194"/>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361" name="Google Shape;3361;g38b88470f6c_3_2194"/>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o_Pic_table...">
  <p:cSld name="Video_Pic_table...">
    <p:spTree>
      <p:nvGrpSpPr>
        <p:cNvPr id="3362" name="Shape 3362"/>
        <p:cNvGrpSpPr/>
        <p:nvPr/>
      </p:nvGrpSpPr>
      <p:grpSpPr>
        <a:xfrm>
          <a:off x="0" y="0"/>
          <a:ext cx="0" cy="0"/>
          <a:chOff x="0" y="0"/>
          <a:chExt cx="0" cy="0"/>
        </a:xfrm>
      </p:grpSpPr>
      <p:sp>
        <p:nvSpPr>
          <p:cNvPr id="3363" name="Google Shape;3363;g38b88470f6c_3_2201"/>
          <p:cNvSpPr txBox="1"/>
          <p:nvPr>
            <p:ph idx="1" type="body"/>
          </p:nvPr>
        </p:nvSpPr>
        <p:spPr>
          <a:xfrm>
            <a:off x="0" y="0"/>
            <a:ext cx="12192000" cy="68580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p:cSld name="TASK">
    <p:spTree>
      <p:nvGrpSpPr>
        <p:cNvPr id="3364" name="Shape 3364"/>
        <p:cNvGrpSpPr/>
        <p:nvPr/>
      </p:nvGrpSpPr>
      <p:grpSpPr>
        <a:xfrm>
          <a:off x="0" y="0"/>
          <a:ext cx="0" cy="0"/>
          <a:chOff x="0" y="0"/>
          <a:chExt cx="0" cy="0"/>
        </a:xfrm>
      </p:grpSpPr>
      <p:grpSp>
        <p:nvGrpSpPr>
          <p:cNvPr id="3365" name="Google Shape;3365;g38b88470f6c_3_2203"/>
          <p:cNvGrpSpPr/>
          <p:nvPr/>
        </p:nvGrpSpPr>
        <p:grpSpPr>
          <a:xfrm>
            <a:off x="-86305" y="232839"/>
            <a:ext cx="2794159" cy="390024"/>
            <a:chOff x="948349" y="814223"/>
            <a:chExt cx="2794159" cy="390024"/>
          </a:xfrm>
        </p:grpSpPr>
        <p:sp>
          <p:nvSpPr>
            <p:cNvPr id="3366" name="Google Shape;3366;g38b88470f6c_3_220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367" name="Google Shape;3367;g38b88470f6c_3_220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3368" name="Google Shape;3368;g38b88470f6c_3_2203"/>
          <p:cNvGrpSpPr/>
          <p:nvPr/>
        </p:nvGrpSpPr>
        <p:grpSpPr>
          <a:xfrm flipH="1" rot="10800000">
            <a:off x="-86305" y="1933581"/>
            <a:ext cx="2794159" cy="390024"/>
            <a:chOff x="948349" y="814223"/>
            <a:chExt cx="2794159" cy="390024"/>
          </a:xfrm>
        </p:grpSpPr>
        <p:sp>
          <p:nvSpPr>
            <p:cNvPr id="3369" name="Google Shape;3369;g38b88470f6c_3_220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370" name="Google Shape;3370;g38b88470f6c_3_220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371" name="Google Shape;3371;g38b88470f6c_3_2203"/>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372" name="Google Shape;3372;g38b88470f6c_3_2203"/>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373" name="Google Shape;3373;g38b88470f6c_3_2203"/>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374" name="Google Shape;3374;g38b88470f6c_3_2203"/>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375" name="Google Shape;3375;g38b88470f6c_3_2203"/>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376" name="Google Shape;3376;g38b88470f6c_3_2203"/>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377" name="Google Shape;3377;g38b88470f6c_3_2203"/>
          <p:cNvSpPr txBox="1"/>
          <p:nvPr/>
        </p:nvSpPr>
        <p:spPr>
          <a:xfrm>
            <a:off x="1272674" y="920595"/>
            <a:ext cx="2499900" cy="60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5400"/>
              <a:buFont typeface="Arial"/>
              <a:buNone/>
            </a:pPr>
            <a:r>
              <a:rPr b="0" i="0" lang="en-US" sz="5400" u="none" cap="none" strike="noStrike">
                <a:solidFill>
                  <a:schemeClr val="accent1"/>
                </a:solidFill>
                <a:latin typeface="Kdam Thmor Pro"/>
                <a:ea typeface="Kdam Thmor Pro"/>
                <a:cs typeface="Kdam Thmor Pro"/>
                <a:sym typeface="Kdam Thmor Pro"/>
              </a:rPr>
              <a:t>Task</a:t>
            </a:r>
            <a:endParaRPr b="0" i="0" sz="7200" u="none" cap="none" strike="noStrike">
              <a:solidFill>
                <a:schemeClr val="accent1"/>
              </a:solidFill>
              <a:latin typeface="Kdam Thmor Pro"/>
              <a:ea typeface="Kdam Thmor Pro"/>
              <a:cs typeface="Kdam Thmor Pro"/>
              <a:sym typeface="Kdam Thmor Pro"/>
            </a:endParaRPr>
          </a:p>
        </p:txBody>
      </p:sp>
      <p:grpSp>
        <p:nvGrpSpPr>
          <p:cNvPr id="3378" name="Google Shape;3378;g38b88470f6c_3_2203"/>
          <p:cNvGrpSpPr/>
          <p:nvPr/>
        </p:nvGrpSpPr>
        <p:grpSpPr>
          <a:xfrm>
            <a:off x="7362778" y="1529289"/>
            <a:ext cx="4433002" cy="4433003"/>
            <a:chOff x="-413326" y="937285"/>
            <a:chExt cx="4433003" cy="4433003"/>
          </a:xfrm>
        </p:grpSpPr>
        <p:sp>
          <p:nvSpPr>
            <p:cNvPr id="3379" name="Google Shape;3379;g38b88470f6c_3_2203"/>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380" name="Google Shape;3380;g38b88470f6c_3_2203"/>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381" name="Google Shape;3381;g38b88470f6c_3_2203"/>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382" name="Google Shape;3382;g38b88470f6c_3_2203"/>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383" name="Google Shape;3383;g38b88470f6c_3_2203"/>
          <p:cNvSpPr txBox="1"/>
          <p:nvPr>
            <p:ph idx="1" type="body"/>
          </p:nvPr>
        </p:nvSpPr>
        <p:spPr>
          <a:xfrm>
            <a:off x="7899288" y="1742630"/>
            <a:ext cx="3396600" cy="4094100"/>
          </a:xfrm>
          <a:prstGeom prst="rect">
            <a:avLst/>
          </a:prstGeom>
          <a:noFill/>
          <a:ln>
            <a:noFill/>
          </a:ln>
        </p:spPr>
        <p:txBody>
          <a:bodyPr anchorCtr="0" anchor="ctr" bIns="45700" lIns="91425" spcFirstLastPara="1" rIns="91425" wrap="square" tIns="45700">
            <a:noAutofit/>
          </a:bodyPr>
          <a:lstStyle>
            <a:lvl1pPr indent="-457200" lvl="0" marL="457200" marR="0" algn="l">
              <a:lnSpc>
                <a:spcPct val="100000"/>
              </a:lnSpc>
              <a:spcBef>
                <a:spcPts val="0"/>
              </a:spcBef>
              <a:spcAft>
                <a:spcPts val="0"/>
              </a:spcAft>
              <a:buClr>
                <a:srgbClr val="05FDFF"/>
              </a:buClr>
              <a:buSzPts val="3600"/>
              <a:buFont typeface="Noto Sans Symbols"/>
              <a:buChar char="✔"/>
              <a:defRPr b="0" i="0" sz="18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65"/>
                                        </p:tgtEl>
                                        <p:attrNameLst>
                                          <p:attrName>style.visibility</p:attrName>
                                        </p:attrNameLst>
                                      </p:cBhvr>
                                      <p:to>
                                        <p:strVal val="visible"/>
                                      </p:to>
                                    </p:set>
                                    <p:animEffect filter="fade" transition="in">
                                      <p:cBhvr>
                                        <p:cTn dur="500"/>
                                        <p:tgtEl>
                                          <p:spTgt spid="3365"/>
                                        </p:tgtEl>
                                      </p:cBhvr>
                                    </p:animEffect>
                                  </p:childTnLst>
                                </p:cTn>
                              </p:par>
                              <p:par>
                                <p:cTn fill="hold" nodeType="withEffect" presetClass="entr" presetID="10" presetSubtype="0">
                                  <p:stCondLst>
                                    <p:cond delay="0"/>
                                  </p:stCondLst>
                                  <p:childTnLst>
                                    <p:set>
                                      <p:cBhvr>
                                        <p:cTn dur="1" fill="hold">
                                          <p:stCondLst>
                                            <p:cond delay="0"/>
                                          </p:stCondLst>
                                        </p:cTn>
                                        <p:tgtEl>
                                          <p:spTgt spid="3368"/>
                                        </p:tgtEl>
                                        <p:attrNameLst>
                                          <p:attrName>style.visibility</p:attrName>
                                        </p:attrNameLst>
                                      </p:cBhvr>
                                      <p:to>
                                        <p:strVal val="visible"/>
                                      </p:to>
                                    </p:set>
                                    <p:animEffect filter="fade" transition="in">
                                      <p:cBhvr>
                                        <p:cTn dur="500"/>
                                        <p:tgtEl>
                                          <p:spTgt spid="3368"/>
                                        </p:tgtEl>
                                      </p:cBhvr>
                                    </p:animEffect>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3377"/>
                                        </p:tgtEl>
                                        <p:attrNameLst>
                                          <p:attrName>style.visibility</p:attrName>
                                        </p:attrNameLst>
                                      </p:cBhvr>
                                      <p:to>
                                        <p:strVal val="visible"/>
                                      </p:to>
                                    </p:set>
                                    <p:anim calcmode="lin" valueType="num">
                                      <p:cBhvr additive="base">
                                        <p:cTn dur="500"/>
                                        <p:tgtEl>
                                          <p:spTgt spid="3377"/>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3378"/>
                                        </p:tgtEl>
                                        <p:attrNameLst>
                                          <p:attrName>style.visibility</p:attrName>
                                        </p:attrNameLst>
                                      </p:cBhvr>
                                      <p:to>
                                        <p:strVal val="visible"/>
                                      </p:to>
                                    </p:set>
                                    <p:anim calcmode="lin" valueType="num">
                                      <p:cBhvr additive="base">
                                        <p:cTn dur="2250"/>
                                        <p:tgtEl>
                                          <p:spTgt spid="3378"/>
                                        </p:tgtEl>
                                        <p:attrNameLst>
                                          <p:attrName>ppt_w</p:attrName>
                                        </p:attrNameLst>
                                      </p:cBhvr>
                                      <p:tavLst>
                                        <p:tav fmla="" tm="0">
                                          <p:val>
                                            <p:strVal val="0"/>
                                          </p:val>
                                        </p:tav>
                                        <p:tav fmla="" tm="100000">
                                          <p:val>
                                            <p:strVal val="#ppt_w"/>
                                          </p:val>
                                        </p:tav>
                                      </p:tavLst>
                                    </p:anim>
                                    <p:anim calcmode="lin" valueType="num">
                                      <p:cBhvr additive="base">
                                        <p:cTn dur="2250"/>
                                        <p:tgtEl>
                                          <p:spTgt spid="337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3"/>
                                        </p:tgtEl>
                                        <p:attrNameLst>
                                          <p:attrName>style.visibility</p:attrName>
                                        </p:attrNameLst>
                                      </p:cBhvr>
                                      <p:to>
                                        <p:strVal val="visible"/>
                                      </p:to>
                                    </p:set>
                                    <p:animEffect filter="fade" transition="in">
                                      <p:cBhvr>
                                        <p:cTn dur="500"/>
                                        <p:tgtEl>
                                          <p:spTgt spid="3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p:cSld name="Transition slide">
    <p:spTree>
      <p:nvGrpSpPr>
        <p:cNvPr id="3384" name="Shape 3384"/>
        <p:cNvGrpSpPr/>
        <p:nvPr/>
      </p:nvGrpSpPr>
      <p:grpSpPr>
        <a:xfrm>
          <a:off x="0" y="0"/>
          <a:ext cx="0" cy="0"/>
          <a:chOff x="0" y="0"/>
          <a:chExt cx="0" cy="0"/>
        </a:xfrm>
      </p:grpSpPr>
      <p:sp>
        <p:nvSpPr>
          <p:cNvPr id="3385" name="Google Shape;3385;g38b88470f6c_3_2223"/>
          <p:cNvSpPr/>
          <p:nvPr/>
        </p:nvSpPr>
        <p:spPr>
          <a:xfrm>
            <a:off x="2292581" y="0"/>
            <a:ext cx="72000" cy="1492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386" name="Google Shape;3386;g38b88470f6c_3_2223"/>
          <p:cNvSpPr/>
          <p:nvPr/>
        </p:nvSpPr>
        <p:spPr>
          <a:xfrm>
            <a:off x="2256531" y="0"/>
            <a:ext cx="72000" cy="1491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387" name="Google Shape;3387;g38b88470f6c_3_2223"/>
          <p:cNvSpPr/>
          <p:nvPr/>
        </p:nvSpPr>
        <p:spPr>
          <a:xfrm>
            <a:off x="9686155" y="698"/>
            <a:ext cx="72000" cy="1554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388" name="Google Shape;3388;g38b88470f6c_3_2223"/>
          <p:cNvGrpSpPr/>
          <p:nvPr/>
        </p:nvGrpSpPr>
        <p:grpSpPr>
          <a:xfrm>
            <a:off x="911104" y="1079070"/>
            <a:ext cx="10369887" cy="4698606"/>
            <a:chOff x="1290381" y="1417103"/>
            <a:chExt cx="9045610" cy="4098575"/>
          </a:xfrm>
        </p:grpSpPr>
        <p:sp>
          <p:nvSpPr>
            <p:cNvPr id="3389" name="Google Shape;3389;g38b88470f6c_3_2223"/>
            <p:cNvSpPr/>
            <p:nvPr/>
          </p:nvSpPr>
          <p:spPr>
            <a:xfrm>
              <a:off x="1363291" y="1491778"/>
              <a:ext cx="8972700" cy="40239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390" name="Google Shape;3390;g38b88470f6c_3_2223"/>
            <p:cNvSpPr/>
            <p:nvPr/>
          </p:nvSpPr>
          <p:spPr>
            <a:xfrm>
              <a:off x="1290381" y="1417103"/>
              <a:ext cx="8972700" cy="40239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391" name="Google Shape;3391;g38b88470f6c_3_2223"/>
          <p:cNvSpPr/>
          <p:nvPr/>
        </p:nvSpPr>
        <p:spPr>
          <a:xfrm>
            <a:off x="9650105" y="0"/>
            <a:ext cx="72000" cy="1554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392" name="Google Shape;3392;g38b88470f6c_3_2223"/>
          <p:cNvSpPr txBox="1"/>
          <p:nvPr>
            <p:ph idx="1" type="body"/>
          </p:nvPr>
        </p:nvSpPr>
        <p:spPr>
          <a:xfrm>
            <a:off x="994679" y="1164672"/>
            <a:ext cx="10105200" cy="44097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6000"/>
              <a:buFont typeface="Arial"/>
              <a:buNone/>
              <a:defRPr b="1" i="0" sz="60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1 1">
  <p:cSld name="WA_3Step (H+PIC+NO.+HINT)_1_1">
    <p:spTree>
      <p:nvGrpSpPr>
        <p:cNvPr id="3393" name="Shape 3393"/>
        <p:cNvGrpSpPr/>
        <p:nvPr/>
      </p:nvGrpSpPr>
      <p:grpSpPr>
        <a:xfrm>
          <a:off x="0" y="0"/>
          <a:ext cx="0" cy="0"/>
          <a:chOff x="0" y="0"/>
          <a:chExt cx="0" cy="0"/>
        </a:xfrm>
      </p:grpSpPr>
      <p:grpSp>
        <p:nvGrpSpPr>
          <p:cNvPr id="3394" name="Google Shape;3394;g38b88470f6c_3_2232"/>
          <p:cNvGrpSpPr/>
          <p:nvPr/>
        </p:nvGrpSpPr>
        <p:grpSpPr>
          <a:xfrm>
            <a:off x="1843327" y="1239732"/>
            <a:ext cx="8449746" cy="4433003"/>
            <a:chOff x="-413326" y="937285"/>
            <a:chExt cx="4433003" cy="4433003"/>
          </a:xfrm>
        </p:grpSpPr>
        <p:sp>
          <p:nvSpPr>
            <p:cNvPr id="3395" name="Google Shape;3395;g38b88470f6c_3_2232"/>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396" name="Google Shape;3396;g38b88470f6c_3_2232"/>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397" name="Google Shape;3397;g38b88470f6c_3_2232"/>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398" name="Google Shape;3398;g38b88470f6c_3_2232"/>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399" name="Google Shape;3399;g38b88470f6c_3_2232"/>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3400" name="Google Shape;3400;g38b88470f6c_3_2232"/>
          <p:cNvSpPr/>
          <p:nvPr>
            <p:ph idx="2" type="pic"/>
          </p:nvPr>
        </p:nvSpPr>
        <p:spPr>
          <a:xfrm>
            <a:off x="2394857" y="1519415"/>
            <a:ext cx="7323300" cy="3913500"/>
          </a:xfrm>
          <a:prstGeom prst="rect">
            <a:avLst/>
          </a:prstGeom>
          <a:noFill/>
          <a:ln>
            <a:noFill/>
          </a:ln>
        </p:spPr>
      </p:sp>
      <p:sp>
        <p:nvSpPr>
          <p:cNvPr id="3401" name="Google Shape;3401;g38b88470f6c_3_2232"/>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402" name="Google Shape;3402;g38b88470f6c_3_2232"/>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1 2">
  <p:cSld name="WA_3Step (H+PIC+NO.+HINT)_1_2">
    <p:spTree>
      <p:nvGrpSpPr>
        <p:cNvPr id="3403" name="Shape 3403"/>
        <p:cNvGrpSpPr/>
        <p:nvPr/>
      </p:nvGrpSpPr>
      <p:grpSpPr>
        <a:xfrm>
          <a:off x="0" y="0"/>
          <a:ext cx="0" cy="0"/>
          <a:chOff x="0" y="0"/>
          <a:chExt cx="0" cy="0"/>
        </a:xfrm>
      </p:grpSpPr>
      <p:grpSp>
        <p:nvGrpSpPr>
          <p:cNvPr id="3404" name="Google Shape;3404;g38b88470f6c_3_2242"/>
          <p:cNvGrpSpPr/>
          <p:nvPr/>
        </p:nvGrpSpPr>
        <p:grpSpPr>
          <a:xfrm>
            <a:off x="1843327" y="1239732"/>
            <a:ext cx="8449746" cy="4433003"/>
            <a:chOff x="-413326" y="937285"/>
            <a:chExt cx="4433003" cy="4433003"/>
          </a:xfrm>
        </p:grpSpPr>
        <p:sp>
          <p:nvSpPr>
            <p:cNvPr id="3405" name="Google Shape;3405;g38b88470f6c_3_2242"/>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406" name="Google Shape;3406;g38b88470f6c_3_2242"/>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407" name="Google Shape;3407;g38b88470f6c_3_2242"/>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408" name="Google Shape;3408;g38b88470f6c_3_2242"/>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409" name="Google Shape;3409;g38b88470f6c_3_2242"/>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3410" name="Google Shape;3410;g38b88470f6c_3_2242"/>
          <p:cNvSpPr/>
          <p:nvPr>
            <p:ph idx="2" type="pic"/>
          </p:nvPr>
        </p:nvSpPr>
        <p:spPr>
          <a:xfrm>
            <a:off x="2394857" y="1519415"/>
            <a:ext cx="7323300" cy="3913500"/>
          </a:xfrm>
          <a:prstGeom prst="rect">
            <a:avLst/>
          </a:prstGeom>
          <a:noFill/>
          <a:ln>
            <a:noFill/>
          </a:ln>
        </p:spPr>
      </p:sp>
      <p:sp>
        <p:nvSpPr>
          <p:cNvPr id="3411" name="Google Shape;3411;g38b88470f6c_3_2242"/>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412" name="Google Shape;3412;g38b88470f6c_3_2242"/>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ng Completed">
  <p:cSld name="Testing Completed">
    <p:spTree>
      <p:nvGrpSpPr>
        <p:cNvPr id="3413" name="Shape 3413"/>
        <p:cNvGrpSpPr/>
        <p:nvPr/>
      </p:nvGrpSpPr>
      <p:grpSpPr>
        <a:xfrm>
          <a:off x="0" y="0"/>
          <a:ext cx="0" cy="0"/>
          <a:chOff x="0" y="0"/>
          <a:chExt cx="0" cy="0"/>
        </a:xfrm>
      </p:grpSpPr>
      <p:sp>
        <p:nvSpPr>
          <p:cNvPr id="3414" name="Google Shape;3414;g38b88470f6c_3_2252"/>
          <p:cNvSpPr txBox="1"/>
          <p:nvPr/>
        </p:nvSpPr>
        <p:spPr>
          <a:xfrm>
            <a:off x="381000" y="157375"/>
            <a:ext cx="4737600" cy="212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Arial"/>
                <a:ea typeface="Arial"/>
                <a:cs typeface="Arial"/>
                <a:sym typeface="Arial"/>
              </a:rPr>
              <a:t>Testing</a:t>
            </a:r>
            <a:r>
              <a:rPr b="1" i="0" lang="en-US" sz="6600" u="none" cap="none" strike="noStrike">
                <a:solidFill>
                  <a:schemeClr val="dk1"/>
                </a:solidFill>
                <a:latin typeface="Arial"/>
                <a:ea typeface="Arial"/>
                <a:cs typeface="Arial"/>
                <a:sym typeface="Arial"/>
              </a:rPr>
              <a:t> Completed </a:t>
            </a:r>
            <a:endParaRPr b="0" i="0" sz="5400" u="none" cap="none" strike="noStrike">
              <a:solidFill>
                <a:schemeClr val="dk1"/>
              </a:solidFill>
              <a:latin typeface="Arial"/>
              <a:ea typeface="Arial"/>
              <a:cs typeface="Arial"/>
              <a:sym typeface="Arial"/>
            </a:endParaRPr>
          </a:p>
        </p:txBody>
      </p:sp>
      <p:sp>
        <p:nvSpPr>
          <p:cNvPr id="3415" name="Google Shape;3415;g38b88470f6c_3_2252"/>
          <p:cNvSpPr/>
          <p:nvPr/>
        </p:nvSpPr>
        <p:spPr>
          <a:xfrm rot="-1782754">
            <a:off x="10532613" y="3057460"/>
            <a:ext cx="1152318" cy="1084353"/>
          </a:xfrm>
          <a:custGeom>
            <a:rect b="b" l="l" r="r" t="t"/>
            <a:pathLst>
              <a:path extrusionOk="0" h="1972325" w="2095947">
                <a:moveTo>
                  <a:pt x="1207211" y="660929"/>
                </a:moveTo>
                <a:cubicBezTo>
                  <a:pt x="1102223" y="610125"/>
                  <a:pt x="974784" y="610474"/>
                  <a:pt x="866133" y="672956"/>
                </a:cubicBezTo>
                <a:cubicBezTo>
                  <a:pt x="865479" y="673330"/>
                  <a:pt x="864826" y="673706"/>
                  <a:pt x="864175" y="674083"/>
                </a:cubicBezTo>
                <a:cubicBezTo>
                  <a:pt x="691790" y="773974"/>
                  <a:pt x="633022" y="994696"/>
                  <a:pt x="732913" y="1167082"/>
                </a:cubicBezTo>
                <a:cubicBezTo>
                  <a:pt x="833985" y="1340254"/>
                  <a:pt x="1055902" y="1399350"/>
                  <a:pt x="1229711" y="1299375"/>
                </a:cubicBezTo>
                <a:cubicBezTo>
                  <a:pt x="1230357" y="1299008"/>
                  <a:pt x="1231003" y="1298636"/>
                  <a:pt x="1231646" y="1298264"/>
                </a:cubicBezTo>
                <a:cubicBezTo>
                  <a:pt x="1404069" y="1198404"/>
                  <a:pt x="1462894" y="977675"/>
                  <a:pt x="1363033" y="805250"/>
                </a:cubicBezTo>
                <a:cubicBezTo>
                  <a:pt x="1325114" y="740309"/>
                  <a:pt x="1270203" y="691412"/>
                  <a:pt x="1207211" y="660929"/>
                </a:cubicBezTo>
                <a:close/>
                <a:moveTo>
                  <a:pt x="1450613" y="13643"/>
                </a:moveTo>
                <a:lnTo>
                  <a:pt x="1553483" y="72713"/>
                </a:lnTo>
                <a:lnTo>
                  <a:pt x="1692983" y="152786"/>
                </a:lnTo>
                <a:cubicBezTo>
                  <a:pt x="1704136" y="159188"/>
                  <a:pt x="1713676" y="167404"/>
                  <a:pt x="1721411" y="176872"/>
                </a:cubicBezTo>
                <a:lnTo>
                  <a:pt x="1721423" y="176895"/>
                </a:lnTo>
                <a:lnTo>
                  <a:pt x="1721432" y="176902"/>
                </a:lnTo>
                <a:cubicBezTo>
                  <a:pt x="1729167" y="186369"/>
                  <a:pt x="1735094" y="197088"/>
                  <a:pt x="1739019" y="208496"/>
                </a:cubicBezTo>
                <a:lnTo>
                  <a:pt x="1743058" y="234383"/>
                </a:lnTo>
                <a:lnTo>
                  <a:pt x="1744594" y="244195"/>
                </a:lnTo>
                <a:lnTo>
                  <a:pt x="1744592" y="244208"/>
                </a:lnTo>
                <a:lnTo>
                  <a:pt x="1744594" y="244223"/>
                </a:lnTo>
                <a:lnTo>
                  <a:pt x="1743221" y="250812"/>
                </a:lnTo>
                <a:lnTo>
                  <a:pt x="1737024" y="280677"/>
                </a:lnTo>
                <a:lnTo>
                  <a:pt x="1715725" y="333022"/>
                </a:lnTo>
                <a:lnTo>
                  <a:pt x="1688065" y="401070"/>
                </a:lnTo>
                <a:lnTo>
                  <a:pt x="1682909" y="441239"/>
                </a:lnTo>
                <a:lnTo>
                  <a:pt x="1681392" y="453141"/>
                </a:lnTo>
                <a:lnTo>
                  <a:pt x="1691837" y="478722"/>
                </a:lnTo>
                <a:lnTo>
                  <a:pt x="1701254" y="501750"/>
                </a:lnTo>
                <a:lnTo>
                  <a:pt x="1750706" y="576574"/>
                </a:lnTo>
                <a:lnTo>
                  <a:pt x="1753602" y="580954"/>
                </a:lnTo>
                <a:lnTo>
                  <a:pt x="1753602" y="580955"/>
                </a:lnTo>
                <a:lnTo>
                  <a:pt x="1753622" y="580985"/>
                </a:lnTo>
                <a:lnTo>
                  <a:pt x="1764252" y="602054"/>
                </a:lnTo>
                <a:lnTo>
                  <a:pt x="1796408" y="665761"/>
                </a:lnTo>
                <a:lnTo>
                  <a:pt x="1817180" y="692444"/>
                </a:lnTo>
                <a:lnTo>
                  <a:pt x="1828498" y="706969"/>
                </a:lnTo>
                <a:lnTo>
                  <a:pt x="1847963" y="715119"/>
                </a:lnTo>
                <a:lnTo>
                  <a:pt x="1876690" y="727128"/>
                </a:lnTo>
                <a:lnTo>
                  <a:pt x="1961530" y="738943"/>
                </a:lnTo>
                <a:lnTo>
                  <a:pt x="2007293" y="745311"/>
                </a:lnTo>
                <a:lnTo>
                  <a:pt x="2007320" y="745320"/>
                </a:lnTo>
                <a:lnTo>
                  <a:pt x="2007339" y="745323"/>
                </a:lnTo>
                <a:lnTo>
                  <a:pt x="2021741" y="750093"/>
                </a:lnTo>
                <a:lnTo>
                  <a:pt x="2042582" y="756992"/>
                </a:lnTo>
                <a:lnTo>
                  <a:pt x="2042593" y="757001"/>
                </a:lnTo>
                <a:lnTo>
                  <a:pt x="2042627" y="757012"/>
                </a:lnTo>
                <a:cubicBezTo>
                  <a:pt x="2074700" y="774632"/>
                  <a:pt x="2095966" y="808707"/>
                  <a:pt x="2095947" y="847190"/>
                </a:cubicBezTo>
                <a:lnTo>
                  <a:pt x="2095844" y="1124628"/>
                </a:lnTo>
                <a:lnTo>
                  <a:pt x="2095839" y="1124651"/>
                </a:lnTo>
                <a:lnTo>
                  <a:pt x="2095839" y="1124679"/>
                </a:lnTo>
                <a:lnTo>
                  <a:pt x="2090268" y="1155030"/>
                </a:lnTo>
                <a:lnTo>
                  <a:pt x="2089139" y="1161186"/>
                </a:lnTo>
                <a:lnTo>
                  <a:pt x="2089138" y="1161188"/>
                </a:lnTo>
                <a:lnTo>
                  <a:pt x="2089134" y="1161211"/>
                </a:lnTo>
                <a:cubicBezTo>
                  <a:pt x="2084796" y="1172601"/>
                  <a:pt x="2078485" y="1183056"/>
                  <a:pt x="2070588" y="1192131"/>
                </a:cubicBezTo>
                <a:lnTo>
                  <a:pt x="2070033" y="1192579"/>
                </a:lnTo>
                <a:lnTo>
                  <a:pt x="2042512" y="1214791"/>
                </a:lnTo>
                <a:cubicBezTo>
                  <a:pt x="2031825" y="1220667"/>
                  <a:pt x="2019937" y="1224717"/>
                  <a:pt x="2007236" y="1226496"/>
                </a:cubicBezTo>
                <a:lnTo>
                  <a:pt x="1950363" y="1234404"/>
                </a:lnTo>
                <a:lnTo>
                  <a:pt x="1876427" y="1244733"/>
                </a:lnTo>
                <a:cubicBezTo>
                  <a:pt x="1858610" y="1247259"/>
                  <a:pt x="1842097" y="1254343"/>
                  <a:pt x="1828266" y="1264930"/>
                </a:cubicBezTo>
                <a:lnTo>
                  <a:pt x="1807884" y="1291126"/>
                </a:lnTo>
                <a:lnTo>
                  <a:pt x="1796202" y="1306160"/>
                </a:lnTo>
                <a:lnTo>
                  <a:pt x="1778069" y="1342140"/>
                </a:lnTo>
                <a:lnTo>
                  <a:pt x="1753411" y="1391097"/>
                </a:lnTo>
                <a:cubicBezTo>
                  <a:pt x="1737509" y="1418526"/>
                  <a:pt x="1719994" y="1445020"/>
                  <a:pt x="1700947" y="1470436"/>
                </a:cubicBezTo>
                <a:cubicBezTo>
                  <a:pt x="1690074" y="1484872"/>
                  <a:pt x="1683384" y="1501631"/>
                  <a:pt x="1681105" y="1518970"/>
                </a:cubicBezTo>
                <a:lnTo>
                  <a:pt x="1684507" y="1545650"/>
                </a:lnTo>
                <a:lnTo>
                  <a:pt x="1687757" y="1570956"/>
                </a:lnTo>
                <a:lnTo>
                  <a:pt x="1703486" y="1609731"/>
                </a:lnTo>
                <a:lnTo>
                  <a:pt x="1736629" y="1691283"/>
                </a:lnTo>
                <a:cubicBezTo>
                  <a:pt x="1741468" y="1703190"/>
                  <a:pt x="1743922" y="1715533"/>
                  <a:pt x="1744185" y="1727750"/>
                </a:cubicBezTo>
                <a:lnTo>
                  <a:pt x="1741109" y="1747380"/>
                </a:lnTo>
                <a:lnTo>
                  <a:pt x="1738594" y="1763478"/>
                </a:lnTo>
                <a:cubicBezTo>
                  <a:pt x="1734669" y="1774878"/>
                  <a:pt x="1728743" y="1785589"/>
                  <a:pt x="1721010" y="1795046"/>
                </a:cubicBezTo>
                <a:lnTo>
                  <a:pt x="1716471" y="1798887"/>
                </a:lnTo>
                <a:lnTo>
                  <a:pt x="1692599" y="1819121"/>
                </a:lnTo>
                <a:lnTo>
                  <a:pt x="1528712" y="1913256"/>
                </a:lnTo>
                <a:lnTo>
                  <a:pt x="1449996" y="1958484"/>
                </a:lnTo>
                <a:cubicBezTo>
                  <a:pt x="1427861" y="1971190"/>
                  <a:pt x="1402740" y="1974807"/>
                  <a:pt x="1379215" y="1970227"/>
                </a:cubicBezTo>
                <a:lnTo>
                  <a:pt x="1362759" y="1963890"/>
                </a:lnTo>
                <a:lnTo>
                  <a:pt x="1345679" y="1957319"/>
                </a:lnTo>
                <a:cubicBezTo>
                  <a:pt x="1335280" y="1951042"/>
                  <a:pt x="1325853" y="1942826"/>
                  <a:pt x="1317970" y="1932783"/>
                </a:cubicBezTo>
                <a:lnTo>
                  <a:pt x="1293113" y="1901114"/>
                </a:lnTo>
                <a:lnTo>
                  <a:pt x="1293131" y="1901104"/>
                </a:lnTo>
                <a:lnTo>
                  <a:pt x="1236804" y="1829375"/>
                </a:lnTo>
                <a:cubicBezTo>
                  <a:pt x="1214609" y="1801161"/>
                  <a:pt x="1179316" y="1786552"/>
                  <a:pt x="1143674" y="1790828"/>
                </a:cubicBezTo>
                <a:cubicBezTo>
                  <a:pt x="1079611" y="1798368"/>
                  <a:pt x="1014881" y="1798299"/>
                  <a:pt x="950835" y="1790624"/>
                </a:cubicBezTo>
                <a:cubicBezTo>
                  <a:pt x="915496" y="1786583"/>
                  <a:pt x="880603" y="1801226"/>
                  <a:pt x="858732" y="1829273"/>
                </a:cubicBezTo>
                <a:lnTo>
                  <a:pt x="777321" y="1932991"/>
                </a:lnTo>
                <a:cubicBezTo>
                  <a:pt x="745812" y="1973148"/>
                  <a:pt x="689606" y="1984091"/>
                  <a:pt x="645333" y="1958689"/>
                </a:cubicBezTo>
                <a:lnTo>
                  <a:pt x="402949" y="1819508"/>
                </a:lnTo>
                <a:cubicBezTo>
                  <a:pt x="358341" y="1793908"/>
                  <a:pt x="339505" y="1739290"/>
                  <a:pt x="358850" y="1691634"/>
                </a:cubicBezTo>
                <a:lnTo>
                  <a:pt x="407882" y="1571262"/>
                </a:lnTo>
                <a:cubicBezTo>
                  <a:pt x="421447" y="1537718"/>
                  <a:pt x="416414" y="1499515"/>
                  <a:pt x="394622" y="1470629"/>
                </a:cubicBezTo>
                <a:cubicBezTo>
                  <a:pt x="375710" y="1445248"/>
                  <a:pt x="358242" y="1418822"/>
                  <a:pt x="342300" y="1391478"/>
                </a:cubicBezTo>
                <a:cubicBezTo>
                  <a:pt x="326438" y="1364015"/>
                  <a:pt x="312160" y="1335667"/>
                  <a:pt x="299538" y="1306571"/>
                </a:cubicBezTo>
                <a:cubicBezTo>
                  <a:pt x="285334" y="1273497"/>
                  <a:pt x="254899" y="1250234"/>
                  <a:pt x="219257" y="1245205"/>
                </a:cubicBezTo>
                <a:lnTo>
                  <a:pt x="88608" y="1227009"/>
                </a:lnTo>
                <a:cubicBezTo>
                  <a:pt x="37788" y="1219926"/>
                  <a:pt x="-26" y="1176453"/>
                  <a:pt x="0" y="1125142"/>
                </a:cubicBezTo>
                <a:lnTo>
                  <a:pt x="104" y="847704"/>
                </a:lnTo>
                <a:cubicBezTo>
                  <a:pt x="64" y="796425"/>
                  <a:pt x="37826" y="752962"/>
                  <a:pt x="88608" y="745837"/>
                </a:cubicBezTo>
                <a:lnTo>
                  <a:pt x="219463" y="727643"/>
                </a:lnTo>
                <a:cubicBezTo>
                  <a:pt x="255113" y="722561"/>
                  <a:pt x="285541" y="699264"/>
                  <a:pt x="299745" y="666172"/>
                </a:cubicBezTo>
                <a:cubicBezTo>
                  <a:pt x="324911" y="607870"/>
                  <a:pt x="356860" y="552735"/>
                  <a:pt x="394930" y="501909"/>
                </a:cubicBezTo>
                <a:cubicBezTo>
                  <a:pt x="416666" y="473040"/>
                  <a:pt x="421697" y="434896"/>
                  <a:pt x="408190" y="401378"/>
                </a:cubicBezTo>
                <a:lnTo>
                  <a:pt x="359261" y="281008"/>
                </a:lnTo>
                <a:cubicBezTo>
                  <a:pt x="339947" y="233406"/>
                  <a:pt x="358730" y="178854"/>
                  <a:pt x="403257" y="153236"/>
                </a:cubicBezTo>
                <a:lnTo>
                  <a:pt x="645847" y="13848"/>
                </a:lnTo>
                <a:cubicBezTo>
                  <a:pt x="690151" y="-11562"/>
                  <a:pt x="746390" y="-621"/>
                  <a:pt x="777937" y="39546"/>
                </a:cubicBezTo>
                <a:lnTo>
                  <a:pt x="859143" y="142957"/>
                </a:lnTo>
                <a:cubicBezTo>
                  <a:pt x="881295" y="171167"/>
                  <a:pt x="916557" y="185778"/>
                  <a:pt x="952170" y="181504"/>
                </a:cubicBezTo>
                <a:cubicBezTo>
                  <a:pt x="1016233" y="173966"/>
                  <a:pt x="1080964" y="174033"/>
                  <a:pt x="1145011" y="181710"/>
                </a:cubicBezTo>
                <a:cubicBezTo>
                  <a:pt x="1180353" y="185791"/>
                  <a:pt x="1215265" y="171140"/>
                  <a:pt x="1237113" y="143060"/>
                </a:cubicBezTo>
                <a:lnTo>
                  <a:pt x="1318523" y="39341"/>
                </a:lnTo>
                <a:cubicBezTo>
                  <a:pt x="1350070" y="-827"/>
                  <a:pt x="1406309" y="-11769"/>
                  <a:pt x="1450613" y="13643"/>
                </a:cubicBezTo>
                <a:close/>
              </a:path>
            </a:pathLst>
          </a:custGeom>
          <a:solidFill>
            <a:srgbClr val="F5B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416" name="Google Shape;3416;g38b88470f6c_3_2252"/>
          <p:cNvSpPr/>
          <p:nvPr/>
        </p:nvSpPr>
        <p:spPr>
          <a:xfrm rot="3703889">
            <a:off x="9849664" y="1881879"/>
            <a:ext cx="1356672" cy="1289116"/>
          </a:xfrm>
          <a:custGeom>
            <a:rect b="b" l="l" r="r" t="t"/>
            <a:pathLst>
              <a:path extrusionOk="0" h="2142214" w="2254476">
                <a:moveTo>
                  <a:pt x="1156285" y="654560"/>
                </a:moveTo>
                <a:cubicBezTo>
                  <a:pt x="1075739" y="648942"/>
                  <a:pt x="992720" y="666404"/>
                  <a:pt x="917514" y="709684"/>
                </a:cubicBezTo>
                <a:cubicBezTo>
                  <a:pt x="916758" y="710116"/>
                  <a:pt x="916004" y="710550"/>
                  <a:pt x="915251" y="710986"/>
                </a:cubicBezTo>
                <a:cubicBezTo>
                  <a:pt x="716288" y="826242"/>
                  <a:pt x="648430" y="1080968"/>
                  <a:pt x="763686" y="1279931"/>
                </a:cubicBezTo>
                <a:cubicBezTo>
                  <a:pt x="880354" y="1479717"/>
                  <a:pt x="1136403" y="1547881"/>
                  <a:pt x="1336962" y="1432547"/>
                </a:cubicBezTo>
                <a:cubicBezTo>
                  <a:pt x="1337696" y="1432127"/>
                  <a:pt x="1338430" y="1431705"/>
                  <a:pt x="1339162" y="1431281"/>
                </a:cubicBezTo>
                <a:cubicBezTo>
                  <a:pt x="1538152" y="1316033"/>
                  <a:pt x="1606039" y="1061291"/>
                  <a:pt x="1490790" y="862300"/>
                </a:cubicBezTo>
                <a:cubicBezTo>
                  <a:pt x="1417902" y="737394"/>
                  <a:pt x="1290528" y="663922"/>
                  <a:pt x="1156285" y="654560"/>
                </a:cubicBezTo>
                <a:close/>
                <a:moveTo>
                  <a:pt x="1508503" y="952"/>
                </a:moveTo>
                <a:cubicBezTo>
                  <a:pt x="1517337" y="2368"/>
                  <a:pt x="1526043" y="5376"/>
                  <a:pt x="1534199" y="10057"/>
                </a:cubicBezTo>
                <a:lnTo>
                  <a:pt x="1847433" y="189853"/>
                </a:lnTo>
                <a:cubicBezTo>
                  <a:pt x="1855651" y="194570"/>
                  <a:pt x="1862680" y="200624"/>
                  <a:pt x="1868379" y="207600"/>
                </a:cubicBezTo>
                <a:lnTo>
                  <a:pt x="1868383" y="207608"/>
                </a:lnTo>
                <a:lnTo>
                  <a:pt x="1868400" y="207622"/>
                </a:lnTo>
                <a:cubicBezTo>
                  <a:pt x="1879798" y="221572"/>
                  <a:pt x="1885868" y="239215"/>
                  <a:pt x="1885466" y="257226"/>
                </a:cubicBezTo>
                <a:lnTo>
                  <a:pt x="1883185" y="268176"/>
                </a:lnTo>
                <a:lnTo>
                  <a:pt x="1879883" y="284086"/>
                </a:lnTo>
                <a:lnTo>
                  <a:pt x="1808217" y="460214"/>
                </a:lnTo>
                <a:lnTo>
                  <a:pt x="1807341" y="467032"/>
                </a:lnTo>
                <a:lnTo>
                  <a:pt x="1803261" y="498900"/>
                </a:lnTo>
                <a:cubicBezTo>
                  <a:pt x="1805013" y="511795"/>
                  <a:pt x="1810109" y="524237"/>
                  <a:pt x="1818365" y="534876"/>
                </a:cubicBezTo>
                <a:cubicBezTo>
                  <a:pt x="1843242" y="566719"/>
                  <a:pt x="1865916" y="600224"/>
                  <a:pt x="1886228" y="635156"/>
                </a:cubicBezTo>
                <a:lnTo>
                  <a:pt x="1918029" y="699976"/>
                </a:lnTo>
                <a:lnTo>
                  <a:pt x="1939635" y="743978"/>
                </a:lnTo>
                <a:cubicBezTo>
                  <a:pt x="1944752" y="756356"/>
                  <a:pt x="1952968" y="766904"/>
                  <a:pt x="1963223" y="774807"/>
                </a:cubicBezTo>
                <a:lnTo>
                  <a:pt x="1973786" y="779216"/>
                </a:lnTo>
                <a:lnTo>
                  <a:pt x="1999081" y="789741"/>
                </a:lnTo>
                <a:lnTo>
                  <a:pt x="2189188" y="816175"/>
                </a:lnTo>
                <a:cubicBezTo>
                  <a:pt x="2226620" y="821417"/>
                  <a:pt x="2254471" y="853435"/>
                  <a:pt x="2254476" y="891233"/>
                </a:cubicBezTo>
                <a:lnTo>
                  <a:pt x="2254414" y="1037795"/>
                </a:lnTo>
                <a:lnTo>
                  <a:pt x="2254353" y="1250376"/>
                </a:lnTo>
                <a:cubicBezTo>
                  <a:pt x="2254350" y="1259819"/>
                  <a:pt x="2252608" y="1268901"/>
                  <a:pt x="2249412" y="1277294"/>
                </a:cubicBezTo>
                <a:lnTo>
                  <a:pt x="2249405" y="1277305"/>
                </a:lnTo>
                <a:lnTo>
                  <a:pt x="2249405" y="1277308"/>
                </a:lnTo>
                <a:cubicBezTo>
                  <a:pt x="2239834" y="1302485"/>
                  <a:pt x="2217166" y="1321464"/>
                  <a:pt x="2189112" y="1325375"/>
                </a:cubicBezTo>
                <a:lnTo>
                  <a:pt x="1998778" y="1351959"/>
                </a:lnTo>
                <a:cubicBezTo>
                  <a:pt x="1972237" y="1355571"/>
                  <a:pt x="1949620" y="1373024"/>
                  <a:pt x="1939398" y="1397782"/>
                </a:cubicBezTo>
                <a:lnTo>
                  <a:pt x="1932528" y="1411794"/>
                </a:lnTo>
                <a:lnTo>
                  <a:pt x="1886020" y="1506686"/>
                </a:lnTo>
                <a:cubicBezTo>
                  <a:pt x="1865739" y="1541662"/>
                  <a:pt x="1843020" y="1575223"/>
                  <a:pt x="1818011" y="1607115"/>
                </a:cubicBezTo>
                <a:lnTo>
                  <a:pt x="1804699" y="1638881"/>
                </a:lnTo>
                <a:lnTo>
                  <a:pt x="1802945" y="1643074"/>
                </a:lnTo>
                <a:lnTo>
                  <a:pt x="1807922" y="1681733"/>
                </a:lnTo>
                <a:lnTo>
                  <a:pt x="1879438" y="1857700"/>
                </a:lnTo>
                <a:lnTo>
                  <a:pt x="1883021" y="1874992"/>
                </a:lnTo>
                <a:lnTo>
                  <a:pt x="1885012" y="1884551"/>
                </a:lnTo>
                <a:cubicBezTo>
                  <a:pt x="1885615" y="1911566"/>
                  <a:pt x="1871656" y="1937755"/>
                  <a:pt x="1846995" y="1951895"/>
                </a:cubicBezTo>
                <a:lnTo>
                  <a:pt x="1533583" y="2131929"/>
                </a:lnTo>
                <a:cubicBezTo>
                  <a:pt x="1525422" y="2136610"/>
                  <a:pt x="1516711" y="2139617"/>
                  <a:pt x="1507873" y="2141032"/>
                </a:cubicBezTo>
                <a:lnTo>
                  <a:pt x="1487647" y="2140688"/>
                </a:lnTo>
                <a:lnTo>
                  <a:pt x="1481410" y="2140584"/>
                </a:lnTo>
                <a:lnTo>
                  <a:pt x="1481405" y="2140582"/>
                </a:lnTo>
                <a:lnTo>
                  <a:pt x="1481395" y="2140582"/>
                </a:lnTo>
                <a:cubicBezTo>
                  <a:pt x="1464049" y="2137207"/>
                  <a:pt x="1447879" y="2127793"/>
                  <a:pt x="1436257" y="2112994"/>
                </a:cubicBezTo>
                <a:lnTo>
                  <a:pt x="1318179" y="1962575"/>
                </a:lnTo>
                <a:cubicBezTo>
                  <a:pt x="1301782" y="1941489"/>
                  <a:pt x="1275434" y="1930678"/>
                  <a:pt x="1248952" y="1934172"/>
                </a:cubicBezTo>
                <a:cubicBezTo>
                  <a:pt x="1168103" y="1945496"/>
                  <a:pt x="1086070" y="1945496"/>
                  <a:pt x="1005221" y="1934172"/>
                </a:cubicBezTo>
                <a:cubicBezTo>
                  <a:pt x="978723" y="1930591"/>
                  <a:pt x="952322" y="1941383"/>
                  <a:pt x="935919" y="1962499"/>
                </a:cubicBezTo>
                <a:lnTo>
                  <a:pt x="817537" y="2113222"/>
                </a:lnTo>
                <a:cubicBezTo>
                  <a:pt x="794330" y="2142823"/>
                  <a:pt x="752905" y="2150888"/>
                  <a:pt x="720287" y="2132157"/>
                </a:cubicBezTo>
                <a:lnTo>
                  <a:pt x="407027" y="1952350"/>
                </a:lnTo>
                <a:cubicBezTo>
                  <a:pt x="374156" y="1933488"/>
                  <a:pt x="360303" y="1893223"/>
                  <a:pt x="374610" y="1858129"/>
                </a:cubicBezTo>
                <a:lnTo>
                  <a:pt x="446260" y="1681958"/>
                </a:lnTo>
                <a:cubicBezTo>
                  <a:pt x="456494" y="1657044"/>
                  <a:pt x="452623" y="1628558"/>
                  <a:pt x="436111" y="1607279"/>
                </a:cubicBezTo>
                <a:cubicBezTo>
                  <a:pt x="411234" y="1575462"/>
                  <a:pt x="388560" y="1541982"/>
                  <a:pt x="368248" y="1507075"/>
                </a:cubicBezTo>
                <a:cubicBezTo>
                  <a:pt x="347957" y="1472072"/>
                  <a:pt x="330116" y="1435705"/>
                  <a:pt x="314851" y="1398236"/>
                </a:cubicBezTo>
                <a:cubicBezTo>
                  <a:pt x="304596" y="1373472"/>
                  <a:pt x="281955" y="1356022"/>
                  <a:pt x="255395" y="1352414"/>
                </a:cubicBezTo>
                <a:lnTo>
                  <a:pt x="65288" y="1325980"/>
                </a:lnTo>
                <a:cubicBezTo>
                  <a:pt x="27843" y="1320761"/>
                  <a:pt x="-19" y="1288729"/>
                  <a:pt x="0" y="1250922"/>
                </a:cubicBezTo>
                <a:lnTo>
                  <a:pt x="151" y="891839"/>
                </a:lnTo>
                <a:cubicBezTo>
                  <a:pt x="127" y="854072"/>
                  <a:pt x="27958" y="822071"/>
                  <a:pt x="65364" y="816856"/>
                </a:cubicBezTo>
                <a:lnTo>
                  <a:pt x="255698" y="790272"/>
                </a:lnTo>
                <a:cubicBezTo>
                  <a:pt x="282239" y="786660"/>
                  <a:pt x="304856" y="769207"/>
                  <a:pt x="315078" y="744449"/>
                </a:cubicBezTo>
                <a:cubicBezTo>
                  <a:pt x="345594" y="669350"/>
                  <a:pt x="386460" y="598886"/>
                  <a:pt x="436489" y="535104"/>
                </a:cubicBezTo>
                <a:cubicBezTo>
                  <a:pt x="452943" y="513825"/>
                  <a:pt x="456784" y="485380"/>
                  <a:pt x="446563" y="460500"/>
                </a:cubicBezTo>
                <a:lnTo>
                  <a:pt x="375064" y="284480"/>
                </a:lnTo>
                <a:cubicBezTo>
                  <a:pt x="360757" y="249409"/>
                  <a:pt x="374615" y="209163"/>
                  <a:pt x="407481" y="190335"/>
                </a:cubicBezTo>
                <a:lnTo>
                  <a:pt x="720893" y="10301"/>
                </a:lnTo>
                <a:cubicBezTo>
                  <a:pt x="753531" y="-8461"/>
                  <a:pt x="794996" y="-394"/>
                  <a:pt x="818219" y="29236"/>
                </a:cubicBezTo>
                <a:lnTo>
                  <a:pt x="936298" y="179656"/>
                </a:lnTo>
                <a:cubicBezTo>
                  <a:pt x="952682" y="200752"/>
                  <a:pt x="979051" y="211542"/>
                  <a:pt x="1005524" y="207983"/>
                </a:cubicBezTo>
                <a:cubicBezTo>
                  <a:pt x="1086379" y="196722"/>
                  <a:pt x="1168407" y="196748"/>
                  <a:pt x="1249255" y="208059"/>
                </a:cubicBezTo>
                <a:cubicBezTo>
                  <a:pt x="1275748" y="211603"/>
                  <a:pt x="1302132" y="200819"/>
                  <a:pt x="1318557" y="179732"/>
                </a:cubicBezTo>
                <a:lnTo>
                  <a:pt x="1406815" y="67363"/>
                </a:lnTo>
                <a:lnTo>
                  <a:pt x="1406791" y="67349"/>
                </a:lnTo>
                <a:lnTo>
                  <a:pt x="1436921" y="28973"/>
                </a:lnTo>
                <a:cubicBezTo>
                  <a:pt x="1454344" y="6783"/>
                  <a:pt x="1482000" y="-3296"/>
                  <a:pt x="1508503" y="952"/>
                </a:cubicBezTo>
                <a:close/>
              </a:path>
            </a:pathLst>
          </a:custGeom>
          <a:solidFill>
            <a:srgbClr val="EBEBE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417" name="Google Shape;3417;g38b88470f6c_3_2252"/>
          <p:cNvSpPr/>
          <p:nvPr/>
        </p:nvSpPr>
        <p:spPr>
          <a:xfrm rot="-3421140">
            <a:off x="10065462" y="4005339"/>
            <a:ext cx="996065" cy="937316"/>
          </a:xfrm>
          <a:custGeom>
            <a:rect b="b" l="l" r="r" t="t"/>
            <a:pathLst>
              <a:path extrusionOk="0" h="1672912" w="1777767">
                <a:moveTo>
                  <a:pt x="1156116" y="683008"/>
                </a:moveTo>
                <a:cubicBezTo>
                  <a:pt x="1070346" y="536121"/>
                  <a:pt x="882099" y="486002"/>
                  <a:pt x="734647" y="570797"/>
                </a:cubicBezTo>
                <a:cubicBezTo>
                  <a:pt x="734093" y="571114"/>
                  <a:pt x="733539" y="571433"/>
                  <a:pt x="732987" y="571753"/>
                </a:cubicBezTo>
                <a:cubicBezTo>
                  <a:pt x="586771" y="656480"/>
                  <a:pt x="536925" y="843695"/>
                  <a:pt x="621652" y="989911"/>
                </a:cubicBezTo>
                <a:cubicBezTo>
                  <a:pt x="707380" y="1136794"/>
                  <a:pt x="895609" y="1186919"/>
                  <a:pt x="1043032" y="1102122"/>
                </a:cubicBezTo>
                <a:cubicBezTo>
                  <a:pt x="1043580" y="1101810"/>
                  <a:pt x="1044128" y="1101494"/>
                  <a:pt x="1044673" y="1101179"/>
                </a:cubicBezTo>
                <a:cubicBezTo>
                  <a:pt x="1190921" y="1016478"/>
                  <a:pt x="1240816" y="829257"/>
                  <a:pt x="1156116" y="683008"/>
                </a:cubicBezTo>
                <a:close/>
                <a:moveTo>
                  <a:pt x="1772095" y="687565"/>
                </a:moveTo>
                <a:cubicBezTo>
                  <a:pt x="1775772" y="697236"/>
                  <a:pt x="1777772" y="707701"/>
                  <a:pt x="1777767" y="718581"/>
                </a:cubicBezTo>
                <a:lnTo>
                  <a:pt x="1777680" y="953902"/>
                </a:lnTo>
                <a:lnTo>
                  <a:pt x="1777676" y="953921"/>
                </a:lnTo>
                <a:lnTo>
                  <a:pt x="1777676" y="953945"/>
                </a:lnTo>
                <a:lnTo>
                  <a:pt x="1772809" y="980461"/>
                </a:lnTo>
                <a:lnTo>
                  <a:pt x="1771993" y="984910"/>
                </a:lnTo>
                <a:lnTo>
                  <a:pt x="1771992" y="984912"/>
                </a:lnTo>
                <a:lnTo>
                  <a:pt x="1771989" y="984931"/>
                </a:lnTo>
                <a:cubicBezTo>
                  <a:pt x="1768309" y="994593"/>
                  <a:pt x="1762957" y="1003460"/>
                  <a:pt x="1756258" y="1011157"/>
                </a:cubicBezTo>
                <a:lnTo>
                  <a:pt x="1756237" y="1011174"/>
                </a:lnTo>
                <a:lnTo>
                  <a:pt x="1732444" y="1030378"/>
                </a:lnTo>
                <a:cubicBezTo>
                  <a:pt x="1723379" y="1035362"/>
                  <a:pt x="1713296" y="1038797"/>
                  <a:pt x="1702523" y="1040306"/>
                </a:cubicBezTo>
                <a:lnTo>
                  <a:pt x="1653735" y="1047089"/>
                </a:lnTo>
                <a:lnTo>
                  <a:pt x="1591572" y="1055774"/>
                </a:lnTo>
                <a:cubicBezTo>
                  <a:pt x="1576459" y="1057916"/>
                  <a:pt x="1562454" y="1063925"/>
                  <a:pt x="1550723" y="1072905"/>
                </a:cubicBezTo>
                <a:lnTo>
                  <a:pt x="1533512" y="1095025"/>
                </a:lnTo>
                <a:lnTo>
                  <a:pt x="1523526" y="1107876"/>
                </a:lnTo>
                <a:lnTo>
                  <a:pt x="1507989" y="1138704"/>
                </a:lnTo>
                <a:lnTo>
                  <a:pt x="1487231" y="1179919"/>
                </a:lnTo>
                <a:cubicBezTo>
                  <a:pt x="1473742" y="1203184"/>
                  <a:pt x="1458886" y="1225656"/>
                  <a:pt x="1442731" y="1247213"/>
                </a:cubicBezTo>
                <a:cubicBezTo>
                  <a:pt x="1433508" y="1259458"/>
                  <a:pt x="1427834" y="1273673"/>
                  <a:pt x="1425901" y="1288380"/>
                </a:cubicBezTo>
                <a:lnTo>
                  <a:pt x="1428786" y="1311007"/>
                </a:lnTo>
                <a:lnTo>
                  <a:pt x="1431543" y="1332474"/>
                </a:lnTo>
                <a:lnTo>
                  <a:pt x="1444863" y="1365311"/>
                </a:lnTo>
                <a:lnTo>
                  <a:pt x="1472996" y="1434534"/>
                </a:lnTo>
                <a:cubicBezTo>
                  <a:pt x="1477101" y="1444634"/>
                  <a:pt x="1479183" y="1455103"/>
                  <a:pt x="1479405" y="1465465"/>
                </a:cubicBezTo>
                <a:lnTo>
                  <a:pt x="1476788" y="1482173"/>
                </a:lnTo>
                <a:lnTo>
                  <a:pt x="1474663" y="1495770"/>
                </a:lnTo>
                <a:cubicBezTo>
                  <a:pt x="1471333" y="1505439"/>
                  <a:pt x="1466307" y="1514524"/>
                  <a:pt x="1459748" y="1522546"/>
                </a:cubicBezTo>
                <a:lnTo>
                  <a:pt x="1455448" y="1526185"/>
                </a:lnTo>
                <a:lnTo>
                  <a:pt x="1435650" y="1542965"/>
                </a:lnTo>
                <a:lnTo>
                  <a:pt x="1296749" y="1622749"/>
                </a:lnTo>
                <a:lnTo>
                  <a:pt x="1229876" y="1661172"/>
                </a:lnTo>
                <a:cubicBezTo>
                  <a:pt x="1211102" y="1671950"/>
                  <a:pt x="1189794" y="1675017"/>
                  <a:pt x="1169841" y="1671132"/>
                </a:cubicBezTo>
                <a:lnTo>
                  <a:pt x="1155181" y="1665487"/>
                </a:lnTo>
                <a:lnTo>
                  <a:pt x="1141395" y="1660185"/>
                </a:lnTo>
                <a:cubicBezTo>
                  <a:pt x="1132575" y="1654860"/>
                  <a:pt x="1124579" y="1647892"/>
                  <a:pt x="1117893" y="1639372"/>
                </a:cubicBezTo>
                <a:lnTo>
                  <a:pt x="1096809" y="1612512"/>
                </a:lnTo>
                <a:lnTo>
                  <a:pt x="1096824" y="1612503"/>
                </a:lnTo>
                <a:lnTo>
                  <a:pt x="1049048" y="1551663"/>
                </a:lnTo>
                <a:cubicBezTo>
                  <a:pt x="1030223" y="1527733"/>
                  <a:pt x="1000287" y="1515341"/>
                  <a:pt x="970056" y="1518969"/>
                </a:cubicBezTo>
                <a:cubicBezTo>
                  <a:pt x="915718" y="1525363"/>
                  <a:pt x="860815" y="1525304"/>
                  <a:pt x="806491" y="1518795"/>
                </a:cubicBezTo>
                <a:cubicBezTo>
                  <a:pt x="776518" y="1515368"/>
                  <a:pt x="746921" y="1527788"/>
                  <a:pt x="728371" y="1551577"/>
                </a:cubicBezTo>
                <a:lnTo>
                  <a:pt x="659318" y="1639549"/>
                </a:lnTo>
                <a:cubicBezTo>
                  <a:pt x="632592" y="1673611"/>
                  <a:pt x="584919" y="1682892"/>
                  <a:pt x="547367" y="1661347"/>
                </a:cubicBezTo>
                <a:lnTo>
                  <a:pt x="341778" y="1543295"/>
                </a:lnTo>
                <a:cubicBezTo>
                  <a:pt x="303942" y="1521581"/>
                  <a:pt x="287965" y="1475254"/>
                  <a:pt x="304374" y="1434832"/>
                </a:cubicBezTo>
                <a:lnTo>
                  <a:pt x="345963" y="1332734"/>
                </a:lnTo>
                <a:cubicBezTo>
                  <a:pt x="357468" y="1304282"/>
                  <a:pt x="353198" y="1271879"/>
                  <a:pt x="334716" y="1247378"/>
                </a:cubicBezTo>
                <a:cubicBezTo>
                  <a:pt x="318674" y="1225850"/>
                  <a:pt x="303858" y="1203435"/>
                  <a:pt x="290336" y="1180242"/>
                </a:cubicBezTo>
                <a:cubicBezTo>
                  <a:pt x="276882" y="1156949"/>
                  <a:pt x="264772" y="1132904"/>
                  <a:pt x="254066" y="1108225"/>
                </a:cubicBezTo>
                <a:cubicBezTo>
                  <a:pt x="242018" y="1080172"/>
                  <a:pt x="216204" y="1060440"/>
                  <a:pt x="185972" y="1056174"/>
                </a:cubicBezTo>
                <a:lnTo>
                  <a:pt x="75156" y="1040741"/>
                </a:lnTo>
                <a:cubicBezTo>
                  <a:pt x="32051" y="1034734"/>
                  <a:pt x="-22" y="997860"/>
                  <a:pt x="0" y="954338"/>
                </a:cubicBezTo>
                <a:lnTo>
                  <a:pt x="88" y="719018"/>
                </a:lnTo>
                <a:cubicBezTo>
                  <a:pt x="54" y="675522"/>
                  <a:pt x="32084" y="638658"/>
                  <a:pt x="75156" y="632614"/>
                </a:cubicBezTo>
                <a:lnTo>
                  <a:pt x="186147" y="617182"/>
                </a:lnTo>
                <a:cubicBezTo>
                  <a:pt x="216385" y="612872"/>
                  <a:pt x="242193" y="593111"/>
                  <a:pt x="254241" y="565043"/>
                </a:cubicBezTo>
                <a:cubicBezTo>
                  <a:pt x="275587" y="515592"/>
                  <a:pt x="302686" y="468826"/>
                  <a:pt x="334977" y="425717"/>
                </a:cubicBezTo>
                <a:cubicBezTo>
                  <a:pt x="353413" y="401229"/>
                  <a:pt x="357680" y="368876"/>
                  <a:pt x="346224" y="340446"/>
                </a:cubicBezTo>
                <a:lnTo>
                  <a:pt x="304722" y="238350"/>
                </a:lnTo>
                <a:cubicBezTo>
                  <a:pt x="288340" y="197974"/>
                  <a:pt x="304272" y="151704"/>
                  <a:pt x="342039" y="129974"/>
                </a:cubicBezTo>
                <a:lnTo>
                  <a:pt x="547803" y="11746"/>
                </a:lnTo>
                <a:cubicBezTo>
                  <a:pt x="585381" y="-9807"/>
                  <a:pt x="633083" y="-526"/>
                  <a:pt x="659840" y="33544"/>
                </a:cubicBezTo>
                <a:lnTo>
                  <a:pt x="728719" y="121255"/>
                </a:lnTo>
                <a:cubicBezTo>
                  <a:pt x="747508" y="145183"/>
                  <a:pt x="777417" y="157577"/>
                  <a:pt x="807624" y="153950"/>
                </a:cubicBezTo>
                <a:cubicBezTo>
                  <a:pt x="861961" y="147557"/>
                  <a:pt x="916866" y="147615"/>
                  <a:pt x="971190" y="154126"/>
                </a:cubicBezTo>
                <a:cubicBezTo>
                  <a:pt x="1001167" y="157587"/>
                  <a:pt x="1030779" y="145160"/>
                  <a:pt x="1049310" y="121343"/>
                </a:cubicBezTo>
                <a:lnTo>
                  <a:pt x="1118362" y="33369"/>
                </a:lnTo>
                <a:cubicBezTo>
                  <a:pt x="1145119" y="-701"/>
                  <a:pt x="1192821" y="-9982"/>
                  <a:pt x="1230399" y="11572"/>
                </a:cubicBezTo>
                <a:lnTo>
                  <a:pt x="1317893" y="61813"/>
                </a:lnTo>
                <a:lnTo>
                  <a:pt x="1435976" y="129593"/>
                </a:lnTo>
                <a:cubicBezTo>
                  <a:pt x="1445436" y="135023"/>
                  <a:pt x="1453528" y="141992"/>
                  <a:pt x="1460088" y="150022"/>
                </a:cubicBezTo>
                <a:lnTo>
                  <a:pt x="1460099" y="150042"/>
                </a:lnTo>
                <a:lnTo>
                  <a:pt x="1460106" y="150047"/>
                </a:lnTo>
                <a:cubicBezTo>
                  <a:pt x="1466667" y="158077"/>
                  <a:pt x="1471694" y="167169"/>
                  <a:pt x="1475023" y="176846"/>
                </a:cubicBezTo>
                <a:lnTo>
                  <a:pt x="1478457" y="198851"/>
                </a:lnTo>
                <a:lnTo>
                  <a:pt x="1479753" y="207126"/>
                </a:lnTo>
                <a:lnTo>
                  <a:pt x="1479750" y="207136"/>
                </a:lnTo>
                <a:lnTo>
                  <a:pt x="1479752" y="207149"/>
                </a:lnTo>
                <a:lnTo>
                  <a:pt x="1478594" y="212710"/>
                </a:lnTo>
                <a:lnTo>
                  <a:pt x="1473331" y="238069"/>
                </a:lnTo>
                <a:lnTo>
                  <a:pt x="1455277" y="282441"/>
                </a:lnTo>
                <a:lnTo>
                  <a:pt x="1431805" y="340185"/>
                </a:lnTo>
                <a:lnTo>
                  <a:pt x="1427417" y="374362"/>
                </a:lnTo>
                <a:lnTo>
                  <a:pt x="1426144" y="384352"/>
                </a:lnTo>
                <a:lnTo>
                  <a:pt x="1434971" y="405967"/>
                </a:lnTo>
                <a:lnTo>
                  <a:pt x="1442992" y="425581"/>
                </a:lnTo>
                <a:cubicBezTo>
                  <a:pt x="1459107" y="447118"/>
                  <a:pt x="1473936" y="469560"/>
                  <a:pt x="1487410" y="492788"/>
                </a:cubicBezTo>
                <a:lnTo>
                  <a:pt x="1496769" y="511337"/>
                </a:lnTo>
                <a:lnTo>
                  <a:pt x="1523701" y="564694"/>
                </a:lnTo>
                <a:lnTo>
                  <a:pt x="1541138" y="587093"/>
                </a:lnTo>
                <a:lnTo>
                  <a:pt x="1550919" y="599646"/>
                </a:lnTo>
                <a:lnTo>
                  <a:pt x="1567834" y="606728"/>
                </a:lnTo>
                <a:lnTo>
                  <a:pt x="1591795" y="616746"/>
                </a:lnTo>
                <a:lnTo>
                  <a:pt x="1662829" y="626638"/>
                </a:lnTo>
                <a:lnTo>
                  <a:pt x="1702572" y="632168"/>
                </a:lnTo>
                <a:lnTo>
                  <a:pt x="1702595" y="632176"/>
                </a:lnTo>
                <a:lnTo>
                  <a:pt x="1702611" y="632178"/>
                </a:lnTo>
                <a:lnTo>
                  <a:pt x="1714021" y="635958"/>
                </a:lnTo>
                <a:lnTo>
                  <a:pt x="1732503" y="642075"/>
                </a:lnTo>
                <a:lnTo>
                  <a:pt x="1732514" y="642084"/>
                </a:lnTo>
                <a:lnTo>
                  <a:pt x="1732542" y="642093"/>
                </a:lnTo>
                <a:cubicBezTo>
                  <a:pt x="1750678" y="652056"/>
                  <a:pt x="1764740" y="668223"/>
                  <a:pt x="1772095" y="687565"/>
                </a:cubicBezTo>
                <a:close/>
              </a:path>
            </a:pathLst>
          </a:custGeom>
          <a:solidFill>
            <a:srgbClr val="EBEBE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3418" name="Google Shape;3418;g38b88470f6c_3_2252"/>
          <p:cNvPicPr preferRelativeResize="0"/>
          <p:nvPr/>
        </p:nvPicPr>
        <p:blipFill rotWithShape="1">
          <a:blip r:embed="rId2">
            <a:alphaModFix/>
          </a:blip>
          <a:srcRect b="0" l="0" r="0" t="0"/>
          <a:stretch/>
        </p:blipFill>
        <p:spPr>
          <a:xfrm>
            <a:off x="1543050" y="4357022"/>
            <a:ext cx="9105900" cy="1826834"/>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mph" presetID="8" presetSubtype="0">
                                  <p:stCondLst>
                                    <p:cond delay="0"/>
                                  </p:stCondLst>
                                  <p:childTnLst>
                                    <p:animRot by="-21600000">
                                      <p:cBhvr>
                                        <p:cTn dur="5000" fill="hold"/>
                                        <p:tgtEl>
                                          <p:spTgt spid="3416"/>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3415"/>
                                        </p:tgtEl>
                                        <p:attrNameLst>
                                          <p:attrName>r</p:attrName>
                                        </p:attrNameLst>
                                      </p:cBhvr>
                                    </p:animRot>
                                  </p:childTnLst>
                                </p:cTn>
                              </p:par>
                              <p:par>
                                <p:cTn fill="hold" nodeType="withEffect" presetClass="emph" presetID="8" presetSubtype="0">
                                  <p:stCondLst>
                                    <p:cond delay="0"/>
                                  </p:stCondLst>
                                  <p:childTnLst>
                                    <p:animRot by="-21600000">
                                      <p:cBhvr>
                                        <p:cTn dur="5000" fill="hold"/>
                                        <p:tgtEl>
                                          <p:spTgt spid="3417"/>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rainstorming+Topic+pic">
  <p:cSld name="1_Brainstorming+Topic+pic">
    <p:spTree>
      <p:nvGrpSpPr>
        <p:cNvPr id="3419" name="Shape 3419"/>
        <p:cNvGrpSpPr/>
        <p:nvPr/>
      </p:nvGrpSpPr>
      <p:grpSpPr>
        <a:xfrm>
          <a:off x="0" y="0"/>
          <a:ext cx="0" cy="0"/>
          <a:chOff x="0" y="0"/>
          <a:chExt cx="0" cy="0"/>
        </a:xfrm>
      </p:grpSpPr>
      <p:sp>
        <p:nvSpPr>
          <p:cNvPr id="3420" name="Google Shape;3420;g38b88470f6c_3_2258"/>
          <p:cNvSpPr txBox="1"/>
          <p:nvPr/>
        </p:nvSpPr>
        <p:spPr>
          <a:xfrm>
            <a:off x="294968" y="303255"/>
            <a:ext cx="56022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pPr>
            <a:r>
              <a:rPr b="0" i="0" lang="en-US" sz="3600" u="none" cap="none" strike="noStrike">
                <a:solidFill>
                  <a:schemeClr val="lt1"/>
                </a:solidFill>
                <a:latin typeface="Arial"/>
                <a:ea typeface="Arial"/>
                <a:cs typeface="Arial"/>
                <a:sym typeface="Arial"/>
              </a:rPr>
              <a:t>Brainstorming</a:t>
            </a:r>
            <a:endParaRPr b="0" i="0" sz="1400" u="none" cap="none" strike="noStrike">
              <a:solidFill>
                <a:srgbClr val="000000"/>
              </a:solidFill>
              <a:latin typeface="Arial"/>
              <a:ea typeface="Arial"/>
              <a:cs typeface="Arial"/>
              <a:sym typeface="Arial"/>
            </a:endParaRPr>
          </a:p>
        </p:txBody>
      </p:sp>
      <p:sp>
        <p:nvSpPr>
          <p:cNvPr id="3421" name="Google Shape;3421;g38b88470f6c_3_2258"/>
          <p:cNvSpPr txBox="1"/>
          <p:nvPr>
            <p:ph idx="1" type="body"/>
          </p:nvPr>
        </p:nvSpPr>
        <p:spPr>
          <a:xfrm>
            <a:off x="294968" y="939474"/>
            <a:ext cx="8121300" cy="1649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000000"/>
              </a:buClr>
              <a:buSzPts val="6000"/>
              <a:buFont typeface="Arial"/>
              <a:buNone/>
              <a:defRPr b="0" i="0" sz="6000" u="none" cap="none" strike="noStrike">
                <a:solidFill>
                  <a:srgbClr val="190094"/>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422" name="Google Shape;3422;g38b88470f6c_3_2258"/>
          <p:cNvSpPr txBox="1"/>
          <p:nvPr>
            <p:ph idx="2" type="body"/>
          </p:nvPr>
        </p:nvSpPr>
        <p:spPr>
          <a:xfrm>
            <a:off x="501325" y="2588575"/>
            <a:ext cx="7574400" cy="33708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20"/>
                                        </p:tgtEl>
                                        <p:attrNameLst>
                                          <p:attrName>style.visibility</p:attrName>
                                        </p:attrNameLst>
                                      </p:cBhvr>
                                      <p:to>
                                        <p:strVal val="visible"/>
                                      </p:to>
                                    </p:set>
                                    <p:animEffect filter="fade" transition="in">
                                      <p:cBhvr>
                                        <p:cTn dur="500"/>
                                        <p:tgtEl>
                                          <p:spTgt spid="342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421"/>
                                        </p:tgtEl>
                                        <p:attrNameLst>
                                          <p:attrName>style.visibility</p:attrName>
                                        </p:attrNameLst>
                                      </p:cBhvr>
                                      <p:to>
                                        <p:strVal val="visible"/>
                                      </p:to>
                                    </p:set>
                                    <p:animEffect filter="fade" transition="in">
                                      <p:cBhvr>
                                        <p:cTn dur="500"/>
                                        <p:tgtEl>
                                          <p:spTgt spid="34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H+P/V+KEY)">
  <p:cSld name="Learn (H+P/V+KEY)">
    <p:spTree>
      <p:nvGrpSpPr>
        <p:cNvPr id="3423" name="Shape 3423"/>
        <p:cNvGrpSpPr/>
        <p:nvPr/>
      </p:nvGrpSpPr>
      <p:grpSpPr>
        <a:xfrm>
          <a:off x="0" y="0"/>
          <a:ext cx="0" cy="0"/>
          <a:chOff x="0" y="0"/>
          <a:chExt cx="0" cy="0"/>
        </a:xfrm>
      </p:grpSpPr>
      <p:sp>
        <p:nvSpPr>
          <p:cNvPr id="3424" name="Google Shape;3424;g38b88470f6c_3_2262"/>
          <p:cNvSpPr txBox="1"/>
          <p:nvPr>
            <p:ph idx="1" type="body"/>
          </p:nvPr>
        </p:nvSpPr>
        <p:spPr>
          <a:xfrm>
            <a:off x="467859" y="426852"/>
            <a:ext cx="4164300" cy="614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3425" name="Google Shape;3425;g38b88470f6c_3_2262"/>
          <p:cNvGrpSpPr/>
          <p:nvPr/>
        </p:nvGrpSpPr>
        <p:grpSpPr>
          <a:xfrm>
            <a:off x="8831541" y="5253832"/>
            <a:ext cx="256344" cy="68100"/>
            <a:chOff x="781167" y="5836673"/>
            <a:chExt cx="256344" cy="68100"/>
          </a:xfrm>
        </p:grpSpPr>
        <p:sp>
          <p:nvSpPr>
            <p:cNvPr id="3426" name="Google Shape;3426;g38b88470f6c_3_2262"/>
            <p:cNvSpPr/>
            <p:nvPr/>
          </p:nvSpPr>
          <p:spPr>
            <a:xfrm>
              <a:off x="781167" y="5836673"/>
              <a:ext cx="68100" cy="68100"/>
            </a:xfrm>
            <a:prstGeom prst="ellipse">
              <a:avLst/>
            </a:prstGeom>
            <a:solidFill>
              <a:schemeClr val="accent2"/>
            </a:solidFill>
            <a:ln cap="flat"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3427" name="Google Shape;3427;g38b88470f6c_3_2262"/>
            <p:cNvCxnSpPr/>
            <p:nvPr/>
          </p:nvCxnSpPr>
          <p:spPr>
            <a:xfrm>
              <a:off x="882411" y="5870679"/>
              <a:ext cx="155100" cy="0"/>
            </a:xfrm>
            <a:prstGeom prst="straightConnector1">
              <a:avLst/>
            </a:prstGeom>
            <a:noFill/>
            <a:ln cap="rnd" cmpd="sng" w="38100">
              <a:solidFill>
                <a:schemeClr val="accent2"/>
              </a:solidFill>
              <a:prstDash val="solid"/>
              <a:round/>
              <a:headEnd len="sm" w="sm" type="none"/>
              <a:tailEnd len="sm" w="sm" type="none"/>
            </a:ln>
          </p:spPr>
        </p:cxnSp>
      </p:grpSp>
      <p:sp>
        <p:nvSpPr>
          <p:cNvPr id="3428" name="Google Shape;3428;g38b88470f6c_3_2262"/>
          <p:cNvSpPr txBox="1"/>
          <p:nvPr>
            <p:ph idx="2" type="body"/>
          </p:nvPr>
        </p:nvSpPr>
        <p:spPr>
          <a:xfrm>
            <a:off x="9089375" y="5198950"/>
            <a:ext cx="2787600" cy="435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600"/>
              <a:buFont typeface="Arial"/>
              <a:buNone/>
              <a:defRPr b="0" i="0" sz="2600" u="none" cap="none" strike="noStrike">
                <a:solidFill>
                  <a:schemeClr val="dk1"/>
                </a:solidFill>
                <a:latin typeface="Kdam Thmor Pro"/>
                <a:ea typeface="Kdam Thmor Pro"/>
                <a:cs typeface="Kdam Thmor Pro"/>
                <a:sym typeface="Kdam Thmor Pro"/>
              </a:defRPr>
            </a:lvl1pPr>
            <a:lvl2pPr indent="-393700" lvl="1" marL="914400" marR="0" algn="l">
              <a:lnSpc>
                <a:spcPct val="100000"/>
              </a:lnSpc>
              <a:spcBef>
                <a:spcPts val="1000"/>
              </a:spcBef>
              <a:spcAft>
                <a:spcPts val="0"/>
              </a:spcAft>
              <a:buClr>
                <a:schemeClr val="lt1"/>
              </a:buClr>
              <a:buSzPts val="2600"/>
              <a:buFont typeface="Arial"/>
              <a:buChar char="•"/>
              <a:defRPr b="0" i="0" sz="2600" u="none" cap="none" strike="noStrike">
                <a:solidFill>
                  <a:schemeClr val="lt1"/>
                </a:solidFill>
                <a:latin typeface="Kdam Thmor Pro"/>
                <a:ea typeface="Kdam Thmor Pro"/>
                <a:cs typeface="Kdam Thmor Pro"/>
                <a:sym typeface="Kdam Thmor Pro"/>
              </a:defRPr>
            </a:lvl2pPr>
            <a:lvl3pPr indent="-381000" lvl="2" marL="1371600" marR="0" algn="l">
              <a:lnSpc>
                <a:spcPct val="100000"/>
              </a:lnSpc>
              <a:spcBef>
                <a:spcPts val="1000"/>
              </a:spcBef>
              <a:spcAft>
                <a:spcPts val="0"/>
              </a:spcAft>
              <a:buClr>
                <a:schemeClr val="lt1"/>
              </a:buClr>
              <a:buSzPts val="2400"/>
              <a:buFont typeface="Arial"/>
              <a:buChar char="•"/>
              <a:defRPr b="0" i="0" sz="2400" u="none" cap="none" strike="noStrike">
                <a:solidFill>
                  <a:schemeClr val="lt1"/>
                </a:solidFill>
                <a:latin typeface="Kdam Thmor Pro"/>
                <a:ea typeface="Kdam Thmor Pro"/>
                <a:cs typeface="Kdam Thmor Pro"/>
                <a:sym typeface="Kdam Thmor Pro"/>
              </a:defRPr>
            </a:lvl3pPr>
            <a:lvl4pPr indent="-368300" lvl="3" marL="18288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4pPr>
            <a:lvl5pPr indent="-368300" lvl="4" marL="22860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5pPr>
            <a:lvl6pPr indent="-368300" lvl="5" marL="27432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6pPr>
            <a:lvl7pPr indent="-368300" lvl="6" marL="32004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7pPr>
            <a:lvl8pPr indent="-368300" lvl="7" marL="36576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8pPr>
            <a:lvl9pPr indent="-368300" lvl="8" marL="4114800" marR="0" algn="l">
              <a:lnSpc>
                <a:spcPct val="100000"/>
              </a:lnSpc>
              <a:spcBef>
                <a:spcPts val="1000"/>
              </a:spcBef>
              <a:spcAft>
                <a:spcPts val="100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9pPr>
          </a:lstStyle>
          <a:p/>
        </p:txBody>
      </p:sp>
      <p:grpSp>
        <p:nvGrpSpPr>
          <p:cNvPr id="3429" name="Google Shape;3429;g38b88470f6c_3_2262"/>
          <p:cNvGrpSpPr/>
          <p:nvPr/>
        </p:nvGrpSpPr>
        <p:grpSpPr>
          <a:xfrm>
            <a:off x="1033741" y="5253832"/>
            <a:ext cx="256344" cy="68100"/>
            <a:chOff x="781167" y="5836673"/>
            <a:chExt cx="256344" cy="68100"/>
          </a:xfrm>
        </p:grpSpPr>
        <p:sp>
          <p:nvSpPr>
            <p:cNvPr id="3430" name="Google Shape;3430;g38b88470f6c_3_2262"/>
            <p:cNvSpPr/>
            <p:nvPr/>
          </p:nvSpPr>
          <p:spPr>
            <a:xfrm>
              <a:off x="781167" y="5836673"/>
              <a:ext cx="68100" cy="68100"/>
            </a:xfrm>
            <a:prstGeom prst="ellipse">
              <a:avLst/>
            </a:prstGeom>
            <a:solidFill>
              <a:schemeClr val="accent2"/>
            </a:solidFill>
            <a:ln cap="flat"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3431" name="Google Shape;3431;g38b88470f6c_3_2262"/>
            <p:cNvCxnSpPr/>
            <p:nvPr/>
          </p:nvCxnSpPr>
          <p:spPr>
            <a:xfrm>
              <a:off x="882411" y="5870679"/>
              <a:ext cx="155100" cy="0"/>
            </a:xfrm>
            <a:prstGeom prst="straightConnector1">
              <a:avLst/>
            </a:prstGeom>
            <a:noFill/>
            <a:ln cap="rnd" cmpd="sng" w="38100">
              <a:solidFill>
                <a:schemeClr val="accent2"/>
              </a:solidFill>
              <a:prstDash val="solid"/>
              <a:round/>
              <a:headEnd len="sm" w="sm" type="none"/>
              <a:tailEnd len="sm" w="sm" type="none"/>
            </a:ln>
          </p:spPr>
        </p:cxnSp>
      </p:grpSp>
      <p:sp>
        <p:nvSpPr>
          <p:cNvPr id="3432" name="Google Shape;3432;g38b88470f6c_3_2262"/>
          <p:cNvSpPr txBox="1"/>
          <p:nvPr>
            <p:ph idx="3" type="body"/>
          </p:nvPr>
        </p:nvSpPr>
        <p:spPr>
          <a:xfrm>
            <a:off x="1291575" y="5198950"/>
            <a:ext cx="2787600" cy="435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600"/>
              <a:buFont typeface="Arial"/>
              <a:buNone/>
              <a:defRPr b="0" i="0" sz="2600" u="none" cap="none" strike="noStrike">
                <a:solidFill>
                  <a:schemeClr val="dk1"/>
                </a:solidFill>
                <a:latin typeface="Kdam Thmor Pro"/>
                <a:ea typeface="Kdam Thmor Pro"/>
                <a:cs typeface="Kdam Thmor Pro"/>
                <a:sym typeface="Kdam Thmor Pro"/>
              </a:defRPr>
            </a:lvl1pPr>
            <a:lvl2pPr indent="-393700" lvl="1" marL="914400" marR="0" algn="l">
              <a:lnSpc>
                <a:spcPct val="100000"/>
              </a:lnSpc>
              <a:spcBef>
                <a:spcPts val="1000"/>
              </a:spcBef>
              <a:spcAft>
                <a:spcPts val="0"/>
              </a:spcAft>
              <a:buClr>
                <a:schemeClr val="lt1"/>
              </a:buClr>
              <a:buSzPts val="2600"/>
              <a:buFont typeface="Arial"/>
              <a:buChar char="•"/>
              <a:defRPr b="0" i="0" sz="2600" u="none" cap="none" strike="noStrike">
                <a:solidFill>
                  <a:schemeClr val="lt1"/>
                </a:solidFill>
                <a:latin typeface="Kdam Thmor Pro"/>
                <a:ea typeface="Kdam Thmor Pro"/>
                <a:cs typeface="Kdam Thmor Pro"/>
                <a:sym typeface="Kdam Thmor Pro"/>
              </a:defRPr>
            </a:lvl2pPr>
            <a:lvl3pPr indent="-381000" lvl="2" marL="1371600" marR="0" algn="l">
              <a:lnSpc>
                <a:spcPct val="100000"/>
              </a:lnSpc>
              <a:spcBef>
                <a:spcPts val="1000"/>
              </a:spcBef>
              <a:spcAft>
                <a:spcPts val="0"/>
              </a:spcAft>
              <a:buClr>
                <a:schemeClr val="lt1"/>
              </a:buClr>
              <a:buSzPts val="2400"/>
              <a:buFont typeface="Arial"/>
              <a:buChar char="•"/>
              <a:defRPr b="0" i="0" sz="2400" u="none" cap="none" strike="noStrike">
                <a:solidFill>
                  <a:schemeClr val="lt1"/>
                </a:solidFill>
                <a:latin typeface="Kdam Thmor Pro"/>
                <a:ea typeface="Kdam Thmor Pro"/>
                <a:cs typeface="Kdam Thmor Pro"/>
                <a:sym typeface="Kdam Thmor Pro"/>
              </a:defRPr>
            </a:lvl3pPr>
            <a:lvl4pPr indent="-368300" lvl="3" marL="18288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4pPr>
            <a:lvl5pPr indent="-368300" lvl="4" marL="22860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5pPr>
            <a:lvl6pPr indent="-368300" lvl="5" marL="27432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6pPr>
            <a:lvl7pPr indent="-368300" lvl="6" marL="32004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7pPr>
            <a:lvl8pPr indent="-368300" lvl="7" marL="36576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8pPr>
            <a:lvl9pPr indent="-368300" lvl="8" marL="4114800" marR="0" algn="l">
              <a:lnSpc>
                <a:spcPct val="100000"/>
              </a:lnSpc>
              <a:spcBef>
                <a:spcPts val="1000"/>
              </a:spcBef>
              <a:spcAft>
                <a:spcPts val="100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9pPr>
          </a:lstStyle>
          <a:p/>
        </p:txBody>
      </p:sp>
      <p:grpSp>
        <p:nvGrpSpPr>
          <p:cNvPr id="3433" name="Google Shape;3433;g38b88470f6c_3_2262"/>
          <p:cNvGrpSpPr/>
          <p:nvPr/>
        </p:nvGrpSpPr>
        <p:grpSpPr>
          <a:xfrm>
            <a:off x="4932641" y="5253832"/>
            <a:ext cx="256344" cy="68100"/>
            <a:chOff x="781167" y="5836673"/>
            <a:chExt cx="256344" cy="68100"/>
          </a:xfrm>
        </p:grpSpPr>
        <p:sp>
          <p:nvSpPr>
            <p:cNvPr id="3434" name="Google Shape;3434;g38b88470f6c_3_2262"/>
            <p:cNvSpPr/>
            <p:nvPr/>
          </p:nvSpPr>
          <p:spPr>
            <a:xfrm>
              <a:off x="781167" y="5836673"/>
              <a:ext cx="68100" cy="68100"/>
            </a:xfrm>
            <a:prstGeom prst="ellipse">
              <a:avLst/>
            </a:prstGeom>
            <a:solidFill>
              <a:schemeClr val="accent2"/>
            </a:solidFill>
            <a:ln cap="flat"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3435" name="Google Shape;3435;g38b88470f6c_3_2262"/>
            <p:cNvCxnSpPr/>
            <p:nvPr/>
          </p:nvCxnSpPr>
          <p:spPr>
            <a:xfrm>
              <a:off x="882411" y="5870679"/>
              <a:ext cx="155100" cy="0"/>
            </a:xfrm>
            <a:prstGeom prst="straightConnector1">
              <a:avLst/>
            </a:prstGeom>
            <a:noFill/>
            <a:ln cap="rnd" cmpd="sng" w="38100">
              <a:solidFill>
                <a:schemeClr val="accent2"/>
              </a:solidFill>
              <a:prstDash val="solid"/>
              <a:round/>
              <a:headEnd len="sm" w="sm" type="none"/>
              <a:tailEnd len="sm" w="sm" type="none"/>
            </a:ln>
          </p:spPr>
        </p:cxnSp>
      </p:grpSp>
      <p:sp>
        <p:nvSpPr>
          <p:cNvPr id="3436" name="Google Shape;3436;g38b88470f6c_3_2262"/>
          <p:cNvSpPr txBox="1"/>
          <p:nvPr>
            <p:ph idx="4" type="body"/>
          </p:nvPr>
        </p:nvSpPr>
        <p:spPr>
          <a:xfrm>
            <a:off x="5190475" y="5198950"/>
            <a:ext cx="2787600" cy="435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600"/>
              <a:buFont typeface="Arial"/>
              <a:buNone/>
              <a:defRPr b="0" i="0" sz="2600" u="none" cap="none" strike="noStrike">
                <a:solidFill>
                  <a:schemeClr val="dk1"/>
                </a:solidFill>
                <a:latin typeface="Kdam Thmor Pro"/>
                <a:ea typeface="Kdam Thmor Pro"/>
                <a:cs typeface="Kdam Thmor Pro"/>
                <a:sym typeface="Kdam Thmor Pro"/>
              </a:defRPr>
            </a:lvl1pPr>
            <a:lvl2pPr indent="-393700" lvl="1" marL="914400" marR="0" algn="l">
              <a:lnSpc>
                <a:spcPct val="100000"/>
              </a:lnSpc>
              <a:spcBef>
                <a:spcPts val="1000"/>
              </a:spcBef>
              <a:spcAft>
                <a:spcPts val="0"/>
              </a:spcAft>
              <a:buClr>
                <a:schemeClr val="lt1"/>
              </a:buClr>
              <a:buSzPts val="2600"/>
              <a:buFont typeface="Arial"/>
              <a:buChar char="•"/>
              <a:defRPr b="0" i="0" sz="2600" u="none" cap="none" strike="noStrike">
                <a:solidFill>
                  <a:schemeClr val="lt1"/>
                </a:solidFill>
                <a:latin typeface="Kdam Thmor Pro"/>
                <a:ea typeface="Kdam Thmor Pro"/>
                <a:cs typeface="Kdam Thmor Pro"/>
                <a:sym typeface="Kdam Thmor Pro"/>
              </a:defRPr>
            </a:lvl2pPr>
            <a:lvl3pPr indent="-381000" lvl="2" marL="1371600" marR="0" algn="l">
              <a:lnSpc>
                <a:spcPct val="100000"/>
              </a:lnSpc>
              <a:spcBef>
                <a:spcPts val="1000"/>
              </a:spcBef>
              <a:spcAft>
                <a:spcPts val="0"/>
              </a:spcAft>
              <a:buClr>
                <a:schemeClr val="lt1"/>
              </a:buClr>
              <a:buSzPts val="2400"/>
              <a:buFont typeface="Arial"/>
              <a:buChar char="•"/>
              <a:defRPr b="0" i="0" sz="2400" u="none" cap="none" strike="noStrike">
                <a:solidFill>
                  <a:schemeClr val="lt1"/>
                </a:solidFill>
                <a:latin typeface="Kdam Thmor Pro"/>
                <a:ea typeface="Kdam Thmor Pro"/>
                <a:cs typeface="Kdam Thmor Pro"/>
                <a:sym typeface="Kdam Thmor Pro"/>
              </a:defRPr>
            </a:lvl3pPr>
            <a:lvl4pPr indent="-368300" lvl="3" marL="18288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4pPr>
            <a:lvl5pPr indent="-368300" lvl="4" marL="22860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5pPr>
            <a:lvl6pPr indent="-368300" lvl="5" marL="27432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6pPr>
            <a:lvl7pPr indent="-368300" lvl="6" marL="32004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7pPr>
            <a:lvl8pPr indent="-368300" lvl="7" marL="3657600" marR="0" algn="l">
              <a:lnSpc>
                <a:spcPct val="100000"/>
              </a:lnSpc>
              <a:spcBef>
                <a:spcPts val="1000"/>
              </a:spcBef>
              <a:spcAft>
                <a:spcPts val="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8pPr>
            <a:lvl9pPr indent="-368300" lvl="8" marL="4114800" marR="0" algn="l">
              <a:lnSpc>
                <a:spcPct val="100000"/>
              </a:lnSpc>
              <a:spcBef>
                <a:spcPts val="1000"/>
              </a:spcBef>
              <a:spcAft>
                <a:spcPts val="1000"/>
              </a:spcAft>
              <a:buClr>
                <a:schemeClr val="lt1"/>
              </a:buClr>
              <a:buSzPts val="2200"/>
              <a:buFont typeface="Arial"/>
              <a:buChar char="•"/>
              <a:defRPr b="0" i="0" sz="2200" u="none" cap="none" strike="noStrike">
                <a:solidFill>
                  <a:schemeClr val="lt1"/>
                </a:solidFill>
                <a:latin typeface="Kdam Thmor Pro"/>
                <a:ea typeface="Kdam Thmor Pro"/>
                <a:cs typeface="Kdam Thmor Pro"/>
                <a:sym typeface="Kdam Thmor Pro"/>
              </a:defRPr>
            </a:lvl9pPr>
          </a:lstStyle>
          <a:p/>
        </p:txBody>
      </p:sp>
      <p:sp>
        <p:nvSpPr>
          <p:cNvPr id="3437" name="Google Shape;3437;g38b88470f6c_3_2262"/>
          <p:cNvSpPr txBox="1"/>
          <p:nvPr>
            <p:ph idx="5" type="body"/>
          </p:nvPr>
        </p:nvSpPr>
        <p:spPr>
          <a:xfrm>
            <a:off x="850950" y="1041250"/>
            <a:ext cx="10490100" cy="39699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cussion/Question+pic">
  <p:cSld name="1_Discussion/Question+pic">
    <p:spTree>
      <p:nvGrpSpPr>
        <p:cNvPr id="3438" name="Shape 3438"/>
        <p:cNvGrpSpPr/>
        <p:nvPr/>
      </p:nvGrpSpPr>
      <p:grpSpPr>
        <a:xfrm>
          <a:off x="0" y="0"/>
          <a:ext cx="0" cy="0"/>
          <a:chOff x="0" y="0"/>
          <a:chExt cx="0" cy="0"/>
        </a:xfrm>
      </p:grpSpPr>
      <p:grpSp>
        <p:nvGrpSpPr>
          <p:cNvPr id="3439" name="Google Shape;3439;g38b88470f6c_3_2277"/>
          <p:cNvGrpSpPr/>
          <p:nvPr/>
        </p:nvGrpSpPr>
        <p:grpSpPr>
          <a:xfrm>
            <a:off x="5803717" y="1118298"/>
            <a:ext cx="5561352" cy="5357067"/>
            <a:chOff x="7462727" y="2117289"/>
            <a:chExt cx="4121046" cy="3969668"/>
          </a:xfrm>
        </p:grpSpPr>
        <p:sp>
          <p:nvSpPr>
            <p:cNvPr id="3440" name="Google Shape;3440;g38b88470f6c_3_2277"/>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41" name="Google Shape;3441;g38b88470f6c_3_2277"/>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3442" name="Google Shape;3442;g38b88470f6c_3_2277"/>
          <p:cNvGrpSpPr/>
          <p:nvPr/>
        </p:nvGrpSpPr>
        <p:grpSpPr>
          <a:xfrm rot="-3106431">
            <a:off x="5586241" y="948749"/>
            <a:ext cx="5561179" cy="5356900"/>
            <a:chOff x="7462727" y="2117289"/>
            <a:chExt cx="4121046" cy="3969668"/>
          </a:xfrm>
        </p:grpSpPr>
        <p:sp>
          <p:nvSpPr>
            <p:cNvPr id="3443" name="Google Shape;3443;g38b88470f6c_3_2277"/>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44" name="Google Shape;3444;g38b88470f6c_3_2277"/>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3445" name="Google Shape;3445;g38b88470f6c_3_2277"/>
          <p:cNvGrpSpPr/>
          <p:nvPr/>
        </p:nvGrpSpPr>
        <p:grpSpPr>
          <a:xfrm rot="-6988776">
            <a:off x="5722401" y="776297"/>
            <a:ext cx="5561222" cy="5356942"/>
            <a:chOff x="7462727" y="2117289"/>
            <a:chExt cx="4121046" cy="3969668"/>
          </a:xfrm>
        </p:grpSpPr>
        <p:sp>
          <p:nvSpPr>
            <p:cNvPr id="3446" name="Google Shape;3446;g38b88470f6c_3_2277"/>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47" name="Google Shape;3447;g38b88470f6c_3_2277"/>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3448" name="Google Shape;3448;g38b88470f6c_3_2277"/>
          <p:cNvSpPr/>
          <p:nvPr>
            <p:ph idx="2" type="pic"/>
          </p:nvPr>
        </p:nvSpPr>
        <p:spPr>
          <a:xfrm>
            <a:off x="6188049" y="1305317"/>
            <a:ext cx="4649400" cy="4651500"/>
          </a:xfrm>
          <a:prstGeom prst="ellipse">
            <a:avLst/>
          </a:prstGeom>
          <a:noFill/>
          <a:ln>
            <a:noFill/>
          </a:ln>
        </p:spPr>
      </p:sp>
      <p:sp>
        <p:nvSpPr>
          <p:cNvPr id="3449" name="Google Shape;3449;g38b88470f6c_3_2277"/>
          <p:cNvSpPr txBox="1"/>
          <p:nvPr>
            <p:ph idx="1" type="body"/>
          </p:nvPr>
        </p:nvSpPr>
        <p:spPr>
          <a:xfrm>
            <a:off x="356775" y="537578"/>
            <a:ext cx="5318400" cy="1649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000000"/>
              </a:buClr>
              <a:buSzPts val="6000"/>
              <a:buFont typeface="Arial"/>
              <a:buNone/>
              <a:defRPr b="0" i="0" sz="6000" u="none" cap="none" strike="noStrike">
                <a:solidFill>
                  <a:srgbClr val="190094"/>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49"/>
                                        </p:tgtEl>
                                        <p:attrNameLst>
                                          <p:attrName>style.visibility</p:attrName>
                                        </p:attrNameLst>
                                      </p:cBhvr>
                                      <p:to>
                                        <p:strVal val="visible"/>
                                      </p:to>
                                    </p:set>
                                    <p:animEffect filter="fade" transition="in">
                                      <p:cBhvr>
                                        <p:cTn dur="500"/>
                                        <p:tgtEl>
                                          <p:spTgt spid="34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48"/>
                                        </p:tgtEl>
                                        <p:attrNameLst>
                                          <p:attrName>style.visibility</p:attrName>
                                        </p:attrNameLst>
                                      </p:cBhvr>
                                      <p:to>
                                        <p:strVal val="visible"/>
                                      </p:to>
                                    </p:set>
                                    <p:anim calcmode="lin" valueType="num">
                                      <p:cBhvr additive="base">
                                        <p:cTn dur="500"/>
                                        <p:tgtEl>
                                          <p:spTgt spid="344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3439"/>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44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44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earn (H+P/V)">
  <p:cSld name="1_Learn (H+P/V)">
    <p:spTree>
      <p:nvGrpSpPr>
        <p:cNvPr id="3450" name="Shape 3450"/>
        <p:cNvGrpSpPr/>
        <p:nvPr/>
      </p:nvGrpSpPr>
      <p:grpSpPr>
        <a:xfrm>
          <a:off x="0" y="0"/>
          <a:ext cx="0" cy="0"/>
          <a:chOff x="0" y="0"/>
          <a:chExt cx="0" cy="0"/>
        </a:xfrm>
      </p:grpSpPr>
      <p:sp>
        <p:nvSpPr>
          <p:cNvPr id="3451" name="Google Shape;3451;g38b88470f6c_3_2289"/>
          <p:cNvSpPr txBox="1"/>
          <p:nvPr>
            <p:ph idx="1" type="body"/>
          </p:nvPr>
        </p:nvSpPr>
        <p:spPr>
          <a:xfrm>
            <a:off x="467859" y="426852"/>
            <a:ext cx="4574100" cy="894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452" name="Google Shape;3452;g38b88470f6c_3_2289"/>
          <p:cNvSpPr txBox="1"/>
          <p:nvPr>
            <p:ph idx="2" type="body"/>
          </p:nvPr>
        </p:nvSpPr>
        <p:spPr>
          <a:xfrm>
            <a:off x="850900" y="1600202"/>
            <a:ext cx="2713500" cy="4686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453" name="Google Shape;3453;g38b88470f6c_3_2289"/>
          <p:cNvSpPr txBox="1"/>
          <p:nvPr>
            <p:ph idx="3" type="body"/>
          </p:nvPr>
        </p:nvSpPr>
        <p:spPr>
          <a:xfrm>
            <a:off x="3881535" y="1600202"/>
            <a:ext cx="7459500" cy="4686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p:cSld name="WA_3Step (H+PIC+NO.+HINT)">
    <p:spTree>
      <p:nvGrpSpPr>
        <p:cNvPr id="3454" name="Shape 3454"/>
        <p:cNvGrpSpPr/>
        <p:nvPr/>
      </p:nvGrpSpPr>
      <p:grpSpPr>
        <a:xfrm>
          <a:off x="0" y="0"/>
          <a:ext cx="0" cy="0"/>
          <a:chOff x="0" y="0"/>
          <a:chExt cx="0" cy="0"/>
        </a:xfrm>
      </p:grpSpPr>
      <p:grpSp>
        <p:nvGrpSpPr>
          <p:cNvPr id="3455" name="Google Shape;3455;g38b88470f6c_3_2293"/>
          <p:cNvGrpSpPr/>
          <p:nvPr/>
        </p:nvGrpSpPr>
        <p:grpSpPr>
          <a:xfrm>
            <a:off x="1984027" y="1412082"/>
            <a:ext cx="8449746" cy="4433003"/>
            <a:chOff x="-413326" y="937285"/>
            <a:chExt cx="4433003" cy="4433003"/>
          </a:xfrm>
        </p:grpSpPr>
        <p:sp>
          <p:nvSpPr>
            <p:cNvPr id="3456" name="Google Shape;3456;g38b88470f6c_3_2293"/>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457" name="Google Shape;3457;g38b88470f6c_3_2293"/>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458" name="Google Shape;3458;g38b88470f6c_3_2293"/>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459" name="Google Shape;3459;g38b88470f6c_3_2293"/>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460" name="Google Shape;3460;g38b88470f6c_3_2293"/>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3461" name="Google Shape;3461;g38b88470f6c_3_2293"/>
          <p:cNvSpPr/>
          <p:nvPr>
            <p:ph idx="2" type="pic"/>
          </p:nvPr>
        </p:nvSpPr>
        <p:spPr>
          <a:xfrm>
            <a:off x="2547257" y="1671815"/>
            <a:ext cx="7323300" cy="3913500"/>
          </a:xfrm>
          <a:prstGeom prst="rect">
            <a:avLst/>
          </a:prstGeom>
          <a:noFill/>
          <a:ln>
            <a:noFill/>
          </a:ln>
        </p:spPr>
      </p:sp>
      <p:sp>
        <p:nvSpPr>
          <p:cNvPr id="3462" name="Google Shape;3462;g38b88470f6c_3_2293"/>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463" name="Google Shape;3463;g38b88470f6c_3_2293"/>
          <p:cNvSpPr txBox="1"/>
          <p:nvPr>
            <p:ph idx="3" type="body"/>
          </p:nvPr>
        </p:nvSpPr>
        <p:spPr>
          <a:xfrm>
            <a:off x="10881625" y="594841"/>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464" name="Shape 3464"/>
        <p:cNvGrpSpPr/>
        <p:nvPr/>
      </p:nvGrpSpPr>
      <p:grpSpPr>
        <a:xfrm>
          <a:off x="0" y="0"/>
          <a:ext cx="0" cy="0"/>
          <a:chOff x="0" y="0"/>
          <a:chExt cx="0" cy="0"/>
        </a:xfrm>
      </p:grpSpPr>
      <p:sp>
        <p:nvSpPr>
          <p:cNvPr id="3465" name="Google Shape;3465;g38b88470f6c_3_2303"/>
          <p:cNvSpPr/>
          <p:nvPr/>
        </p:nvSpPr>
        <p:spPr>
          <a:xfrm>
            <a:off x="7139332" y="4800600"/>
            <a:ext cx="4580188" cy="1143436"/>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Kdam Thmor Pro"/>
              <a:ea typeface="Kdam Thmor Pro"/>
              <a:cs typeface="Kdam Thmor Pro"/>
              <a:sym typeface="Kdam Thmor Pro"/>
            </a:endParaRPr>
          </a:p>
        </p:txBody>
      </p:sp>
      <p:sp>
        <p:nvSpPr>
          <p:cNvPr id="3466" name="Google Shape;3466;g38b88470f6c_3_2303"/>
          <p:cNvSpPr/>
          <p:nvPr/>
        </p:nvSpPr>
        <p:spPr>
          <a:xfrm>
            <a:off x="5588000" y="-3009900"/>
            <a:ext cx="1016100" cy="9334500"/>
          </a:xfrm>
          <a:prstGeom prst="ellipse">
            <a:avLst/>
          </a:prstGeom>
          <a:solidFill>
            <a:srgbClr val="FC7C00">
              <a:alpha val="4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Kdam Thmor Pro"/>
              <a:ea typeface="Kdam Thmor Pro"/>
              <a:cs typeface="Kdam Thmor Pro"/>
              <a:sym typeface="Kdam Thmor Pro"/>
            </a:endParaRPr>
          </a:p>
        </p:txBody>
      </p:sp>
      <p:grpSp>
        <p:nvGrpSpPr>
          <p:cNvPr id="3467" name="Google Shape;3467;g38b88470f6c_3_2303"/>
          <p:cNvGrpSpPr/>
          <p:nvPr/>
        </p:nvGrpSpPr>
        <p:grpSpPr>
          <a:xfrm>
            <a:off x="4736945" y="4926810"/>
            <a:ext cx="2896817" cy="2898554"/>
            <a:chOff x="4460241" y="4926810"/>
            <a:chExt cx="2896817" cy="2898554"/>
          </a:xfrm>
        </p:grpSpPr>
        <p:sp>
          <p:nvSpPr>
            <p:cNvPr id="3468" name="Google Shape;3468;g38b88470f6c_3_2303"/>
            <p:cNvSpPr txBox="1"/>
            <p:nvPr/>
          </p:nvSpPr>
          <p:spPr>
            <a:xfrm>
              <a:off x="4460241" y="4926810"/>
              <a:ext cx="2522100" cy="264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0" i="0" lang="en-US" sz="9600" u="none" cap="none" strike="noStrike">
                  <a:solidFill>
                    <a:schemeClr val="dk1"/>
                  </a:solidFill>
                  <a:latin typeface="Arial"/>
                  <a:ea typeface="Arial"/>
                  <a:cs typeface="Arial"/>
                  <a:sym typeface="Arial"/>
                </a:rPr>
                <a:t>V</a:t>
              </a:r>
              <a:endParaRPr b="0" i="0" sz="1400" u="none" cap="none" strike="noStrike">
                <a:solidFill>
                  <a:srgbClr val="000000"/>
                </a:solidFill>
                <a:latin typeface="Arial"/>
                <a:ea typeface="Arial"/>
                <a:cs typeface="Arial"/>
                <a:sym typeface="Arial"/>
              </a:endParaRPr>
            </a:p>
          </p:txBody>
        </p:sp>
        <p:sp>
          <p:nvSpPr>
            <p:cNvPr id="3469" name="Google Shape;3469;g38b88470f6c_3_2303"/>
            <p:cNvSpPr txBox="1"/>
            <p:nvPr/>
          </p:nvSpPr>
          <p:spPr>
            <a:xfrm>
              <a:off x="4834958" y="5181164"/>
              <a:ext cx="2522100" cy="264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600"/>
                <a:buFont typeface="Arial"/>
                <a:buNone/>
              </a:pPr>
              <a:r>
                <a:rPr b="0" i="0" lang="en-US" sz="9600" u="none" cap="none" strike="noStrike">
                  <a:solidFill>
                    <a:schemeClr val="dk1"/>
                  </a:solidFill>
                  <a:latin typeface="Arial"/>
                  <a:ea typeface="Arial"/>
                  <a:cs typeface="Arial"/>
                  <a:sym typeface="Arial"/>
                </a:rPr>
                <a:t>s</a:t>
              </a:r>
              <a:endParaRPr b="0" i="0" sz="1400" u="none" cap="none" strike="noStrike">
                <a:solidFill>
                  <a:srgbClr val="000000"/>
                </a:solidFill>
                <a:latin typeface="Arial"/>
                <a:ea typeface="Arial"/>
                <a:cs typeface="Arial"/>
                <a:sym typeface="Arial"/>
              </a:endParaRPr>
            </a:p>
          </p:txBody>
        </p:sp>
      </p:grpSp>
      <p:sp>
        <p:nvSpPr>
          <p:cNvPr id="3470" name="Google Shape;3470;g38b88470f6c_3_2303"/>
          <p:cNvSpPr/>
          <p:nvPr/>
        </p:nvSpPr>
        <p:spPr>
          <a:xfrm flipH="1">
            <a:off x="472480" y="4800600"/>
            <a:ext cx="4580188" cy="1143436"/>
          </a:xfrm>
          <a:prstGeom prst="flowChartManualInpu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Kdam Thmor Pro"/>
              <a:ea typeface="Kdam Thmor Pro"/>
              <a:cs typeface="Kdam Thmor Pro"/>
              <a:sym typeface="Kdam Thmor Pro"/>
            </a:endParaRPr>
          </a:p>
        </p:txBody>
      </p:sp>
      <p:sp>
        <p:nvSpPr>
          <p:cNvPr id="3471" name="Google Shape;3471;g38b88470f6c_3_2303"/>
          <p:cNvSpPr txBox="1"/>
          <p:nvPr>
            <p:ph idx="1" type="body"/>
          </p:nvPr>
        </p:nvSpPr>
        <p:spPr>
          <a:xfrm>
            <a:off x="472480" y="5056432"/>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3600"/>
              <a:buFont typeface="Arial"/>
              <a:buNone/>
              <a:defRPr b="0" i="0" sz="3600" u="none" cap="none" strike="noStrike">
                <a:solidFill>
                  <a:srgbClr val="FBDB1F"/>
                </a:solidFill>
                <a:latin typeface="Quicksand SemiBold"/>
                <a:ea typeface="Quicksand SemiBold"/>
                <a:cs typeface="Quicksand SemiBold"/>
                <a:sym typeface="Quicksand SemiBol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472" name="Google Shape;3472;g38b88470f6c_3_2303"/>
          <p:cNvSpPr txBox="1"/>
          <p:nvPr>
            <p:ph idx="2" type="body"/>
          </p:nvPr>
        </p:nvSpPr>
        <p:spPr>
          <a:xfrm>
            <a:off x="7139332" y="5056432"/>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3600"/>
              <a:buFont typeface="Arial"/>
              <a:buNone/>
              <a:defRPr b="0" i="0" sz="3600" u="none" cap="none" strike="noStrike">
                <a:solidFill>
                  <a:srgbClr val="FBDB1F"/>
                </a:solidFill>
                <a:latin typeface="Quicksand SemiBold"/>
                <a:ea typeface="Quicksand SemiBold"/>
                <a:cs typeface="Quicksand SemiBold"/>
                <a:sym typeface="Quicksand SemiBol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473" name="Google Shape;3473;g38b88470f6c_3_2303"/>
          <p:cNvSpPr txBox="1"/>
          <p:nvPr>
            <p:ph idx="3" type="body"/>
          </p:nvPr>
        </p:nvSpPr>
        <p:spPr>
          <a:xfrm>
            <a:off x="621905" y="448078"/>
            <a:ext cx="4279800" cy="4389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800"/>
              <a:buFont typeface="Arial"/>
              <a:buNone/>
              <a:defRPr b="0" i="0" sz="2800" u="none" cap="none" strike="noStrike">
                <a:solidFill>
                  <a:schemeClr val="dk1"/>
                </a:solidFill>
                <a:latin typeface="Quicksand SemiBold"/>
                <a:ea typeface="Quicksand SemiBold"/>
                <a:cs typeface="Quicksand SemiBold"/>
                <a:sym typeface="Quicksand SemiBol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474" name="Google Shape;3474;g38b88470f6c_3_2303"/>
          <p:cNvSpPr txBox="1"/>
          <p:nvPr>
            <p:ph idx="4" type="body"/>
          </p:nvPr>
        </p:nvSpPr>
        <p:spPr>
          <a:xfrm>
            <a:off x="7290195" y="448078"/>
            <a:ext cx="4279800" cy="4389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800"/>
              <a:buFont typeface="Arial"/>
              <a:buNone/>
              <a:defRPr b="0" i="0" sz="2800" u="none" cap="none" strike="noStrike">
                <a:solidFill>
                  <a:schemeClr val="dk1"/>
                </a:solidFill>
                <a:latin typeface="Quicksand SemiBold"/>
                <a:ea typeface="Quicksand SemiBold"/>
                <a:cs typeface="Quicksand SemiBold"/>
                <a:sym typeface="Quicksand SemiBol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6"/>
                                        </p:tgtEl>
                                        <p:attrNameLst>
                                          <p:attrName>style.visibility</p:attrName>
                                        </p:attrNameLst>
                                      </p:cBhvr>
                                      <p:to>
                                        <p:strVal val="visible"/>
                                      </p:to>
                                    </p:set>
                                    <p:animEffect filter="fade" transition="in">
                                      <p:cBhvr>
                                        <p:cTn dur="500"/>
                                        <p:tgtEl>
                                          <p:spTgt spid="3466"/>
                                        </p:tgtEl>
                                      </p:cBhvr>
                                    </p:animEffect>
                                  </p:childTnLst>
                                </p:cTn>
                              </p:par>
                              <p:par>
                                <p:cTn fill="hold" nodeType="withEffect" presetClass="entr" presetID="10" presetSubtype="0">
                                  <p:stCondLst>
                                    <p:cond delay="0"/>
                                  </p:stCondLst>
                                  <p:childTnLst>
                                    <p:set>
                                      <p:cBhvr>
                                        <p:cTn dur="1" fill="hold">
                                          <p:stCondLst>
                                            <p:cond delay="0"/>
                                          </p:stCondLst>
                                        </p:cTn>
                                        <p:tgtEl>
                                          <p:spTgt spid="3465"/>
                                        </p:tgtEl>
                                        <p:attrNameLst>
                                          <p:attrName>style.visibility</p:attrName>
                                        </p:attrNameLst>
                                      </p:cBhvr>
                                      <p:to>
                                        <p:strVal val="visible"/>
                                      </p:to>
                                    </p:set>
                                    <p:animEffect filter="fade" transition="in">
                                      <p:cBhvr>
                                        <p:cTn dur="500"/>
                                        <p:tgtEl>
                                          <p:spTgt spid="3465"/>
                                        </p:tgtEl>
                                      </p:cBhvr>
                                    </p:animEffect>
                                  </p:childTnLst>
                                </p:cTn>
                              </p:par>
                              <p:par>
                                <p:cTn fill="hold" nodeType="withEffect" presetClass="entr" presetID="10" presetSubtype="0">
                                  <p:stCondLst>
                                    <p:cond delay="0"/>
                                  </p:stCondLst>
                                  <p:childTnLst>
                                    <p:set>
                                      <p:cBhvr>
                                        <p:cTn dur="1" fill="hold">
                                          <p:stCondLst>
                                            <p:cond delay="0"/>
                                          </p:stCondLst>
                                        </p:cTn>
                                        <p:tgtEl>
                                          <p:spTgt spid="3470"/>
                                        </p:tgtEl>
                                        <p:attrNameLst>
                                          <p:attrName>style.visibility</p:attrName>
                                        </p:attrNameLst>
                                      </p:cBhvr>
                                      <p:to>
                                        <p:strVal val="visible"/>
                                      </p:to>
                                    </p:set>
                                    <p:animEffect filter="fade" transition="in">
                                      <p:cBhvr>
                                        <p:cTn dur="500"/>
                                        <p:tgtEl>
                                          <p:spTgt spid="347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471"/>
                                        </p:tgtEl>
                                        <p:attrNameLst>
                                          <p:attrName>style.visibility</p:attrName>
                                        </p:attrNameLst>
                                      </p:cBhvr>
                                      <p:to>
                                        <p:strVal val="visible"/>
                                      </p:to>
                                    </p:set>
                                    <p:animEffect filter="fade" transition="in">
                                      <p:cBhvr>
                                        <p:cTn dur="500"/>
                                        <p:tgtEl>
                                          <p:spTgt spid="347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472"/>
                                        </p:tgtEl>
                                        <p:attrNameLst>
                                          <p:attrName>style.visibility</p:attrName>
                                        </p:attrNameLst>
                                      </p:cBhvr>
                                      <p:to>
                                        <p:strVal val="visible"/>
                                      </p:to>
                                    </p:set>
                                    <p:animEffect filter="fade" transition="in">
                                      <p:cBhvr>
                                        <p:cTn dur="500"/>
                                        <p:tgtEl>
                                          <p:spTgt spid="347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474">
                                            <p:txEl>
                                              <p:pRg end="0" st="0"/>
                                            </p:txEl>
                                          </p:spTgt>
                                        </p:tgtEl>
                                        <p:attrNameLst>
                                          <p:attrName>style.visibility</p:attrName>
                                        </p:attrNameLst>
                                      </p:cBhvr>
                                      <p:to>
                                        <p:strVal val="visible"/>
                                      </p:to>
                                    </p:set>
                                    <p:animEffect filter="fade" transition="in">
                                      <p:cBhvr>
                                        <p:cTn dur="500"/>
                                        <p:tgtEl>
                                          <p:spTgt spid="3474">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474">
                                            <p:txEl>
                                              <p:pRg end="1" st="1"/>
                                            </p:txEl>
                                          </p:spTgt>
                                        </p:tgtEl>
                                        <p:attrNameLst>
                                          <p:attrName>style.visibility</p:attrName>
                                        </p:attrNameLst>
                                      </p:cBhvr>
                                      <p:to>
                                        <p:strVal val="visible"/>
                                      </p:to>
                                    </p:set>
                                    <p:animEffect filter="fade" transition="in">
                                      <p:cBhvr>
                                        <p:cTn dur="500"/>
                                        <p:tgtEl>
                                          <p:spTgt spid="3474">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474">
                                            <p:txEl>
                                              <p:pRg end="2" st="2"/>
                                            </p:txEl>
                                          </p:spTgt>
                                        </p:tgtEl>
                                        <p:attrNameLst>
                                          <p:attrName>style.visibility</p:attrName>
                                        </p:attrNameLst>
                                      </p:cBhvr>
                                      <p:to>
                                        <p:strVal val="visible"/>
                                      </p:to>
                                    </p:set>
                                    <p:animEffect filter="fade" transition="in">
                                      <p:cBhvr>
                                        <p:cTn dur="500"/>
                                        <p:tgtEl>
                                          <p:spTgt spid="3474">
                                            <p:txEl>
                                              <p:pRg end="2" st="2"/>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474">
                                            <p:txEl>
                                              <p:pRg end="3" st="3"/>
                                            </p:txEl>
                                          </p:spTgt>
                                        </p:tgtEl>
                                        <p:attrNameLst>
                                          <p:attrName>style.visibility</p:attrName>
                                        </p:attrNameLst>
                                      </p:cBhvr>
                                      <p:to>
                                        <p:strVal val="visible"/>
                                      </p:to>
                                    </p:set>
                                    <p:animEffect filter="fade" transition="in">
                                      <p:cBhvr>
                                        <p:cTn dur="500"/>
                                        <p:tgtEl>
                                          <p:spTgt spid="3474">
                                            <p:txEl>
                                              <p:pRg end="3" st="3"/>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474">
                                            <p:txEl>
                                              <p:pRg end="4" st="4"/>
                                            </p:txEl>
                                          </p:spTgt>
                                        </p:tgtEl>
                                        <p:attrNameLst>
                                          <p:attrName>style.visibility</p:attrName>
                                        </p:attrNameLst>
                                      </p:cBhvr>
                                      <p:to>
                                        <p:strVal val="visible"/>
                                      </p:to>
                                    </p:set>
                                    <p:animEffect filter="fade" transition="in">
                                      <p:cBhvr>
                                        <p:cTn dur="500"/>
                                        <p:tgtEl>
                                          <p:spTgt spid="3474">
                                            <p:txEl>
                                              <p:pRg end="4" st="4"/>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474">
                                            <p:txEl>
                                              <p:pRg end="5" st="5"/>
                                            </p:txEl>
                                          </p:spTgt>
                                        </p:tgtEl>
                                        <p:attrNameLst>
                                          <p:attrName>style.visibility</p:attrName>
                                        </p:attrNameLst>
                                      </p:cBhvr>
                                      <p:to>
                                        <p:strVal val="visible"/>
                                      </p:to>
                                    </p:set>
                                    <p:animEffect filter="fade" transition="in">
                                      <p:cBhvr>
                                        <p:cTn dur="500"/>
                                        <p:tgtEl>
                                          <p:spTgt spid="3474">
                                            <p:txEl>
                                              <p:pRg end="5" st="5"/>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474">
                                            <p:txEl>
                                              <p:pRg end="6" st="6"/>
                                            </p:txEl>
                                          </p:spTgt>
                                        </p:tgtEl>
                                        <p:attrNameLst>
                                          <p:attrName>style.visibility</p:attrName>
                                        </p:attrNameLst>
                                      </p:cBhvr>
                                      <p:to>
                                        <p:strVal val="visible"/>
                                      </p:to>
                                    </p:set>
                                    <p:animEffect filter="fade" transition="in">
                                      <p:cBhvr>
                                        <p:cTn dur="500"/>
                                        <p:tgtEl>
                                          <p:spTgt spid="3474">
                                            <p:txEl>
                                              <p:pRg end="6" st="6"/>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3474">
                                            <p:txEl>
                                              <p:pRg end="7" st="7"/>
                                            </p:txEl>
                                          </p:spTgt>
                                        </p:tgtEl>
                                        <p:attrNameLst>
                                          <p:attrName>style.visibility</p:attrName>
                                        </p:attrNameLst>
                                      </p:cBhvr>
                                      <p:to>
                                        <p:strVal val="visible"/>
                                      </p:to>
                                    </p:set>
                                    <p:animEffect filter="fade" transition="in">
                                      <p:cBhvr>
                                        <p:cTn dur="500"/>
                                        <p:tgtEl>
                                          <p:spTgt spid="3474">
                                            <p:txEl>
                                              <p:pRg end="7" st="7"/>
                                            </p:txEl>
                                          </p:spTgt>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3474">
                                            <p:txEl>
                                              <p:pRg end="8" st="8"/>
                                            </p:txEl>
                                          </p:spTgt>
                                        </p:tgtEl>
                                        <p:attrNameLst>
                                          <p:attrName>style.visibility</p:attrName>
                                        </p:attrNameLst>
                                      </p:cBhvr>
                                      <p:to>
                                        <p:strVal val="visible"/>
                                      </p:to>
                                    </p:set>
                                    <p:animEffect filter="fade" transition="in">
                                      <p:cBhvr>
                                        <p:cTn dur="500"/>
                                        <p:tgtEl>
                                          <p:spTgt spid="3474">
                                            <p:txEl>
                                              <p:pRg end="8" st="8"/>
                                            </p:txEl>
                                          </p:spTgt>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3473">
                                            <p:txEl>
                                              <p:pRg end="0" st="0"/>
                                            </p:txEl>
                                          </p:spTgt>
                                        </p:tgtEl>
                                        <p:attrNameLst>
                                          <p:attrName>style.visibility</p:attrName>
                                        </p:attrNameLst>
                                      </p:cBhvr>
                                      <p:to>
                                        <p:strVal val="visible"/>
                                      </p:to>
                                    </p:set>
                                    <p:animEffect filter="fade" transition="in">
                                      <p:cBhvr>
                                        <p:cTn dur="500"/>
                                        <p:tgtEl>
                                          <p:spTgt spid="3473">
                                            <p:txEl>
                                              <p:pRg end="0" st="0"/>
                                            </p:txEl>
                                          </p:spTgt>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3473">
                                            <p:txEl>
                                              <p:pRg end="1" st="1"/>
                                            </p:txEl>
                                          </p:spTgt>
                                        </p:tgtEl>
                                        <p:attrNameLst>
                                          <p:attrName>style.visibility</p:attrName>
                                        </p:attrNameLst>
                                      </p:cBhvr>
                                      <p:to>
                                        <p:strVal val="visible"/>
                                      </p:to>
                                    </p:set>
                                    <p:animEffect filter="fade" transition="in">
                                      <p:cBhvr>
                                        <p:cTn dur="500"/>
                                        <p:tgtEl>
                                          <p:spTgt spid="3473">
                                            <p:txEl>
                                              <p:pRg end="1" st="1"/>
                                            </p:txEl>
                                          </p:spTgt>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3473">
                                            <p:txEl>
                                              <p:pRg end="2" st="2"/>
                                            </p:txEl>
                                          </p:spTgt>
                                        </p:tgtEl>
                                        <p:attrNameLst>
                                          <p:attrName>style.visibility</p:attrName>
                                        </p:attrNameLst>
                                      </p:cBhvr>
                                      <p:to>
                                        <p:strVal val="visible"/>
                                      </p:to>
                                    </p:set>
                                    <p:animEffect filter="fade" transition="in">
                                      <p:cBhvr>
                                        <p:cTn dur="500"/>
                                        <p:tgtEl>
                                          <p:spTgt spid="3473">
                                            <p:txEl>
                                              <p:pRg end="2" st="2"/>
                                            </p:txEl>
                                          </p:spTgt>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3473">
                                            <p:txEl>
                                              <p:pRg end="3" st="3"/>
                                            </p:txEl>
                                          </p:spTgt>
                                        </p:tgtEl>
                                        <p:attrNameLst>
                                          <p:attrName>style.visibility</p:attrName>
                                        </p:attrNameLst>
                                      </p:cBhvr>
                                      <p:to>
                                        <p:strVal val="visible"/>
                                      </p:to>
                                    </p:set>
                                    <p:animEffect filter="fade" transition="in">
                                      <p:cBhvr>
                                        <p:cTn dur="500"/>
                                        <p:tgtEl>
                                          <p:spTgt spid="3473">
                                            <p:txEl>
                                              <p:pRg end="3" st="3"/>
                                            </p:txEl>
                                          </p:spTgt>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3473">
                                            <p:txEl>
                                              <p:pRg end="4" st="4"/>
                                            </p:txEl>
                                          </p:spTgt>
                                        </p:tgtEl>
                                        <p:attrNameLst>
                                          <p:attrName>style.visibility</p:attrName>
                                        </p:attrNameLst>
                                      </p:cBhvr>
                                      <p:to>
                                        <p:strVal val="visible"/>
                                      </p:to>
                                    </p:set>
                                    <p:animEffect filter="fade" transition="in">
                                      <p:cBhvr>
                                        <p:cTn dur="500"/>
                                        <p:tgtEl>
                                          <p:spTgt spid="3473">
                                            <p:txEl>
                                              <p:pRg end="4" st="4"/>
                                            </p:txEl>
                                          </p:spTgt>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3473">
                                            <p:txEl>
                                              <p:pRg end="5" st="5"/>
                                            </p:txEl>
                                          </p:spTgt>
                                        </p:tgtEl>
                                        <p:attrNameLst>
                                          <p:attrName>style.visibility</p:attrName>
                                        </p:attrNameLst>
                                      </p:cBhvr>
                                      <p:to>
                                        <p:strVal val="visible"/>
                                      </p:to>
                                    </p:set>
                                    <p:animEffect filter="fade" transition="in">
                                      <p:cBhvr>
                                        <p:cTn dur="500"/>
                                        <p:tgtEl>
                                          <p:spTgt spid="3473">
                                            <p:txEl>
                                              <p:pRg end="5" st="5"/>
                                            </p:txEl>
                                          </p:spTgt>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3473">
                                            <p:txEl>
                                              <p:pRg end="6" st="6"/>
                                            </p:txEl>
                                          </p:spTgt>
                                        </p:tgtEl>
                                        <p:attrNameLst>
                                          <p:attrName>style.visibility</p:attrName>
                                        </p:attrNameLst>
                                      </p:cBhvr>
                                      <p:to>
                                        <p:strVal val="visible"/>
                                      </p:to>
                                    </p:set>
                                    <p:animEffect filter="fade" transition="in">
                                      <p:cBhvr>
                                        <p:cTn dur="500"/>
                                        <p:tgtEl>
                                          <p:spTgt spid="3473">
                                            <p:txEl>
                                              <p:pRg end="6" st="6"/>
                                            </p:txEl>
                                          </p:spTgt>
                                        </p:tgtEl>
                                      </p:cBhvr>
                                    </p:animEffect>
                                  </p:childTnLst>
                                </p:cTn>
                              </p:par>
                            </p:childTnLst>
                          </p:cTn>
                        </p:par>
                        <p:par>
                          <p:cTn fill="hold">
                            <p:stCondLst>
                              <p:cond delay="9500"/>
                            </p:stCondLst>
                            <p:childTnLst>
                              <p:par>
                                <p:cTn fill="hold" nodeType="afterEffect" presetClass="entr" presetID="10" presetSubtype="0">
                                  <p:stCondLst>
                                    <p:cond delay="0"/>
                                  </p:stCondLst>
                                  <p:childTnLst>
                                    <p:set>
                                      <p:cBhvr>
                                        <p:cTn dur="1" fill="hold">
                                          <p:stCondLst>
                                            <p:cond delay="0"/>
                                          </p:stCondLst>
                                        </p:cTn>
                                        <p:tgtEl>
                                          <p:spTgt spid="3473">
                                            <p:txEl>
                                              <p:pRg end="7" st="7"/>
                                            </p:txEl>
                                          </p:spTgt>
                                        </p:tgtEl>
                                        <p:attrNameLst>
                                          <p:attrName>style.visibility</p:attrName>
                                        </p:attrNameLst>
                                      </p:cBhvr>
                                      <p:to>
                                        <p:strVal val="visible"/>
                                      </p:to>
                                    </p:set>
                                    <p:animEffect filter="fade" transition="in">
                                      <p:cBhvr>
                                        <p:cTn dur="500"/>
                                        <p:tgtEl>
                                          <p:spTgt spid="3473">
                                            <p:txEl>
                                              <p:pRg end="7" st="7"/>
                                            </p:txEl>
                                          </p:spTgt>
                                        </p:tgtEl>
                                      </p:cBhvr>
                                    </p:animEffect>
                                  </p:childTnLst>
                                </p:cTn>
                              </p:par>
                            </p:childTnLst>
                          </p:cTn>
                        </p:par>
                        <p:par>
                          <p:cTn fill="hold">
                            <p:stCondLst>
                              <p:cond delay="10000"/>
                            </p:stCondLst>
                            <p:childTnLst>
                              <p:par>
                                <p:cTn fill="hold" nodeType="afterEffect" presetClass="entr" presetID="10" presetSubtype="0">
                                  <p:stCondLst>
                                    <p:cond delay="0"/>
                                  </p:stCondLst>
                                  <p:childTnLst>
                                    <p:set>
                                      <p:cBhvr>
                                        <p:cTn dur="1" fill="hold">
                                          <p:stCondLst>
                                            <p:cond delay="0"/>
                                          </p:stCondLst>
                                        </p:cTn>
                                        <p:tgtEl>
                                          <p:spTgt spid="3473">
                                            <p:txEl>
                                              <p:pRg end="8" st="8"/>
                                            </p:txEl>
                                          </p:spTgt>
                                        </p:tgtEl>
                                        <p:attrNameLst>
                                          <p:attrName>style.visibility</p:attrName>
                                        </p:attrNameLst>
                                      </p:cBhvr>
                                      <p:to>
                                        <p:strVal val="visible"/>
                                      </p:to>
                                    </p:set>
                                    <p:animEffect filter="fade" transition="in">
                                      <p:cBhvr>
                                        <p:cTn dur="500"/>
                                        <p:tgtEl>
                                          <p:spTgt spid="3473">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tep (H+PIC+NO.+HINT)">
  <p:cSld name="3Step (H+PIC+NO.+HINT)">
    <p:spTree>
      <p:nvGrpSpPr>
        <p:cNvPr id="3475" name="Shape 3475"/>
        <p:cNvGrpSpPr/>
        <p:nvPr/>
      </p:nvGrpSpPr>
      <p:grpSpPr>
        <a:xfrm>
          <a:off x="0" y="0"/>
          <a:ext cx="0" cy="0"/>
          <a:chOff x="0" y="0"/>
          <a:chExt cx="0" cy="0"/>
        </a:xfrm>
      </p:grpSpPr>
      <p:grpSp>
        <p:nvGrpSpPr>
          <p:cNvPr id="3476" name="Google Shape;3476;g38b88470f6c_3_2314"/>
          <p:cNvGrpSpPr/>
          <p:nvPr/>
        </p:nvGrpSpPr>
        <p:grpSpPr>
          <a:xfrm>
            <a:off x="2148127" y="1620732"/>
            <a:ext cx="8449746" cy="4433003"/>
            <a:chOff x="-413326" y="937285"/>
            <a:chExt cx="4433003" cy="4433003"/>
          </a:xfrm>
        </p:grpSpPr>
        <p:sp>
          <p:nvSpPr>
            <p:cNvPr id="3477" name="Google Shape;3477;g38b88470f6c_3_2314"/>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478" name="Google Shape;3478;g38b88470f6c_3_2314"/>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479" name="Google Shape;3479;g38b88470f6c_3_2314"/>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480" name="Google Shape;3480;g38b88470f6c_3_2314"/>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481" name="Google Shape;3481;g38b88470f6c_3_2314"/>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3482" name="Google Shape;3482;g38b88470f6c_3_2314"/>
          <p:cNvSpPr/>
          <p:nvPr>
            <p:ph idx="2" type="pic"/>
          </p:nvPr>
        </p:nvSpPr>
        <p:spPr>
          <a:xfrm>
            <a:off x="2699657" y="1900415"/>
            <a:ext cx="7323300" cy="3913500"/>
          </a:xfrm>
          <a:prstGeom prst="rect">
            <a:avLst/>
          </a:prstGeom>
          <a:noFill/>
          <a:ln>
            <a:noFill/>
          </a:ln>
        </p:spPr>
      </p:sp>
      <p:sp>
        <p:nvSpPr>
          <p:cNvPr id="3483" name="Google Shape;3483;g38b88470f6c_3_2314"/>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484" name="Google Shape;3484;g38b88470f6c_3_2314"/>
          <p:cNvSpPr txBox="1"/>
          <p:nvPr>
            <p:ph idx="3" type="body"/>
          </p:nvPr>
        </p:nvSpPr>
        <p:spPr>
          <a:xfrm>
            <a:off x="10998200" y="5919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476"/>
                                        </p:tgtEl>
                                        <p:attrNameLst>
                                          <p:attrName>style.visibility</p:attrName>
                                        </p:attrNameLst>
                                      </p:cBhvr>
                                      <p:to>
                                        <p:strVal val="visible"/>
                                      </p:to>
                                    </p:set>
                                    <p:anim calcmode="lin" valueType="num">
                                      <p:cBhvr additive="base">
                                        <p:cTn dur="2250"/>
                                        <p:tgtEl>
                                          <p:spTgt spid="3476"/>
                                        </p:tgtEl>
                                        <p:attrNameLst>
                                          <p:attrName>ppt_w</p:attrName>
                                        </p:attrNameLst>
                                      </p:cBhvr>
                                      <p:tavLst>
                                        <p:tav fmla="" tm="0">
                                          <p:val>
                                            <p:strVal val="0"/>
                                          </p:val>
                                        </p:tav>
                                        <p:tav fmla="" tm="100000">
                                          <p:val>
                                            <p:strVal val="#ppt_w"/>
                                          </p:val>
                                        </p:tav>
                                      </p:tavLst>
                                    </p:anim>
                                    <p:anim calcmode="lin" valueType="num">
                                      <p:cBhvr additive="base">
                                        <p:cTn dur="2250"/>
                                        <p:tgtEl>
                                          <p:spTgt spid="3476"/>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3482"/>
                                        </p:tgtEl>
                                        <p:attrNameLst>
                                          <p:attrName>style.visibility</p:attrName>
                                        </p:attrNameLst>
                                      </p:cBhvr>
                                      <p:to>
                                        <p:strVal val="visible"/>
                                      </p:to>
                                    </p:set>
                                    <p:animEffect filter="fade" transition="in">
                                      <p:cBhvr>
                                        <p:cTn dur="500"/>
                                        <p:tgtEl>
                                          <p:spTgt spid="34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intro">
  <p:cSld name="lesson intro">
    <p:spTree>
      <p:nvGrpSpPr>
        <p:cNvPr id="3485" name="Shape 3485"/>
        <p:cNvGrpSpPr/>
        <p:nvPr/>
      </p:nvGrpSpPr>
      <p:grpSpPr>
        <a:xfrm>
          <a:off x="0" y="0"/>
          <a:ext cx="0" cy="0"/>
          <a:chOff x="0" y="0"/>
          <a:chExt cx="0" cy="0"/>
        </a:xfrm>
      </p:grpSpPr>
      <p:sp>
        <p:nvSpPr>
          <p:cNvPr id="3486" name="Google Shape;3486;g38b88470f6c_3_2324"/>
          <p:cNvSpPr txBox="1"/>
          <p:nvPr>
            <p:ph idx="1" type="body"/>
          </p:nvPr>
        </p:nvSpPr>
        <p:spPr>
          <a:xfrm>
            <a:off x="0" y="0"/>
            <a:ext cx="12192000" cy="68580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8800"/>
              <a:buFont typeface="Arial"/>
              <a:buNone/>
              <a:defRPr b="0" i="0" sz="88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esson intro">
  <p:cSld name="1_lesson intro">
    <p:spTree>
      <p:nvGrpSpPr>
        <p:cNvPr id="3487" name="Shape 3487"/>
        <p:cNvGrpSpPr/>
        <p:nvPr/>
      </p:nvGrpSpPr>
      <p:grpSpPr>
        <a:xfrm>
          <a:off x="0" y="0"/>
          <a:ext cx="0" cy="0"/>
          <a:chOff x="0" y="0"/>
          <a:chExt cx="0" cy="0"/>
        </a:xfrm>
      </p:grpSpPr>
      <p:sp>
        <p:nvSpPr>
          <p:cNvPr id="3488" name="Google Shape;3488;g38b88470f6c_3_2326"/>
          <p:cNvSpPr txBox="1"/>
          <p:nvPr>
            <p:ph idx="1" type="body"/>
          </p:nvPr>
        </p:nvSpPr>
        <p:spPr>
          <a:xfrm>
            <a:off x="377850" y="794601"/>
            <a:ext cx="11436300" cy="27102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8800"/>
              <a:buFont typeface="Arial"/>
              <a:buNone/>
              <a:defRPr b="0" i="0" sz="88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3489" name="Google Shape;3489;g38b88470f6c_3_2326"/>
          <p:cNvSpPr txBox="1"/>
          <p:nvPr>
            <p:ph idx="2" type="body"/>
          </p:nvPr>
        </p:nvSpPr>
        <p:spPr>
          <a:xfrm>
            <a:off x="1560000" y="3618276"/>
            <a:ext cx="9072000" cy="13479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8800"/>
              <a:buFont typeface="Arial"/>
              <a:buNone/>
              <a:defRPr b="0" i="0" sz="88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_1st">
  <p:cSld name="Learn_1st">
    <p:spTree>
      <p:nvGrpSpPr>
        <p:cNvPr id="3490" name="Shape 3490"/>
        <p:cNvGrpSpPr/>
        <p:nvPr/>
      </p:nvGrpSpPr>
      <p:grpSpPr>
        <a:xfrm>
          <a:off x="0" y="0"/>
          <a:ext cx="0" cy="0"/>
          <a:chOff x="0" y="0"/>
          <a:chExt cx="0" cy="0"/>
        </a:xfrm>
      </p:grpSpPr>
      <p:sp>
        <p:nvSpPr>
          <p:cNvPr id="3491" name="Google Shape;3491;g38b88470f6c_3_2329"/>
          <p:cNvSpPr/>
          <p:nvPr>
            <p:ph idx="2" type="pic"/>
          </p:nvPr>
        </p:nvSpPr>
        <p:spPr>
          <a:xfrm>
            <a:off x="2114230" y="1920640"/>
            <a:ext cx="7963500" cy="4108200"/>
          </a:xfrm>
          <a:prstGeom prst="rect">
            <a:avLst/>
          </a:prstGeom>
          <a:noFill/>
          <a:ln>
            <a:noFill/>
          </a:ln>
        </p:spPr>
      </p:sp>
      <p:sp>
        <p:nvSpPr>
          <p:cNvPr id="3492" name="Google Shape;3492;g38b88470f6c_3_2329"/>
          <p:cNvSpPr txBox="1"/>
          <p:nvPr>
            <p:ph idx="1" type="body"/>
          </p:nvPr>
        </p:nvSpPr>
        <p:spPr>
          <a:xfrm>
            <a:off x="409575" y="347725"/>
            <a:ext cx="4602300" cy="1437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3493" name="Google Shape;3493;g38b88470f6c_3_2329">
            <a:hlinkClick action="ppaction://hlinkshowjump?jump=nextslide"/>
          </p:cNvPr>
          <p:cNvPicPr preferRelativeResize="0"/>
          <p:nvPr/>
        </p:nvPicPr>
        <p:blipFill rotWithShape="1">
          <a:blip r:embed="rId2">
            <a:alphaModFix/>
          </a:blip>
          <a:srcRect b="0" l="0" r="0" t="0"/>
          <a:stretch/>
        </p:blipFill>
        <p:spPr>
          <a:xfrm>
            <a:off x="10853427" y="3445697"/>
            <a:ext cx="598343" cy="1058124"/>
          </a:xfrm>
          <a:prstGeom prst="rect">
            <a:avLst/>
          </a:prstGeom>
          <a:noFill/>
          <a:ln>
            <a:noFill/>
          </a:ln>
        </p:spPr>
      </p:pic>
    </p:spTree>
  </p:cSld>
  <p:clrMapOvr>
    <a:masterClrMapping/>
  </p:clrMapOvr>
  <p:transition spd="slow">
    <p:push/>
  </p:transition>
</p:sldLayout>
</file>

<file path=ppt/slideLayouts/slideLayout2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Question">
  <p:cSld name="Discussion/Question">
    <p:spTree>
      <p:nvGrpSpPr>
        <p:cNvPr id="3494" name="Shape 3494"/>
        <p:cNvGrpSpPr/>
        <p:nvPr/>
      </p:nvGrpSpPr>
      <p:grpSpPr>
        <a:xfrm>
          <a:off x="0" y="0"/>
          <a:ext cx="0" cy="0"/>
          <a:chOff x="0" y="0"/>
          <a:chExt cx="0" cy="0"/>
        </a:xfrm>
      </p:grpSpPr>
      <p:grpSp>
        <p:nvGrpSpPr>
          <p:cNvPr id="3495" name="Google Shape;3495;g38b88470f6c_3_2333"/>
          <p:cNvGrpSpPr/>
          <p:nvPr/>
        </p:nvGrpSpPr>
        <p:grpSpPr>
          <a:xfrm>
            <a:off x="5663558" y="1184007"/>
            <a:ext cx="5110509" cy="4807268"/>
            <a:chOff x="7462727" y="2117289"/>
            <a:chExt cx="4121046" cy="3969668"/>
          </a:xfrm>
        </p:grpSpPr>
        <p:sp>
          <p:nvSpPr>
            <p:cNvPr id="3496" name="Google Shape;3496;g38b88470f6c_3_2333"/>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497" name="Google Shape;3497;g38b88470f6c_3_2333"/>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3498" name="Google Shape;3498;g38b88470f6c_3_2333"/>
          <p:cNvGrpSpPr/>
          <p:nvPr/>
        </p:nvGrpSpPr>
        <p:grpSpPr>
          <a:xfrm rot="-3066662">
            <a:off x="5500312" y="996599"/>
            <a:ext cx="5036655" cy="4878737"/>
            <a:chOff x="7462727" y="2117289"/>
            <a:chExt cx="4121046" cy="3969668"/>
          </a:xfrm>
        </p:grpSpPr>
        <p:sp>
          <p:nvSpPr>
            <p:cNvPr id="3499" name="Google Shape;3499;g38b88470f6c_3_2333"/>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500" name="Google Shape;3500;g38b88470f6c_3_2333"/>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3501" name="Google Shape;3501;g38b88470f6c_3_2333"/>
          <p:cNvGrpSpPr/>
          <p:nvPr/>
        </p:nvGrpSpPr>
        <p:grpSpPr>
          <a:xfrm rot="-7021446">
            <a:off x="5637133" y="829507"/>
            <a:ext cx="5014746" cy="4900135"/>
            <a:chOff x="7462727" y="2117289"/>
            <a:chExt cx="4121046" cy="3969668"/>
          </a:xfrm>
        </p:grpSpPr>
        <p:sp>
          <p:nvSpPr>
            <p:cNvPr id="3502" name="Google Shape;3502;g38b88470f6c_3_2333"/>
            <p:cNvSpPr/>
            <p:nvPr/>
          </p:nvSpPr>
          <p:spPr>
            <a:xfrm flipH="1">
              <a:off x="9570823" y="4074007"/>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503" name="Google Shape;3503;g38b88470f6c_3_2333"/>
            <p:cNvSpPr/>
            <p:nvPr/>
          </p:nvSpPr>
          <p:spPr>
            <a:xfrm flipH="1" rot="10800000">
              <a:off x="7462727" y="2117289"/>
              <a:ext cx="2012950" cy="2012950"/>
            </a:xfrm>
            <a:custGeom>
              <a:rect b="b" l="l" r="r" t="t"/>
              <a:pathLst>
                <a:path extrusionOk="0" h="2012950" w="2012950">
                  <a:moveTo>
                    <a:pt x="2012950" y="2012950"/>
                  </a:moveTo>
                  <a:cubicBezTo>
                    <a:pt x="901228" y="2012950"/>
                    <a:pt x="0" y="1111722"/>
                    <a:pt x="0" y="0"/>
                  </a:cubicBezTo>
                </a:path>
              </a:pathLst>
            </a:custGeom>
            <a:noFill/>
            <a:ln cap="rnd" cmpd="sng" w="1905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504" name="Google Shape;3504;g38b88470f6c_3_2333"/>
          <p:cNvSpPr txBox="1"/>
          <p:nvPr>
            <p:ph idx="1" type="body"/>
          </p:nvPr>
        </p:nvSpPr>
        <p:spPr>
          <a:xfrm>
            <a:off x="309875" y="372569"/>
            <a:ext cx="4887300" cy="14799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6000"/>
              <a:buFont typeface="Arial"/>
              <a:buNone/>
              <a:defRPr b="0" i="0" sz="6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3505" name="Google Shape;3505;g38b88470f6c_3_2333"/>
          <p:cNvSpPr txBox="1"/>
          <p:nvPr>
            <p:ph idx="2" type="body"/>
          </p:nvPr>
        </p:nvSpPr>
        <p:spPr>
          <a:xfrm>
            <a:off x="6678476" y="2016359"/>
            <a:ext cx="2979300" cy="2732700"/>
          </a:xfrm>
          <a:prstGeom prst="rect">
            <a:avLst/>
          </a:prstGeom>
          <a:noFill/>
          <a:ln>
            <a:noFill/>
          </a:ln>
        </p:spPr>
        <p:txBody>
          <a:bodyPr anchorCtr="0" anchor="t" bIns="45700" lIns="91425" spcFirstLastPara="1" rIns="91425" wrap="square" tIns="45700">
            <a:noAutofit/>
          </a:bodyPr>
          <a:lstStyle>
            <a:lvl1pPr indent="-228600" lvl="0" marL="457200" marR="0" algn="ctr">
              <a:lnSpc>
                <a:spcPct val="150000"/>
              </a:lnSpc>
              <a:spcBef>
                <a:spcPts val="0"/>
              </a:spcBef>
              <a:spcAft>
                <a:spcPts val="0"/>
              </a:spcAft>
              <a:buClr>
                <a:schemeClr val="lt1"/>
              </a:buClr>
              <a:buSzPts val="3200"/>
              <a:buFont typeface="Arial"/>
              <a:buNone/>
              <a:defRPr b="0" i="0" sz="3200" u="none" cap="none" strike="noStrike">
                <a:solidFill>
                  <a:schemeClr val="dk1"/>
                </a:solidFill>
                <a:latin typeface="Quicksand SemiBold"/>
                <a:ea typeface="Quicksand SemiBold"/>
                <a:cs typeface="Quicksand SemiBold"/>
                <a:sym typeface="Quicksand SemiBold"/>
              </a:defRPr>
            </a:lvl1pPr>
            <a:lvl2pPr indent="-330200" lvl="1" marL="914400" marR="0" algn="l">
              <a:lnSpc>
                <a:spcPct val="100000"/>
              </a:lnSpc>
              <a:spcBef>
                <a:spcPts val="15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04"/>
                                        </p:tgtEl>
                                        <p:attrNameLst>
                                          <p:attrName>style.visibility</p:attrName>
                                        </p:attrNameLst>
                                      </p:cBhvr>
                                      <p:to>
                                        <p:strVal val="visible"/>
                                      </p:to>
                                    </p:set>
                                    <p:animEffect filter="fade" transition="in">
                                      <p:cBhvr>
                                        <p:cTn dur="500"/>
                                        <p:tgtEl>
                                          <p:spTgt spid="35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5">
                                            <p:txEl>
                                              <p:pRg end="0" st="0"/>
                                            </p:txEl>
                                          </p:spTgt>
                                        </p:tgtEl>
                                        <p:attrNameLst>
                                          <p:attrName>style.visibility</p:attrName>
                                        </p:attrNameLst>
                                      </p:cBhvr>
                                      <p:to>
                                        <p:strVal val="visible"/>
                                      </p:to>
                                    </p:set>
                                    <p:animEffect filter="fade" transition="in">
                                      <p:cBhvr>
                                        <p:cTn dur="500"/>
                                        <p:tgtEl>
                                          <p:spTgt spid="35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5">
                                            <p:txEl>
                                              <p:pRg end="1" st="1"/>
                                            </p:txEl>
                                          </p:spTgt>
                                        </p:tgtEl>
                                        <p:attrNameLst>
                                          <p:attrName>style.visibility</p:attrName>
                                        </p:attrNameLst>
                                      </p:cBhvr>
                                      <p:to>
                                        <p:strVal val="visible"/>
                                      </p:to>
                                    </p:set>
                                    <p:animEffect filter="fade" transition="in">
                                      <p:cBhvr>
                                        <p:cTn dur="500"/>
                                        <p:tgtEl>
                                          <p:spTgt spid="35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5">
                                            <p:txEl>
                                              <p:pRg end="2" st="2"/>
                                            </p:txEl>
                                          </p:spTgt>
                                        </p:tgtEl>
                                        <p:attrNameLst>
                                          <p:attrName>style.visibility</p:attrName>
                                        </p:attrNameLst>
                                      </p:cBhvr>
                                      <p:to>
                                        <p:strVal val="visible"/>
                                      </p:to>
                                    </p:set>
                                    <p:animEffect filter="fade" transition="in">
                                      <p:cBhvr>
                                        <p:cTn dur="500"/>
                                        <p:tgtEl>
                                          <p:spTgt spid="35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5">
                                            <p:txEl>
                                              <p:pRg end="3" st="3"/>
                                            </p:txEl>
                                          </p:spTgt>
                                        </p:tgtEl>
                                        <p:attrNameLst>
                                          <p:attrName>style.visibility</p:attrName>
                                        </p:attrNameLst>
                                      </p:cBhvr>
                                      <p:to>
                                        <p:strVal val="visible"/>
                                      </p:to>
                                    </p:set>
                                    <p:animEffect filter="fade" transition="in">
                                      <p:cBhvr>
                                        <p:cTn dur="500"/>
                                        <p:tgtEl>
                                          <p:spTgt spid="350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5">
                                            <p:txEl>
                                              <p:pRg end="4" st="4"/>
                                            </p:txEl>
                                          </p:spTgt>
                                        </p:tgtEl>
                                        <p:attrNameLst>
                                          <p:attrName>style.visibility</p:attrName>
                                        </p:attrNameLst>
                                      </p:cBhvr>
                                      <p:to>
                                        <p:strVal val="visible"/>
                                      </p:to>
                                    </p:set>
                                    <p:animEffect filter="fade" transition="in">
                                      <p:cBhvr>
                                        <p:cTn dur="500"/>
                                        <p:tgtEl>
                                          <p:spTgt spid="350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5">
                                            <p:txEl>
                                              <p:pRg end="5" st="5"/>
                                            </p:txEl>
                                          </p:spTgt>
                                        </p:tgtEl>
                                        <p:attrNameLst>
                                          <p:attrName>style.visibility</p:attrName>
                                        </p:attrNameLst>
                                      </p:cBhvr>
                                      <p:to>
                                        <p:strVal val="visible"/>
                                      </p:to>
                                    </p:set>
                                    <p:animEffect filter="fade" transition="in">
                                      <p:cBhvr>
                                        <p:cTn dur="500"/>
                                        <p:tgtEl>
                                          <p:spTgt spid="350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5">
                                            <p:txEl>
                                              <p:pRg end="6" st="6"/>
                                            </p:txEl>
                                          </p:spTgt>
                                        </p:tgtEl>
                                        <p:attrNameLst>
                                          <p:attrName>style.visibility</p:attrName>
                                        </p:attrNameLst>
                                      </p:cBhvr>
                                      <p:to>
                                        <p:strVal val="visible"/>
                                      </p:to>
                                    </p:set>
                                    <p:animEffect filter="fade" transition="in">
                                      <p:cBhvr>
                                        <p:cTn dur="500"/>
                                        <p:tgtEl>
                                          <p:spTgt spid="350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5">
                                            <p:txEl>
                                              <p:pRg end="7" st="7"/>
                                            </p:txEl>
                                          </p:spTgt>
                                        </p:tgtEl>
                                        <p:attrNameLst>
                                          <p:attrName>style.visibility</p:attrName>
                                        </p:attrNameLst>
                                      </p:cBhvr>
                                      <p:to>
                                        <p:strVal val="visible"/>
                                      </p:to>
                                    </p:set>
                                    <p:animEffect filter="fade" transition="in">
                                      <p:cBhvr>
                                        <p:cTn dur="500"/>
                                        <p:tgtEl>
                                          <p:spTgt spid="350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5">
                                            <p:txEl>
                                              <p:pRg end="8" st="8"/>
                                            </p:txEl>
                                          </p:spTgt>
                                        </p:tgtEl>
                                        <p:attrNameLst>
                                          <p:attrName>style.visibility</p:attrName>
                                        </p:attrNameLst>
                                      </p:cBhvr>
                                      <p:to>
                                        <p:strVal val="visible"/>
                                      </p:to>
                                    </p:set>
                                    <p:animEffect filter="fade" transition="in">
                                      <p:cBhvr>
                                        <p:cTn dur="500"/>
                                        <p:tgtEl>
                                          <p:spTgt spid="350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3495"/>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498"/>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350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Topic+pic">
  <p:cSld name="Brainstorming+Topic+pic">
    <p:spTree>
      <p:nvGrpSpPr>
        <p:cNvPr id="3506" name="Shape 3506"/>
        <p:cNvGrpSpPr/>
        <p:nvPr/>
      </p:nvGrpSpPr>
      <p:grpSpPr>
        <a:xfrm>
          <a:off x="0" y="0"/>
          <a:ext cx="0" cy="0"/>
          <a:chOff x="0" y="0"/>
          <a:chExt cx="0" cy="0"/>
        </a:xfrm>
      </p:grpSpPr>
      <p:sp>
        <p:nvSpPr>
          <p:cNvPr id="3507" name="Google Shape;3507;g38b88470f6c_3_2345"/>
          <p:cNvSpPr txBox="1"/>
          <p:nvPr/>
        </p:nvSpPr>
        <p:spPr>
          <a:xfrm>
            <a:off x="294968" y="303255"/>
            <a:ext cx="56022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3600"/>
              <a:buFont typeface="Arial"/>
              <a:buNone/>
            </a:pPr>
            <a:r>
              <a:rPr b="0" i="0" lang="en-US" sz="3600" u="none" cap="none" strike="noStrike">
                <a:solidFill>
                  <a:schemeClr val="dk1"/>
                </a:solidFill>
                <a:latin typeface="Arial"/>
                <a:ea typeface="Arial"/>
                <a:cs typeface="Arial"/>
                <a:sym typeface="Arial"/>
              </a:rPr>
              <a:t>Brainstorming</a:t>
            </a:r>
            <a:endParaRPr b="0" i="0" sz="1400" u="none" cap="none" strike="noStrike">
              <a:solidFill>
                <a:srgbClr val="000000"/>
              </a:solidFill>
              <a:latin typeface="Arial"/>
              <a:ea typeface="Arial"/>
              <a:cs typeface="Arial"/>
              <a:sym typeface="Arial"/>
            </a:endParaRPr>
          </a:p>
        </p:txBody>
      </p:sp>
      <p:sp>
        <p:nvSpPr>
          <p:cNvPr id="3508" name="Google Shape;3508;g38b88470f6c_3_2345"/>
          <p:cNvSpPr txBox="1"/>
          <p:nvPr>
            <p:ph idx="1" type="body"/>
          </p:nvPr>
        </p:nvSpPr>
        <p:spPr>
          <a:xfrm>
            <a:off x="294968" y="939474"/>
            <a:ext cx="8121300" cy="1649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6000"/>
              <a:buFont typeface="Arial"/>
              <a:buNone/>
              <a:defRPr b="0" i="0" sz="6000" u="none" cap="none" strike="noStrike">
                <a:solidFill>
                  <a:srgbClr val="3F3F3F"/>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3509" name="Google Shape;3509;g38b88470f6c_3_2345"/>
          <p:cNvSpPr txBox="1"/>
          <p:nvPr>
            <p:ph idx="2" type="body"/>
          </p:nvPr>
        </p:nvSpPr>
        <p:spPr>
          <a:xfrm>
            <a:off x="294975" y="2857500"/>
            <a:ext cx="8121300" cy="30546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chemeClr val="dk1"/>
                </a:solidFill>
                <a:latin typeface="Quicksand"/>
                <a:ea typeface="Quicksand"/>
                <a:cs typeface="Quicksand"/>
                <a:sym typeface="Quicksand"/>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07"/>
                                        </p:tgtEl>
                                        <p:attrNameLst>
                                          <p:attrName>style.visibility</p:attrName>
                                        </p:attrNameLst>
                                      </p:cBhvr>
                                      <p:to>
                                        <p:strVal val="visible"/>
                                      </p:to>
                                    </p:set>
                                    <p:animEffect filter="fade" transition="in">
                                      <p:cBhvr>
                                        <p:cTn dur="500"/>
                                        <p:tgtEl>
                                          <p:spTgt spid="350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508"/>
                                        </p:tgtEl>
                                        <p:attrNameLst>
                                          <p:attrName>style.visibility</p:attrName>
                                        </p:attrNameLst>
                                      </p:cBhvr>
                                      <p:to>
                                        <p:strVal val="visible"/>
                                      </p:to>
                                    </p:set>
                                    <p:animEffect filter="fade" transition="in">
                                      <p:cBhvr>
                                        <p:cTn dur="500"/>
                                        <p:tgtEl>
                                          <p:spTgt spid="35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p:cSld name="Learn">
    <p:spTree>
      <p:nvGrpSpPr>
        <p:cNvPr id="3510" name="Shape 3510"/>
        <p:cNvGrpSpPr/>
        <p:nvPr/>
      </p:nvGrpSpPr>
      <p:grpSpPr>
        <a:xfrm>
          <a:off x="0" y="0"/>
          <a:ext cx="0" cy="0"/>
          <a:chOff x="0" y="0"/>
          <a:chExt cx="0" cy="0"/>
        </a:xfrm>
      </p:grpSpPr>
      <p:sp>
        <p:nvSpPr>
          <p:cNvPr id="3511" name="Google Shape;3511;g38b88470f6c_3_2349"/>
          <p:cNvSpPr/>
          <p:nvPr>
            <p:ph idx="2" type="pic"/>
          </p:nvPr>
        </p:nvSpPr>
        <p:spPr>
          <a:xfrm>
            <a:off x="2114255" y="1427165"/>
            <a:ext cx="7963500" cy="4108200"/>
          </a:xfrm>
          <a:prstGeom prst="rect">
            <a:avLst/>
          </a:prstGeom>
          <a:noFill/>
          <a:ln>
            <a:noFill/>
          </a:ln>
        </p:spPr>
      </p:sp>
      <p:sp>
        <p:nvSpPr>
          <p:cNvPr id="3512" name="Google Shape;3512;g38b88470f6c_3_2349"/>
          <p:cNvSpPr txBox="1"/>
          <p:nvPr>
            <p:ph idx="1" type="body"/>
          </p:nvPr>
        </p:nvSpPr>
        <p:spPr>
          <a:xfrm>
            <a:off x="409575" y="347725"/>
            <a:ext cx="4602300" cy="1437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000"/>
              <a:buFont typeface="Arial"/>
              <a:buNone/>
              <a:defRPr b="0" i="0" sz="4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pic>
        <p:nvPicPr>
          <p:cNvPr id="3513" name="Google Shape;3513;g38b88470f6c_3_2349">
            <a:hlinkClick action="ppaction://hlinkshowjump?jump=nextslide"/>
          </p:cNvPr>
          <p:cNvPicPr preferRelativeResize="0"/>
          <p:nvPr/>
        </p:nvPicPr>
        <p:blipFill rotWithShape="1">
          <a:blip r:embed="rId2">
            <a:alphaModFix/>
          </a:blip>
          <a:srcRect b="0" l="0" r="0" t="0"/>
          <a:stretch/>
        </p:blipFill>
        <p:spPr>
          <a:xfrm>
            <a:off x="10853427" y="3217097"/>
            <a:ext cx="598343" cy="1058124"/>
          </a:xfrm>
          <a:prstGeom prst="rect">
            <a:avLst/>
          </a:prstGeom>
          <a:noFill/>
          <a:ln>
            <a:noFill/>
          </a:ln>
        </p:spPr>
      </p:pic>
      <p:pic>
        <p:nvPicPr>
          <p:cNvPr id="3514" name="Google Shape;3514;g38b88470f6c_3_2349">
            <a:hlinkClick action="ppaction://hlinkshowjump?jump=previousslide"/>
          </p:cNvPr>
          <p:cNvPicPr preferRelativeResize="0"/>
          <p:nvPr/>
        </p:nvPicPr>
        <p:blipFill rotWithShape="1">
          <a:blip r:embed="rId3">
            <a:alphaModFix/>
          </a:blip>
          <a:srcRect b="0" l="0" r="0" t="0"/>
          <a:stretch/>
        </p:blipFill>
        <p:spPr>
          <a:xfrm flipH="1" rot="10800000">
            <a:off x="736648" y="3217097"/>
            <a:ext cx="601925" cy="1058124"/>
          </a:xfrm>
          <a:prstGeom prst="rect">
            <a:avLst/>
          </a:prstGeom>
          <a:noFill/>
          <a:ln>
            <a:noFill/>
          </a:ln>
        </p:spPr>
      </p:pic>
    </p:spTree>
  </p:cSld>
  <p:clrMapOvr>
    <a:masterClrMapping/>
  </p:clrMapOvr>
</p:sldLayout>
</file>

<file path=ppt/slideLayouts/slideLayout2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ng">
  <p:cSld name="Testing">
    <p:spTree>
      <p:nvGrpSpPr>
        <p:cNvPr id="3515" name="Shape 3515"/>
        <p:cNvGrpSpPr/>
        <p:nvPr/>
      </p:nvGrpSpPr>
      <p:grpSpPr>
        <a:xfrm>
          <a:off x="0" y="0"/>
          <a:ext cx="0" cy="0"/>
          <a:chOff x="0" y="0"/>
          <a:chExt cx="0" cy="0"/>
        </a:xfrm>
      </p:grpSpPr>
      <p:pic>
        <p:nvPicPr>
          <p:cNvPr id="3516" name="Google Shape;3516;g38b88470f6c_3_2354"/>
          <p:cNvPicPr preferRelativeResize="0"/>
          <p:nvPr/>
        </p:nvPicPr>
        <p:blipFill rotWithShape="1">
          <a:blip r:embed="rId2">
            <a:alphaModFix/>
          </a:blip>
          <a:srcRect b="0" l="0" r="0" t="0"/>
          <a:stretch/>
        </p:blipFill>
        <p:spPr>
          <a:xfrm>
            <a:off x="17460400" y="695862"/>
            <a:ext cx="741875" cy="741875"/>
          </a:xfrm>
          <a:prstGeom prst="rect">
            <a:avLst/>
          </a:prstGeom>
          <a:noFill/>
          <a:ln>
            <a:noFill/>
          </a:ln>
        </p:spPr>
      </p:pic>
      <p:sp>
        <p:nvSpPr>
          <p:cNvPr id="3517" name="Google Shape;3517;g38b88470f6c_3_2354"/>
          <p:cNvSpPr txBox="1"/>
          <p:nvPr/>
        </p:nvSpPr>
        <p:spPr>
          <a:xfrm>
            <a:off x="452100" y="515275"/>
            <a:ext cx="3398400" cy="212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b="1" i="0" lang="en-US" sz="6600" u="none" cap="none" strike="noStrike">
                <a:solidFill>
                  <a:schemeClr val="dk1"/>
                </a:solidFill>
                <a:latin typeface="Arial"/>
                <a:ea typeface="Arial"/>
                <a:cs typeface="Arial"/>
                <a:sym typeface="Arial"/>
              </a:rPr>
              <a:t>Make &amp; Testing </a:t>
            </a:r>
            <a:endParaRPr b="0" i="0" sz="5400" u="none" cap="none" strike="noStrike">
              <a:solidFill>
                <a:schemeClr val="dk1"/>
              </a:solidFill>
              <a:latin typeface="Arial"/>
              <a:ea typeface="Arial"/>
              <a:cs typeface="Arial"/>
              <a:sym typeface="Arial"/>
            </a:endParaRPr>
          </a:p>
        </p:txBody>
      </p:sp>
      <p:sp>
        <p:nvSpPr>
          <p:cNvPr id="3518" name="Google Shape;3518;g38b88470f6c_3_2354"/>
          <p:cNvSpPr/>
          <p:nvPr/>
        </p:nvSpPr>
        <p:spPr>
          <a:xfrm rot="-1782754">
            <a:off x="10499163" y="2267585"/>
            <a:ext cx="1152318" cy="1084353"/>
          </a:xfrm>
          <a:custGeom>
            <a:rect b="b" l="l" r="r" t="t"/>
            <a:pathLst>
              <a:path extrusionOk="0" h="1972325" w="2095947">
                <a:moveTo>
                  <a:pt x="1207211" y="660929"/>
                </a:moveTo>
                <a:cubicBezTo>
                  <a:pt x="1102223" y="610125"/>
                  <a:pt x="974784" y="610474"/>
                  <a:pt x="866133" y="672956"/>
                </a:cubicBezTo>
                <a:cubicBezTo>
                  <a:pt x="865479" y="673330"/>
                  <a:pt x="864826" y="673706"/>
                  <a:pt x="864175" y="674083"/>
                </a:cubicBezTo>
                <a:cubicBezTo>
                  <a:pt x="691790" y="773974"/>
                  <a:pt x="633022" y="994696"/>
                  <a:pt x="732913" y="1167082"/>
                </a:cubicBezTo>
                <a:cubicBezTo>
                  <a:pt x="833985" y="1340254"/>
                  <a:pt x="1055902" y="1399350"/>
                  <a:pt x="1229711" y="1299375"/>
                </a:cubicBezTo>
                <a:cubicBezTo>
                  <a:pt x="1230357" y="1299008"/>
                  <a:pt x="1231003" y="1298636"/>
                  <a:pt x="1231646" y="1298264"/>
                </a:cubicBezTo>
                <a:cubicBezTo>
                  <a:pt x="1404069" y="1198404"/>
                  <a:pt x="1462894" y="977675"/>
                  <a:pt x="1363033" y="805250"/>
                </a:cubicBezTo>
                <a:cubicBezTo>
                  <a:pt x="1325114" y="740309"/>
                  <a:pt x="1270203" y="691412"/>
                  <a:pt x="1207211" y="660929"/>
                </a:cubicBezTo>
                <a:close/>
                <a:moveTo>
                  <a:pt x="1450613" y="13643"/>
                </a:moveTo>
                <a:lnTo>
                  <a:pt x="1553483" y="72713"/>
                </a:lnTo>
                <a:lnTo>
                  <a:pt x="1692983" y="152786"/>
                </a:lnTo>
                <a:cubicBezTo>
                  <a:pt x="1704136" y="159188"/>
                  <a:pt x="1713676" y="167404"/>
                  <a:pt x="1721411" y="176872"/>
                </a:cubicBezTo>
                <a:lnTo>
                  <a:pt x="1721423" y="176895"/>
                </a:lnTo>
                <a:lnTo>
                  <a:pt x="1721432" y="176902"/>
                </a:lnTo>
                <a:cubicBezTo>
                  <a:pt x="1729167" y="186369"/>
                  <a:pt x="1735094" y="197088"/>
                  <a:pt x="1739019" y="208496"/>
                </a:cubicBezTo>
                <a:lnTo>
                  <a:pt x="1743058" y="234383"/>
                </a:lnTo>
                <a:lnTo>
                  <a:pt x="1744594" y="244195"/>
                </a:lnTo>
                <a:lnTo>
                  <a:pt x="1744592" y="244208"/>
                </a:lnTo>
                <a:lnTo>
                  <a:pt x="1744594" y="244223"/>
                </a:lnTo>
                <a:lnTo>
                  <a:pt x="1743221" y="250812"/>
                </a:lnTo>
                <a:lnTo>
                  <a:pt x="1737024" y="280677"/>
                </a:lnTo>
                <a:lnTo>
                  <a:pt x="1715725" y="333022"/>
                </a:lnTo>
                <a:lnTo>
                  <a:pt x="1688065" y="401070"/>
                </a:lnTo>
                <a:lnTo>
                  <a:pt x="1682909" y="441239"/>
                </a:lnTo>
                <a:lnTo>
                  <a:pt x="1681392" y="453141"/>
                </a:lnTo>
                <a:lnTo>
                  <a:pt x="1691837" y="478722"/>
                </a:lnTo>
                <a:lnTo>
                  <a:pt x="1701254" y="501750"/>
                </a:lnTo>
                <a:lnTo>
                  <a:pt x="1750706" y="576574"/>
                </a:lnTo>
                <a:lnTo>
                  <a:pt x="1753602" y="580954"/>
                </a:lnTo>
                <a:lnTo>
                  <a:pt x="1753602" y="580955"/>
                </a:lnTo>
                <a:lnTo>
                  <a:pt x="1753622" y="580985"/>
                </a:lnTo>
                <a:lnTo>
                  <a:pt x="1764252" y="602054"/>
                </a:lnTo>
                <a:lnTo>
                  <a:pt x="1796408" y="665761"/>
                </a:lnTo>
                <a:lnTo>
                  <a:pt x="1817180" y="692444"/>
                </a:lnTo>
                <a:lnTo>
                  <a:pt x="1828498" y="706969"/>
                </a:lnTo>
                <a:lnTo>
                  <a:pt x="1847963" y="715119"/>
                </a:lnTo>
                <a:lnTo>
                  <a:pt x="1876690" y="727128"/>
                </a:lnTo>
                <a:lnTo>
                  <a:pt x="1961530" y="738943"/>
                </a:lnTo>
                <a:lnTo>
                  <a:pt x="2007293" y="745311"/>
                </a:lnTo>
                <a:lnTo>
                  <a:pt x="2007320" y="745320"/>
                </a:lnTo>
                <a:lnTo>
                  <a:pt x="2007339" y="745323"/>
                </a:lnTo>
                <a:lnTo>
                  <a:pt x="2021741" y="750093"/>
                </a:lnTo>
                <a:lnTo>
                  <a:pt x="2042582" y="756992"/>
                </a:lnTo>
                <a:lnTo>
                  <a:pt x="2042593" y="757001"/>
                </a:lnTo>
                <a:lnTo>
                  <a:pt x="2042627" y="757012"/>
                </a:lnTo>
                <a:cubicBezTo>
                  <a:pt x="2074700" y="774632"/>
                  <a:pt x="2095966" y="808707"/>
                  <a:pt x="2095947" y="847190"/>
                </a:cubicBezTo>
                <a:lnTo>
                  <a:pt x="2095844" y="1124628"/>
                </a:lnTo>
                <a:lnTo>
                  <a:pt x="2095839" y="1124651"/>
                </a:lnTo>
                <a:lnTo>
                  <a:pt x="2095839" y="1124679"/>
                </a:lnTo>
                <a:lnTo>
                  <a:pt x="2090268" y="1155030"/>
                </a:lnTo>
                <a:lnTo>
                  <a:pt x="2089139" y="1161186"/>
                </a:lnTo>
                <a:lnTo>
                  <a:pt x="2089138" y="1161188"/>
                </a:lnTo>
                <a:lnTo>
                  <a:pt x="2089134" y="1161211"/>
                </a:lnTo>
                <a:cubicBezTo>
                  <a:pt x="2084796" y="1172601"/>
                  <a:pt x="2078485" y="1183056"/>
                  <a:pt x="2070588" y="1192131"/>
                </a:cubicBezTo>
                <a:lnTo>
                  <a:pt x="2070033" y="1192579"/>
                </a:lnTo>
                <a:lnTo>
                  <a:pt x="2042512" y="1214791"/>
                </a:lnTo>
                <a:cubicBezTo>
                  <a:pt x="2031825" y="1220667"/>
                  <a:pt x="2019937" y="1224717"/>
                  <a:pt x="2007236" y="1226496"/>
                </a:cubicBezTo>
                <a:lnTo>
                  <a:pt x="1950363" y="1234404"/>
                </a:lnTo>
                <a:lnTo>
                  <a:pt x="1876427" y="1244733"/>
                </a:lnTo>
                <a:cubicBezTo>
                  <a:pt x="1858610" y="1247259"/>
                  <a:pt x="1842097" y="1254343"/>
                  <a:pt x="1828266" y="1264930"/>
                </a:cubicBezTo>
                <a:lnTo>
                  <a:pt x="1807884" y="1291126"/>
                </a:lnTo>
                <a:lnTo>
                  <a:pt x="1796202" y="1306160"/>
                </a:lnTo>
                <a:lnTo>
                  <a:pt x="1778069" y="1342140"/>
                </a:lnTo>
                <a:lnTo>
                  <a:pt x="1753411" y="1391097"/>
                </a:lnTo>
                <a:cubicBezTo>
                  <a:pt x="1737509" y="1418526"/>
                  <a:pt x="1719994" y="1445020"/>
                  <a:pt x="1700947" y="1470436"/>
                </a:cubicBezTo>
                <a:cubicBezTo>
                  <a:pt x="1690074" y="1484872"/>
                  <a:pt x="1683384" y="1501631"/>
                  <a:pt x="1681105" y="1518970"/>
                </a:cubicBezTo>
                <a:lnTo>
                  <a:pt x="1684507" y="1545650"/>
                </a:lnTo>
                <a:lnTo>
                  <a:pt x="1687757" y="1570956"/>
                </a:lnTo>
                <a:lnTo>
                  <a:pt x="1703486" y="1609731"/>
                </a:lnTo>
                <a:lnTo>
                  <a:pt x="1736629" y="1691283"/>
                </a:lnTo>
                <a:cubicBezTo>
                  <a:pt x="1741468" y="1703190"/>
                  <a:pt x="1743922" y="1715533"/>
                  <a:pt x="1744185" y="1727750"/>
                </a:cubicBezTo>
                <a:lnTo>
                  <a:pt x="1741109" y="1747380"/>
                </a:lnTo>
                <a:lnTo>
                  <a:pt x="1738594" y="1763478"/>
                </a:lnTo>
                <a:cubicBezTo>
                  <a:pt x="1734669" y="1774878"/>
                  <a:pt x="1728743" y="1785589"/>
                  <a:pt x="1721010" y="1795046"/>
                </a:cubicBezTo>
                <a:lnTo>
                  <a:pt x="1716471" y="1798887"/>
                </a:lnTo>
                <a:lnTo>
                  <a:pt x="1692599" y="1819121"/>
                </a:lnTo>
                <a:lnTo>
                  <a:pt x="1528712" y="1913256"/>
                </a:lnTo>
                <a:lnTo>
                  <a:pt x="1449996" y="1958484"/>
                </a:lnTo>
                <a:cubicBezTo>
                  <a:pt x="1427861" y="1971190"/>
                  <a:pt x="1402740" y="1974807"/>
                  <a:pt x="1379215" y="1970227"/>
                </a:cubicBezTo>
                <a:lnTo>
                  <a:pt x="1362759" y="1963890"/>
                </a:lnTo>
                <a:lnTo>
                  <a:pt x="1345679" y="1957319"/>
                </a:lnTo>
                <a:cubicBezTo>
                  <a:pt x="1335280" y="1951042"/>
                  <a:pt x="1325853" y="1942826"/>
                  <a:pt x="1317970" y="1932783"/>
                </a:cubicBezTo>
                <a:lnTo>
                  <a:pt x="1293113" y="1901114"/>
                </a:lnTo>
                <a:lnTo>
                  <a:pt x="1293131" y="1901104"/>
                </a:lnTo>
                <a:lnTo>
                  <a:pt x="1236804" y="1829375"/>
                </a:lnTo>
                <a:cubicBezTo>
                  <a:pt x="1214609" y="1801161"/>
                  <a:pt x="1179316" y="1786552"/>
                  <a:pt x="1143674" y="1790828"/>
                </a:cubicBezTo>
                <a:cubicBezTo>
                  <a:pt x="1079611" y="1798368"/>
                  <a:pt x="1014881" y="1798299"/>
                  <a:pt x="950835" y="1790624"/>
                </a:cubicBezTo>
                <a:cubicBezTo>
                  <a:pt x="915496" y="1786583"/>
                  <a:pt x="880603" y="1801226"/>
                  <a:pt x="858732" y="1829273"/>
                </a:cubicBezTo>
                <a:lnTo>
                  <a:pt x="777321" y="1932991"/>
                </a:lnTo>
                <a:cubicBezTo>
                  <a:pt x="745812" y="1973148"/>
                  <a:pt x="689606" y="1984091"/>
                  <a:pt x="645333" y="1958689"/>
                </a:cubicBezTo>
                <a:lnTo>
                  <a:pt x="402949" y="1819508"/>
                </a:lnTo>
                <a:cubicBezTo>
                  <a:pt x="358341" y="1793908"/>
                  <a:pt x="339505" y="1739290"/>
                  <a:pt x="358850" y="1691634"/>
                </a:cubicBezTo>
                <a:lnTo>
                  <a:pt x="407882" y="1571262"/>
                </a:lnTo>
                <a:cubicBezTo>
                  <a:pt x="421447" y="1537718"/>
                  <a:pt x="416414" y="1499515"/>
                  <a:pt x="394622" y="1470629"/>
                </a:cubicBezTo>
                <a:cubicBezTo>
                  <a:pt x="375710" y="1445248"/>
                  <a:pt x="358242" y="1418822"/>
                  <a:pt x="342300" y="1391478"/>
                </a:cubicBezTo>
                <a:cubicBezTo>
                  <a:pt x="326438" y="1364015"/>
                  <a:pt x="312160" y="1335667"/>
                  <a:pt x="299538" y="1306571"/>
                </a:cubicBezTo>
                <a:cubicBezTo>
                  <a:pt x="285334" y="1273497"/>
                  <a:pt x="254899" y="1250234"/>
                  <a:pt x="219257" y="1245205"/>
                </a:cubicBezTo>
                <a:lnTo>
                  <a:pt x="88608" y="1227009"/>
                </a:lnTo>
                <a:cubicBezTo>
                  <a:pt x="37788" y="1219926"/>
                  <a:pt x="-26" y="1176453"/>
                  <a:pt x="0" y="1125142"/>
                </a:cubicBezTo>
                <a:lnTo>
                  <a:pt x="104" y="847704"/>
                </a:lnTo>
                <a:cubicBezTo>
                  <a:pt x="64" y="796425"/>
                  <a:pt x="37826" y="752962"/>
                  <a:pt x="88608" y="745837"/>
                </a:cubicBezTo>
                <a:lnTo>
                  <a:pt x="219463" y="727643"/>
                </a:lnTo>
                <a:cubicBezTo>
                  <a:pt x="255113" y="722561"/>
                  <a:pt x="285541" y="699264"/>
                  <a:pt x="299745" y="666172"/>
                </a:cubicBezTo>
                <a:cubicBezTo>
                  <a:pt x="324911" y="607870"/>
                  <a:pt x="356860" y="552735"/>
                  <a:pt x="394930" y="501909"/>
                </a:cubicBezTo>
                <a:cubicBezTo>
                  <a:pt x="416666" y="473040"/>
                  <a:pt x="421697" y="434896"/>
                  <a:pt x="408190" y="401378"/>
                </a:cubicBezTo>
                <a:lnTo>
                  <a:pt x="359261" y="281008"/>
                </a:lnTo>
                <a:cubicBezTo>
                  <a:pt x="339947" y="233406"/>
                  <a:pt x="358730" y="178854"/>
                  <a:pt x="403257" y="153236"/>
                </a:cubicBezTo>
                <a:lnTo>
                  <a:pt x="645847" y="13848"/>
                </a:lnTo>
                <a:cubicBezTo>
                  <a:pt x="690151" y="-11562"/>
                  <a:pt x="746390" y="-621"/>
                  <a:pt x="777937" y="39546"/>
                </a:cubicBezTo>
                <a:lnTo>
                  <a:pt x="859143" y="142957"/>
                </a:lnTo>
                <a:cubicBezTo>
                  <a:pt x="881295" y="171167"/>
                  <a:pt x="916557" y="185778"/>
                  <a:pt x="952170" y="181504"/>
                </a:cubicBezTo>
                <a:cubicBezTo>
                  <a:pt x="1016233" y="173966"/>
                  <a:pt x="1080964" y="174033"/>
                  <a:pt x="1145011" y="181710"/>
                </a:cubicBezTo>
                <a:cubicBezTo>
                  <a:pt x="1180353" y="185791"/>
                  <a:pt x="1215265" y="171140"/>
                  <a:pt x="1237113" y="143060"/>
                </a:cubicBezTo>
                <a:lnTo>
                  <a:pt x="1318523" y="39341"/>
                </a:lnTo>
                <a:cubicBezTo>
                  <a:pt x="1350070" y="-827"/>
                  <a:pt x="1406309" y="-11769"/>
                  <a:pt x="1450613" y="13643"/>
                </a:cubicBezTo>
                <a:close/>
              </a:path>
            </a:pathLst>
          </a:custGeom>
          <a:solidFill>
            <a:srgbClr val="F5B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519" name="Google Shape;3519;g38b88470f6c_3_2354"/>
          <p:cNvSpPr/>
          <p:nvPr/>
        </p:nvSpPr>
        <p:spPr>
          <a:xfrm rot="3703889">
            <a:off x="9816214" y="1092004"/>
            <a:ext cx="1356672" cy="1289116"/>
          </a:xfrm>
          <a:custGeom>
            <a:rect b="b" l="l" r="r" t="t"/>
            <a:pathLst>
              <a:path extrusionOk="0" h="2142214" w="2254476">
                <a:moveTo>
                  <a:pt x="1156285" y="654560"/>
                </a:moveTo>
                <a:cubicBezTo>
                  <a:pt x="1075739" y="648942"/>
                  <a:pt x="992720" y="666404"/>
                  <a:pt x="917514" y="709684"/>
                </a:cubicBezTo>
                <a:cubicBezTo>
                  <a:pt x="916758" y="710116"/>
                  <a:pt x="916004" y="710550"/>
                  <a:pt x="915251" y="710986"/>
                </a:cubicBezTo>
                <a:cubicBezTo>
                  <a:pt x="716288" y="826242"/>
                  <a:pt x="648430" y="1080968"/>
                  <a:pt x="763686" y="1279931"/>
                </a:cubicBezTo>
                <a:cubicBezTo>
                  <a:pt x="880354" y="1479717"/>
                  <a:pt x="1136403" y="1547881"/>
                  <a:pt x="1336962" y="1432547"/>
                </a:cubicBezTo>
                <a:cubicBezTo>
                  <a:pt x="1337696" y="1432127"/>
                  <a:pt x="1338430" y="1431705"/>
                  <a:pt x="1339162" y="1431281"/>
                </a:cubicBezTo>
                <a:cubicBezTo>
                  <a:pt x="1538152" y="1316033"/>
                  <a:pt x="1606039" y="1061291"/>
                  <a:pt x="1490790" y="862300"/>
                </a:cubicBezTo>
                <a:cubicBezTo>
                  <a:pt x="1417902" y="737394"/>
                  <a:pt x="1290528" y="663922"/>
                  <a:pt x="1156285" y="654560"/>
                </a:cubicBezTo>
                <a:close/>
                <a:moveTo>
                  <a:pt x="1508503" y="952"/>
                </a:moveTo>
                <a:cubicBezTo>
                  <a:pt x="1517337" y="2368"/>
                  <a:pt x="1526043" y="5376"/>
                  <a:pt x="1534199" y="10057"/>
                </a:cubicBezTo>
                <a:lnTo>
                  <a:pt x="1847433" y="189853"/>
                </a:lnTo>
                <a:cubicBezTo>
                  <a:pt x="1855651" y="194570"/>
                  <a:pt x="1862680" y="200624"/>
                  <a:pt x="1868379" y="207600"/>
                </a:cubicBezTo>
                <a:lnTo>
                  <a:pt x="1868383" y="207608"/>
                </a:lnTo>
                <a:lnTo>
                  <a:pt x="1868400" y="207622"/>
                </a:lnTo>
                <a:cubicBezTo>
                  <a:pt x="1879798" y="221572"/>
                  <a:pt x="1885868" y="239215"/>
                  <a:pt x="1885466" y="257226"/>
                </a:cubicBezTo>
                <a:lnTo>
                  <a:pt x="1883185" y="268176"/>
                </a:lnTo>
                <a:lnTo>
                  <a:pt x="1879883" y="284086"/>
                </a:lnTo>
                <a:lnTo>
                  <a:pt x="1808217" y="460214"/>
                </a:lnTo>
                <a:lnTo>
                  <a:pt x="1807341" y="467032"/>
                </a:lnTo>
                <a:lnTo>
                  <a:pt x="1803261" y="498900"/>
                </a:lnTo>
                <a:cubicBezTo>
                  <a:pt x="1805013" y="511795"/>
                  <a:pt x="1810109" y="524237"/>
                  <a:pt x="1818365" y="534876"/>
                </a:cubicBezTo>
                <a:cubicBezTo>
                  <a:pt x="1843242" y="566719"/>
                  <a:pt x="1865916" y="600224"/>
                  <a:pt x="1886228" y="635156"/>
                </a:cubicBezTo>
                <a:lnTo>
                  <a:pt x="1918029" y="699976"/>
                </a:lnTo>
                <a:lnTo>
                  <a:pt x="1939635" y="743978"/>
                </a:lnTo>
                <a:cubicBezTo>
                  <a:pt x="1944752" y="756356"/>
                  <a:pt x="1952968" y="766904"/>
                  <a:pt x="1963223" y="774807"/>
                </a:cubicBezTo>
                <a:lnTo>
                  <a:pt x="1973786" y="779216"/>
                </a:lnTo>
                <a:lnTo>
                  <a:pt x="1999081" y="789741"/>
                </a:lnTo>
                <a:lnTo>
                  <a:pt x="2189188" y="816175"/>
                </a:lnTo>
                <a:cubicBezTo>
                  <a:pt x="2226620" y="821417"/>
                  <a:pt x="2254471" y="853435"/>
                  <a:pt x="2254476" y="891233"/>
                </a:cubicBezTo>
                <a:lnTo>
                  <a:pt x="2254414" y="1037795"/>
                </a:lnTo>
                <a:lnTo>
                  <a:pt x="2254353" y="1250376"/>
                </a:lnTo>
                <a:cubicBezTo>
                  <a:pt x="2254350" y="1259819"/>
                  <a:pt x="2252608" y="1268901"/>
                  <a:pt x="2249412" y="1277294"/>
                </a:cubicBezTo>
                <a:lnTo>
                  <a:pt x="2249405" y="1277305"/>
                </a:lnTo>
                <a:lnTo>
                  <a:pt x="2249405" y="1277308"/>
                </a:lnTo>
                <a:cubicBezTo>
                  <a:pt x="2239834" y="1302485"/>
                  <a:pt x="2217166" y="1321464"/>
                  <a:pt x="2189112" y="1325375"/>
                </a:cubicBezTo>
                <a:lnTo>
                  <a:pt x="1998778" y="1351959"/>
                </a:lnTo>
                <a:cubicBezTo>
                  <a:pt x="1972237" y="1355571"/>
                  <a:pt x="1949620" y="1373024"/>
                  <a:pt x="1939398" y="1397782"/>
                </a:cubicBezTo>
                <a:lnTo>
                  <a:pt x="1932528" y="1411794"/>
                </a:lnTo>
                <a:lnTo>
                  <a:pt x="1886020" y="1506686"/>
                </a:lnTo>
                <a:cubicBezTo>
                  <a:pt x="1865739" y="1541662"/>
                  <a:pt x="1843020" y="1575223"/>
                  <a:pt x="1818011" y="1607115"/>
                </a:cubicBezTo>
                <a:lnTo>
                  <a:pt x="1804699" y="1638881"/>
                </a:lnTo>
                <a:lnTo>
                  <a:pt x="1802945" y="1643074"/>
                </a:lnTo>
                <a:lnTo>
                  <a:pt x="1807922" y="1681733"/>
                </a:lnTo>
                <a:lnTo>
                  <a:pt x="1879438" y="1857700"/>
                </a:lnTo>
                <a:lnTo>
                  <a:pt x="1883021" y="1874992"/>
                </a:lnTo>
                <a:lnTo>
                  <a:pt x="1885012" y="1884551"/>
                </a:lnTo>
                <a:cubicBezTo>
                  <a:pt x="1885615" y="1911566"/>
                  <a:pt x="1871656" y="1937755"/>
                  <a:pt x="1846995" y="1951895"/>
                </a:cubicBezTo>
                <a:lnTo>
                  <a:pt x="1533583" y="2131929"/>
                </a:lnTo>
                <a:cubicBezTo>
                  <a:pt x="1525422" y="2136610"/>
                  <a:pt x="1516711" y="2139617"/>
                  <a:pt x="1507873" y="2141032"/>
                </a:cubicBezTo>
                <a:lnTo>
                  <a:pt x="1487647" y="2140688"/>
                </a:lnTo>
                <a:lnTo>
                  <a:pt x="1481410" y="2140584"/>
                </a:lnTo>
                <a:lnTo>
                  <a:pt x="1481405" y="2140582"/>
                </a:lnTo>
                <a:lnTo>
                  <a:pt x="1481395" y="2140582"/>
                </a:lnTo>
                <a:cubicBezTo>
                  <a:pt x="1464049" y="2137207"/>
                  <a:pt x="1447879" y="2127793"/>
                  <a:pt x="1436257" y="2112994"/>
                </a:cubicBezTo>
                <a:lnTo>
                  <a:pt x="1318179" y="1962575"/>
                </a:lnTo>
                <a:cubicBezTo>
                  <a:pt x="1301782" y="1941489"/>
                  <a:pt x="1275434" y="1930678"/>
                  <a:pt x="1248952" y="1934172"/>
                </a:cubicBezTo>
                <a:cubicBezTo>
                  <a:pt x="1168103" y="1945496"/>
                  <a:pt x="1086070" y="1945496"/>
                  <a:pt x="1005221" y="1934172"/>
                </a:cubicBezTo>
                <a:cubicBezTo>
                  <a:pt x="978723" y="1930591"/>
                  <a:pt x="952322" y="1941383"/>
                  <a:pt x="935919" y="1962499"/>
                </a:cubicBezTo>
                <a:lnTo>
                  <a:pt x="817537" y="2113222"/>
                </a:lnTo>
                <a:cubicBezTo>
                  <a:pt x="794330" y="2142823"/>
                  <a:pt x="752905" y="2150888"/>
                  <a:pt x="720287" y="2132157"/>
                </a:cubicBezTo>
                <a:lnTo>
                  <a:pt x="407027" y="1952350"/>
                </a:lnTo>
                <a:cubicBezTo>
                  <a:pt x="374156" y="1933488"/>
                  <a:pt x="360303" y="1893223"/>
                  <a:pt x="374610" y="1858129"/>
                </a:cubicBezTo>
                <a:lnTo>
                  <a:pt x="446260" y="1681958"/>
                </a:lnTo>
                <a:cubicBezTo>
                  <a:pt x="456494" y="1657044"/>
                  <a:pt x="452623" y="1628558"/>
                  <a:pt x="436111" y="1607279"/>
                </a:cubicBezTo>
                <a:cubicBezTo>
                  <a:pt x="411234" y="1575462"/>
                  <a:pt x="388560" y="1541982"/>
                  <a:pt x="368248" y="1507075"/>
                </a:cubicBezTo>
                <a:cubicBezTo>
                  <a:pt x="347957" y="1472072"/>
                  <a:pt x="330116" y="1435705"/>
                  <a:pt x="314851" y="1398236"/>
                </a:cubicBezTo>
                <a:cubicBezTo>
                  <a:pt x="304596" y="1373472"/>
                  <a:pt x="281955" y="1356022"/>
                  <a:pt x="255395" y="1352414"/>
                </a:cubicBezTo>
                <a:lnTo>
                  <a:pt x="65288" y="1325980"/>
                </a:lnTo>
                <a:cubicBezTo>
                  <a:pt x="27843" y="1320761"/>
                  <a:pt x="-19" y="1288729"/>
                  <a:pt x="0" y="1250922"/>
                </a:cubicBezTo>
                <a:lnTo>
                  <a:pt x="151" y="891839"/>
                </a:lnTo>
                <a:cubicBezTo>
                  <a:pt x="127" y="854072"/>
                  <a:pt x="27958" y="822071"/>
                  <a:pt x="65364" y="816856"/>
                </a:cubicBezTo>
                <a:lnTo>
                  <a:pt x="255698" y="790272"/>
                </a:lnTo>
                <a:cubicBezTo>
                  <a:pt x="282239" y="786660"/>
                  <a:pt x="304856" y="769207"/>
                  <a:pt x="315078" y="744449"/>
                </a:cubicBezTo>
                <a:cubicBezTo>
                  <a:pt x="345594" y="669350"/>
                  <a:pt x="386460" y="598886"/>
                  <a:pt x="436489" y="535104"/>
                </a:cubicBezTo>
                <a:cubicBezTo>
                  <a:pt x="452943" y="513825"/>
                  <a:pt x="456784" y="485380"/>
                  <a:pt x="446563" y="460500"/>
                </a:cubicBezTo>
                <a:lnTo>
                  <a:pt x="375064" y="284480"/>
                </a:lnTo>
                <a:cubicBezTo>
                  <a:pt x="360757" y="249409"/>
                  <a:pt x="374615" y="209163"/>
                  <a:pt x="407481" y="190335"/>
                </a:cubicBezTo>
                <a:lnTo>
                  <a:pt x="720893" y="10301"/>
                </a:lnTo>
                <a:cubicBezTo>
                  <a:pt x="753531" y="-8461"/>
                  <a:pt x="794996" y="-394"/>
                  <a:pt x="818219" y="29236"/>
                </a:cubicBezTo>
                <a:lnTo>
                  <a:pt x="936298" y="179656"/>
                </a:lnTo>
                <a:cubicBezTo>
                  <a:pt x="952682" y="200752"/>
                  <a:pt x="979051" y="211542"/>
                  <a:pt x="1005524" y="207983"/>
                </a:cubicBezTo>
                <a:cubicBezTo>
                  <a:pt x="1086379" y="196722"/>
                  <a:pt x="1168407" y="196748"/>
                  <a:pt x="1249255" y="208059"/>
                </a:cubicBezTo>
                <a:cubicBezTo>
                  <a:pt x="1275748" y="211603"/>
                  <a:pt x="1302132" y="200819"/>
                  <a:pt x="1318557" y="179732"/>
                </a:cubicBezTo>
                <a:lnTo>
                  <a:pt x="1406815" y="67363"/>
                </a:lnTo>
                <a:lnTo>
                  <a:pt x="1406791" y="67349"/>
                </a:lnTo>
                <a:lnTo>
                  <a:pt x="1436921" y="28973"/>
                </a:lnTo>
                <a:cubicBezTo>
                  <a:pt x="1454344" y="6783"/>
                  <a:pt x="1482000" y="-3296"/>
                  <a:pt x="1508503" y="952"/>
                </a:cubicBezTo>
                <a:close/>
              </a:path>
            </a:pathLst>
          </a:custGeom>
          <a:solidFill>
            <a:srgbClr val="EBEBE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520" name="Google Shape;3520;g38b88470f6c_3_2354"/>
          <p:cNvSpPr/>
          <p:nvPr/>
        </p:nvSpPr>
        <p:spPr>
          <a:xfrm rot="-3421140">
            <a:off x="10032012" y="3215464"/>
            <a:ext cx="996065" cy="937316"/>
          </a:xfrm>
          <a:custGeom>
            <a:rect b="b" l="l" r="r" t="t"/>
            <a:pathLst>
              <a:path extrusionOk="0" h="1672912" w="1777767">
                <a:moveTo>
                  <a:pt x="1156116" y="683008"/>
                </a:moveTo>
                <a:cubicBezTo>
                  <a:pt x="1070346" y="536121"/>
                  <a:pt x="882099" y="486002"/>
                  <a:pt x="734647" y="570797"/>
                </a:cubicBezTo>
                <a:cubicBezTo>
                  <a:pt x="734093" y="571114"/>
                  <a:pt x="733539" y="571433"/>
                  <a:pt x="732987" y="571753"/>
                </a:cubicBezTo>
                <a:cubicBezTo>
                  <a:pt x="586771" y="656480"/>
                  <a:pt x="536925" y="843695"/>
                  <a:pt x="621652" y="989911"/>
                </a:cubicBezTo>
                <a:cubicBezTo>
                  <a:pt x="707380" y="1136794"/>
                  <a:pt x="895609" y="1186919"/>
                  <a:pt x="1043032" y="1102122"/>
                </a:cubicBezTo>
                <a:cubicBezTo>
                  <a:pt x="1043580" y="1101810"/>
                  <a:pt x="1044128" y="1101494"/>
                  <a:pt x="1044673" y="1101179"/>
                </a:cubicBezTo>
                <a:cubicBezTo>
                  <a:pt x="1190921" y="1016478"/>
                  <a:pt x="1240816" y="829257"/>
                  <a:pt x="1156116" y="683008"/>
                </a:cubicBezTo>
                <a:close/>
                <a:moveTo>
                  <a:pt x="1772095" y="687565"/>
                </a:moveTo>
                <a:cubicBezTo>
                  <a:pt x="1775772" y="697236"/>
                  <a:pt x="1777772" y="707701"/>
                  <a:pt x="1777767" y="718581"/>
                </a:cubicBezTo>
                <a:lnTo>
                  <a:pt x="1777680" y="953902"/>
                </a:lnTo>
                <a:lnTo>
                  <a:pt x="1777676" y="953921"/>
                </a:lnTo>
                <a:lnTo>
                  <a:pt x="1777676" y="953945"/>
                </a:lnTo>
                <a:lnTo>
                  <a:pt x="1772809" y="980461"/>
                </a:lnTo>
                <a:lnTo>
                  <a:pt x="1771993" y="984910"/>
                </a:lnTo>
                <a:lnTo>
                  <a:pt x="1771992" y="984912"/>
                </a:lnTo>
                <a:lnTo>
                  <a:pt x="1771989" y="984931"/>
                </a:lnTo>
                <a:cubicBezTo>
                  <a:pt x="1768309" y="994593"/>
                  <a:pt x="1762957" y="1003460"/>
                  <a:pt x="1756258" y="1011157"/>
                </a:cubicBezTo>
                <a:lnTo>
                  <a:pt x="1756237" y="1011174"/>
                </a:lnTo>
                <a:lnTo>
                  <a:pt x="1732444" y="1030378"/>
                </a:lnTo>
                <a:cubicBezTo>
                  <a:pt x="1723379" y="1035362"/>
                  <a:pt x="1713296" y="1038797"/>
                  <a:pt x="1702523" y="1040306"/>
                </a:cubicBezTo>
                <a:lnTo>
                  <a:pt x="1653735" y="1047089"/>
                </a:lnTo>
                <a:lnTo>
                  <a:pt x="1591572" y="1055774"/>
                </a:lnTo>
                <a:cubicBezTo>
                  <a:pt x="1576459" y="1057916"/>
                  <a:pt x="1562454" y="1063925"/>
                  <a:pt x="1550723" y="1072905"/>
                </a:cubicBezTo>
                <a:lnTo>
                  <a:pt x="1533512" y="1095025"/>
                </a:lnTo>
                <a:lnTo>
                  <a:pt x="1523526" y="1107876"/>
                </a:lnTo>
                <a:lnTo>
                  <a:pt x="1507989" y="1138704"/>
                </a:lnTo>
                <a:lnTo>
                  <a:pt x="1487231" y="1179919"/>
                </a:lnTo>
                <a:cubicBezTo>
                  <a:pt x="1473742" y="1203184"/>
                  <a:pt x="1458886" y="1225656"/>
                  <a:pt x="1442731" y="1247213"/>
                </a:cubicBezTo>
                <a:cubicBezTo>
                  <a:pt x="1433508" y="1259458"/>
                  <a:pt x="1427834" y="1273673"/>
                  <a:pt x="1425901" y="1288380"/>
                </a:cubicBezTo>
                <a:lnTo>
                  <a:pt x="1428786" y="1311007"/>
                </a:lnTo>
                <a:lnTo>
                  <a:pt x="1431543" y="1332474"/>
                </a:lnTo>
                <a:lnTo>
                  <a:pt x="1444863" y="1365311"/>
                </a:lnTo>
                <a:lnTo>
                  <a:pt x="1472996" y="1434534"/>
                </a:lnTo>
                <a:cubicBezTo>
                  <a:pt x="1477101" y="1444634"/>
                  <a:pt x="1479183" y="1455103"/>
                  <a:pt x="1479405" y="1465465"/>
                </a:cubicBezTo>
                <a:lnTo>
                  <a:pt x="1476788" y="1482173"/>
                </a:lnTo>
                <a:lnTo>
                  <a:pt x="1474663" y="1495770"/>
                </a:lnTo>
                <a:cubicBezTo>
                  <a:pt x="1471333" y="1505439"/>
                  <a:pt x="1466307" y="1514524"/>
                  <a:pt x="1459748" y="1522546"/>
                </a:cubicBezTo>
                <a:lnTo>
                  <a:pt x="1455448" y="1526185"/>
                </a:lnTo>
                <a:lnTo>
                  <a:pt x="1435650" y="1542965"/>
                </a:lnTo>
                <a:lnTo>
                  <a:pt x="1296749" y="1622749"/>
                </a:lnTo>
                <a:lnTo>
                  <a:pt x="1229876" y="1661172"/>
                </a:lnTo>
                <a:cubicBezTo>
                  <a:pt x="1211102" y="1671950"/>
                  <a:pt x="1189794" y="1675017"/>
                  <a:pt x="1169841" y="1671132"/>
                </a:cubicBezTo>
                <a:lnTo>
                  <a:pt x="1155181" y="1665487"/>
                </a:lnTo>
                <a:lnTo>
                  <a:pt x="1141395" y="1660185"/>
                </a:lnTo>
                <a:cubicBezTo>
                  <a:pt x="1132575" y="1654860"/>
                  <a:pt x="1124579" y="1647892"/>
                  <a:pt x="1117893" y="1639372"/>
                </a:cubicBezTo>
                <a:lnTo>
                  <a:pt x="1096809" y="1612512"/>
                </a:lnTo>
                <a:lnTo>
                  <a:pt x="1096824" y="1612503"/>
                </a:lnTo>
                <a:lnTo>
                  <a:pt x="1049048" y="1551663"/>
                </a:lnTo>
                <a:cubicBezTo>
                  <a:pt x="1030223" y="1527733"/>
                  <a:pt x="1000287" y="1515341"/>
                  <a:pt x="970056" y="1518969"/>
                </a:cubicBezTo>
                <a:cubicBezTo>
                  <a:pt x="915718" y="1525363"/>
                  <a:pt x="860815" y="1525304"/>
                  <a:pt x="806491" y="1518795"/>
                </a:cubicBezTo>
                <a:cubicBezTo>
                  <a:pt x="776518" y="1515368"/>
                  <a:pt x="746921" y="1527788"/>
                  <a:pt x="728371" y="1551577"/>
                </a:cubicBezTo>
                <a:lnTo>
                  <a:pt x="659318" y="1639549"/>
                </a:lnTo>
                <a:cubicBezTo>
                  <a:pt x="632592" y="1673611"/>
                  <a:pt x="584919" y="1682892"/>
                  <a:pt x="547367" y="1661347"/>
                </a:cubicBezTo>
                <a:lnTo>
                  <a:pt x="341778" y="1543295"/>
                </a:lnTo>
                <a:cubicBezTo>
                  <a:pt x="303942" y="1521581"/>
                  <a:pt x="287965" y="1475254"/>
                  <a:pt x="304374" y="1434832"/>
                </a:cubicBezTo>
                <a:lnTo>
                  <a:pt x="345963" y="1332734"/>
                </a:lnTo>
                <a:cubicBezTo>
                  <a:pt x="357468" y="1304282"/>
                  <a:pt x="353198" y="1271879"/>
                  <a:pt x="334716" y="1247378"/>
                </a:cubicBezTo>
                <a:cubicBezTo>
                  <a:pt x="318674" y="1225850"/>
                  <a:pt x="303858" y="1203435"/>
                  <a:pt x="290336" y="1180242"/>
                </a:cubicBezTo>
                <a:cubicBezTo>
                  <a:pt x="276882" y="1156949"/>
                  <a:pt x="264772" y="1132904"/>
                  <a:pt x="254066" y="1108225"/>
                </a:cubicBezTo>
                <a:cubicBezTo>
                  <a:pt x="242018" y="1080172"/>
                  <a:pt x="216204" y="1060440"/>
                  <a:pt x="185972" y="1056174"/>
                </a:cubicBezTo>
                <a:lnTo>
                  <a:pt x="75156" y="1040741"/>
                </a:lnTo>
                <a:cubicBezTo>
                  <a:pt x="32051" y="1034734"/>
                  <a:pt x="-22" y="997860"/>
                  <a:pt x="0" y="954338"/>
                </a:cubicBezTo>
                <a:lnTo>
                  <a:pt x="88" y="719018"/>
                </a:lnTo>
                <a:cubicBezTo>
                  <a:pt x="54" y="675522"/>
                  <a:pt x="32084" y="638658"/>
                  <a:pt x="75156" y="632614"/>
                </a:cubicBezTo>
                <a:lnTo>
                  <a:pt x="186147" y="617182"/>
                </a:lnTo>
                <a:cubicBezTo>
                  <a:pt x="216385" y="612872"/>
                  <a:pt x="242193" y="593111"/>
                  <a:pt x="254241" y="565043"/>
                </a:cubicBezTo>
                <a:cubicBezTo>
                  <a:pt x="275587" y="515592"/>
                  <a:pt x="302686" y="468826"/>
                  <a:pt x="334977" y="425717"/>
                </a:cubicBezTo>
                <a:cubicBezTo>
                  <a:pt x="353413" y="401229"/>
                  <a:pt x="357680" y="368876"/>
                  <a:pt x="346224" y="340446"/>
                </a:cubicBezTo>
                <a:lnTo>
                  <a:pt x="304722" y="238350"/>
                </a:lnTo>
                <a:cubicBezTo>
                  <a:pt x="288340" y="197974"/>
                  <a:pt x="304272" y="151704"/>
                  <a:pt x="342039" y="129974"/>
                </a:cubicBezTo>
                <a:lnTo>
                  <a:pt x="547803" y="11746"/>
                </a:lnTo>
                <a:cubicBezTo>
                  <a:pt x="585381" y="-9807"/>
                  <a:pt x="633083" y="-526"/>
                  <a:pt x="659840" y="33544"/>
                </a:cubicBezTo>
                <a:lnTo>
                  <a:pt x="728719" y="121255"/>
                </a:lnTo>
                <a:cubicBezTo>
                  <a:pt x="747508" y="145183"/>
                  <a:pt x="777417" y="157577"/>
                  <a:pt x="807624" y="153950"/>
                </a:cubicBezTo>
                <a:cubicBezTo>
                  <a:pt x="861961" y="147557"/>
                  <a:pt x="916866" y="147615"/>
                  <a:pt x="971190" y="154126"/>
                </a:cubicBezTo>
                <a:cubicBezTo>
                  <a:pt x="1001167" y="157587"/>
                  <a:pt x="1030779" y="145160"/>
                  <a:pt x="1049310" y="121343"/>
                </a:cubicBezTo>
                <a:lnTo>
                  <a:pt x="1118362" y="33369"/>
                </a:lnTo>
                <a:cubicBezTo>
                  <a:pt x="1145119" y="-701"/>
                  <a:pt x="1192821" y="-9982"/>
                  <a:pt x="1230399" y="11572"/>
                </a:cubicBezTo>
                <a:lnTo>
                  <a:pt x="1317893" y="61813"/>
                </a:lnTo>
                <a:lnTo>
                  <a:pt x="1435976" y="129593"/>
                </a:lnTo>
                <a:cubicBezTo>
                  <a:pt x="1445436" y="135023"/>
                  <a:pt x="1453528" y="141992"/>
                  <a:pt x="1460088" y="150022"/>
                </a:cubicBezTo>
                <a:lnTo>
                  <a:pt x="1460099" y="150042"/>
                </a:lnTo>
                <a:lnTo>
                  <a:pt x="1460106" y="150047"/>
                </a:lnTo>
                <a:cubicBezTo>
                  <a:pt x="1466667" y="158077"/>
                  <a:pt x="1471694" y="167169"/>
                  <a:pt x="1475023" y="176846"/>
                </a:cubicBezTo>
                <a:lnTo>
                  <a:pt x="1478457" y="198851"/>
                </a:lnTo>
                <a:lnTo>
                  <a:pt x="1479753" y="207126"/>
                </a:lnTo>
                <a:lnTo>
                  <a:pt x="1479750" y="207136"/>
                </a:lnTo>
                <a:lnTo>
                  <a:pt x="1479752" y="207149"/>
                </a:lnTo>
                <a:lnTo>
                  <a:pt x="1478594" y="212710"/>
                </a:lnTo>
                <a:lnTo>
                  <a:pt x="1473331" y="238069"/>
                </a:lnTo>
                <a:lnTo>
                  <a:pt x="1455277" y="282441"/>
                </a:lnTo>
                <a:lnTo>
                  <a:pt x="1431805" y="340185"/>
                </a:lnTo>
                <a:lnTo>
                  <a:pt x="1427417" y="374362"/>
                </a:lnTo>
                <a:lnTo>
                  <a:pt x="1426144" y="384352"/>
                </a:lnTo>
                <a:lnTo>
                  <a:pt x="1434971" y="405967"/>
                </a:lnTo>
                <a:lnTo>
                  <a:pt x="1442992" y="425581"/>
                </a:lnTo>
                <a:cubicBezTo>
                  <a:pt x="1459107" y="447118"/>
                  <a:pt x="1473936" y="469560"/>
                  <a:pt x="1487410" y="492788"/>
                </a:cubicBezTo>
                <a:lnTo>
                  <a:pt x="1496769" y="511337"/>
                </a:lnTo>
                <a:lnTo>
                  <a:pt x="1523701" y="564694"/>
                </a:lnTo>
                <a:lnTo>
                  <a:pt x="1541138" y="587093"/>
                </a:lnTo>
                <a:lnTo>
                  <a:pt x="1550919" y="599646"/>
                </a:lnTo>
                <a:lnTo>
                  <a:pt x="1567834" y="606728"/>
                </a:lnTo>
                <a:lnTo>
                  <a:pt x="1591795" y="616746"/>
                </a:lnTo>
                <a:lnTo>
                  <a:pt x="1662829" y="626638"/>
                </a:lnTo>
                <a:lnTo>
                  <a:pt x="1702572" y="632168"/>
                </a:lnTo>
                <a:lnTo>
                  <a:pt x="1702595" y="632176"/>
                </a:lnTo>
                <a:lnTo>
                  <a:pt x="1702611" y="632178"/>
                </a:lnTo>
                <a:lnTo>
                  <a:pt x="1714021" y="635958"/>
                </a:lnTo>
                <a:lnTo>
                  <a:pt x="1732503" y="642075"/>
                </a:lnTo>
                <a:lnTo>
                  <a:pt x="1732514" y="642084"/>
                </a:lnTo>
                <a:lnTo>
                  <a:pt x="1732542" y="642093"/>
                </a:lnTo>
                <a:cubicBezTo>
                  <a:pt x="1750678" y="652056"/>
                  <a:pt x="1764740" y="668223"/>
                  <a:pt x="1772095" y="687565"/>
                </a:cubicBezTo>
                <a:close/>
              </a:path>
            </a:pathLst>
          </a:custGeom>
          <a:solidFill>
            <a:srgbClr val="EBEBE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3521" name="Google Shape;3521;g38b88470f6c_3_2354"/>
          <p:cNvPicPr preferRelativeResize="0"/>
          <p:nvPr/>
        </p:nvPicPr>
        <p:blipFill rotWithShape="1">
          <a:blip r:embed="rId3">
            <a:alphaModFix/>
          </a:blip>
          <a:srcRect b="0" l="0" r="0" t="0"/>
          <a:stretch/>
        </p:blipFill>
        <p:spPr>
          <a:xfrm>
            <a:off x="1543050" y="4357022"/>
            <a:ext cx="9105900" cy="182683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19"/>
                                        </p:tgtEl>
                                        <p:attrNameLst>
                                          <p:attrName>style.visibility</p:attrName>
                                        </p:attrNameLst>
                                      </p:cBhvr>
                                      <p:to>
                                        <p:strVal val="visible"/>
                                      </p:to>
                                    </p:set>
                                    <p:animEffect filter="fade" transition="in">
                                      <p:cBhvr>
                                        <p:cTn dur="800"/>
                                        <p:tgtEl>
                                          <p:spTgt spid="3519"/>
                                        </p:tgtEl>
                                      </p:cBhvr>
                                    </p:animEffect>
                                  </p:childTnLst>
                                </p:cTn>
                              </p:par>
                              <p:par>
                                <p:cTn fill="hold" nodeType="withEffect" presetClass="entr" presetID="10" presetSubtype="0">
                                  <p:stCondLst>
                                    <p:cond delay="0"/>
                                  </p:stCondLst>
                                  <p:childTnLst>
                                    <p:set>
                                      <p:cBhvr>
                                        <p:cTn dur="1" fill="hold">
                                          <p:stCondLst>
                                            <p:cond delay="0"/>
                                          </p:stCondLst>
                                        </p:cTn>
                                        <p:tgtEl>
                                          <p:spTgt spid="3518"/>
                                        </p:tgtEl>
                                        <p:attrNameLst>
                                          <p:attrName>style.visibility</p:attrName>
                                        </p:attrNameLst>
                                      </p:cBhvr>
                                      <p:to>
                                        <p:strVal val="visible"/>
                                      </p:to>
                                    </p:set>
                                    <p:animEffect filter="fade" transition="in">
                                      <p:cBhvr>
                                        <p:cTn dur="1000"/>
                                        <p:tgtEl>
                                          <p:spTgt spid="3518"/>
                                        </p:tgtEl>
                                      </p:cBhvr>
                                    </p:animEffect>
                                  </p:childTnLst>
                                </p:cTn>
                              </p:par>
                              <p:par>
                                <p:cTn fill="hold" nodeType="withEffect" presetClass="entr" presetID="10" presetSubtype="0">
                                  <p:stCondLst>
                                    <p:cond delay="0"/>
                                  </p:stCondLst>
                                  <p:childTnLst>
                                    <p:set>
                                      <p:cBhvr>
                                        <p:cTn dur="1" fill="hold">
                                          <p:stCondLst>
                                            <p:cond delay="0"/>
                                          </p:stCondLst>
                                        </p:cTn>
                                        <p:tgtEl>
                                          <p:spTgt spid="3520"/>
                                        </p:tgtEl>
                                        <p:attrNameLst>
                                          <p:attrName>style.visibility</p:attrName>
                                        </p:attrNameLst>
                                      </p:cBhvr>
                                      <p:to>
                                        <p:strVal val="visible"/>
                                      </p:to>
                                    </p:set>
                                    <p:animEffect filter="fade" transition="in">
                                      <p:cBhvr>
                                        <p:cTn dur="1000"/>
                                        <p:tgtEl>
                                          <p:spTgt spid="35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earn_1st">
  <p:cSld name="1_Learn_1st">
    <p:spTree>
      <p:nvGrpSpPr>
        <p:cNvPr id="3522" name="Shape 3522"/>
        <p:cNvGrpSpPr/>
        <p:nvPr/>
      </p:nvGrpSpPr>
      <p:grpSpPr>
        <a:xfrm>
          <a:off x="0" y="0"/>
          <a:ext cx="0" cy="0"/>
          <a:chOff x="0" y="0"/>
          <a:chExt cx="0" cy="0"/>
        </a:xfrm>
      </p:grpSpPr>
      <p:sp>
        <p:nvSpPr>
          <p:cNvPr id="3523" name="Google Shape;3523;g38b88470f6c_3_2361"/>
          <p:cNvSpPr/>
          <p:nvPr>
            <p:ph idx="2" type="pic"/>
          </p:nvPr>
        </p:nvSpPr>
        <p:spPr>
          <a:xfrm>
            <a:off x="1469546" y="1374890"/>
            <a:ext cx="9252900" cy="4108200"/>
          </a:xfrm>
          <a:prstGeom prst="rect">
            <a:avLst/>
          </a:prstGeom>
          <a:noFill/>
          <a:ln>
            <a:noFill/>
          </a:ln>
        </p:spPr>
      </p:sp>
      <p:sp>
        <p:nvSpPr>
          <p:cNvPr id="3524" name="Google Shape;3524;g38b88470f6c_3_2361"/>
          <p:cNvSpPr txBox="1"/>
          <p:nvPr>
            <p:ph idx="1" type="body"/>
          </p:nvPr>
        </p:nvSpPr>
        <p:spPr>
          <a:xfrm>
            <a:off x="409575" y="347725"/>
            <a:ext cx="4602300" cy="1437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000000"/>
              </a:buClr>
              <a:buSzPts val="4000"/>
              <a:buFont typeface="Arial"/>
              <a:buNone/>
              <a:defRPr b="0" i="0" sz="4000" u="none" cap="none" strike="noStrike">
                <a:solidFill>
                  <a:schemeClr val="lt1"/>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3525" name="Google Shape;3525;g38b88470f6c_3_2361"/>
          <p:cNvGrpSpPr/>
          <p:nvPr/>
        </p:nvGrpSpPr>
        <p:grpSpPr>
          <a:xfrm>
            <a:off x="11328101" y="3193891"/>
            <a:ext cx="285129" cy="641391"/>
            <a:chOff x="9089236" y="2726129"/>
            <a:chExt cx="285129" cy="641391"/>
          </a:xfrm>
        </p:grpSpPr>
        <p:sp>
          <p:nvSpPr>
            <p:cNvPr id="3526" name="Google Shape;3526;g38b88470f6c_3_2361"/>
            <p:cNvSpPr/>
            <p:nvPr/>
          </p:nvSpPr>
          <p:spPr>
            <a:xfrm>
              <a:off x="9125553" y="2927370"/>
              <a:ext cx="15000" cy="285129"/>
            </a:xfrm>
            <a:custGeom>
              <a:rect b="b" l="l" r="r" t="t"/>
              <a:pathLst>
                <a:path extrusionOk="0" h="285129" w="120000">
                  <a:moveTo>
                    <a:pt x="0" y="292933"/>
                  </a:moveTo>
                  <a:lnTo>
                    <a:pt x="118801" y="255266"/>
                  </a:lnTo>
                  <a:lnTo>
                    <a:pt x="118801" y="0"/>
                  </a:lnTo>
                  <a:lnTo>
                    <a:pt x="0" y="39618"/>
                  </a:lnTo>
                  <a:lnTo>
                    <a:pt x="0" y="292933"/>
                  </a:lnTo>
                  <a:close/>
                </a:path>
              </a:pathLst>
            </a:custGeom>
            <a:solidFill>
              <a:srgbClr val="E7353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7" name="Google Shape;3527;g38b88470f6c_3_2361">
              <a:hlinkClick action="ppaction://hlinkshowjump?jump=nextslide"/>
            </p:cNvPr>
            <p:cNvSpPr/>
            <p:nvPr/>
          </p:nvSpPr>
          <p:spPr>
            <a:xfrm>
              <a:off x="9089236" y="2767248"/>
              <a:ext cx="270122" cy="600272"/>
            </a:xfrm>
            <a:custGeom>
              <a:rect b="b" l="l" r="r" t="t"/>
              <a:pathLst>
                <a:path extrusionOk="0" h="600272" w="270122">
                  <a:moveTo>
                    <a:pt x="284379" y="306589"/>
                  </a:moveTo>
                  <a:lnTo>
                    <a:pt x="0" y="0"/>
                  </a:lnTo>
                  <a:lnTo>
                    <a:pt x="0" y="613179"/>
                  </a:lnTo>
                  <a:lnTo>
                    <a:pt x="284379" y="306589"/>
                  </a:lnTo>
                  <a:close/>
                </a:path>
              </a:pathLst>
            </a:custGeom>
            <a:solidFill>
              <a:srgbClr val="19009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8" name="Google Shape;3528;g38b88470f6c_3_2361"/>
            <p:cNvSpPr/>
            <p:nvPr/>
          </p:nvSpPr>
          <p:spPr>
            <a:xfrm>
              <a:off x="9089236" y="2726129"/>
              <a:ext cx="285129" cy="345156"/>
            </a:xfrm>
            <a:custGeom>
              <a:rect b="b" l="l" r="r" t="t"/>
              <a:pathLst>
                <a:path extrusionOk="0" h="345156" w="285129">
                  <a:moveTo>
                    <a:pt x="284379" y="345757"/>
                  </a:moveTo>
                  <a:lnTo>
                    <a:pt x="292933" y="306589"/>
                  </a:lnTo>
                  <a:lnTo>
                    <a:pt x="8554" y="0"/>
                  </a:lnTo>
                  <a:lnTo>
                    <a:pt x="0" y="39168"/>
                  </a:lnTo>
                  <a:lnTo>
                    <a:pt x="284379" y="345757"/>
                  </a:lnTo>
                  <a:close/>
                </a:path>
              </a:pathLst>
            </a:custGeom>
            <a:solidFill>
              <a:srgbClr val="423E9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ransition spd="slow">
    <p:push/>
  </p:transition>
</p:sldLayout>
</file>

<file path=ppt/slideLayouts/slideLayout2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rainstorming+Topic">
  <p:cSld name="1_Brainstorming+Topic">
    <p:spTree>
      <p:nvGrpSpPr>
        <p:cNvPr id="3529" name="Shape 3529"/>
        <p:cNvGrpSpPr/>
        <p:nvPr/>
      </p:nvGrpSpPr>
      <p:grpSpPr>
        <a:xfrm>
          <a:off x="0" y="0"/>
          <a:ext cx="0" cy="0"/>
          <a:chOff x="0" y="0"/>
          <a:chExt cx="0" cy="0"/>
        </a:xfrm>
      </p:grpSpPr>
      <p:sp>
        <p:nvSpPr>
          <p:cNvPr id="3530" name="Google Shape;3530;g38b88470f6c_3_2368"/>
          <p:cNvSpPr txBox="1"/>
          <p:nvPr/>
        </p:nvSpPr>
        <p:spPr>
          <a:xfrm>
            <a:off x="3294945" y="303255"/>
            <a:ext cx="5602200" cy="792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Arial"/>
              <a:buNone/>
            </a:pPr>
            <a:r>
              <a:rPr b="0" i="0" lang="en-US" sz="3600" u="none" cap="none" strike="noStrike">
                <a:solidFill>
                  <a:schemeClr val="lt1"/>
                </a:solidFill>
                <a:latin typeface="Arial"/>
                <a:ea typeface="Arial"/>
                <a:cs typeface="Arial"/>
                <a:sym typeface="Arial"/>
              </a:rPr>
              <a:t>Brainstorming</a:t>
            </a:r>
            <a:endParaRPr b="0" i="0" sz="1400" u="none" cap="none" strike="noStrike">
              <a:solidFill>
                <a:srgbClr val="000000"/>
              </a:solidFill>
              <a:latin typeface="Arial"/>
              <a:ea typeface="Arial"/>
              <a:cs typeface="Arial"/>
              <a:sym typeface="Arial"/>
            </a:endParaRPr>
          </a:p>
        </p:txBody>
      </p:sp>
      <p:sp>
        <p:nvSpPr>
          <p:cNvPr id="3531" name="Google Shape;3531;g38b88470f6c_3_2368"/>
          <p:cNvSpPr txBox="1"/>
          <p:nvPr>
            <p:ph idx="1" type="body"/>
          </p:nvPr>
        </p:nvSpPr>
        <p:spPr>
          <a:xfrm>
            <a:off x="2035277" y="939474"/>
            <a:ext cx="8121300" cy="16491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6000"/>
              <a:buFont typeface="Arial"/>
              <a:buNone/>
              <a:defRPr b="0" i="0" sz="6000" u="none" cap="none" strike="noStrike">
                <a:solidFill>
                  <a:srgbClr val="190094"/>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3532" name="Google Shape;3532;g38b88470f6c_3_2368"/>
          <p:cNvGrpSpPr/>
          <p:nvPr/>
        </p:nvGrpSpPr>
        <p:grpSpPr>
          <a:xfrm>
            <a:off x="5897443" y="3686547"/>
            <a:ext cx="397913" cy="2441768"/>
            <a:chOff x="8734426" y="1856356"/>
            <a:chExt cx="337500" cy="2071050"/>
          </a:xfrm>
        </p:grpSpPr>
        <p:sp>
          <p:nvSpPr>
            <p:cNvPr id="3533" name="Google Shape;3533;g38b88470f6c_3_2368"/>
            <p:cNvSpPr/>
            <p:nvPr/>
          </p:nvSpPr>
          <p:spPr>
            <a:xfrm>
              <a:off x="8734426" y="1856356"/>
              <a:ext cx="337500" cy="337500"/>
            </a:xfrm>
            <a:prstGeom prst="ellipse">
              <a:avLst/>
            </a:prstGeom>
            <a:solidFill>
              <a:srgbClr val="2F0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34" name="Google Shape;3534;g38b88470f6c_3_2368"/>
            <p:cNvSpPr/>
            <p:nvPr/>
          </p:nvSpPr>
          <p:spPr>
            <a:xfrm>
              <a:off x="8734426" y="3589906"/>
              <a:ext cx="337500" cy="337500"/>
            </a:xfrm>
            <a:prstGeom prst="ellipse">
              <a:avLst/>
            </a:prstGeom>
            <a:solidFill>
              <a:srgbClr val="2F0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3535" name="Google Shape;3535;g38b88470f6c_3_2368"/>
          <p:cNvGrpSpPr/>
          <p:nvPr/>
        </p:nvGrpSpPr>
        <p:grpSpPr>
          <a:xfrm>
            <a:off x="5897443" y="3686547"/>
            <a:ext cx="397913" cy="2441768"/>
            <a:chOff x="8734426" y="1856356"/>
            <a:chExt cx="337500" cy="2071050"/>
          </a:xfrm>
        </p:grpSpPr>
        <p:sp>
          <p:nvSpPr>
            <p:cNvPr id="3536" name="Google Shape;3536;g38b88470f6c_3_2368"/>
            <p:cNvSpPr/>
            <p:nvPr/>
          </p:nvSpPr>
          <p:spPr>
            <a:xfrm>
              <a:off x="8734426" y="1856356"/>
              <a:ext cx="337500" cy="337500"/>
            </a:xfrm>
            <a:prstGeom prst="ellipse">
              <a:avLst/>
            </a:prstGeom>
            <a:solidFill>
              <a:srgbClr val="1E00B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37" name="Google Shape;3537;g38b88470f6c_3_2368"/>
            <p:cNvSpPr/>
            <p:nvPr/>
          </p:nvSpPr>
          <p:spPr>
            <a:xfrm>
              <a:off x="8734426" y="3589906"/>
              <a:ext cx="337500" cy="337500"/>
            </a:xfrm>
            <a:prstGeom prst="ellipse">
              <a:avLst/>
            </a:prstGeom>
            <a:solidFill>
              <a:srgbClr val="1E00B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3538" name="Google Shape;3538;g38b88470f6c_3_2368"/>
          <p:cNvGrpSpPr/>
          <p:nvPr/>
        </p:nvGrpSpPr>
        <p:grpSpPr>
          <a:xfrm>
            <a:off x="5897542" y="3686547"/>
            <a:ext cx="397913" cy="2441768"/>
            <a:chOff x="11049001" y="1856356"/>
            <a:chExt cx="337500" cy="2071050"/>
          </a:xfrm>
        </p:grpSpPr>
        <p:sp>
          <p:nvSpPr>
            <p:cNvPr id="3539" name="Google Shape;3539;g38b88470f6c_3_2368"/>
            <p:cNvSpPr/>
            <p:nvPr/>
          </p:nvSpPr>
          <p:spPr>
            <a:xfrm>
              <a:off x="11049001" y="1856356"/>
              <a:ext cx="337500" cy="337500"/>
            </a:xfrm>
            <a:prstGeom prst="ellipse">
              <a:avLst/>
            </a:prstGeom>
            <a:solidFill>
              <a:srgbClr val="EBE7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40" name="Google Shape;3540;g38b88470f6c_3_2368"/>
            <p:cNvSpPr/>
            <p:nvPr/>
          </p:nvSpPr>
          <p:spPr>
            <a:xfrm>
              <a:off x="11049001" y="3589906"/>
              <a:ext cx="337500" cy="337500"/>
            </a:xfrm>
            <a:prstGeom prst="ellipse">
              <a:avLst/>
            </a:prstGeom>
            <a:solidFill>
              <a:srgbClr val="EBE7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3541" name="Google Shape;3541;g38b88470f6c_3_2368"/>
          <p:cNvGrpSpPr/>
          <p:nvPr/>
        </p:nvGrpSpPr>
        <p:grpSpPr>
          <a:xfrm>
            <a:off x="5897542" y="3686547"/>
            <a:ext cx="397913" cy="2441768"/>
            <a:chOff x="11049001" y="1856356"/>
            <a:chExt cx="337500" cy="2071050"/>
          </a:xfrm>
        </p:grpSpPr>
        <p:sp>
          <p:nvSpPr>
            <p:cNvPr id="3542" name="Google Shape;3542;g38b88470f6c_3_2368"/>
            <p:cNvSpPr/>
            <p:nvPr/>
          </p:nvSpPr>
          <p:spPr>
            <a:xfrm>
              <a:off x="11049001" y="1856356"/>
              <a:ext cx="337500" cy="337500"/>
            </a:xfrm>
            <a:prstGeom prst="ellipse">
              <a:avLst/>
            </a:prstGeom>
            <a:solidFill>
              <a:srgbClr val="B2A3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43" name="Google Shape;3543;g38b88470f6c_3_2368"/>
            <p:cNvSpPr/>
            <p:nvPr/>
          </p:nvSpPr>
          <p:spPr>
            <a:xfrm>
              <a:off x="11049001" y="3589906"/>
              <a:ext cx="337500" cy="337500"/>
            </a:xfrm>
            <a:prstGeom prst="ellipse">
              <a:avLst/>
            </a:prstGeom>
            <a:solidFill>
              <a:srgbClr val="B2A3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3544" name="Google Shape;3544;g38b88470f6c_3_2368"/>
          <p:cNvGrpSpPr/>
          <p:nvPr/>
        </p:nvGrpSpPr>
        <p:grpSpPr>
          <a:xfrm>
            <a:off x="5897542" y="3686547"/>
            <a:ext cx="397913" cy="2441768"/>
            <a:chOff x="11049001" y="1856356"/>
            <a:chExt cx="337500" cy="2071050"/>
          </a:xfrm>
        </p:grpSpPr>
        <p:sp>
          <p:nvSpPr>
            <p:cNvPr id="3545" name="Google Shape;3545;g38b88470f6c_3_2368"/>
            <p:cNvSpPr/>
            <p:nvPr/>
          </p:nvSpPr>
          <p:spPr>
            <a:xfrm>
              <a:off x="11049001" y="1856356"/>
              <a:ext cx="337500" cy="337500"/>
            </a:xfrm>
            <a:prstGeom prst="ellipse">
              <a:avLst/>
            </a:prstGeom>
            <a:solidFill>
              <a:srgbClr val="7F6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46" name="Google Shape;3546;g38b88470f6c_3_2368"/>
            <p:cNvSpPr/>
            <p:nvPr/>
          </p:nvSpPr>
          <p:spPr>
            <a:xfrm>
              <a:off x="11049001" y="3589906"/>
              <a:ext cx="337500" cy="337500"/>
            </a:xfrm>
            <a:prstGeom prst="ellipse">
              <a:avLst/>
            </a:prstGeom>
            <a:solidFill>
              <a:srgbClr val="7F6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3547" name="Google Shape;3547;g38b88470f6c_3_2368"/>
          <p:cNvGrpSpPr/>
          <p:nvPr/>
        </p:nvGrpSpPr>
        <p:grpSpPr>
          <a:xfrm>
            <a:off x="5897542" y="3686547"/>
            <a:ext cx="397913" cy="2441768"/>
            <a:chOff x="11049001" y="1856356"/>
            <a:chExt cx="337500" cy="2071050"/>
          </a:xfrm>
        </p:grpSpPr>
        <p:sp>
          <p:nvSpPr>
            <p:cNvPr id="3548" name="Google Shape;3548;g38b88470f6c_3_2368"/>
            <p:cNvSpPr/>
            <p:nvPr/>
          </p:nvSpPr>
          <p:spPr>
            <a:xfrm>
              <a:off x="11049001" y="1856356"/>
              <a:ext cx="337500" cy="337500"/>
            </a:xfrm>
            <a:prstGeom prst="ellipse">
              <a:avLst/>
            </a:prstGeom>
            <a:solidFill>
              <a:srgbClr val="2F0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49" name="Google Shape;3549;g38b88470f6c_3_2368"/>
            <p:cNvSpPr/>
            <p:nvPr/>
          </p:nvSpPr>
          <p:spPr>
            <a:xfrm>
              <a:off x="11049001" y="3589906"/>
              <a:ext cx="337500" cy="337500"/>
            </a:xfrm>
            <a:prstGeom prst="ellipse">
              <a:avLst/>
            </a:prstGeom>
            <a:solidFill>
              <a:srgbClr val="2F0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3550" name="Google Shape;3550;g38b88470f6c_3_2368"/>
          <p:cNvGrpSpPr/>
          <p:nvPr/>
        </p:nvGrpSpPr>
        <p:grpSpPr>
          <a:xfrm>
            <a:off x="5897542" y="3686547"/>
            <a:ext cx="397913" cy="2441768"/>
            <a:chOff x="11049001" y="1856356"/>
            <a:chExt cx="337500" cy="2071050"/>
          </a:xfrm>
        </p:grpSpPr>
        <p:sp>
          <p:nvSpPr>
            <p:cNvPr id="3551" name="Google Shape;3551;g38b88470f6c_3_2368"/>
            <p:cNvSpPr/>
            <p:nvPr/>
          </p:nvSpPr>
          <p:spPr>
            <a:xfrm>
              <a:off x="11049001" y="1856356"/>
              <a:ext cx="337500" cy="337500"/>
            </a:xfrm>
            <a:prstGeom prst="ellipse">
              <a:avLst/>
            </a:prstGeom>
            <a:solidFill>
              <a:srgbClr val="1E00B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52" name="Google Shape;3552;g38b88470f6c_3_2368"/>
            <p:cNvSpPr/>
            <p:nvPr/>
          </p:nvSpPr>
          <p:spPr>
            <a:xfrm>
              <a:off x="11049001" y="3589906"/>
              <a:ext cx="337500" cy="337500"/>
            </a:xfrm>
            <a:prstGeom prst="ellipse">
              <a:avLst/>
            </a:prstGeom>
            <a:solidFill>
              <a:srgbClr val="1E00B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3553" name="Google Shape;3553;g38b88470f6c_3_2368"/>
          <p:cNvGrpSpPr/>
          <p:nvPr/>
        </p:nvGrpSpPr>
        <p:grpSpPr>
          <a:xfrm>
            <a:off x="5897542" y="3686547"/>
            <a:ext cx="397913" cy="2441768"/>
            <a:chOff x="11049001" y="1856356"/>
            <a:chExt cx="337500" cy="2071050"/>
          </a:xfrm>
        </p:grpSpPr>
        <p:sp>
          <p:nvSpPr>
            <p:cNvPr id="3554" name="Google Shape;3554;g38b88470f6c_3_2368"/>
            <p:cNvSpPr/>
            <p:nvPr/>
          </p:nvSpPr>
          <p:spPr>
            <a:xfrm>
              <a:off x="11049001" y="1856356"/>
              <a:ext cx="337500" cy="337500"/>
            </a:xfrm>
            <a:prstGeom prst="ellipse">
              <a:avLst/>
            </a:prstGeom>
            <a:solidFill>
              <a:srgbClr val="1900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55" name="Google Shape;3555;g38b88470f6c_3_2368"/>
            <p:cNvSpPr/>
            <p:nvPr/>
          </p:nvSpPr>
          <p:spPr>
            <a:xfrm>
              <a:off x="11049001" y="3589906"/>
              <a:ext cx="337500" cy="337500"/>
            </a:xfrm>
            <a:prstGeom prst="ellipse">
              <a:avLst/>
            </a:prstGeom>
            <a:solidFill>
              <a:srgbClr val="1900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30"/>
                                        </p:tgtEl>
                                        <p:attrNameLst>
                                          <p:attrName>style.visibility</p:attrName>
                                        </p:attrNameLst>
                                      </p:cBhvr>
                                      <p:to>
                                        <p:strVal val="visible"/>
                                      </p:to>
                                    </p:set>
                                    <p:animEffect filter="fade" transition="in">
                                      <p:cBhvr>
                                        <p:cTn dur="500"/>
                                        <p:tgtEl>
                                          <p:spTgt spid="353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531"/>
                                        </p:tgtEl>
                                        <p:attrNameLst>
                                          <p:attrName>style.visibility</p:attrName>
                                        </p:attrNameLst>
                                      </p:cBhvr>
                                      <p:to>
                                        <p:strVal val="visible"/>
                                      </p:to>
                                    </p:set>
                                    <p:animEffect filter="fade" transition="in">
                                      <p:cBhvr>
                                        <p:cTn dur="500"/>
                                        <p:tgtEl>
                                          <p:spTgt spid="3531"/>
                                        </p:tgtEl>
                                      </p:cBhvr>
                                    </p:animEffect>
                                  </p:childTnLst>
                                </p:cTn>
                              </p:par>
                            </p:childTnLst>
                          </p:cTn>
                        </p:par>
                        <p:par>
                          <p:cTn fill="hold">
                            <p:stCondLst>
                              <p:cond delay="1000"/>
                            </p:stCondLst>
                            <p:childTnLst>
                              <p:par>
                                <p:cTn fill="hold" nodeType="afterEffect" presetClass="emph" presetID="8" presetSubtype="0">
                                  <p:stCondLst>
                                    <p:cond delay="0"/>
                                  </p:stCondLst>
                                  <p:childTnLst>
                                    <p:animRot by="-21600000">
                                      <p:cBhvr>
                                        <p:cTn dur="2500" fill="hold"/>
                                        <p:tgtEl>
                                          <p:spTgt spid="3532"/>
                                        </p:tgtEl>
                                        <p:attrNameLst>
                                          <p:attrName>r</p:attrName>
                                        </p:attrNameLst>
                                      </p:cBhvr>
                                    </p:animRot>
                                  </p:childTnLst>
                                </p:cTn>
                              </p:par>
                              <p:par>
                                <p:cTn fill="hold" nodeType="withEffect" presetClass="emph" presetID="8" presetSubtype="0">
                                  <p:stCondLst>
                                    <p:cond delay="50"/>
                                  </p:stCondLst>
                                  <p:childTnLst>
                                    <p:animRot by="-21600000">
                                      <p:cBhvr>
                                        <p:cTn dur="2500" fill="hold"/>
                                        <p:tgtEl>
                                          <p:spTgt spid="3535"/>
                                        </p:tgtEl>
                                        <p:attrNameLst>
                                          <p:attrName>r</p:attrName>
                                        </p:attrNameLst>
                                      </p:cBhvr>
                                    </p:animRot>
                                  </p:childTnLst>
                                </p:cTn>
                              </p:par>
                              <p:par>
                                <p:cTn fill="hold" nodeType="withEffect" presetClass="emph" presetID="8" presetSubtype="0">
                                  <p:stCondLst>
                                    <p:cond delay="100"/>
                                  </p:stCondLst>
                                  <p:childTnLst>
                                    <p:animRot by="-21600000">
                                      <p:cBhvr>
                                        <p:cTn dur="2500" fill="hold"/>
                                        <p:tgtEl>
                                          <p:spTgt spid="3553"/>
                                        </p:tgtEl>
                                        <p:attrNameLst>
                                          <p:attrName>r</p:attrName>
                                        </p:attrNameLst>
                                      </p:cBhvr>
                                    </p:animRot>
                                  </p:childTnLst>
                                </p:cTn>
                              </p:par>
                              <p:par>
                                <p:cTn fill="hold" nodeType="withEffect" presetClass="emph" presetID="8" presetSubtype="0">
                                  <p:stCondLst>
                                    <p:cond delay="150"/>
                                  </p:stCondLst>
                                  <p:childTnLst>
                                    <p:animRot by="-21600000">
                                      <p:cBhvr>
                                        <p:cTn dur="2500" fill="hold"/>
                                        <p:tgtEl>
                                          <p:spTgt spid="3550"/>
                                        </p:tgtEl>
                                        <p:attrNameLst>
                                          <p:attrName>r</p:attrName>
                                        </p:attrNameLst>
                                      </p:cBhvr>
                                    </p:animRot>
                                  </p:childTnLst>
                                </p:cTn>
                              </p:par>
                              <p:par>
                                <p:cTn fill="hold" nodeType="withEffect" presetClass="emph" presetID="8" presetSubtype="0">
                                  <p:stCondLst>
                                    <p:cond delay="200"/>
                                  </p:stCondLst>
                                  <p:childTnLst>
                                    <p:animRot by="-21600000">
                                      <p:cBhvr>
                                        <p:cTn dur="2500" fill="hold"/>
                                        <p:tgtEl>
                                          <p:spTgt spid="3547"/>
                                        </p:tgtEl>
                                        <p:attrNameLst>
                                          <p:attrName>r</p:attrName>
                                        </p:attrNameLst>
                                      </p:cBhvr>
                                    </p:animRot>
                                  </p:childTnLst>
                                </p:cTn>
                              </p:par>
                              <p:par>
                                <p:cTn fill="hold" nodeType="withEffect" presetClass="emph" presetID="8" presetSubtype="0">
                                  <p:stCondLst>
                                    <p:cond delay="250"/>
                                  </p:stCondLst>
                                  <p:childTnLst>
                                    <p:animRot by="-21600000">
                                      <p:cBhvr>
                                        <p:cTn dur="2500" fill="hold"/>
                                        <p:tgtEl>
                                          <p:spTgt spid="3544"/>
                                        </p:tgtEl>
                                        <p:attrNameLst>
                                          <p:attrName>r</p:attrName>
                                        </p:attrNameLst>
                                      </p:cBhvr>
                                    </p:animRot>
                                  </p:childTnLst>
                                </p:cTn>
                              </p:par>
                              <p:par>
                                <p:cTn fill="hold" nodeType="withEffect" presetClass="emph" presetID="8" presetSubtype="0">
                                  <p:stCondLst>
                                    <p:cond delay="300"/>
                                  </p:stCondLst>
                                  <p:childTnLst>
                                    <p:animRot by="-21600000">
                                      <p:cBhvr>
                                        <p:cTn dur="2500" fill="hold"/>
                                        <p:tgtEl>
                                          <p:spTgt spid="3541"/>
                                        </p:tgtEl>
                                        <p:attrNameLst>
                                          <p:attrName>r</p:attrName>
                                        </p:attrNameLst>
                                      </p:cBhvr>
                                    </p:animRot>
                                  </p:childTnLst>
                                </p:cTn>
                              </p:par>
                              <p:par>
                                <p:cTn fill="hold" nodeType="withEffect" presetClass="emph" presetID="8" presetSubtype="0">
                                  <p:stCondLst>
                                    <p:cond delay="350"/>
                                  </p:stCondLst>
                                  <p:childTnLst>
                                    <p:animRot by="-21600000">
                                      <p:cBhvr>
                                        <p:cTn dur="2500" fill="hold"/>
                                        <p:tgtEl>
                                          <p:spTgt spid="3538"/>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5">
  <p:cSld name="Section 5">
    <p:spTree>
      <p:nvGrpSpPr>
        <p:cNvPr id="3556" name="Shape 3556"/>
        <p:cNvGrpSpPr/>
        <p:nvPr/>
      </p:nvGrpSpPr>
      <p:grpSpPr>
        <a:xfrm>
          <a:off x="0" y="0"/>
          <a:ext cx="0" cy="0"/>
          <a:chOff x="0" y="0"/>
          <a:chExt cx="0" cy="0"/>
        </a:xfrm>
      </p:grpSpPr>
      <p:pic>
        <p:nvPicPr>
          <p:cNvPr id="3557" name="Google Shape;3557;g38b88470f6c_3_2395"/>
          <p:cNvPicPr preferRelativeResize="0"/>
          <p:nvPr/>
        </p:nvPicPr>
        <p:blipFill rotWithShape="1">
          <a:blip r:embed="rId2">
            <a:alphaModFix/>
          </a:blip>
          <a:srcRect b="0" l="0" r="0" t="0"/>
          <a:stretch/>
        </p:blipFill>
        <p:spPr>
          <a:xfrm>
            <a:off x="1543050" y="4357022"/>
            <a:ext cx="9105900" cy="1826834"/>
          </a:xfrm>
          <a:prstGeom prst="rect">
            <a:avLst/>
          </a:prstGeom>
          <a:noFill/>
          <a:ln>
            <a:noFill/>
          </a:ln>
        </p:spPr>
      </p:pic>
    </p:spTree>
  </p:cSld>
  <p:clrMapOvr>
    <a:masterClrMapping/>
  </p:clrMapOvr>
  <p:transition spd="slow">
    <p:push/>
  </p:transition>
</p:sldLayout>
</file>

<file path=ppt/slideLayouts/slideLayout2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 this session you will learn...">
  <p:cSld name="In this session you will learn...">
    <p:spTree>
      <p:nvGrpSpPr>
        <p:cNvPr id="3558" name="Shape 3558"/>
        <p:cNvGrpSpPr/>
        <p:nvPr/>
      </p:nvGrpSpPr>
      <p:grpSpPr>
        <a:xfrm>
          <a:off x="0" y="0"/>
          <a:ext cx="0" cy="0"/>
          <a:chOff x="0" y="0"/>
          <a:chExt cx="0" cy="0"/>
        </a:xfrm>
      </p:grpSpPr>
      <p:sp>
        <p:nvSpPr>
          <p:cNvPr id="3559" name="Google Shape;3559;g38b88470f6c_3_2397"/>
          <p:cNvSpPr txBox="1"/>
          <p:nvPr>
            <p:ph idx="1" type="body"/>
          </p:nvPr>
        </p:nvSpPr>
        <p:spPr>
          <a:xfrm>
            <a:off x="2022957" y="1116184"/>
            <a:ext cx="91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560" name="Google Shape;3560;g38b88470f6c_3_2397"/>
          <p:cNvSpPr txBox="1"/>
          <p:nvPr/>
        </p:nvSpPr>
        <p:spPr>
          <a:xfrm>
            <a:off x="996843" y="968220"/>
            <a:ext cx="10442700" cy="699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4800"/>
              <a:buFont typeface="Quicksand"/>
              <a:buNone/>
            </a:pPr>
            <a:r>
              <a:rPr b="1" i="0" lang="en-US" sz="4800" u="none" cap="none" strike="noStrike">
                <a:solidFill>
                  <a:srgbClr val="002060"/>
                </a:solidFill>
                <a:latin typeface="Quicksand"/>
                <a:ea typeface="Quicksand"/>
                <a:cs typeface="Quicksand"/>
                <a:sym typeface="Quicksand"/>
              </a:rPr>
              <a:t>IN THIS LESSON YOU WILL…</a:t>
            </a:r>
            <a:endParaRPr b="1" i="0" sz="4800" u="none" cap="none" strike="noStrike">
              <a:solidFill>
                <a:srgbClr val="FC7C00"/>
              </a:solidFill>
              <a:latin typeface="Quicksand"/>
              <a:ea typeface="Quicksand"/>
              <a:cs typeface="Quicksand"/>
              <a:sym typeface="Quicksand"/>
            </a:endParaRPr>
          </a:p>
        </p:txBody>
      </p:sp>
      <p:sp>
        <p:nvSpPr>
          <p:cNvPr id="3561" name="Google Shape;3561;g38b88470f6c_3_2397"/>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Lesson</a:t>
            </a:r>
            <a:endParaRPr b="0" i="0" sz="1400" u="none" cap="none" strike="noStrike">
              <a:solidFill>
                <a:srgbClr val="000000"/>
              </a:solidFill>
              <a:latin typeface="Arial"/>
              <a:ea typeface="Arial"/>
              <a:cs typeface="Arial"/>
              <a:sym typeface="Arial"/>
            </a:endParaRPr>
          </a:p>
        </p:txBody>
      </p:sp>
      <p:sp>
        <p:nvSpPr>
          <p:cNvPr id="3562" name="Google Shape;3562;g38b88470f6c_3_2397"/>
          <p:cNvSpPr txBox="1"/>
          <p:nvPr>
            <p:ph idx="2" type="body"/>
          </p:nvPr>
        </p:nvSpPr>
        <p:spPr>
          <a:xfrm>
            <a:off x="1871003" y="1667167"/>
            <a:ext cx="8773200" cy="1956300"/>
          </a:xfrm>
          <a:prstGeom prst="rect">
            <a:avLst/>
          </a:prstGeom>
          <a:noFill/>
          <a:ln>
            <a:noFill/>
          </a:ln>
        </p:spPr>
        <p:txBody>
          <a:bodyPr anchorCtr="0" anchor="t" bIns="45700" lIns="91425" spcFirstLastPara="1" rIns="91425" wrap="square" tIns="45700">
            <a:noAutofit/>
          </a:bodyPr>
          <a:lstStyle>
            <a:lvl1pPr indent="-419100" lvl="0" marL="457200" marR="0" algn="l">
              <a:lnSpc>
                <a:spcPct val="90000"/>
              </a:lnSpc>
              <a:spcBef>
                <a:spcPts val="1000"/>
              </a:spcBef>
              <a:spcAft>
                <a:spcPts val="0"/>
              </a:spcAft>
              <a:buClr>
                <a:schemeClr val="accent2"/>
              </a:buClr>
              <a:buSzPts val="3000"/>
              <a:buFont typeface="Calibri"/>
              <a:buChar char="●"/>
              <a:defRPr b="0" i="0" sz="2000" u="none" cap="none" strike="noStrike">
                <a:solidFill>
                  <a:srgbClr val="172A4B"/>
                </a:solidFill>
                <a:latin typeface="Quicksand"/>
                <a:ea typeface="Quicksand"/>
                <a:cs typeface="Quicksand"/>
                <a:sym typeface="Quicksand"/>
              </a:defRPr>
            </a:lvl1pPr>
            <a:lvl2pPr indent="-400050" lvl="1" marL="914400" marR="0" algn="l">
              <a:lnSpc>
                <a:spcPct val="90000"/>
              </a:lnSpc>
              <a:spcBef>
                <a:spcPts val="500"/>
              </a:spcBef>
              <a:spcAft>
                <a:spcPts val="0"/>
              </a:spcAft>
              <a:buClr>
                <a:schemeClr val="accent2"/>
              </a:buClr>
              <a:buSzPts val="2700"/>
              <a:buFont typeface="Calibri"/>
              <a:buChar char="●"/>
              <a:defRPr b="0" i="0" sz="1800" u="none" cap="none" strike="noStrike">
                <a:solidFill>
                  <a:srgbClr val="172A4B"/>
                </a:solidFill>
                <a:latin typeface="Quicksand"/>
                <a:ea typeface="Quicksand"/>
                <a:cs typeface="Quicksand"/>
                <a:sym typeface="Quicksand"/>
              </a:defRPr>
            </a:lvl2pPr>
            <a:lvl3pPr indent="-381000" lvl="2" marL="1371600" marR="0" algn="l">
              <a:lnSpc>
                <a:spcPct val="90000"/>
              </a:lnSpc>
              <a:spcBef>
                <a:spcPts val="500"/>
              </a:spcBef>
              <a:spcAft>
                <a:spcPts val="0"/>
              </a:spcAft>
              <a:buClr>
                <a:schemeClr val="accent2"/>
              </a:buClr>
              <a:buSzPts val="2400"/>
              <a:buFont typeface="Calibri"/>
              <a:buChar char="●"/>
              <a:defRPr b="0" i="0" sz="1600" u="none" cap="none" strike="noStrike">
                <a:solidFill>
                  <a:srgbClr val="172A4B"/>
                </a:solidFill>
                <a:latin typeface="Quicksand"/>
                <a:ea typeface="Quicksand"/>
                <a:cs typeface="Quicksand"/>
                <a:sym typeface="Quicksand"/>
              </a:defRPr>
            </a:lvl3pPr>
            <a:lvl4pPr indent="-361950" lvl="3" marL="1828800" marR="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4pPr>
            <a:lvl5pPr indent="-361950" lvl="4" marL="2286000" marR="0" algn="l">
              <a:lnSpc>
                <a:spcPct val="90000"/>
              </a:lnSpc>
              <a:spcBef>
                <a:spcPts val="500"/>
              </a:spcBef>
              <a:spcAft>
                <a:spcPts val="0"/>
              </a:spcAft>
              <a:buClr>
                <a:schemeClr val="accent2"/>
              </a:buClr>
              <a:buSzPts val="2100"/>
              <a:buFont typeface="Calibri"/>
              <a:buChar char="●"/>
              <a:defRPr b="0" i="0" sz="14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563" name="Google Shape;3563;g38b88470f6c_3_2397"/>
          <p:cNvSpPr txBox="1"/>
          <p:nvPr>
            <p:ph idx="3" type="body"/>
          </p:nvPr>
        </p:nvSpPr>
        <p:spPr>
          <a:xfrm>
            <a:off x="2337773" y="654820"/>
            <a:ext cx="678600" cy="3879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aluate">
  <p:cSld name="Evaluate">
    <p:spTree>
      <p:nvGrpSpPr>
        <p:cNvPr id="3564" name="Shape 3564"/>
        <p:cNvGrpSpPr/>
        <p:nvPr/>
      </p:nvGrpSpPr>
      <p:grpSpPr>
        <a:xfrm>
          <a:off x="0" y="0"/>
          <a:ext cx="0" cy="0"/>
          <a:chOff x="0" y="0"/>
          <a:chExt cx="0" cy="0"/>
        </a:xfrm>
      </p:grpSpPr>
      <p:grpSp>
        <p:nvGrpSpPr>
          <p:cNvPr id="3565" name="Google Shape;3565;g38b88470f6c_3_2403"/>
          <p:cNvGrpSpPr/>
          <p:nvPr/>
        </p:nvGrpSpPr>
        <p:grpSpPr>
          <a:xfrm>
            <a:off x="680011" y="0"/>
            <a:ext cx="3090697" cy="1806089"/>
            <a:chOff x="536716" y="-1319"/>
            <a:chExt cx="3976708" cy="2323841"/>
          </a:xfrm>
        </p:grpSpPr>
        <p:sp>
          <p:nvSpPr>
            <p:cNvPr id="3566" name="Google Shape;3566;g38b88470f6c_3_2403"/>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567" name="Google Shape;3567;g38b88470f6c_3_2403"/>
            <p:cNvGrpSpPr/>
            <p:nvPr/>
          </p:nvGrpSpPr>
          <p:grpSpPr>
            <a:xfrm>
              <a:off x="536716" y="0"/>
              <a:ext cx="3976708" cy="2322522"/>
              <a:chOff x="947530" y="0"/>
              <a:chExt cx="3976708" cy="2322522"/>
            </a:xfrm>
          </p:grpSpPr>
          <p:sp>
            <p:nvSpPr>
              <p:cNvPr id="3568" name="Google Shape;3568;g38b88470f6c_3_2403"/>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569" name="Google Shape;3569;g38b88470f6c_3_2403"/>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570" name="Google Shape;3570;g38b88470f6c_3_2403"/>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571" name="Google Shape;3571;g38b88470f6c_3_2403"/>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572" name="Google Shape;3572;g38b88470f6c_3_2403"/>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573" name="Google Shape;3573;g38b88470f6c_3_2403"/>
          <p:cNvSpPr txBox="1"/>
          <p:nvPr/>
        </p:nvSpPr>
        <p:spPr>
          <a:xfrm>
            <a:off x="680025" y="777563"/>
            <a:ext cx="30180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US" sz="4800" u="none" cap="none" strike="noStrike">
                <a:solidFill>
                  <a:schemeClr val="lt1"/>
                </a:solidFill>
                <a:latin typeface="Fredoka"/>
                <a:ea typeface="Fredoka"/>
                <a:cs typeface="Fredoka"/>
                <a:sym typeface="Fredoka"/>
              </a:rPr>
              <a:t>Evaluate</a:t>
            </a:r>
            <a:endParaRPr b="0" i="0" sz="5400" u="none" cap="none" strike="noStrike">
              <a:solidFill>
                <a:schemeClr val="lt1"/>
              </a:solidFill>
              <a:latin typeface="Fredoka"/>
              <a:ea typeface="Fredoka"/>
              <a:cs typeface="Fredoka"/>
              <a:sym typeface="Fredoka"/>
            </a:endParaRPr>
          </a:p>
        </p:txBody>
      </p:sp>
      <p:pic>
        <p:nvPicPr>
          <p:cNvPr id="3574" name="Google Shape;3574;g38b88470f6c_3_2403"/>
          <p:cNvPicPr preferRelativeResize="0"/>
          <p:nvPr/>
        </p:nvPicPr>
        <p:blipFill rotWithShape="1">
          <a:blip r:embed="rId2">
            <a:alphaModFix/>
          </a:blip>
          <a:srcRect b="0" l="0" r="0" t="0"/>
          <a:stretch/>
        </p:blipFill>
        <p:spPr>
          <a:xfrm>
            <a:off x="4095258" y="-663083"/>
            <a:ext cx="6778655" cy="6778655"/>
          </a:xfrm>
          <a:prstGeom prst="rect">
            <a:avLst/>
          </a:prstGeom>
          <a:noFill/>
          <a:ln>
            <a:noFill/>
          </a:ln>
        </p:spPr>
      </p:pic>
    </p:spTree>
  </p:cSld>
  <p:clrMapOvr>
    <a:masterClrMapping/>
  </p:clrMapOvr>
</p:sldLayout>
</file>

<file path=ppt/slideLayouts/slideLayout2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Contents">
    <p:spTree>
      <p:nvGrpSpPr>
        <p:cNvPr id="3575" name="Shape 3575"/>
        <p:cNvGrpSpPr/>
        <p:nvPr/>
      </p:nvGrpSpPr>
      <p:grpSpPr>
        <a:xfrm>
          <a:off x="0" y="0"/>
          <a:ext cx="0" cy="0"/>
          <a:chOff x="0" y="0"/>
          <a:chExt cx="0" cy="0"/>
        </a:xfrm>
      </p:grpSpPr>
      <p:sp>
        <p:nvSpPr>
          <p:cNvPr id="3576" name="Google Shape;3576;g38b88470f6c_3_2414"/>
          <p:cNvSpPr txBox="1"/>
          <p:nvPr>
            <p:ph idx="1" type="body"/>
          </p:nvPr>
        </p:nvSpPr>
        <p:spPr>
          <a:xfrm>
            <a:off x="2704330" y="1163553"/>
            <a:ext cx="100500" cy="3108900"/>
          </a:xfrm>
          <a:prstGeom prst="rect">
            <a:avLst/>
          </a:prstGeom>
          <a:solidFill>
            <a:srgbClr val="002060"/>
          </a:solidFill>
          <a:ln>
            <a:noFill/>
          </a:ln>
        </p:spPr>
        <p:txBody>
          <a:bodyPr anchorCtr="0" anchor="t" bIns="0" lIns="0" spcFirstLastPara="1" rIns="0" wrap="square" tIns="0">
            <a:noAutofit/>
          </a:bodyPr>
          <a:lstStyle>
            <a:lvl1pPr indent="-228600" lvl="0" marL="457200" marR="0" algn="l">
              <a:lnSpc>
                <a:spcPct val="90000"/>
              </a:lnSpc>
              <a:spcBef>
                <a:spcPts val="1000"/>
              </a:spcBef>
              <a:spcAft>
                <a:spcPts val="0"/>
              </a:spcAft>
              <a:buClr>
                <a:srgbClr val="002060"/>
              </a:buClr>
              <a:buSzPts val="2800"/>
              <a:buFont typeface="Arial"/>
              <a:buNone/>
              <a:defRPr b="0" i="0" sz="2800" u="none" cap="none" strike="noStrike">
                <a:solidFill>
                  <a:srgbClr val="002060"/>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577" name="Google Shape;3577;g38b88470f6c_3_2414"/>
          <p:cNvSpPr txBox="1"/>
          <p:nvPr>
            <p:ph idx="2" type="body"/>
          </p:nvPr>
        </p:nvSpPr>
        <p:spPr>
          <a:xfrm>
            <a:off x="2568593" y="1667167"/>
            <a:ext cx="8285700" cy="3551100"/>
          </a:xfrm>
          <a:prstGeom prst="rect">
            <a:avLst/>
          </a:prstGeom>
          <a:noFill/>
          <a:ln>
            <a:noFill/>
          </a:ln>
        </p:spPr>
        <p:txBody>
          <a:bodyPr anchorCtr="0" anchor="t" bIns="45700" lIns="91425" spcFirstLastPara="1" rIns="91425" wrap="square" tIns="45700">
            <a:noAutofit/>
          </a:bodyPr>
          <a:lstStyle>
            <a:lvl1pPr indent="-459740" lvl="0" marL="457200" marR="0" algn="l">
              <a:lnSpc>
                <a:spcPct val="90000"/>
              </a:lnSpc>
              <a:spcBef>
                <a:spcPts val="1000"/>
              </a:spcBef>
              <a:spcAft>
                <a:spcPts val="0"/>
              </a:spcAft>
              <a:buClr>
                <a:schemeClr val="accent2"/>
              </a:buClr>
              <a:buSzPts val="3640"/>
              <a:buFont typeface="Noto Sans Symbols"/>
              <a:buChar char="∙"/>
              <a:defRPr b="0" i="0" sz="2800" u="none" cap="none" strike="noStrike">
                <a:solidFill>
                  <a:srgbClr val="172A4B"/>
                </a:solidFill>
                <a:latin typeface="Quicksand"/>
                <a:ea typeface="Quicksand"/>
                <a:cs typeface="Quicksand"/>
                <a:sym typeface="Quicksand"/>
              </a:defRPr>
            </a:lvl1pPr>
            <a:lvl2pPr indent="-426720" lvl="1" marL="914400" marR="0" algn="l">
              <a:lnSpc>
                <a:spcPct val="90000"/>
              </a:lnSpc>
              <a:spcBef>
                <a:spcPts val="500"/>
              </a:spcBef>
              <a:spcAft>
                <a:spcPts val="0"/>
              </a:spcAft>
              <a:buClr>
                <a:schemeClr val="accent2"/>
              </a:buClr>
              <a:buSzPts val="3120"/>
              <a:buFont typeface="Noto Sans Symbols"/>
              <a:buChar char="∙"/>
              <a:defRPr b="0" i="0" sz="2400" u="none" cap="none" strike="noStrike">
                <a:solidFill>
                  <a:srgbClr val="172A4B"/>
                </a:solidFill>
                <a:latin typeface="Quicksand"/>
                <a:ea typeface="Quicksand"/>
                <a:cs typeface="Quicksand"/>
                <a:sym typeface="Quicksand"/>
              </a:defRPr>
            </a:lvl2pPr>
            <a:lvl3pPr indent="-393700" lvl="2" marL="1371600" marR="0" algn="l">
              <a:lnSpc>
                <a:spcPct val="90000"/>
              </a:lnSpc>
              <a:spcBef>
                <a:spcPts val="500"/>
              </a:spcBef>
              <a:spcAft>
                <a:spcPts val="0"/>
              </a:spcAft>
              <a:buClr>
                <a:schemeClr val="accent2"/>
              </a:buClr>
              <a:buSzPts val="2600"/>
              <a:buFont typeface="Noto Sans Symbols"/>
              <a:buChar char="∙"/>
              <a:defRPr b="0" i="0" sz="2000" u="none" cap="none" strike="noStrike">
                <a:solidFill>
                  <a:srgbClr val="172A4B"/>
                </a:solidFill>
                <a:latin typeface="Quicksand"/>
                <a:ea typeface="Quicksand"/>
                <a:cs typeface="Quicksand"/>
                <a:sym typeface="Quicksand"/>
              </a:defRPr>
            </a:lvl3pPr>
            <a:lvl4pPr indent="-377190" lvl="3" marL="1828800" marR="0" algn="l">
              <a:lnSpc>
                <a:spcPct val="90000"/>
              </a:lnSpc>
              <a:spcBef>
                <a:spcPts val="500"/>
              </a:spcBef>
              <a:spcAft>
                <a:spcPts val="0"/>
              </a:spcAft>
              <a:buClr>
                <a:schemeClr val="accent2"/>
              </a:buClr>
              <a:buSzPts val="2340"/>
              <a:buFont typeface="Noto Sans Symbols"/>
              <a:buChar char="∙"/>
              <a:defRPr b="0" i="0" sz="1800" u="none" cap="none" strike="noStrike">
                <a:solidFill>
                  <a:srgbClr val="172A4B"/>
                </a:solidFill>
                <a:latin typeface="Quicksand"/>
                <a:ea typeface="Quicksand"/>
                <a:cs typeface="Quicksand"/>
                <a:sym typeface="Quicksand"/>
              </a:defRPr>
            </a:lvl4pPr>
            <a:lvl5pPr indent="-377190" lvl="4" marL="2286000" marR="0" algn="l">
              <a:lnSpc>
                <a:spcPct val="90000"/>
              </a:lnSpc>
              <a:spcBef>
                <a:spcPts val="500"/>
              </a:spcBef>
              <a:spcAft>
                <a:spcPts val="0"/>
              </a:spcAft>
              <a:buClr>
                <a:schemeClr val="accent2"/>
              </a:buClr>
              <a:buSzPts val="2340"/>
              <a:buFont typeface="Noto Sans Symbols"/>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578" name="Google Shape;3578;g38b88470f6c_3_2414"/>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579" name="Google Shape;3579;g38b88470f6c_3_2414"/>
          <p:cNvSpPr txBox="1"/>
          <p:nvPr/>
        </p:nvSpPr>
        <p:spPr>
          <a:xfrm>
            <a:off x="996843" y="968220"/>
            <a:ext cx="4207500" cy="699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5400"/>
              <a:buFont typeface="Quicksand"/>
              <a:buNone/>
            </a:pPr>
            <a:r>
              <a:rPr b="1" i="0" lang="en-US" sz="5400" u="none" cap="none" strike="noStrike">
                <a:solidFill>
                  <a:srgbClr val="002060"/>
                </a:solidFill>
                <a:latin typeface="Quicksand"/>
                <a:ea typeface="Quicksand"/>
                <a:cs typeface="Quicksand"/>
                <a:sym typeface="Quicksand"/>
              </a:rPr>
              <a:t>CONTENTS </a:t>
            </a:r>
            <a:endParaRPr b="1" i="0" sz="5400" u="none" cap="none" strike="noStrike">
              <a:solidFill>
                <a:srgbClr val="FC7C00"/>
              </a:solidFill>
              <a:latin typeface="Quicksand"/>
              <a:ea typeface="Quicksand"/>
              <a:cs typeface="Quicksand"/>
              <a:sym typeface="Quicksand"/>
            </a:endParaRPr>
          </a:p>
        </p:txBody>
      </p:sp>
      <p:sp>
        <p:nvSpPr>
          <p:cNvPr id="3580" name="Google Shape;3580;g38b88470f6c_3_2414"/>
          <p:cNvSpPr txBox="1"/>
          <p:nvPr/>
        </p:nvSpPr>
        <p:spPr>
          <a:xfrm>
            <a:off x="1085620" y="597608"/>
            <a:ext cx="3338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small" strike="noStrike">
                <a:solidFill>
                  <a:srgbClr val="757070"/>
                </a:solidFill>
                <a:latin typeface="Quicksand"/>
                <a:ea typeface="Quicksand"/>
                <a:cs typeface="Quicksand"/>
                <a:sym typeface="Quicksand"/>
              </a:rPr>
              <a:t>Session</a:t>
            </a:r>
            <a:endParaRPr b="0" i="0" sz="1400" u="none" cap="none" strike="noStrike">
              <a:solidFill>
                <a:srgbClr val="000000"/>
              </a:solidFill>
              <a:latin typeface="Arial"/>
              <a:ea typeface="Arial"/>
              <a:cs typeface="Arial"/>
              <a:sym typeface="Arial"/>
            </a:endParaRPr>
          </a:p>
        </p:txBody>
      </p:sp>
      <p:sp>
        <p:nvSpPr>
          <p:cNvPr id="3581" name="Google Shape;3581;g38b88470f6c_3_2414"/>
          <p:cNvSpPr txBox="1"/>
          <p:nvPr>
            <p:ph idx="3" type="body"/>
          </p:nvPr>
        </p:nvSpPr>
        <p:spPr>
          <a:xfrm>
            <a:off x="2333229" y="654684"/>
            <a:ext cx="570300" cy="3879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1000"/>
              </a:spcBef>
              <a:spcAft>
                <a:spcPts val="0"/>
              </a:spcAft>
              <a:buClr>
                <a:schemeClr val="accent2"/>
              </a:buClr>
              <a:buSzPts val="2800"/>
              <a:buFont typeface="Arial"/>
              <a:buNone/>
              <a:defRPr b="1" i="0" sz="28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ection Seprator ">
  <p:cSld name="blank Section Seprator ">
    <p:spTree>
      <p:nvGrpSpPr>
        <p:cNvPr id="3582" name="Shape 3582"/>
        <p:cNvGrpSpPr/>
        <p:nvPr/>
      </p:nvGrpSpPr>
      <p:grpSpPr>
        <a:xfrm>
          <a:off x="0" y="0"/>
          <a:ext cx="0" cy="0"/>
          <a:chOff x="0" y="0"/>
          <a:chExt cx="0" cy="0"/>
        </a:xfrm>
      </p:grpSpPr>
      <p:grpSp>
        <p:nvGrpSpPr>
          <p:cNvPr id="3583" name="Google Shape;3583;g38b88470f6c_3_2421"/>
          <p:cNvGrpSpPr/>
          <p:nvPr/>
        </p:nvGrpSpPr>
        <p:grpSpPr>
          <a:xfrm>
            <a:off x="680011" y="0"/>
            <a:ext cx="3090697" cy="1806089"/>
            <a:chOff x="536716" y="-1319"/>
            <a:chExt cx="3976708" cy="2323841"/>
          </a:xfrm>
        </p:grpSpPr>
        <p:sp>
          <p:nvSpPr>
            <p:cNvPr id="3584" name="Google Shape;3584;g38b88470f6c_3_2421"/>
            <p:cNvSpPr/>
            <p:nvPr/>
          </p:nvSpPr>
          <p:spPr>
            <a:xfrm>
              <a:off x="3829881" y="897"/>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585" name="Google Shape;3585;g38b88470f6c_3_2421"/>
            <p:cNvGrpSpPr/>
            <p:nvPr/>
          </p:nvGrpSpPr>
          <p:grpSpPr>
            <a:xfrm>
              <a:off x="536716" y="0"/>
              <a:ext cx="3976708" cy="2322522"/>
              <a:chOff x="947530" y="0"/>
              <a:chExt cx="3976708" cy="2322522"/>
            </a:xfrm>
          </p:grpSpPr>
          <p:sp>
            <p:nvSpPr>
              <p:cNvPr id="3586" name="Google Shape;3586;g38b88470f6c_3_2421"/>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587" name="Google Shape;3587;g38b88470f6c_3_2421"/>
              <p:cNvSpPr/>
              <p:nvPr/>
            </p:nvSpPr>
            <p:spPr>
              <a:xfrm>
                <a:off x="1041338" y="920922"/>
                <a:ext cx="38829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588" name="Google Shape;3588;g38b88470f6c_3_2421"/>
              <p:cNvSpPr/>
              <p:nvPr/>
            </p:nvSpPr>
            <p:spPr>
              <a:xfrm>
                <a:off x="947530" y="824843"/>
                <a:ext cx="38829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589" name="Google Shape;3589;g38b88470f6c_3_2421"/>
              <p:cNvSpPr/>
              <p:nvPr/>
            </p:nvSpPr>
            <p:spPr>
              <a:xfrm>
                <a:off x="4194312" y="0"/>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590" name="Google Shape;3590;g38b88470f6c_3_2421"/>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591" name="Google Shape;3591;g38b88470f6c_3_2421"/>
          <p:cNvSpPr txBox="1"/>
          <p:nvPr>
            <p:ph type="title"/>
          </p:nvPr>
        </p:nvSpPr>
        <p:spPr>
          <a:xfrm>
            <a:off x="680025" y="642115"/>
            <a:ext cx="3018000" cy="1089300"/>
          </a:xfrm>
          <a:prstGeom prst="rect">
            <a:avLst/>
          </a:prstGeom>
          <a:noFill/>
          <a:ln>
            <a:noFill/>
          </a:ln>
        </p:spPr>
        <p:txBody>
          <a:bodyPr anchorCtr="0" anchor="t" bIns="182875" lIns="91425" spcFirstLastPara="1" rIns="91425" wrap="square" tIns="182875">
            <a:normAutofit/>
          </a:bodyPr>
          <a:lstStyle>
            <a:lvl1pPr lvl="0" marR="0" algn="ctr">
              <a:lnSpc>
                <a:spcPct val="90000"/>
              </a:lnSpc>
              <a:spcBef>
                <a:spcPts val="0"/>
              </a:spcBef>
              <a:spcAft>
                <a:spcPts val="0"/>
              </a:spcAft>
              <a:buClr>
                <a:schemeClr val="lt1"/>
              </a:buClr>
              <a:buSzPts val="5400"/>
              <a:buFont typeface="Fredoka"/>
              <a:buNone/>
              <a:defRPr b="1" i="0" sz="5400" u="none" cap="none" strike="noStrike">
                <a:solidFill>
                  <a:schemeClr val="lt1"/>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92" name="Google Shape;3592;g38b88470f6c_3_2421"/>
          <p:cNvSpPr/>
          <p:nvPr>
            <p:ph idx="2" type="pic"/>
          </p:nvPr>
        </p:nvSpPr>
        <p:spPr>
          <a:xfrm>
            <a:off x="6174558" y="1357460"/>
            <a:ext cx="5081100" cy="4557600"/>
          </a:xfrm>
          <a:prstGeom prst="rect">
            <a:avLst/>
          </a:prstGeom>
          <a:noFill/>
          <a:ln>
            <a:noFill/>
          </a:ln>
        </p:spPr>
      </p:sp>
      <p:sp>
        <p:nvSpPr>
          <p:cNvPr id="3593" name="Google Shape;3593;g38b88470f6c_3_2421"/>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594" name="Google Shape;3594;g38b88470f6c_3_2421"/>
          <p:cNvSpPr txBox="1"/>
          <p:nvPr>
            <p:ph idx="1"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1400"/>
              <a:buFont typeface="Arial"/>
              <a:buNone/>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595" name="Google Shape;3595;g38b88470f6c_3_2421"/>
          <p:cNvSpPr txBox="1"/>
          <p:nvPr>
            <p:ph idx="3"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p:cSld name="Recap">
    <p:spTree>
      <p:nvGrpSpPr>
        <p:cNvPr id="3596" name="Shape 3596"/>
        <p:cNvGrpSpPr/>
        <p:nvPr/>
      </p:nvGrpSpPr>
      <p:grpSpPr>
        <a:xfrm>
          <a:off x="0" y="0"/>
          <a:ext cx="0" cy="0"/>
          <a:chOff x="0" y="0"/>
          <a:chExt cx="0" cy="0"/>
        </a:xfrm>
      </p:grpSpPr>
      <p:sp>
        <p:nvSpPr>
          <p:cNvPr id="3597" name="Google Shape;3597;g38b88470f6c_3_2435"/>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598" name="Google Shape;3598;g38b88470f6c_3_2435"/>
          <p:cNvSpPr txBox="1"/>
          <p:nvPr/>
        </p:nvSpPr>
        <p:spPr>
          <a:xfrm>
            <a:off x="973639" y="2890391"/>
            <a:ext cx="4093200" cy="1077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72A4B"/>
                </a:solidFill>
                <a:latin typeface="Quicksand"/>
                <a:ea typeface="Quicksand"/>
                <a:cs typeface="Quicksand"/>
                <a:sym typeface="Quicksand"/>
              </a:rPr>
              <a:t>Now, Let’s Preview Our Tasks… </a:t>
            </a:r>
            <a:endParaRPr b="0" i="0" sz="1400" u="none" cap="none" strike="noStrike">
              <a:solidFill>
                <a:srgbClr val="000000"/>
              </a:solidFill>
              <a:latin typeface="Arial"/>
              <a:ea typeface="Arial"/>
              <a:cs typeface="Arial"/>
              <a:sym typeface="Arial"/>
            </a:endParaRPr>
          </a:p>
        </p:txBody>
      </p:sp>
      <p:pic>
        <p:nvPicPr>
          <p:cNvPr id="3599" name="Google Shape;3599;g38b88470f6c_3_2435"/>
          <p:cNvPicPr preferRelativeResize="0"/>
          <p:nvPr/>
        </p:nvPicPr>
        <p:blipFill rotWithShape="1">
          <a:blip r:embed="rId3">
            <a:alphaModFix/>
          </a:blip>
          <a:srcRect b="0" l="0" r="0" t="0"/>
          <a:stretch/>
        </p:blipFill>
        <p:spPr>
          <a:xfrm>
            <a:off x="5660725" y="778588"/>
            <a:ext cx="5309935" cy="5309935"/>
          </a:xfrm>
          <a:prstGeom prst="rect">
            <a:avLst/>
          </a:prstGeom>
          <a:noFill/>
          <a:ln>
            <a:noFill/>
          </a:ln>
        </p:spPr>
      </p:pic>
    </p:spTree>
  </p:cSld>
  <p:clrMapOvr>
    <a:masterClrMapping/>
  </p:clrMapOvr>
</p:sldLayout>
</file>

<file path=ppt/slideLayouts/slideLayout2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1">
  <p:cSld name="Title with content T1">
    <p:spTree>
      <p:nvGrpSpPr>
        <p:cNvPr id="3600" name="Shape 3600"/>
        <p:cNvGrpSpPr/>
        <p:nvPr/>
      </p:nvGrpSpPr>
      <p:grpSpPr>
        <a:xfrm>
          <a:off x="0" y="0"/>
          <a:ext cx="0" cy="0"/>
          <a:chOff x="0" y="0"/>
          <a:chExt cx="0" cy="0"/>
        </a:xfrm>
      </p:grpSpPr>
      <p:grpSp>
        <p:nvGrpSpPr>
          <p:cNvPr id="3601" name="Google Shape;3601;g38b88470f6c_3_2439"/>
          <p:cNvGrpSpPr/>
          <p:nvPr/>
        </p:nvGrpSpPr>
        <p:grpSpPr>
          <a:xfrm>
            <a:off x="0" y="579518"/>
            <a:ext cx="4207500" cy="823623"/>
            <a:chOff x="0" y="579518"/>
            <a:chExt cx="4207500" cy="823623"/>
          </a:xfrm>
        </p:grpSpPr>
        <p:sp>
          <p:nvSpPr>
            <p:cNvPr id="3602" name="Google Shape;3602;g38b88470f6c_3_2439"/>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603" name="Google Shape;3603;g38b88470f6c_3_2439"/>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604" name="Google Shape;3604;g38b88470f6c_3_2439"/>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605" name="Google Shape;3605;g38b88470f6c_3_2439"/>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606" name="Google Shape;3606;g38b88470f6c_3_2439"/>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ctr">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607" name="Google Shape;3607;g38b88470f6c_3_2439"/>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ntent T2">
  <p:cSld name="Title with content T2">
    <p:spTree>
      <p:nvGrpSpPr>
        <p:cNvPr id="3608" name="Shape 3608"/>
        <p:cNvGrpSpPr/>
        <p:nvPr/>
      </p:nvGrpSpPr>
      <p:grpSpPr>
        <a:xfrm>
          <a:off x="0" y="0"/>
          <a:ext cx="0" cy="0"/>
          <a:chOff x="0" y="0"/>
          <a:chExt cx="0" cy="0"/>
        </a:xfrm>
      </p:grpSpPr>
      <p:sp>
        <p:nvSpPr>
          <p:cNvPr id="3609" name="Google Shape;3609;g38b88470f6c_3_2447"/>
          <p:cNvSpPr txBox="1"/>
          <p:nvPr>
            <p:ph idx="1" type="body"/>
          </p:nvPr>
        </p:nvSpPr>
        <p:spPr>
          <a:xfrm>
            <a:off x="781050" y="1581150"/>
            <a:ext cx="10477500" cy="4438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grpSp>
        <p:nvGrpSpPr>
          <p:cNvPr id="3610" name="Google Shape;3610;g38b88470f6c_3_2447"/>
          <p:cNvGrpSpPr/>
          <p:nvPr/>
        </p:nvGrpSpPr>
        <p:grpSpPr>
          <a:xfrm>
            <a:off x="-1" y="579518"/>
            <a:ext cx="7079588" cy="823623"/>
            <a:chOff x="0" y="579518"/>
            <a:chExt cx="4146900" cy="823623"/>
          </a:xfrm>
        </p:grpSpPr>
        <p:sp>
          <p:nvSpPr>
            <p:cNvPr id="3611" name="Google Shape;3611;g38b88470f6c_3_2447"/>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612" name="Google Shape;3612;g38b88470f6c_3_2447"/>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613" name="Google Shape;3613;g38b88470f6c_3_2447"/>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614" name="Google Shape;3614;g38b88470f6c_3_2447"/>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 T1">
  <p:cSld name="Title with two content T1">
    <p:spTree>
      <p:nvGrpSpPr>
        <p:cNvPr id="3615" name="Shape 3615"/>
        <p:cNvGrpSpPr/>
        <p:nvPr/>
      </p:nvGrpSpPr>
      <p:grpSpPr>
        <a:xfrm>
          <a:off x="0" y="0"/>
          <a:ext cx="0" cy="0"/>
          <a:chOff x="0" y="0"/>
          <a:chExt cx="0" cy="0"/>
        </a:xfrm>
      </p:grpSpPr>
      <p:grpSp>
        <p:nvGrpSpPr>
          <p:cNvPr id="3616" name="Google Shape;3616;g38b88470f6c_3_2454"/>
          <p:cNvGrpSpPr/>
          <p:nvPr/>
        </p:nvGrpSpPr>
        <p:grpSpPr>
          <a:xfrm>
            <a:off x="0" y="579518"/>
            <a:ext cx="4207500" cy="823623"/>
            <a:chOff x="0" y="579518"/>
            <a:chExt cx="4207500" cy="823623"/>
          </a:xfrm>
        </p:grpSpPr>
        <p:sp>
          <p:nvSpPr>
            <p:cNvPr id="3617" name="Google Shape;3617;g38b88470f6c_3_2454"/>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618" name="Google Shape;3618;g38b88470f6c_3_2454"/>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619" name="Google Shape;3619;g38b88470f6c_3_2454"/>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620" name="Google Shape;3620;g38b88470f6c_3_2454"/>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621" name="Google Shape;3621;g38b88470f6c_3_2454"/>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622" name="Google Shape;3622;g38b88470f6c_3_2454"/>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623" name="Google Shape;3623;g38b88470f6c_3_2454"/>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Two Contents T2">
  <p:cSld name="Title with Two Contents T2">
    <p:spTree>
      <p:nvGrpSpPr>
        <p:cNvPr id="3624" name="Shape 3624"/>
        <p:cNvGrpSpPr/>
        <p:nvPr/>
      </p:nvGrpSpPr>
      <p:grpSpPr>
        <a:xfrm>
          <a:off x="0" y="0"/>
          <a:ext cx="0" cy="0"/>
          <a:chOff x="0" y="0"/>
          <a:chExt cx="0" cy="0"/>
        </a:xfrm>
      </p:grpSpPr>
      <p:grpSp>
        <p:nvGrpSpPr>
          <p:cNvPr id="3625" name="Google Shape;3625;g38b88470f6c_3_2463"/>
          <p:cNvGrpSpPr/>
          <p:nvPr/>
        </p:nvGrpSpPr>
        <p:grpSpPr>
          <a:xfrm>
            <a:off x="-1" y="579518"/>
            <a:ext cx="7079588" cy="823623"/>
            <a:chOff x="0" y="579518"/>
            <a:chExt cx="4146900" cy="823623"/>
          </a:xfrm>
        </p:grpSpPr>
        <p:sp>
          <p:nvSpPr>
            <p:cNvPr id="3626" name="Google Shape;3626;g38b88470f6c_3_2463"/>
            <p:cNvSpPr/>
            <p:nvPr/>
          </p:nvSpPr>
          <p:spPr>
            <a:xfrm>
              <a:off x="0" y="676841"/>
              <a:ext cx="41469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627" name="Google Shape;3627;g38b88470f6c_3_2463"/>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628" name="Google Shape;3628;g38b88470f6c_3_2463"/>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629" name="Google Shape;3629;g38b88470f6c_3_2463"/>
          <p:cNvSpPr txBox="1"/>
          <p:nvPr>
            <p:ph idx="1" type="body"/>
          </p:nvPr>
        </p:nvSpPr>
        <p:spPr>
          <a:xfrm>
            <a:off x="540696" y="1677302"/>
            <a:ext cx="3169200" cy="43512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400"/>
              <a:buFont typeface="Arial"/>
              <a:buNone/>
              <a:defRPr b="1" i="0" sz="24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000"/>
              <a:buFont typeface="Arial"/>
              <a:buNone/>
              <a:defRPr b="1" i="0" sz="20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1800"/>
              <a:buFont typeface="Arial"/>
              <a:buNone/>
              <a:defRPr b="1"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630" name="Google Shape;3630;g38b88470f6c_3_2463"/>
          <p:cNvSpPr txBox="1"/>
          <p:nvPr>
            <p:ph idx="2" type="body"/>
          </p:nvPr>
        </p:nvSpPr>
        <p:spPr>
          <a:xfrm>
            <a:off x="3901440" y="1677302"/>
            <a:ext cx="7749900" cy="43512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631" name="Google Shape;3631;g38b88470f6c_3_2463"/>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632" name="Google Shape;3632;g38b88470f6c_3_2463"/>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Comparison T1">
  <p:cSld name="Title with Comparison T1">
    <p:spTree>
      <p:nvGrpSpPr>
        <p:cNvPr id="3633" name="Shape 3633"/>
        <p:cNvGrpSpPr/>
        <p:nvPr/>
      </p:nvGrpSpPr>
      <p:grpSpPr>
        <a:xfrm>
          <a:off x="0" y="0"/>
          <a:ext cx="0" cy="0"/>
          <a:chOff x="0" y="0"/>
          <a:chExt cx="0" cy="0"/>
        </a:xfrm>
      </p:grpSpPr>
      <p:grpSp>
        <p:nvGrpSpPr>
          <p:cNvPr id="3634" name="Google Shape;3634;g38b88470f6c_3_2472"/>
          <p:cNvGrpSpPr/>
          <p:nvPr/>
        </p:nvGrpSpPr>
        <p:grpSpPr>
          <a:xfrm>
            <a:off x="0" y="579518"/>
            <a:ext cx="4207500" cy="823623"/>
            <a:chOff x="0" y="579518"/>
            <a:chExt cx="4207500" cy="823623"/>
          </a:xfrm>
        </p:grpSpPr>
        <p:sp>
          <p:nvSpPr>
            <p:cNvPr id="3635" name="Google Shape;3635;g38b88470f6c_3_2472"/>
            <p:cNvSpPr/>
            <p:nvPr/>
          </p:nvSpPr>
          <p:spPr>
            <a:xfrm>
              <a:off x="0" y="676841"/>
              <a:ext cx="4207500" cy="726300"/>
            </a:xfrm>
            <a:prstGeom prst="rect">
              <a:avLst/>
            </a:prstGeom>
            <a:solidFill>
              <a:srgbClr val="D068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636" name="Google Shape;3636;g38b88470f6c_3_2472"/>
            <p:cNvSpPr/>
            <p:nvPr/>
          </p:nvSpPr>
          <p:spPr>
            <a:xfrm>
              <a:off x="0" y="579518"/>
              <a:ext cx="4092000" cy="7263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637" name="Google Shape;3637;g38b88470f6c_3_2472"/>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638" name="Google Shape;3638;g38b88470f6c_3_2472"/>
          <p:cNvSpPr txBox="1"/>
          <p:nvPr>
            <p:ph idx="1" type="body"/>
          </p:nvPr>
        </p:nvSpPr>
        <p:spPr>
          <a:xfrm>
            <a:off x="490194" y="1461565"/>
            <a:ext cx="5505900" cy="675900"/>
          </a:xfrm>
          <a:prstGeom prst="rect">
            <a:avLst/>
          </a:prstGeom>
          <a:noFill/>
          <a:ln>
            <a:noFill/>
          </a:ln>
        </p:spPr>
        <p:txBody>
          <a:bodyPr anchorCtr="0" anchor="b"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3639" name="Google Shape;3639;g38b88470f6c_3_2472"/>
          <p:cNvSpPr txBox="1"/>
          <p:nvPr>
            <p:ph idx="2" type="body"/>
          </p:nvPr>
        </p:nvSpPr>
        <p:spPr>
          <a:xfrm>
            <a:off x="490194" y="2275952"/>
            <a:ext cx="5505900" cy="3823200"/>
          </a:xfrm>
          <a:prstGeom prst="rect">
            <a:avLst/>
          </a:prstGeom>
          <a:noFill/>
          <a:ln>
            <a:noFill/>
          </a:ln>
        </p:spPr>
        <p:txBody>
          <a:bodyPr anchorCtr="0" anchor="t" bIns="45700" lIns="91425" spcFirstLastPara="1" rIns="91425" wrap="square" tIns="45700">
            <a:noAutofit/>
          </a:bodyPr>
          <a:lstStyle>
            <a:lvl1pPr indent="-381000" lvl="0" marL="457200" marR="0" algn="l">
              <a:lnSpc>
                <a:spcPct val="90000"/>
              </a:lnSpc>
              <a:spcBef>
                <a:spcPts val="10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2900" lvl="2" marL="13716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3pPr>
            <a:lvl4pPr indent="-330200" lvl="3" marL="18288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640" name="Google Shape;3640;g38b88470f6c_3_2472"/>
          <p:cNvSpPr txBox="1"/>
          <p:nvPr>
            <p:ph idx="3" type="body"/>
          </p:nvPr>
        </p:nvSpPr>
        <p:spPr>
          <a:xfrm>
            <a:off x="6170612" y="1461565"/>
            <a:ext cx="5462100" cy="675900"/>
          </a:xfrm>
          <a:prstGeom prst="rect">
            <a:avLst/>
          </a:prstGeom>
          <a:noFill/>
          <a:ln>
            <a:noFill/>
          </a:ln>
        </p:spPr>
        <p:txBody>
          <a:bodyPr anchorCtr="0" anchor="b"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Quicksand"/>
                <a:ea typeface="Quicksand"/>
                <a:cs typeface="Quicksand"/>
                <a:sym typeface="Quicksand"/>
              </a:defRPr>
            </a:lvl2pPr>
            <a:lvl3pPr indent="-228600" lvl="2" marL="1371600" marR="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Quicksand"/>
                <a:ea typeface="Quicksand"/>
                <a:cs typeface="Quicksand"/>
                <a:sym typeface="Quicksand"/>
              </a:defRPr>
            </a:lvl9pPr>
          </a:lstStyle>
          <a:p/>
        </p:txBody>
      </p:sp>
      <p:sp>
        <p:nvSpPr>
          <p:cNvPr id="3641" name="Google Shape;3641;g38b88470f6c_3_2472"/>
          <p:cNvSpPr txBox="1"/>
          <p:nvPr>
            <p:ph idx="4" type="body"/>
          </p:nvPr>
        </p:nvSpPr>
        <p:spPr>
          <a:xfrm>
            <a:off x="6170611" y="2275952"/>
            <a:ext cx="5462100" cy="3823200"/>
          </a:xfrm>
          <a:prstGeom prst="rect">
            <a:avLst/>
          </a:prstGeom>
          <a:noFill/>
          <a:ln>
            <a:noFill/>
          </a:ln>
        </p:spPr>
        <p:txBody>
          <a:bodyPr anchorCtr="0" anchor="t" bIns="45700" lIns="91425" spcFirstLastPara="1" rIns="91425" wrap="square" tIns="45700">
            <a:noAutofit/>
          </a:bodyPr>
          <a:lstStyle>
            <a:lvl1pPr indent="-381000" lvl="0" marL="457200" marR="0" algn="l">
              <a:lnSpc>
                <a:spcPct val="90000"/>
              </a:lnSpc>
              <a:spcBef>
                <a:spcPts val="1000"/>
              </a:spcBef>
              <a:spcAft>
                <a:spcPts val="0"/>
              </a:spcAft>
              <a:buClr>
                <a:schemeClr val="accent2"/>
              </a:buClr>
              <a:buSzPts val="2400"/>
              <a:buFont typeface="Arial"/>
              <a:buChar char="•"/>
              <a:defRPr b="0" i="0" sz="2400" u="none" cap="none" strike="noStrike">
                <a:solidFill>
                  <a:srgbClr val="172A4B"/>
                </a:solidFill>
                <a:latin typeface="Quicksand"/>
                <a:ea typeface="Quicksand"/>
                <a:cs typeface="Quicksand"/>
                <a:sym typeface="Quicksand"/>
              </a:defRPr>
            </a:lvl1pPr>
            <a:lvl2pPr indent="-355600" lvl="1" marL="914400" marR="0" algn="l">
              <a:lnSpc>
                <a:spcPct val="90000"/>
              </a:lnSpc>
              <a:spcBef>
                <a:spcPts val="500"/>
              </a:spcBef>
              <a:spcAft>
                <a:spcPts val="0"/>
              </a:spcAft>
              <a:buClr>
                <a:schemeClr val="accent2"/>
              </a:buClr>
              <a:buSzPts val="2000"/>
              <a:buFont typeface="Arial"/>
              <a:buChar char="•"/>
              <a:defRPr b="0" i="0" sz="2000" u="none" cap="none" strike="noStrike">
                <a:solidFill>
                  <a:srgbClr val="172A4B"/>
                </a:solidFill>
                <a:latin typeface="Quicksand"/>
                <a:ea typeface="Quicksand"/>
                <a:cs typeface="Quicksand"/>
                <a:sym typeface="Quicksand"/>
              </a:defRPr>
            </a:lvl2pPr>
            <a:lvl3pPr indent="-342900" lvl="2" marL="1371600" marR="0" algn="l">
              <a:lnSpc>
                <a:spcPct val="90000"/>
              </a:lnSpc>
              <a:spcBef>
                <a:spcPts val="500"/>
              </a:spcBef>
              <a:spcAft>
                <a:spcPts val="0"/>
              </a:spcAft>
              <a:buClr>
                <a:schemeClr val="accent2"/>
              </a:buClr>
              <a:buSzPts val="1800"/>
              <a:buFont typeface="Arial"/>
              <a:buChar char="•"/>
              <a:defRPr b="0" i="0" sz="1800" u="none" cap="none" strike="noStrike">
                <a:solidFill>
                  <a:srgbClr val="172A4B"/>
                </a:solidFill>
                <a:latin typeface="Quicksand"/>
                <a:ea typeface="Quicksand"/>
                <a:cs typeface="Quicksand"/>
                <a:sym typeface="Quicksand"/>
              </a:defRPr>
            </a:lvl3pPr>
            <a:lvl4pPr indent="-330200" lvl="3" marL="18288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4pPr>
            <a:lvl5pPr indent="-330200" lvl="4" marL="2286000" marR="0" algn="l">
              <a:lnSpc>
                <a:spcPct val="90000"/>
              </a:lnSpc>
              <a:spcBef>
                <a:spcPts val="500"/>
              </a:spcBef>
              <a:spcAft>
                <a:spcPts val="0"/>
              </a:spcAft>
              <a:buClr>
                <a:schemeClr val="accent2"/>
              </a:buClr>
              <a:buSzPts val="1600"/>
              <a:buFont typeface="Arial"/>
              <a:buChar char="•"/>
              <a:defRPr b="0" i="0" sz="1600" u="none" cap="none" strike="noStrike">
                <a:solidFill>
                  <a:srgbClr val="172A4B"/>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642" name="Google Shape;3642;g38b88470f6c_3_2472"/>
          <p:cNvSpPr txBox="1"/>
          <p:nvPr>
            <p:ph idx="5"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643" name="Google Shape;3643;g38b88470f6c_3_2472"/>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lvl1pPr lvl="0" marR="0" algn="l">
              <a:lnSpc>
                <a:spcPct val="90000"/>
              </a:lnSpc>
              <a:spcBef>
                <a:spcPts val="0"/>
              </a:spcBef>
              <a:spcAft>
                <a:spcPts val="0"/>
              </a:spcAft>
              <a:buClr>
                <a:schemeClr val="lt1"/>
              </a:buClr>
              <a:buSzPts val="3600"/>
              <a:buFont typeface="Quicksand"/>
              <a:buNone/>
              <a:defRPr b="1" i="0" sz="3600" u="none" cap="none" strike="noStrike">
                <a:solidFill>
                  <a:schemeClr val="lt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
  <p:cSld name="Discussion">
    <p:spTree>
      <p:nvGrpSpPr>
        <p:cNvPr id="3644" name="Shape 3644"/>
        <p:cNvGrpSpPr/>
        <p:nvPr/>
      </p:nvGrpSpPr>
      <p:grpSpPr>
        <a:xfrm>
          <a:off x="0" y="0"/>
          <a:ext cx="0" cy="0"/>
          <a:chOff x="0" y="0"/>
          <a:chExt cx="0" cy="0"/>
        </a:xfrm>
      </p:grpSpPr>
      <p:sp>
        <p:nvSpPr>
          <p:cNvPr id="3645" name="Google Shape;3645;g38b88470f6c_3_2483"/>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pic>
        <p:nvPicPr>
          <p:cNvPr id="3646" name="Google Shape;3646;g38b88470f6c_3_2483"/>
          <p:cNvPicPr preferRelativeResize="0"/>
          <p:nvPr/>
        </p:nvPicPr>
        <p:blipFill rotWithShape="1">
          <a:blip r:embed="rId3">
            <a:alphaModFix/>
          </a:blip>
          <a:srcRect b="0" l="0" r="0" t="0"/>
          <a:stretch/>
        </p:blipFill>
        <p:spPr>
          <a:xfrm>
            <a:off x="5580495" y="918441"/>
            <a:ext cx="4762500" cy="4762500"/>
          </a:xfrm>
          <a:prstGeom prst="rect">
            <a:avLst/>
          </a:prstGeom>
          <a:noFill/>
          <a:ln>
            <a:noFill/>
          </a:ln>
        </p:spPr>
      </p:pic>
      <p:grpSp>
        <p:nvGrpSpPr>
          <p:cNvPr id="3647" name="Google Shape;3647;g38b88470f6c_3_2483"/>
          <p:cNvGrpSpPr/>
          <p:nvPr/>
        </p:nvGrpSpPr>
        <p:grpSpPr>
          <a:xfrm>
            <a:off x="680011" y="-12733"/>
            <a:ext cx="4628621" cy="1818822"/>
            <a:chOff x="536716" y="-17702"/>
            <a:chExt cx="5955508" cy="2340224"/>
          </a:xfrm>
        </p:grpSpPr>
        <p:sp>
          <p:nvSpPr>
            <p:cNvPr id="3648" name="Google Shape;3648;g38b88470f6c_3_2483"/>
            <p:cNvSpPr/>
            <p:nvPr/>
          </p:nvSpPr>
          <p:spPr>
            <a:xfrm>
              <a:off x="5830491" y="-16804"/>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3649" name="Google Shape;3649;g38b88470f6c_3_2483"/>
            <p:cNvGrpSpPr/>
            <p:nvPr/>
          </p:nvGrpSpPr>
          <p:grpSpPr>
            <a:xfrm>
              <a:off x="536716" y="-17702"/>
              <a:ext cx="5955508" cy="2340224"/>
              <a:chOff x="947530" y="-17702"/>
              <a:chExt cx="5955508" cy="2340224"/>
            </a:xfrm>
          </p:grpSpPr>
          <p:sp>
            <p:nvSpPr>
              <p:cNvPr id="3650" name="Google Shape;3650;g38b88470f6c_3_2483"/>
              <p:cNvSpPr/>
              <p:nvPr/>
            </p:nvSpPr>
            <p:spPr>
              <a:xfrm>
                <a:off x="1364970" y="0"/>
                <a:ext cx="92700" cy="9045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651" name="Google Shape;3651;g38b88470f6c_3_2483"/>
              <p:cNvSpPr/>
              <p:nvPr/>
            </p:nvSpPr>
            <p:spPr>
              <a:xfrm>
                <a:off x="1041338" y="920922"/>
                <a:ext cx="5861700" cy="1401600"/>
              </a:xfrm>
              <a:prstGeom prst="rect">
                <a:avLst/>
              </a:prstGeom>
              <a:solidFill>
                <a:srgbClr val="CC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652" name="Google Shape;3652;g38b88470f6c_3_2483"/>
              <p:cNvSpPr/>
              <p:nvPr/>
            </p:nvSpPr>
            <p:spPr>
              <a:xfrm>
                <a:off x="947530" y="824843"/>
                <a:ext cx="5861700" cy="14016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653" name="Google Shape;3653;g38b88470f6c_3_2483"/>
              <p:cNvSpPr/>
              <p:nvPr/>
            </p:nvSpPr>
            <p:spPr>
              <a:xfrm>
                <a:off x="6194922" y="-17702"/>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654" name="Google Shape;3654;g38b88470f6c_3_2483"/>
            <p:cNvSpPr/>
            <p:nvPr/>
          </p:nvSpPr>
          <p:spPr>
            <a:xfrm>
              <a:off x="907773" y="-1319"/>
              <a:ext cx="92700" cy="904500"/>
            </a:xfrm>
            <a:prstGeom prst="rect">
              <a:avLst/>
            </a:prstGeom>
            <a:solidFill>
              <a:srgbClr val="FC7C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3655" name="Google Shape;3655;g38b88470f6c_3_2483"/>
          <p:cNvSpPr txBox="1"/>
          <p:nvPr/>
        </p:nvSpPr>
        <p:spPr>
          <a:xfrm>
            <a:off x="680025" y="702888"/>
            <a:ext cx="4555800" cy="9234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Fredoka"/>
                <a:ea typeface="Fredoka"/>
                <a:cs typeface="Fredoka"/>
                <a:sym typeface="Fredoka"/>
              </a:rPr>
              <a:t>Discussion</a:t>
            </a:r>
            <a:endParaRPr b="0" i="0" sz="1400" u="none" cap="none" strike="noStrike">
              <a:solidFill>
                <a:srgbClr val="000000"/>
              </a:solidFill>
              <a:latin typeface="Arial"/>
              <a:ea typeface="Arial"/>
              <a:cs typeface="Arial"/>
              <a:sym typeface="Arial"/>
            </a:endParaRPr>
          </a:p>
        </p:txBody>
      </p:sp>
      <p:sp>
        <p:nvSpPr>
          <p:cNvPr id="3656" name="Google Shape;3656;g38b88470f6c_3_2483"/>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2800"/>
              <a:buFont typeface="Arial"/>
              <a:buNone/>
              <a:defRPr b="1"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est Your Work!">
  <p:cSld name="2_Test Your Work!">
    <p:spTree>
      <p:nvGrpSpPr>
        <p:cNvPr id="3657" name="Shape 3657"/>
        <p:cNvGrpSpPr/>
        <p:nvPr/>
      </p:nvGrpSpPr>
      <p:grpSpPr>
        <a:xfrm>
          <a:off x="0" y="0"/>
          <a:ext cx="0" cy="0"/>
          <a:chOff x="0" y="0"/>
          <a:chExt cx="0" cy="0"/>
        </a:xfrm>
      </p:grpSpPr>
      <p:sp>
        <p:nvSpPr>
          <p:cNvPr id="3658" name="Google Shape;3658;g38b88470f6c_3_2496"/>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pic>
        <p:nvPicPr>
          <p:cNvPr id="3659" name="Google Shape;3659;g38b88470f6c_3_2496"/>
          <p:cNvPicPr preferRelativeResize="0"/>
          <p:nvPr/>
        </p:nvPicPr>
        <p:blipFill rotWithShape="1">
          <a:blip r:embed="rId3">
            <a:alphaModFix/>
          </a:blip>
          <a:srcRect b="0" l="0" r="0" t="0"/>
          <a:stretch/>
        </p:blipFill>
        <p:spPr>
          <a:xfrm>
            <a:off x="2805112" y="-209028"/>
            <a:ext cx="6581775" cy="6581775"/>
          </a:xfrm>
          <a:prstGeom prst="rect">
            <a:avLst/>
          </a:prstGeom>
          <a:noFill/>
          <a:ln>
            <a:noFill/>
          </a:ln>
        </p:spPr>
      </p:pic>
      <p:sp>
        <p:nvSpPr>
          <p:cNvPr id="3660" name="Google Shape;3660;g38b88470f6c_3_2496"/>
          <p:cNvSpPr txBox="1"/>
          <p:nvPr>
            <p:ph idx="1" type="body"/>
          </p:nvPr>
        </p:nvSpPr>
        <p:spPr>
          <a:xfrm>
            <a:off x="3789363" y="5721350"/>
            <a:ext cx="5091000" cy="5478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002060"/>
              </a:buClr>
              <a:buSzPts val="2800"/>
              <a:buFont typeface="Arial"/>
              <a:buNone/>
              <a:defRPr b="1" i="0" sz="2800" u="none" cap="none" strike="noStrike">
                <a:solidFill>
                  <a:srgbClr val="002060"/>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002060"/>
              </a:buClr>
              <a:buSzPts val="2400"/>
              <a:buFont typeface="Arial"/>
              <a:buNone/>
              <a:defRPr b="1" i="0" sz="2400" u="none" cap="none" strike="noStrike">
                <a:solidFill>
                  <a:srgbClr val="002060"/>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002060"/>
              </a:buClr>
              <a:buSzPts val="2000"/>
              <a:buFont typeface="Arial"/>
              <a:buNone/>
              <a:defRPr b="1" i="0" sz="2000" u="none" cap="none" strike="noStrike">
                <a:solidFill>
                  <a:srgbClr val="002060"/>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002060"/>
              </a:buClr>
              <a:buSzPts val="1800"/>
              <a:buFont typeface="Arial"/>
              <a:buNone/>
              <a:defRPr b="1" i="0" sz="1800" u="none" cap="none" strike="noStrike">
                <a:solidFill>
                  <a:srgbClr val="002060"/>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002060"/>
              </a:buClr>
              <a:buSzPts val="1800"/>
              <a:buFont typeface="Arial"/>
              <a:buNone/>
              <a:defRPr b="1" i="0" sz="1800" u="none" cap="none" strike="noStrike">
                <a:solidFill>
                  <a:srgbClr val="002060"/>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st Your Work!">
  <p:cSld name="1_Test Your Work!">
    <p:spTree>
      <p:nvGrpSpPr>
        <p:cNvPr id="3661" name="Shape 3661"/>
        <p:cNvGrpSpPr/>
        <p:nvPr/>
      </p:nvGrpSpPr>
      <p:grpSpPr>
        <a:xfrm>
          <a:off x="0" y="0"/>
          <a:ext cx="0" cy="0"/>
          <a:chOff x="0" y="0"/>
          <a:chExt cx="0" cy="0"/>
        </a:xfrm>
      </p:grpSpPr>
      <p:sp>
        <p:nvSpPr>
          <p:cNvPr id="3662" name="Google Shape;3662;g38b88470f6c_3_2500"/>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663" name="Google Shape;3663;g38b88470f6c_3_2500"/>
          <p:cNvSpPr txBox="1"/>
          <p:nvPr/>
        </p:nvSpPr>
        <p:spPr>
          <a:xfrm>
            <a:off x="3987293" y="5751951"/>
            <a:ext cx="4191000" cy="59100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172A4B"/>
              </a:buClr>
              <a:buSzPts val="2800"/>
              <a:buFont typeface="Arial"/>
              <a:buNone/>
            </a:pPr>
            <a:r>
              <a:rPr b="1" i="0" lang="en-US" sz="2800" u="none" cap="none" strike="noStrike">
                <a:solidFill>
                  <a:srgbClr val="172A4B"/>
                </a:solidFill>
                <a:latin typeface="Quicksand"/>
                <a:ea typeface="Quicksand"/>
                <a:cs typeface="Quicksand"/>
                <a:sym typeface="Quicksand"/>
              </a:rPr>
              <a:t>It Works Yaa</a:t>
            </a:r>
            <a:r>
              <a:rPr b="1" baseline="-25000" i="0" lang="en-US" sz="3600" u="none" cap="none" strike="noStrike">
                <a:solidFill>
                  <a:srgbClr val="172A4B"/>
                </a:solidFill>
                <a:latin typeface="Quicksand"/>
                <a:ea typeface="Quicksand"/>
                <a:cs typeface="Quicksand"/>
                <a:sym typeface="Quicksand"/>
              </a:rPr>
              <a:t>Y</a:t>
            </a:r>
            <a:r>
              <a:rPr b="1" i="0" lang="en-US" sz="2800" u="none" cap="none" strike="noStrike">
                <a:solidFill>
                  <a:srgbClr val="172A4B"/>
                </a:solidFill>
                <a:latin typeface="Quicksand"/>
                <a:ea typeface="Quicksand"/>
                <a:cs typeface="Quicksand"/>
                <a:sym typeface="Quicksand"/>
              </a:rPr>
              <a:t>!</a:t>
            </a:r>
            <a:endParaRPr b="0" i="0" sz="1400" u="none" cap="none" strike="noStrike">
              <a:solidFill>
                <a:srgbClr val="000000"/>
              </a:solidFill>
              <a:latin typeface="Arial"/>
              <a:ea typeface="Arial"/>
              <a:cs typeface="Arial"/>
              <a:sym typeface="Arial"/>
            </a:endParaRPr>
          </a:p>
        </p:txBody>
      </p:sp>
      <p:sp>
        <p:nvSpPr>
          <p:cNvPr id="3664" name="Google Shape;3664;g38b88470f6c_3_2500"/>
          <p:cNvSpPr/>
          <p:nvPr/>
        </p:nvSpPr>
        <p:spPr>
          <a:xfrm>
            <a:off x="2316544" y="2334255"/>
            <a:ext cx="496171" cy="1881101"/>
          </a:xfrm>
          <a:custGeom>
            <a:rect b="b" l="l" r="r" t="t"/>
            <a:pathLst>
              <a:path extrusionOk="0" h="1262484" w="333001">
                <a:moveTo>
                  <a:pt x="372" y="3632"/>
                </a:moveTo>
                <a:cubicBezTo>
                  <a:pt x="24621" y="51181"/>
                  <a:pt x="34297" y="104826"/>
                  <a:pt x="28185" y="157842"/>
                </a:cubicBezTo>
                <a:cubicBezTo>
                  <a:pt x="22470" y="203086"/>
                  <a:pt x="6753" y="246901"/>
                  <a:pt x="12468" y="293002"/>
                </a:cubicBezTo>
                <a:cubicBezTo>
                  <a:pt x="21422" y="365773"/>
                  <a:pt x="72476" y="423780"/>
                  <a:pt x="113719" y="481025"/>
                </a:cubicBezTo>
                <a:cubicBezTo>
                  <a:pt x="137685" y="511724"/>
                  <a:pt x="156946" y="545814"/>
                  <a:pt x="170869" y="582181"/>
                </a:cubicBezTo>
                <a:cubicBezTo>
                  <a:pt x="185919" y="626948"/>
                  <a:pt x="182299" y="673525"/>
                  <a:pt x="173917" y="719245"/>
                </a:cubicBezTo>
                <a:cubicBezTo>
                  <a:pt x="158106" y="806113"/>
                  <a:pt x="135817" y="887743"/>
                  <a:pt x="184490" y="968419"/>
                </a:cubicBezTo>
                <a:cubicBezTo>
                  <a:pt x="211350" y="1012806"/>
                  <a:pt x="247641" y="1050430"/>
                  <a:pt x="272882" y="1095864"/>
                </a:cubicBezTo>
                <a:cubicBezTo>
                  <a:pt x="300096" y="1146004"/>
                  <a:pt x="317124" y="1201039"/>
                  <a:pt x="322983" y="1257789"/>
                </a:cubicBezTo>
                <a:cubicBezTo>
                  <a:pt x="323555" y="1262932"/>
                  <a:pt x="333461" y="1264647"/>
                  <a:pt x="332985" y="1258837"/>
                </a:cubicBezTo>
                <a:cubicBezTo>
                  <a:pt x="329630" y="1211202"/>
                  <a:pt x="317859" y="1164539"/>
                  <a:pt x="298218" y="1121010"/>
                </a:cubicBezTo>
                <a:cubicBezTo>
                  <a:pt x="278311" y="1077004"/>
                  <a:pt x="249355" y="1040047"/>
                  <a:pt x="220780" y="1001567"/>
                </a:cubicBezTo>
                <a:cubicBezTo>
                  <a:pt x="192205" y="963085"/>
                  <a:pt x="167345" y="920604"/>
                  <a:pt x="164773" y="870407"/>
                </a:cubicBezTo>
                <a:cubicBezTo>
                  <a:pt x="162392" y="823544"/>
                  <a:pt x="174298" y="777348"/>
                  <a:pt x="183823" y="731818"/>
                </a:cubicBezTo>
                <a:cubicBezTo>
                  <a:pt x="192015" y="690004"/>
                  <a:pt x="198111" y="646855"/>
                  <a:pt x="189252" y="604660"/>
                </a:cubicBezTo>
                <a:cubicBezTo>
                  <a:pt x="180798" y="569389"/>
                  <a:pt x="165807" y="536013"/>
                  <a:pt x="145056" y="506266"/>
                </a:cubicBezTo>
                <a:cubicBezTo>
                  <a:pt x="103337" y="443211"/>
                  <a:pt x="44377" y="385585"/>
                  <a:pt x="27042" y="309956"/>
                </a:cubicBezTo>
                <a:cubicBezTo>
                  <a:pt x="14373" y="254521"/>
                  <a:pt x="36567" y="202038"/>
                  <a:pt x="40186" y="147174"/>
                </a:cubicBezTo>
                <a:cubicBezTo>
                  <a:pt x="44044" y="96339"/>
                  <a:pt x="31886" y="45580"/>
                  <a:pt x="5420" y="2013"/>
                </a:cubicBezTo>
                <a:cubicBezTo>
                  <a:pt x="3420" y="-1226"/>
                  <a:pt x="-1533" y="-464"/>
                  <a:pt x="467" y="363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65" name="Google Shape;3665;g38b88470f6c_3_2500"/>
          <p:cNvSpPr/>
          <p:nvPr/>
        </p:nvSpPr>
        <p:spPr>
          <a:xfrm>
            <a:off x="2298126" y="2367463"/>
            <a:ext cx="107287" cy="117267"/>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66" name="Google Shape;3666;g38b88470f6c_3_2500"/>
          <p:cNvSpPr/>
          <p:nvPr/>
        </p:nvSpPr>
        <p:spPr>
          <a:xfrm>
            <a:off x="2298126" y="2367463"/>
            <a:ext cx="107287" cy="117267"/>
          </a:xfrm>
          <a:custGeom>
            <a:rect b="b" l="l" r="r" t="t"/>
            <a:pathLst>
              <a:path extrusionOk="0" h="78703" w="72005">
                <a:moveTo>
                  <a:pt x="159" y="62689"/>
                </a:moveTo>
                <a:lnTo>
                  <a:pt x="159" y="62689"/>
                </a:lnTo>
                <a:cubicBezTo>
                  <a:pt x="-2222" y="47545"/>
                  <a:pt x="22829" y="872"/>
                  <a:pt x="28734" y="15"/>
                </a:cubicBezTo>
                <a:cubicBezTo>
                  <a:pt x="34640" y="-842"/>
                  <a:pt x="69406" y="35448"/>
                  <a:pt x="71978" y="51640"/>
                </a:cubicBezTo>
                <a:lnTo>
                  <a:pt x="71978" y="51640"/>
                </a:lnTo>
                <a:cubicBezTo>
                  <a:pt x="72336" y="58184"/>
                  <a:pt x="69177" y="64433"/>
                  <a:pt x="63691" y="68023"/>
                </a:cubicBezTo>
                <a:cubicBezTo>
                  <a:pt x="49005" y="78634"/>
                  <a:pt x="30117" y="81539"/>
                  <a:pt x="12923" y="75834"/>
                </a:cubicBezTo>
                <a:cubicBezTo>
                  <a:pt x="6553" y="74138"/>
                  <a:pt x="1620" y="69090"/>
                  <a:pt x="64" y="62689"/>
                </a:cubicBezTo>
                <a:close/>
              </a:path>
            </a:pathLst>
          </a:custGeom>
          <a:solidFill>
            <a:srgbClr val="000000">
              <a:alpha val="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67" name="Google Shape;3667;g38b88470f6c_3_2500"/>
          <p:cNvSpPr/>
          <p:nvPr/>
        </p:nvSpPr>
        <p:spPr>
          <a:xfrm>
            <a:off x="1959874" y="1620270"/>
            <a:ext cx="637167" cy="773882"/>
          </a:xfrm>
          <a:custGeom>
            <a:rect b="b" l="l" r="r" t="t"/>
            <a:pathLst>
              <a:path extrusionOk="0" h="519384" w="427629">
                <a:moveTo>
                  <a:pt x="3143" y="260591"/>
                </a:moveTo>
                <a:cubicBezTo>
                  <a:pt x="20669" y="376986"/>
                  <a:pt x="134969" y="509955"/>
                  <a:pt x="258794" y="519385"/>
                </a:cubicBezTo>
                <a:cubicBezTo>
                  <a:pt x="373761" y="467378"/>
                  <a:pt x="442722" y="312216"/>
                  <a:pt x="424815" y="195535"/>
                </a:cubicBezTo>
                <a:cubicBezTo>
                  <a:pt x="406908" y="78854"/>
                  <a:pt x="315278" y="-18016"/>
                  <a:pt x="179546" y="2844"/>
                </a:cubicBezTo>
                <a:cubicBezTo>
                  <a:pt x="43815" y="23704"/>
                  <a:pt x="-14764" y="144195"/>
                  <a:pt x="3143" y="26059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68" name="Google Shape;3668;g38b88470f6c_3_2500"/>
          <p:cNvSpPr/>
          <p:nvPr/>
        </p:nvSpPr>
        <p:spPr>
          <a:xfrm>
            <a:off x="1959922" y="1928368"/>
            <a:ext cx="635481" cy="465789"/>
          </a:xfrm>
          <a:custGeom>
            <a:rect b="b" l="l" r="r" t="t"/>
            <a:pathLst>
              <a:path extrusionOk="0" h="312610" w="426497">
                <a:moveTo>
                  <a:pt x="424878" y="51340"/>
                </a:moveTo>
                <a:cubicBezTo>
                  <a:pt x="424878" y="51340"/>
                  <a:pt x="411162" y="167830"/>
                  <a:pt x="273812" y="197929"/>
                </a:cubicBezTo>
                <a:cubicBezTo>
                  <a:pt x="141986" y="227076"/>
                  <a:pt x="11112" y="97441"/>
                  <a:pt x="349" y="0"/>
                </a:cubicBezTo>
                <a:cubicBezTo>
                  <a:pt x="-580" y="17983"/>
                  <a:pt x="345" y="36024"/>
                  <a:pt x="3111" y="53816"/>
                </a:cubicBezTo>
                <a:cubicBezTo>
                  <a:pt x="20637" y="170212"/>
                  <a:pt x="134937" y="303181"/>
                  <a:pt x="258762" y="312611"/>
                </a:cubicBezTo>
                <a:cubicBezTo>
                  <a:pt x="354012" y="269558"/>
                  <a:pt x="417639" y="155638"/>
                  <a:pt x="426498" y="51625"/>
                </a:cubicBezTo>
                <a:close/>
              </a:path>
            </a:pathLst>
          </a:custGeom>
          <a:solidFill>
            <a:srgbClr val="000000">
              <a:alpha val="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69" name="Google Shape;3669;g38b88470f6c_3_2500"/>
          <p:cNvSpPr/>
          <p:nvPr/>
        </p:nvSpPr>
        <p:spPr>
          <a:xfrm>
            <a:off x="7635445" y="3025135"/>
            <a:ext cx="453209" cy="1702189"/>
          </a:xfrm>
          <a:custGeom>
            <a:rect b="b" l="l" r="r" t="t"/>
            <a:pathLst>
              <a:path extrusionOk="0" h="1142409" w="304167">
                <a:moveTo>
                  <a:pt x="298880" y="1065"/>
                </a:moveTo>
                <a:cubicBezTo>
                  <a:pt x="277372" y="31078"/>
                  <a:pt x="262828" y="65501"/>
                  <a:pt x="256303" y="101839"/>
                </a:cubicBezTo>
                <a:cubicBezTo>
                  <a:pt x="250017" y="137939"/>
                  <a:pt x="256303" y="173944"/>
                  <a:pt x="258113" y="210139"/>
                </a:cubicBezTo>
                <a:cubicBezTo>
                  <a:pt x="260970" y="257764"/>
                  <a:pt x="250683" y="297673"/>
                  <a:pt x="219060" y="333964"/>
                </a:cubicBezTo>
                <a:cubicBezTo>
                  <a:pt x="194009" y="362539"/>
                  <a:pt x="163720" y="386351"/>
                  <a:pt x="141050" y="417212"/>
                </a:cubicBezTo>
                <a:cubicBezTo>
                  <a:pt x="95521" y="479220"/>
                  <a:pt x="85234" y="548562"/>
                  <a:pt x="94568" y="623524"/>
                </a:cubicBezTo>
                <a:cubicBezTo>
                  <a:pt x="105141" y="708391"/>
                  <a:pt x="124858" y="788211"/>
                  <a:pt x="83996" y="868792"/>
                </a:cubicBezTo>
                <a:cubicBezTo>
                  <a:pt x="62088" y="912036"/>
                  <a:pt x="33132" y="951469"/>
                  <a:pt x="17797" y="997951"/>
                </a:cubicBezTo>
                <a:cubicBezTo>
                  <a:pt x="4091" y="1043195"/>
                  <a:pt x="-1768" y="1090458"/>
                  <a:pt x="461" y="1137683"/>
                </a:cubicBezTo>
                <a:cubicBezTo>
                  <a:pt x="461" y="1142922"/>
                  <a:pt x="10463" y="1144541"/>
                  <a:pt x="10558" y="1138731"/>
                </a:cubicBezTo>
                <a:cubicBezTo>
                  <a:pt x="9777" y="1093678"/>
                  <a:pt x="15587" y="1048758"/>
                  <a:pt x="27798" y="1005381"/>
                </a:cubicBezTo>
                <a:cubicBezTo>
                  <a:pt x="40276" y="965566"/>
                  <a:pt x="62755" y="930610"/>
                  <a:pt x="83138" y="894510"/>
                </a:cubicBezTo>
                <a:cubicBezTo>
                  <a:pt x="103798" y="860544"/>
                  <a:pt x="116800" y="822482"/>
                  <a:pt x="121238" y="782972"/>
                </a:cubicBezTo>
                <a:cubicBezTo>
                  <a:pt x="123105" y="747444"/>
                  <a:pt x="120705" y="711820"/>
                  <a:pt x="114095" y="676864"/>
                </a:cubicBezTo>
                <a:cubicBezTo>
                  <a:pt x="107808" y="636192"/>
                  <a:pt x="100188" y="594949"/>
                  <a:pt x="102188" y="553705"/>
                </a:cubicBezTo>
                <a:cubicBezTo>
                  <a:pt x="104674" y="512767"/>
                  <a:pt x="117628" y="473143"/>
                  <a:pt x="139812" y="438643"/>
                </a:cubicBezTo>
                <a:cubicBezTo>
                  <a:pt x="178865" y="376636"/>
                  <a:pt x="254684" y="338536"/>
                  <a:pt x="267733" y="261478"/>
                </a:cubicBezTo>
                <a:cubicBezTo>
                  <a:pt x="274019" y="224140"/>
                  <a:pt x="266018" y="186231"/>
                  <a:pt x="264209" y="148893"/>
                </a:cubicBezTo>
                <a:cubicBezTo>
                  <a:pt x="261732" y="97077"/>
                  <a:pt x="278782" y="49833"/>
                  <a:pt x="303833" y="5256"/>
                </a:cubicBezTo>
                <a:cubicBezTo>
                  <a:pt x="305452" y="2494"/>
                  <a:pt x="300785" y="-1983"/>
                  <a:pt x="298689" y="97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70" name="Google Shape;3670;g38b88470f6c_3_2500"/>
          <p:cNvSpPr/>
          <p:nvPr/>
        </p:nvSpPr>
        <p:spPr>
          <a:xfrm>
            <a:off x="7993288" y="3057466"/>
            <a:ext cx="106560" cy="117089"/>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71" name="Google Shape;3671;g38b88470f6c_3_2500"/>
          <p:cNvSpPr/>
          <p:nvPr/>
        </p:nvSpPr>
        <p:spPr>
          <a:xfrm>
            <a:off x="7993288" y="3057466"/>
            <a:ext cx="106560" cy="117089"/>
          </a:xfrm>
          <a:custGeom>
            <a:rect b="b" l="l" r="r" t="t"/>
            <a:pathLst>
              <a:path extrusionOk="0" h="78583" w="71517">
                <a:moveTo>
                  <a:pt x="71197" y="64522"/>
                </a:moveTo>
                <a:lnTo>
                  <a:pt x="71197" y="64522"/>
                </a:lnTo>
                <a:cubicBezTo>
                  <a:pt x="74436" y="49473"/>
                  <a:pt x="52147" y="1371"/>
                  <a:pt x="46527" y="38"/>
                </a:cubicBezTo>
                <a:cubicBezTo>
                  <a:pt x="40908" y="-1296"/>
                  <a:pt x="3665" y="32899"/>
                  <a:pt x="141" y="48901"/>
                </a:cubicBezTo>
                <a:lnTo>
                  <a:pt x="141" y="48901"/>
                </a:lnTo>
                <a:cubicBezTo>
                  <a:pt x="-669" y="55397"/>
                  <a:pt x="2055" y="61827"/>
                  <a:pt x="7284" y="65760"/>
                </a:cubicBezTo>
                <a:cubicBezTo>
                  <a:pt x="21324" y="77181"/>
                  <a:pt x="39946" y="81286"/>
                  <a:pt x="57481" y="76809"/>
                </a:cubicBezTo>
                <a:cubicBezTo>
                  <a:pt x="63911" y="75447"/>
                  <a:pt x="69140" y="70771"/>
                  <a:pt x="71197" y="64522"/>
                </a:cubicBezTo>
                <a:close/>
              </a:path>
            </a:pathLst>
          </a:custGeom>
          <a:solidFill>
            <a:srgbClr val="000000">
              <a:alpha val="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72" name="Google Shape;3672;g38b88470f6c_3_2500"/>
          <p:cNvSpPr/>
          <p:nvPr/>
        </p:nvSpPr>
        <p:spPr>
          <a:xfrm>
            <a:off x="7832107" y="2316556"/>
            <a:ext cx="638590" cy="768205"/>
          </a:xfrm>
          <a:custGeom>
            <a:rect b="b" l="l" r="r" t="t"/>
            <a:pathLst>
              <a:path extrusionOk="0" h="515574" w="428584">
                <a:moveTo>
                  <a:pt x="422263" y="273640"/>
                </a:moveTo>
                <a:cubicBezTo>
                  <a:pt x="397022" y="388607"/>
                  <a:pt x="274816" y="514051"/>
                  <a:pt x="150801" y="515575"/>
                </a:cubicBezTo>
                <a:cubicBezTo>
                  <a:pt x="39358" y="456234"/>
                  <a:pt x="-19506" y="297071"/>
                  <a:pt x="5830" y="182200"/>
                </a:cubicBezTo>
                <a:cubicBezTo>
                  <a:pt x="31167" y="67328"/>
                  <a:pt x="128798" y="-23921"/>
                  <a:pt x="263005" y="5606"/>
                </a:cubicBezTo>
                <a:cubicBezTo>
                  <a:pt x="397213" y="35134"/>
                  <a:pt x="447600" y="158101"/>
                  <a:pt x="422263" y="2736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73" name="Google Shape;3673;g38b88470f6c_3_2500"/>
          <p:cNvSpPr/>
          <p:nvPr/>
        </p:nvSpPr>
        <p:spPr>
          <a:xfrm>
            <a:off x="7832424" y="2643673"/>
            <a:ext cx="638367" cy="440384"/>
          </a:xfrm>
          <a:custGeom>
            <a:rect b="b" l="l" r="r" t="t"/>
            <a:pathLst>
              <a:path extrusionOk="0" h="295560" w="428434">
                <a:moveTo>
                  <a:pt x="1334" y="24098"/>
                </a:moveTo>
                <a:cubicBezTo>
                  <a:pt x="1334" y="24098"/>
                  <a:pt x="8096" y="141256"/>
                  <a:pt x="142685" y="180118"/>
                </a:cubicBezTo>
                <a:cubicBezTo>
                  <a:pt x="272415" y="217551"/>
                  <a:pt x="411290" y="96583"/>
                  <a:pt x="428435" y="0"/>
                </a:cubicBezTo>
                <a:cubicBezTo>
                  <a:pt x="428130" y="18040"/>
                  <a:pt x="426025" y="36004"/>
                  <a:pt x="422148" y="53626"/>
                </a:cubicBezTo>
                <a:cubicBezTo>
                  <a:pt x="396907" y="168592"/>
                  <a:pt x="274701" y="294037"/>
                  <a:pt x="150686" y="295561"/>
                </a:cubicBezTo>
                <a:cubicBezTo>
                  <a:pt x="58293" y="246412"/>
                  <a:pt x="2191" y="128683"/>
                  <a:pt x="0" y="24289"/>
                </a:cubicBezTo>
                <a:close/>
              </a:path>
            </a:pathLst>
          </a:custGeom>
          <a:solidFill>
            <a:srgbClr val="000000">
              <a:alpha val="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nvGrpSpPr>
          <p:cNvPr id="3674" name="Google Shape;3674;g38b88470f6c_3_2500"/>
          <p:cNvGrpSpPr/>
          <p:nvPr/>
        </p:nvGrpSpPr>
        <p:grpSpPr>
          <a:xfrm>
            <a:off x="5457733" y="1333256"/>
            <a:ext cx="1594947" cy="4101702"/>
            <a:chOff x="5652866" y="1771703"/>
            <a:chExt cx="1133902" cy="2916040"/>
          </a:xfrm>
        </p:grpSpPr>
        <p:sp>
          <p:nvSpPr>
            <p:cNvPr id="3675" name="Google Shape;3675;g38b88470f6c_3_2500"/>
            <p:cNvSpPr/>
            <p:nvPr/>
          </p:nvSpPr>
          <p:spPr>
            <a:xfrm>
              <a:off x="5881496" y="4377690"/>
              <a:ext cx="284569" cy="310053"/>
            </a:xfrm>
            <a:custGeom>
              <a:rect b="b" l="l" r="r" t="t"/>
              <a:pathLst>
                <a:path extrusionOk="0" h="310053" w="284569">
                  <a:moveTo>
                    <a:pt x="0" y="263176"/>
                  </a:moveTo>
                  <a:cubicBezTo>
                    <a:pt x="6953" y="281654"/>
                    <a:pt x="17336" y="300038"/>
                    <a:pt x="38100" y="306896"/>
                  </a:cubicBezTo>
                  <a:cubicBezTo>
                    <a:pt x="80772" y="321088"/>
                    <a:pt x="136208" y="284416"/>
                    <a:pt x="159163" y="257080"/>
                  </a:cubicBezTo>
                  <a:cubicBezTo>
                    <a:pt x="186976" y="223933"/>
                    <a:pt x="191167" y="188595"/>
                    <a:pt x="211550" y="161068"/>
                  </a:cubicBezTo>
                  <a:cubicBezTo>
                    <a:pt x="231934" y="133540"/>
                    <a:pt x="260699" y="116110"/>
                    <a:pt x="274606" y="92297"/>
                  </a:cubicBezTo>
                  <a:cubicBezTo>
                    <a:pt x="286245" y="74209"/>
                    <a:pt x="287788" y="51406"/>
                    <a:pt x="278701" y="31909"/>
                  </a:cubicBezTo>
                  <a:cubicBezTo>
                    <a:pt x="272148" y="19983"/>
                    <a:pt x="262204" y="10268"/>
                    <a:pt x="250127" y="4000"/>
                  </a:cubicBezTo>
                  <a:cubicBezTo>
                    <a:pt x="246983" y="2096"/>
                    <a:pt x="241459" y="1905"/>
                    <a:pt x="238030" y="0"/>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76" name="Google Shape;3676;g38b88470f6c_3_2500"/>
            <p:cNvSpPr/>
            <p:nvPr/>
          </p:nvSpPr>
          <p:spPr>
            <a:xfrm>
              <a:off x="5868097" y="4334335"/>
              <a:ext cx="281372" cy="339795"/>
            </a:xfrm>
            <a:custGeom>
              <a:rect b="b" l="l" r="r" t="t"/>
              <a:pathLst>
                <a:path extrusionOk="0" h="339795" w="281372">
                  <a:moveTo>
                    <a:pt x="102077" y="132889"/>
                  </a:moveTo>
                  <a:cubicBezTo>
                    <a:pt x="99115" y="150015"/>
                    <a:pt x="92409" y="166274"/>
                    <a:pt x="82455" y="180514"/>
                  </a:cubicBezTo>
                  <a:cubicBezTo>
                    <a:pt x="64739" y="204136"/>
                    <a:pt x="41974" y="221567"/>
                    <a:pt x="21114" y="242046"/>
                  </a:cubicBezTo>
                  <a:cubicBezTo>
                    <a:pt x="13599" y="248094"/>
                    <a:pt x="7494" y="255695"/>
                    <a:pt x="3207" y="264334"/>
                  </a:cubicBezTo>
                  <a:cubicBezTo>
                    <a:pt x="-5556" y="287194"/>
                    <a:pt x="4731" y="305673"/>
                    <a:pt x="20829" y="323484"/>
                  </a:cubicBezTo>
                  <a:cubicBezTo>
                    <a:pt x="27858" y="329895"/>
                    <a:pt x="36316" y="334534"/>
                    <a:pt x="45498" y="337010"/>
                  </a:cubicBezTo>
                  <a:cubicBezTo>
                    <a:pt x="59024" y="340725"/>
                    <a:pt x="73311" y="340725"/>
                    <a:pt x="86837" y="337010"/>
                  </a:cubicBezTo>
                  <a:cubicBezTo>
                    <a:pt x="112916" y="328075"/>
                    <a:pt x="136243" y="312550"/>
                    <a:pt x="154560" y="291957"/>
                  </a:cubicBezTo>
                  <a:cubicBezTo>
                    <a:pt x="190659" y="251571"/>
                    <a:pt x="188373" y="198517"/>
                    <a:pt x="231426" y="163084"/>
                  </a:cubicBezTo>
                  <a:cubicBezTo>
                    <a:pt x="274479" y="127650"/>
                    <a:pt x="303435" y="89836"/>
                    <a:pt x="259525" y="44116"/>
                  </a:cubicBezTo>
                  <a:cubicBezTo>
                    <a:pt x="238189" y="21828"/>
                    <a:pt x="214377" y="12303"/>
                    <a:pt x="207995" y="4302"/>
                  </a:cubicBezTo>
                  <a:cubicBezTo>
                    <a:pt x="196565" y="-9891"/>
                    <a:pt x="169895" y="14970"/>
                    <a:pt x="161418" y="22209"/>
                  </a:cubicBezTo>
                  <a:cubicBezTo>
                    <a:pt x="152940" y="29448"/>
                    <a:pt x="144749" y="38020"/>
                    <a:pt x="136081" y="45640"/>
                  </a:cubicBezTo>
                  <a:cubicBezTo>
                    <a:pt x="128099" y="54622"/>
                    <a:pt x="120775" y="64176"/>
                    <a:pt x="114174" y="74215"/>
                  </a:cubicBezTo>
                  <a:cubicBezTo>
                    <a:pt x="111430" y="77015"/>
                    <a:pt x="109154" y="80235"/>
                    <a:pt x="107411" y="83740"/>
                  </a:cubicBezTo>
                  <a:cubicBezTo>
                    <a:pt x="105915" y="88407"/>
                    <a:pt x="105334" y="93322"/>
                    <a:pt x="105696" y="98218"/>
                  </a:cubicBezTo>
                  <a:cubicBezTo>
                    <a:pt x="105649" y="109867"/>
                    <a:pt x="104439" y="121478"/>
                    <a:pt x="102077" y="132889"/>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77" name="Google Shape;3677;g38b88470f6c_3_2500"/>
            <p:cNvSpPr/>
            <p:nvPr/>
          </p:nvSpPr>
          <p:spPr>
            <a:xfrm>
              <a:off x="5866204" y="4542626"/>
              <a:ext cx="170645" cy="131219"/>
            </a:xfrm>
            <a:custGeom>
              <a:rect b="b" l="l" r="r" t="t"/>
              <a:pathLst>
                <a:path extrusionOk="0" h="131219" w="170645">
                  <a:moveTo>
                    <a:pt x="157120" y="83380"/>
                  </a:moveTo>
                  <a:cubicBezTo>
                    <a:pt x="162140" y="78084"/>
                    <a:pt x="166664" y="72350"/>
                    <a:pt x="170645" y="66235"/>
                  </a:cubicBezTo>
                  <a:cubicBezTo>
                    <a:pt x="163854" y="45823"/>
                    <a:pt x="150452" y="28249"/>
                    <a:pt x="132545" y="16324"/>
                  </a:cubicBezTo>
                  <a:cubicBezTo>
                    <a:pt x="110085" y="1074"/>
                    <a:pt x="82158" y="-3783"/>
                    <a:pt x="55869" y="2989"/>
                  </a:cubicBezTo>
                  <a:cubicBezTo>
                    <a:pt x="42677" y="11095"/>
                    <a:pt x="30209" y="20334"/>
                    <a:pt x="18626" y="30611"/>
                  </a:cubicBezTo>
                  <a:cubicBezTo>
                    <a:pt x="11054" y="37155"/>
                    <a:pt x="5301" y="45556"/>
                    <a:pt x="1958" y="54995"/>
                  </a:cubicBezTo>
                  <a:cubicBezTo>
                    <a:pt x="-4148" y="77741"/>
                    <a:pt x="4320" y="101906"/>
                    <a:pt x="23294" y="115860"/>
                  </a:cubicBezTo>
                  <a:cubicBezTo>
                    <a:pt x="29980" y="122032"/>
                    <a:pt x="38153" y="126366"/>
                    <a:pt x="47011" y="128433"/>
                  </a:cubicBezTo>
                  <a:cubicBezTo>
                    <a:pt x="60574" y="132148"/>
                    <a:pt x="74881" y="132148"/>
                    <a:pt x="88445" y="128433"/>
                  </a:cubicBezTo>
                  <a:cubicBezTo>
                    <a:pt x="114610" y="119127"/>
                    <a:pt x="138165" y="103678"/>
                    <a:pt x="157120" y="83380"/>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78" name="Google Shape;3678;g38b88470f6c_3_2500"/>
            <p:cNvSpPr/>
            <p:nvPr/>
          </p:nvSpPr>
          <p:spPr>
            <a:xfrm>
              <a:off x="5935217" y="4266438"/>
              <a:ext cx="142569" cy="157883"/>
            </a:xfrm>
            <a:custGeom>
              <a:rect b="b" l="l" r="r" t="t"/>
              <a:pathLst>
                <a:path extrusionOk="0" h="157883" w="142569">
                  <a:moveTo>
                    <a:pt x="110681" y="0"/>
                  </a:moveTo>
                  <a:lnTo>
                    <a:pt x="136398" y="78772"/>
                  </a:lnTo>
                  <a:cubicBezTo>
                    <a:pt x="136398" y="78772"/>
                    <a:pt x="156115" y="104584"/>
                    <a:pt x="125063" y="134493"/>
                  </a:cubicBezTo>
                  <a:cubicBezTo>
                    <a:pt x="94012" y="164401"/>
                    <a:pt x="59246" y="163068"/>
                    <a:pt x="44291" y="144875"/>
                  </a:cubicBezTo>
                  <a:lnTo>
                    <a:pt x="0" y="61246"/>
                  </a:ln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79" name="Google Shape;3679;g38b88470f6c_3_2500"/>
            <p:cNvSpPr/>
            <p:nvPr/>
          </p:nvSpPr>
          <p:spPr>
            <a:xfrm>
              <a:off x="6620446" y="3743472"/>
              <a:ext cx="166322" cy="367991"/>
            </a:xfrm>
            <a:custGeom>
              <a:rect b="b" l="l" r="r" t="t"/>
              <a:pathLst>
                <a:path extrusionOk="0" h="367991" w="166322">
                  <a:moveTo>
                    <a:pt x="73057" y="363708"/>
                  </a:moveTo>
                  <a:cubicBezTo>
                    <a:pt x="84392" y="369042"/>
                    <a:pt x="114300" y="371042"/>
                    <a:pt x="130778" y="359803"/>
                  </a:cubicBezTo>
                  <a:cubicBezTo>
                    <a:pt x="165163" y="336371"/>
                    <a:pt x="172498" y="267315"/>
                    <a:pt x="161735" y="229120"/>
                  </a:cubicBezTo>
                  <a:cubicBezTo>
                    <a:pt x="148590" y="182828"/>
                    <a:pt x="122872" y="159397"/>
                    <a:pt x="114110" y="131584"/>
                  </a:cubicBezTo>
                  <a:cubicBezTo>
                    <a:pt x="105346" y="103771"/>
                    <a:pt x="107728" y="63956"/>
                    <a:pt x="96107" y="39667"/>
                  </a:cubicBezTo>
                  <a:cubicBezTo>
                    <a:pt x="86554" y="20627"/>
                    <a:pt x="69161" y="6701"/>
                    <a:pt x="48482" y="1567"/>
                  </a:cubicBezTo>
                  <a:cubicBezTo>
                    <a:pt x="35357" y="-2014"/>
                    <a:pt x="21317" y="615"/>
                    <a:pt x="10382" y="8711"/>
                  </a:cubicBezTo>
                  <a:lnTo>
                    <a:pt x="0" y="16331"/>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80" name="Google Shape;3680;g38b88470f6c_3_2500"/>
            <p:cNvSpPr/>
            <p:nvPr/>
          </p:nvSpPr>
          <p:spPr>
            <a:xfrm>
              <a:off x="6526149" y="3754864"/>
              <a:ext cx="242380" cy="357256"/>
            </a:xfrm>
            <a:custGeom>
              <a:rect b="b" l="l" r="r" t="t"/>
              <a:pathLst>
                <a:path extrusionOk="0" h="357256" w="242380">
                  <a:moveTo>
                    <a:pt x="79915" y="177437"/>
                  </a:moveTo>
                  <a:cubicBezTo>
                    <a:pt x="92116" y="190038"/>
                    <a:pt x="101098" y="205392"/>
                    <a:pt x="106108" y="222204"/>
                  </a:cubicBezTo>
                  <a:cubicBezTo>
                    <a:pt x="114871" y="249827"/>
                    <a:pt x="115633" y="279354"/>
                    <a:pt x="119348" y="307929"/>
                  </a:cubicBezTo>
                  <a:cubicBezTo>
                    <a:pt x="120129" y="317502"/>
                    <a:pt x="122615" y="326855"/>
                    <a:pt x="126682" y="335552"/>
                  </a:cubicBezTo>
                  <a:cubicBezTo>
                    <a:pt x="137160" y="355649"/>
                    <a:pt x="161068" y="359364"/>
                    <a:pt x="184880" y="356316"/>
                  </a:cubicBezTo>
                  <a:cubicBezTo>
                    <a:pt x="194377" y="354259"/>
                    <a:pt x="203263" y="350058"/>
                    <a:pt x="210883" y="344029"/>
                  </a:cubicBezTo>
                  <a:cubicBezTo>
                    <a:pt x="221894" y="335361"/>
                    <a:pt x="230296" y="323826"/>
                    <a:pt x="235172" y="310691"/>
                  </a:cubicBezTo>
                  <a:cubicBezTo>
                    <a:pt x="243345" y="284145"/>
                    <a:pt x="244592" y="255942"/>
                    <a:pt x="238792" y="228776"/>
                  </a:cubicBezTo>
                  <a:cubicBezTo>
                    <a:pt x="230124" y="177151"/>
                    <a:pt x="178213" y="143051"/>
                    <a:pt x="178879" y="92188"/>
                  </a:cubicBezTo>
                  <a:cubicBezTo>
                    <a:pt x="179546" y="41324"/>
                    <a:pt x="149733" y="-24493"/>
                    <a:pt x="85725" y="9225"/>
                  </a:cubicBezTo>
                  <a:cubicBezTo>
                    <a:pt x="53921" y="26951"/>
                    <a:pt x="25013" y="49440"/>
                    <a:pt x="0" y="75900"/>
                  </a:cubicBezTo>
                  <a:cubicBezTo>
                    <a:pt x="15240" y="98760"/>
                    <a:pt x="30861" y="121525"/>
                    <a:pt x="45815" y="144575"/>
                  </a:cubicBezTo>
                  <a:cubicBezTo>
                    <a:pt x="48720" y="150414"/>
                    <a:pt x="52406" y="155834"/>
                    <a:pt x="56769" y="160672"/>
                  </a:cubicBezTo>
                  <a:cubicBezTo>
                    <a:pt x="63341" y="166483"/>
                    <a:pt x="71914" y="169626"/>
                    <a:pt x="78486" y="175912"/>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81" name="Google Shape;3681;g38b88470f6c_3_2500"/>
            <p:cNvSpPr/>
            <p:nvPr/>
          </p:nvSpPr>
          <p:spPr>
            <a:xfrm>
              <a:off x="6639544" y="3958575"/>
              <a:ext cx="128792" cy="154797"/>
            </a:xfrm>
            <a:custGeom>
              <a:rect b="b" l="l" r="r" t="t"/>
              <a:pathLst>
                <a:path extrusionOk="0" h="154797" w="128792">
                  <a:moveTo>
                    <a:pt x="125397" y="25923"/>
                  </a:moveTo>
                  <a:cubicBezTo>
                    <a:pt x="124139" y="18807"/>
                    <a:pt x="122129" y="11845"/>
                    <a:pt x="119396" y="5158"/>
                  </a:cubicBezTo>
                  <a:cubicBezTo>
                    <a:pt x="99231" y="-1909"/>
                    <a:pt x="77229" y="-1709"/>
                    <a:pt x="57198" y="5730"/>
                  </a:cubicBezTo>
                  <a:cubicBezTo>
                    <a:pt x="30842" y="13940"/>
                    <a:pt x="9973" y="34209"/>
                    <a:pt x="1000" y="60308"/>
                  </a:cubicBezTo>
                  <a:cubicBezTo>
                    <a:pt x="-333" y="75738"/>
                    <a:pt x="-333" y="91264"/>
                    <a:pt x="1000" y="106694"/>
                  </a:cubicBezTo>
                  <a:cubicBezTo>
                    <a:pt x="1981" y="116639"/>
                    <a:pt x="5239" y="126221"/>
                    <a:pt x="10525" y="134698"/>
                  </a:cubicBezTo>
                  <a:cubicBezTo>
                    <a:pt x="24527" y="154986"/>
                    <a:pt x="47101" y="156510"/>
                    <a:pt x="70914" y="153748"/>
                  </a:cubicBezTo>
                  <a:cubicBezTo>
                    <a:pt x="80401" y="151672"/>
                    <a:pt x="89287" y="147471"/>
                    <a:pt x="96917" y="141461"/>
                  </a:cubicBezTo>
                  <a:cubicBezTo>
                    <a:pt x="107899" y="132774"/>
                    <a:pt x="116300" y="121239"/>
                    <a:pt x="121206" y="108123"/>
                  </a:cubicBezTo>
                  <a:cubicBezTo>
                    <a:pt x="129616" y="81529"/>
                    <a:pt x="131064" y="53231"/>
                    <a:pt x="125397" y="25923"/>
                  </a:cubicBezTo>
                  <a:close/>
                </a:path>
              </a:pathLst>
            </a:custGeom>
            <a:solidFill>
              <a:srgbClr val="FAFA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82" name="Google Shape;3682;g38b88470f6c_3_2500"/>
            <p:cNvSpPr/>
            <p:nvPr/>
          </p:nvSpPr>
          <p:spPr>
            <a:xfrm>
              <a:off x="6538436" y="3797808"/>
              <a:ext cx="84706" cy="125349"/>
            </a:xfrm>
            <a:custGeom>
              <a:rect b="b" l="l" r="r" t="t"/>
              <a:pathLst>
                <a:path extrusionOk="0" h="125349" w="84706">
                  <a:moveTo>
                    <a:pt x="2191" y="1714"/>
                  </a:moveTo>
                  <a:lnTo>
                    <a:pt x="42481" y="0"/>
                  </a:lnTo>
                  <a:cubicBezTo>
                    <a:pt x="63617" y="9458"/>
                    <a:pt x="78924" y="28480"/>
                    <a:pt x="83629" y="51149"/>
                  </a:cubicBezTo>
                  <a:cubicBezTo>
                    <a:pt x="87382" y="74371"/>
                    <a:pt x="81229" y="98107"/>
                    <a:pt x="66675" y="116586"/>
                  </a:cubicBezTo>
                  <a:lnTo>
                    <a:pt x="0" y="125349"/>
                  </a:lnTo>
                  <a:lnTo>
                    <a:pt x="2000" y="4381"/>
                  </a:lnTo>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83" name="Google Shape;3683;g38b88470f6c_3_2500"/>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84" name="Google Shape;3684;g38b88470f6c_3_2500"/>
            <p:cNvSpPr/>
            <p:nvPr/>
          </p:nvSpPr>
          <p:spPr>
            <a:xfrm>
              <a:off x="5652866" y="3154013"/>
              <a:ext cx="946336" cy="1213866"/>
            </a:xfrm>
            <a:custGeom>
              <a:rect b="b" l="l" r="r" t="t"/>
              <a:pathLst>
                <a:path extrusionOk="0" h="1213866" w="946336">
                  <a:moveTo>
                    <a:pt x="890809" y="640366"/>
                  </a:moveTo>
                  <a:lnTo>
                    <a:pt x="612584" y="643128"/>
                  </a:lnTo>
                  <a:cubicBezTo>
                    <a:pt x="612584" y="643128"/>
                    <a:pt x="663066" y="269843"/>
                    <a:pt x="646397" y="51340"/>
                  </a:cubicBezTo>
                  <a:lnTo>
                    <a:pt x="199865" y="0"/>
                  </a:lnTo>
                  <a:lnTo>
                    <a:pt x="198532" y="2762"/>
                  </a:lnTo>
                  <a:cubicBezTo>
                    <a:pt x="125285" y="197739"/>
                    <a:pt x="47942" y="452056"/>
                    <a:pt x="5841" y="643699"/>
                  </a:cubicBezTo>
                  <a:cubicBezTo>
                    <a:pt x="-7113" y="702755"/>
                    <a:pt x="-445" y="718852"/>
                    <a:pt x="45465" y="805624"/>
                  </a:cubicBezTo>
                  <a:cubicBezTo>
                    <a:pt x="109949" y="927354"/>
                    <a:pt x="219677" y="1090231"/>
                    <a:pt x="298259" y="1213866"/>
                  </a:cubicBezTo>
                  <a:cubicBezTo>
                    <a:pt x="360362" y="1208341"/>
                    <a:pt x="393509" y="1189482"/>
                    <a:pt x="407796" y="1138142"/>
                  </a:cubicBezTo>
                  <a:cubicBezTo>
                    <a:pt x="359028" y="1024509"/>
                    <a:pt x="317785" y="779336"/>
                    <a:pt x="207771" y="675322"/>
                  </a:cubicBezTo>
                  <a:cubicBezTo>
                    <a:pt x="269207" y="565785"/>
                    <a:pt x="326834" y="439960"/>
                    <a:pt x="385508" y="319088"/>
                  </a:cubicBezTo>
                  <a:cubicBezTo>
                    <a:pt x="387317" y="396049"/>
                    <a:pt x="395033" y="648367"/>
                    <a:pt x="421798" y="752284"/>
                  </a:cubicBezTo>
                  <a:cubicBezTo>
                    <a:pt x="438371" y="817531"/>
                    <a:pt x="474566" y="856488"/>
                    <a:pt x="546766" y="844963"/>
                  </a:cubicBezTo>
                  <a:cubicBezTo>
                    <a:pt x="647350" y="828865"/>
                    <a:pt x="913097" y="769334"/>
                    <a:pt x="913097" y="769334"/>
                  </a:cubicBezTo>
                  <a:cubicBezTo>
                    <a:pt x="966437" y="761714"/>
                    <a:pt x="953103" y="661988"/>
                    <a:pt x="890809" y="640366"/>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85" name="Google Shape;3685;g38b88470f6c_3_2500"/>
            <p:cNvSpPr/>
            <p:nvPr/>
          </p:nvSpPr>
          <p:spPr>
            <a:xfrm>
              <a:off x="6248018" y="3795712"/>
              <a:ext cx="201834" cy="89439"/>
            </a:xfrm>
            <a:custGeom>
              <a:rect b="b" l="l" r="r" t="t"/>
              <a:pathLst>
                <a:path extrusionOk="0" h="89439" w="201834">
                  <a:moveTo>
                    <a:pt x="17717" y="1429"/>
                  </a:moveTo>
                  <a:cubicBezTo>
                    <a:pt x="17717" y="1429"/>
                    <a:pt x="21527" y="51816"/>
                    <a:pt x="0" y="89440"/>
                  </a:cubicBezTo>
                  <a:cubicBezTo>
                    <a:pt x="15250" y="75152"/>
                    <a:pt x="27070" y="57598"/>
                    <a:pt x="34576" y="38100"/>
                  </a:cubicBezTo>
                  <a:cubicBezTo>
                    <a:pt x="46006" y="7048"/>
                    <a:pt x="135160" y="14383"/>
                    <a:pt x="201835"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86" name="Google Shape;3686;g38b88470f6c_3_2500"/>
            <p:cNvSpPr/>
            <p:nvPr/>
          </p:nvSpPr>
          <p:spPr>
            <a:xfrm>
              <a:off x="5923025" y="3318795"/>
              <a:ext cx="115252" cy="393382"/>
            </a:xfrm>
            <a:custGeom>
              <a:rect b="b" l="l" r="r" t="t"/>
              <a:pathLst>
                <a:path extrusionOk="0" h="393382" w="115252">
                  <a:moveTo>
                    <a:pt x="115253" y="154496"/>
                  </a:moveTo>
                  <a:lnTo>
                    <a:pt x="110871" y="84201"/>
                  </a:lnTo>
                  <a:cubicBezTo>
                    <a:pt x="72790" y="62389"/>
                    <a:pt x="38967" y="33861"/>
                    <a:pt x="11049" y="0"/>
                  </a:cubicBezTo>
                  <a:cubicBezTo>
                    <a:pt x="32595" y="34271"/>
                    <a:pt x="59407" y="64932"/>
                    <a:pt x="90488" y="90869"/>
                  </a:cubicBezTo>
                  <a:lnTo>
                    <a:pt x="97155" y="140589"/>
                  </a:lnTo>
                  <a:lnTo>
                    <a:pt x="0" y="393383"/>
                  </a:ln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87" name="Google Shape;3687;g38b88470f6c_3_2500"/>
            <p:cNvSpPr/>
            <p:nvPr/>
          </p:nvSpPr>
          <p:spPr>
            <a:xfrm>
              <a:off x="5838348" y="3829050"/>
              <a:ext cx="122300" cy="164591"/>
            </a:xfrm>
            <a:custGeom>
              <a:rect b="b" l="l" r="r" t="t"/>
              <a:pathLst>
                <a:path extrusionOk="0" h="164591" w="122300">
                  <a:moveTo>
                    <a:pt x="22384" y="0"/>
                  </a:moveTo>
                  <a:cubicBezTo>
                    <a:pt x="16383" y="8744"/>
                    <a:pt x="8792" y="16269"/>
                    <a:pt x="0" y="22193"/>
                  </a:cubicBezTo>
                  <a:cubicBezTo>
                    <a:pt x="26003" y="36443"/>
                    <a:pt x="48920" y="55702"/>
                    <a:pt x="67437" y="78867"/>
                  </a:cubicBezTo>
                  <a:cubicBezTo>
                    <a:pt x="87554" y="106223"/>
                    <a:pt x="105880" y="134864"/>
                    <a:pt x="122301" y="164592"/>
                  </a:cubicBezTo>
                  <a:cubicBezTo>
                    <a:pt x="95726" y="99631"/>
                    <a:pt x="64199" y="39814"/>
                    <a:pt x="22384" y="0"/>
                  </a:cubicBezTo>
                  <a:close/>
                </a:path>
              </a:pathLst>
            </a:custGeom>
            <a:solidFill>
              <a:srgbClr val="000000">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88" name="Google Shape;3688;g38b88470f6c_3_2500"/>
            <p:cNvSpPr/>
            <p:nvPr/>
          </p:nvSpPr>
          <p:spPr>
            <a:xfrm>
              <a:off x="5679311" y="1771703"/>
              <a:ext cx="300718" cy="982735"/>
            </a:xfrm>
            <a:custGeom>
              <a:rect b="b" l="l" r="r" t="t"/>
              <a:pathLst>
                <a:path extrusionOk="0" h="982735" w="300718">
                  <a:moveTo>
                    <a:pt x="13209" y="637074"/>
                  </a:moveTo>
                  <a:cubicBezTo>
                    <a:pt x="26926" y="672412"/>
                    <a:pt x="196280" y="922824"/>
                    <a:pt x="236952" y="982736"/>
                  </a:cubicBezTo>
                  <a:cubicBezTo>
                    <a:pt x="352585" y="933396"/>
                    <a:pt x="275623" y="797475"/>
                    <a:pt x="275623" y="797475"/>
                  </a:cubicBezTo>
                  <a:cubicBezTo>
                    <a:pt x="275623" y="797475"/>
                    <a:pt x="154084" y="600784"/>
                    <a:pt x="134368" y="567637"/>
                  </a:cubicBezTo>
                  <a:cubicBezTo>
                    <a:pt x="129719" y="559188"/>
                    <a:pt x="126805" y="549891"/>
                    <a:pt x="125795" y="540300"/>
                  </a:cubicBezTo>
                  <a:cubicBezTo>
                    <a:pt x="123318" y="522774"/>
                    <a:pt x="114746" y="307699"/>
                    <a:pt x="125223" y="242739"/>
                  </a:cubicBezTo>
                  <a:cubicBezTo>
                    <a:pt x="127186" y="231204"/>
                    <a:pt x="133320" y="220796"/>
                    <a:pt x="142464" y="213497"/>
                  </a:cubicBezTo>
                  <a:cubicBezTo>
                    <a:pt x="166752" y="193780"/>
                    <a:pt x="175230" y="175397"/>
                    <a:pt x="192470" y="152346"/>
                  </a:cubicBezTo>
                  <a:cubicBezTo>
                    <a:pt x="205900" y="134154"/>
                    <a:pt x="218664" y="128439"/>
                    <a:pt x="215901" y="123771"/>
                  </a:cubicBezTo>
                  <a:cubicBezTo>
                    <a:pt x="208243" y="112741"/>
                    <a:pt x="193356" y="109498"/>
                    <a:pt x="181802" y="116342"/>
                  </a:cubicBezTo>
                  <a:cubicBezTo>
                    <a:pt x="169238" y="123214"/>
                    <a:pt x="157532" y="131559"/>
                    <a:pt x="146940" y="141202"/>
                  </a:cubicBezTo>
                  <a:cubicBezTo>
                    <a:pt x="153075" y="116242"/>
                    <a:pt x="163209" y="92439"/>
                    <a:pt x="176944" y="70717"/>
                  </a:cubicBezTo>
                  <a:cubicBezTo>
                    <a:pt x="208186" y="20806"/>
                    <a:pt x="206376" y="-7102"/>
                    <a:pt x="131796" y="1566"/>
                  </a:cubicBezTo>
                  <a:cubicBezTo>
                    <a:pt x="85028" y="6995"/>
                    <a:pt x="39498" y="43190"/>
                    <a:pt x="17496" y="150537"/>
                  </a:cubicBezTo>
                  <a:cubicBezTo>
                    <a:pt x="11114" y="181398"/>
                    <a:pt x="9685" y="227975"/>
                    <a:pt x="7304" y="267980"/>
                  </a:cubicBezTo>
                  <a:cubicBezTo>
                    <a:pt x="2160" y="358848"/>
                    <a:pt x="-1269" y="502676"/>
                    <a:pt x="446" y="565636"/>
                  </a:cubicBezTo>
                  <a:cubicBezTo>
                    <a:pt x="1018" y="597259"/>
                    <a:pt x="-411" y="601831"/>
                    <a:pt x="13209" y="63707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89" name="Google Shape;3689;g38b88470f6c_3_2500"/>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90" name="Google Shape;3690;g38b88470f6c_3_2500"/>
            <p:cNvSpPr/>
            <p:nvPr/>
          </p:nvSpPr>
          <p:spPr>
            <a:xfrm>
              <a:off x="5745647" y="2393502"/>
              <a:ext cx="290679" cy="372304"/>
            </a:xfrm>
            <a:custGeom>
              <a:rect b="b" l="l" r="r" t="t"/>
              <a:pathLst>
                <a:path extrusionOk="0" h="372304" w="290679">
                  <a:moveTo>
                    <a:pt x="282535" y="149672"/>
                  </a:moveTo>
                  <a:cubicBezTo>
                    <a:pt x="242435" y="143767"/>
                    <a:pt x="111085" y="34"/>
                    <a:pt x="111085" y="34"/>
                  </a:cubicBezTo>
                  <a:cubicBezTo>
                    <a:pt x="74414" y="-2061"/>
                    <a:pt x="-15502" y="91951"/>
                    <a:pt x="2309" y="130241"/>
                  </a:cubicBezTo>
                  <a:cubicBezTo>
                    <a:pt x="55745" y="219205"/>
                    <a:pt x="123658" y="301691"/>
                    <a:pt x="142136" y="358841"/>
                  </a:cubicBezTo>
                  <a:cubicBezTo>
                    <a:pt x="157472" y="391036"/>
                    <a:pt x="198524" y="363699"/>
                    <a:pt x="216241" y="295976"/>
                  </a:cubicBezTo>
                  <a:cubicBezTo>
                    <a:pt x="241101" y="202346"/>
                    <a:pt x="315110" y="154816"/>
                    <a:pt x="282535" y="149672"/>
                  </a:cubicBezTo>
                  <a:close/>
                </a:path>
              </a:pathLst>
            </a:custGeom>
            <a:solidFill>
              <a:srgbClr val="000000">
                <a:alpha val="2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91" name="Google Shape;3691;g38b88470f6c_3_2500"/>
            <p:cNvSpPr/>
            <p:nvPr/>
          </p:nvSpPr>
          <p:spPr>
            <a:xfrm>
              <a:off x="5847016" y="2536453"/>
              <a:ext cx="478473" cy="740034"/>
            </a:xfrm>
            <a:custGeom>
              <a:rect b="b" l="l" r="r" t="t"/>
              <a:pathLst>
                <a:path extrusionOk="0" h="740034" w="478473">
                  <a:moveTo>
                    <a:pt x="478441" y="176552"/>
                  </a:moveTo>
                  <a:lnTo>
                    <a:pt x="468916" y="347240"/>
                  </a:lnTo>
                  <a:lnTo>
                    <a:pt x="458534" y="710238"/>
                  </a:lnTo>
                  <a:cubicBezTo>
                    <a:pt x="326803" y="771864"/>
                    <a:pt x="132302" y="734717"/>
                    <a:pt x="0" y="628132"/>
                  </a:cubicBezTo>
                  <a:cubicBezTo>
                    <a:pt x="0" y="628132"/>
                    <a:pt x="7525" y="210366"/>
                    <a:pt x="34766" y="113782"/>
                  </a:cubicBezTo>
                  <a:cubicBezTo>
                    <a:pt x="62008" y="17199"/>
                    <a:pt x="110966" y="-1947"/>
                    <a:pt x="179070" y="149"/>
                  </a:cubicBezTo>
                  <a:cubicBezTo>
                    <a:pt x="250984" y="2435"/>
                    <a:pt x="343376" y="12531"/>
                    <a:pt x="343376" y="12531"/>
                  </a:cubicBezTo>
                  <a:lnTo>
                    <a:pt x="422053" y="33486"/>
                  </a:lnTo>
                  <a:cubicBezTo>
                    <a:pt x="422053" y="33486"/>
                    <a:pt x="480060" y="142357"/>
                    <a:pt x="478441" y="176552"/>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92" name="Google Shape;3692;g38b88470f6c_3_2500"/>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93" name="Google Shape;3693;g38b88470f6c_3_2500"/>
            <p:cNvSpPr/>
            <p:nvPr/>
          </p:nvSpPr>
          <p:spPr>
            <a:xfrm>
              <a:off x="6366509" y="2431291"/>
              <a:ext cx="113182" cy="148733"/>
            </a:xfrm>
            <a:custGeom>
              <a:rect b="b" l="l" r="r" t="t"/>
              <a:pathLst>
                <a:path extrusionOk="0" h="148733" w="113182">
                  <a:moveTo>
                    <a:pt x="14669" y="631"/>
                  </a:moveTo>
                  <a:cubicBezTo>
                    <a:pt x="23622" y="-3941"/>
                    <a:pt x="64865" y="16633"/>
                    <a:pt x="90011" y="52161"/>
                  </a:cubicBezTo>
                  <a:cubicBezTo>
                    <a:pt x="115157" y="87690"/>
                    <a:pt x="116872" y="137887"/>
                    <a:pt x="109061" y="147412"/>
                  </a:cubicBezTo>
                  <a:cubicBezTo>
                    <a:pt x="101251" y="156937"/>
                    <a:pt x="0" y="111883"/>
                    <a:pt x="0" y="111883"/>
                  </a:cubicBezTo>
                  <a:close/>
                </a:path>
              </a:pathLst>
            </a:custGeom>
            <a:solidFill>
              <a:srgbClr val="000000">
                <a:alpha val="6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94" name="Google Shape;3694;g38b88470f6c_3_2500"/>
            <p:cNvSpPr/>
            <p:nvPr/>
          </p:nvSpPr>
          <p:spPr>
            <a:xfrm>
              <a:off x="6236868" y="1810174"/>
              <a:ext cx="354025" cy="971601"/>
            </a:xfrm>
            <a:custGeom>
              <a:rect b="b" l="l" r="r" t="t"/>
              <a:pathLst>
                <a:path extrusionOk="0" h="971601" w="354025">
                  <a:moveTo>
                    <a:pt x="310426" y="648514"/>
                  </a:moveTo>
                  <a:cubicBezTo>
                    <a:pt x="293566" y="682423"/>
                    <a:pt x="101352" y="915690"/>
                    <a:pt x="55155" y="971602"/>
                  </a:cubicBezTo>
                  <a:cubicBezTo>
                    <a:pt x="-55239" y="911594"/>
                    <a:pt x="34201" y="783578"/>
                    <a:pt x="34201" y="783578"/>
                  </a:cubicBezTo>
                  <a:cubicBezTo>
                    <a:pt x="34201" y="783578"/>
                    <a:pt x="173456" y="599650"/>
                    <a:pt x="196316" y="568027"/>
                  </a:cubicBezTo>
                  <a:cubicBezTo>
                    <a:pt x="201755" y="560055"/>
                    <a:pt x="205574" y="551092"/>
                    <a:pt x="207555" y="541643"/>
                  </a:cubicBezTo>
                  <a:cubicBezTo>
                    <a:pt x="211556" y="524307"/>
                    <a:pt x="240417" y="311043"/>
                    <a:pt x="236130" y="245415"/>
                  </a:cubicBezTo>
                  <a:cubicBezTo>
                    <a:pt x="235254" y="233776"/>
                    <a:pt x="230139" y="222860"/>
                    <a:pt x="221748" y="214745"/>
                  </a:cubicBezTo>
                  <a:cubicBezTo>
                    <a:pt x="199459" y="192742"/>
                    <a:pt x="192696" y="173788"/>
                    <a:pt x="177742" y="149023"/>
                  </a:cubicBezTo>
                  <a:cubicBezTo>
                    <a:pt x="166027" y="129973"/>
                    <a:pt x="153930" y="122829"/>
                    <a:pt x="157073" y="118161"/>
                  </a:cubicBezTo>
                  <a:cubicBezTo>
                    <a:pt x="165760" y="107929"/>
                    <a:pt x="180867" y="106104"/>
                    <a:pt x="191744" y="113971"/>
                  </a:cubicBezTo>
                  <a:cubicBezTo>
                    <a:pt x="203631" y="121997"/>
                    <a:pt x="214509" y="131432"/>
                    <a:pt x="224129" y="142069"/>
                  </a:cubicBezTo>
                  <a:cubicBezTo>
                    <a:pt x="220328" y="116620"/>
                    <a:pt x="212451" y="91952"/>
                    <a:pt x="200793" y="69013"/>
                  </a:cubicBezTo>
                  <a:cubicBezTo>
                    <a:pt x="174409" y="16434"/>
                    <a:pt x="178885" y="-11283"/>
                    <a:pt x="252323" y="4338"/>
                  </a:cubicBezTo>
                  <a:cubicBezTo>
                    <a:pt x="298329" y="13863"/>
                    <a:pt x="340334" y="54630"/>
                    <a:pt x="352431" y="163500"/>
                  </a:cubicBezTo>
                  <a:cubicBezTo>
                    <a:pt x="355860" y="194838"/>
                    <a:pt x="352907" y="241320"/>
                    <a:pt x="351478" y="281325"/>
                  </a:cubicBezTo>
                  <a:cubicBezTo>
                    <a:pt x="348049" y="372384"/>
                    <a:pt x="337953" y="515830"/>
                    <a:pt x="330333" y="578410"/>
                  </a:cubicBezTo>
                  <a:cubicBezTo>
                    <a:pt x="326332" y="610032"/>
                    <a:pt x="327380" y="614700"/>
                    <a:pt x="310426" y="648514"/>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95" name="Google Shape;3695;g38b88470f6c_3_2500"/>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96" name="Google Shape;3696;g38b88470f6c_3_2500"/>
            <p:cNvSpPr/>
            <p:nvPr/>
          </p:nvSpPr>
          <p:spPr>
            <a:xfrm>
              <a:off x="6230755" y="2431446"/>
              <a:ext cx="244625" cy="358475"/>
            </a:xfrm>
            <a:custGeom>
              <a:rect b="b" l="l" r="r" t="t"/>
              <a:pathLst>
                <a:path extrusionOk="0" h="358475" w="244625">
                  <a:moveTo>
                    <a:pt x="12025" y="133350"/>
                  </a:moveTo>
                  <a:lnTo>
                    <a:pt x="150423" y="0"/>
                  </a:lnTo>
                  <a:cubicBezTo>
                    <a:pt x="150423" y="0"/>
                    <a:pt x="137946" y="114300"/>
                    <a:pt x="244625" y="146971"/>
                  </a:cubicBezTo>
                  <a:lnTo>
                    <a:pt x="85654" y="348043"/>
                  </a:lnTo>
                  <a:cubicBezTo>
                    <a:pt x="67270" y="378714"/>
                    <a:pt x="16883" y="338518"/>
                    <a:pt x="5643" y="269748"/>
                  </a:cubicBezTo>
                  <a:cubicBezTo>
                    <a:pt x="-10073" y="173926"/>
                    <a:pt x="12025" y="133350"/>
                    <a:pt x="12025" y="133350"/>
                  </a:cubicBezTo>
                  <a:close/>
                </a:path>
              </a:pathLst>
            </a:custGeom>
            <a:solidFill>
              <a:srgbClr val="000000">
                <a:alpha val="2392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97" name="Google Shape;3697;g38b88470f6c_3_2500"/>
            <p:cNvSpPr/>
            <p:nvPr/>
          </p:nvSpPr>
          <p:spPr>
            <a:xfrm>
              <a:off x="5923055" y="2114408"/>
              <a:ext cx="246319" cy="246324"/>
            </a:xfrm>
            <a:custGeom>
              <a:rect b="b" l="l" r="r" t="t"/>
              <a:pathLst>
                <a:path extrusionOk="0" h="246324" w="246319">
                  <a:moveTo>
                    <a:pt x="246192" y="128825"/>
                  </a:moveTo>
                  <a:cubicBezTo>
                    <a:pt x="243068" y="196767"/>
                    <a:pt x="185451" y="249316"/>
                    <a:pt x="117499" y="246192"/>
                  </a:cubicBezTo>
                  <a:cubicBezTo>
                    <a:pt x="49558" y="243068"/>
                    <a:pt x="-2992" y="185451"/>
                    <a:pt x="132" y="117509"/>
                  </a:cubicBezTo>
                  <a:cubicBezTo>
                    <a:pt x="3266" y="49558"/>
                    <a:pt x="60873" y="-2992"/>
                    <a:pt x="128825" y="132"/>
                  </a:cubicBezTo>
                  <a:cubicBezTo>
                    <a:pt x="128863" y="142"/>
                    <a:pt x="128901" y="142"/>
                    <a:pt x="128939" y="142"/>
                  </a:cubicBezTo>
                  <a:cubicBezTo>
                    <a:pt x="196814" y="3380"/>
                    <a:pt x="249259" y="60940"/>
                    <a:pt x="246192" y="12882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98" name="Google Shape;3698;g38b88470f6c_3_2500"/>
            <p:cNvSpPr/>
            <p:nvPr/>
          </p:nvSpPr>
          <p:spPr>
            <a:xfrm>
              <a:off x="6196202" y="2334958"/>
              <a:ext cx="58578" cy="126777"/>
            </a:xfrm>
            <a:custGeom>
              <a:rect b="b" l="l" r="r" t="t"/>
              <a:pathLst>
                <a:path extrusionOk="0" h="126777" w="58578">
                  <a:moveTo>
                    <a:pt x="58579" y="0"/>
                  </a:moveTo>
                  <a:cubicBezTo>
                    <a:pt x="58579" y="0"/>
                    <a:pt x="34195" y="92678"/>
                    <a:pt x="25527" y="107728"/>
                  </a:cubicBezTo>
                  <a:cubicBezTo>
                    <a:pt x="19793" y="117138"/>
                    <a:pt x="10649" y="123958"/>
                    <a:pt x="0" y="126778"/>
                  </a:cubicBezTo>
                  <a:lnTo>
                    <a:pt x="4572" y="60865"/>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699" name="Google Shape;3699;g38b88470f6c_3_2500"/>
            <p:cNvSpPr/>
            <p:nvPr/>
          </p:nvSpPr>
          <p:spPr>
            <a:xfrm>
              <a:off x="6216491" y="2199402"/>
              <a:ext cx="64297" cy="138031"/>
            </a:xfrm>
            <a:custGeom>
              <a:rect b="b" l="l" r="r" t="t"/>
              <a:pathLst>
                <a:path extrusionOk="0" h="138031" w="64297">
                  <a:moveTo>
                    <a:pt x="19621" y="110"/>
                  </a:moveTo>
                  <a:cubicBezTo>
                    <a:pt x="33814" y="-871"/>
                    <a:pt x="47663" y="4749"/>
                    <a:pt x="57150" y="15350"/>
                  </a:cubicBezTo>
                  <a:cubicBezTo>
                    <a:pt x="72771" y="32971"/>
                    <a:pt x="61151" y="85073"/>
                    <a:pt x="38100" y="135556"/>
                  </a:cubicBezTo>
                  <a:lnTo>
                    <a:pt x="0" y="138032"/>
                  </a:ln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00" name="Google Shape;3700;g38b88470f6c_3_2500"/>
            <p:cNvSpPr/>
            <p:nvPr/>
          </p:nvSpPr>
          <p:spPr>
            <a:xfrm>
              <a:off x="5937907" y="2132942"/>
              <a:ext cx="354146" cy="456330"/>
            </a:xfrm>
            <a:custGeom>
              <a:rect b="b" l="l" r="r" t="t"/>
              <a:pathLst>
                <a:path extrusionOk="0" h="456330" w="354146">
                  <a:moveTo>
                    <a:pt x="267820" y="204017"/>
                  </a:moveTo>
                  <a:cubicBezTo>
                    <a:pt x="275154" y="208874"/>
                    <a:pt x="286870" y="194968"/>
                    <a:pt x="296395" y="185633"/>
                  </a:cubicBezTo>
                  <a:cubicBezTo>
                    <a:pt x="305920" y="176299"/>
                    <a:pt x="337162" y="164488"/>
                    <a:pt x="350783" y="197063"/>
                  </a:cubicBezTo>
                  <a:cubicBezTo>
                    <a:pt x="364403" y="229639"/>
                    <a:pt x="333828" y="271835"/>
                    <a:pt x="309635" y="278216"/>
                  </a:cubicBezTo>
                  <a:cubicBezTo>
                    <a:pt x="267820" y="289170"/>
                    <a:pt x="262962" y="262500"/>
                    <a:pt x="262962" y="262500"/>
                  </a:cubicBezTo>
                  <a:lnTo>
                    <a:pt x="252675" y="414900"/>
                  </a:lnTo>
                  <a:lnTo>
                    <a:pt x="252675" y="414900"/>
                  </a:lnTo>
                  <a:cubicBezTo>
                    <a:pt x="198478" y="478051"/>
                    <a:pt x="56746" y="465764"/>
                    <a:pt x="119325" y="400041"/>
                  </a:cubicBezTo>
                  <a:lnTo>
                    <a:pt x="121516" y="354893"/>
                  </a:lnTo>
                  <a:cubicBezTo>
                    <a:pt x="103056" y="356864"/>
                    <a:pt x="84445" y="356864"/>
                    <a:pt x="65985" y="354893"/>
                  </a:cubicBezTo>
                  <a:cubicBezTo>
                    <a:pt x="35886" y="348797"/>
                    <a:pt x="18360" y="323936"/>
                    <a:pt x="10359" y="290789"/>
                  </a:cubicBezTo>
                  <a:cubicBezTo>
                    <a:pt x="-1928" y="237544"/>
                    <a:pt x="-5452" y="194777"/>
                    <a:pt x="11883" y="91907"/>
                  </a:cubicBezTo>
                  <a:cubicBezTo>
                    <a:pt x="30933" y="-20869"/>
                    <a:pt x="162950" y="-15821"/>
                    <a:pt x="232006" y="32376"/>
                  </a:cubicBezTo>
                  <a:cubicBezTo>
                    <a:pt x="301062" y="80572"/>
                    <a:pt x="267820" y="204017"/>
                    <a:pt x="267820" y="204017"/>
                  </a:cubicBezTo>
                  <a:close/>
                </a:path>
              </a:pathLst>
            </a:custGeom>
            <a:solidFill>
              <a:srgbClr val="B1666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01" name="Google Shape;3701;g38b88470f6c_3_2500"/>
            <p:cNvSpPr/>
            <p:nvPr/>
          </p:nvSpPr>
          <p:spPr>
            <a:xfrm>
              <a:off x="5932678" y="2093404"/>
              <a:ext cx="309536" cy="256222"/>
            </a:xfrm>
            <a:custGeom>
              <a:rect b="b" l="l" r="r" t="t"/>
              <a:pathLst>
                <a:path extrusionOk="0" h="256222" w="309536">
                  <a:moveTo>
                    <a:pt x="272477" y="256222"/>
                  </a:moveTo>
                  <a:cubicBezTo>
                    <a:pt x="276287" y="256222"/>
                    <a:pt x="291527" y="233267"/>
                    <a:pt x="301529" y="225171"/>
                  </a:cubicBezTo>
                  <a:cubicBezTo>
                    <a:pt x="315150" y="213932"/>
                    <a:pt x="303434" y="106108"/>
                    <a:pt x="303434" y="106108"/>
                  </a:cubicBezTo>
                  <a:cubicBezTo>
                    <a:pt x="313464" y="87259"/>
                    <a:pt x="310968" y="64189"/>
                    <a:pt x="297147" y="47911"/>
                  </a:cubicBezTo>
                  <a:cubicBezTo>
                    <a:pt x="280288" y="27527"/>
                    <a:pt x="256571" y="2381"/>
                    <a:pt x="175418" y="8096"/>
                  </a:cubicBezTo>
                  <a:cubicBezTo>
                    <a:pt x="117506" y="12192"/>
                    <a:pt x="53974" y="27146"/>
                    <a:pt x="4539" y="0"/>
                  </a:cubicBezTo>
                  <a:cubicBezTo>
                    <a:pt x="-6748" y="33299"/>
                    <a:pt x="3453" y="70114"/>
                    <a:pt x="30257" y="92869"/>
                  </a:cubicBezTo>
                  <a:cubicBezTo>
                    <a:pt x="30257" y="92869"/>
                    <a:pt x="47973" y="105632"/>
                    <a:pt x="95884" y="113729"/>
                  </a:cubicBezTo>
                  <a:cubicBezTo>
                    <a:pt x="140118" y="119091"/>
                    <a:pt x="184762" y="120367"/>
                    <a:pt x="229234" y="117539"/>
                  </a:cubicBezTo>
                  <a:cubicBezTo>
                    <a:pt x="243236" y="116205"/>
                    <a:pt x="245617" y="129921"/>
                    <a:pt x="251427" y="167259"/>
                  </a:cubicBezTo>
                  <a:cubicBezTo>
                    <a:pt x="256857" y="200120"/>
                    <a:pt x="259714" y="255365"/>
                    <a:pt x="272477" y="256222"/>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02" name="Google Shape;3702;g38b88470f6c_3_2500"/>
            <p:cNvSpPr/>
            <p:nvPr/>
          </p:nvSpPr>
          <p:spPr>
            <a:xfrm>
              <a:off x="6233267" y="2170105"/>
              <a:ext cx="49041" cy="37789"/>
            </a:xfrm>
            <a:custGeom>
              <a:rect b="b" l="l" r="r" t="t"/>
              <a:pathLst>
                <a:path extrusionOk="0" h="37789" w="49041">
                  <a:moveTo>
                    <a:pt x="2369" y="37789"/>
                  </a:moveTo>
                  <a:lnTo>
                    <a:pt x="49041" y="15405"/>
                  </a:lnTo>
                  <a:cubicBezTo>
                    <a:pt x="43707" y="2642"/>
                    <a:pt x="29038" y="-3388"/>
                    <a:pt x="16275" y="1937"/>
                  </a:cubicBezTo>
                  <a:cubicBezTo>
                    <a:pt x="15885" y="2099"/>
                    <a:pt x="15504" y="2270"/>
                    <a:pt x="15132" y="2451"/>
                  </a:cubicBezTo>
                  <a:cubicBezTo>
                    <a:pt x="2054" y="8871"/>
                    <a:pt x="-3585" y="24492"/>
                    <a:pt x="2369" y="37789"/>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03" name="Google Shape;3703;g38b88470f6c_3_2500"/>
            <p:cNvSpPr/>
            <p:nvPr/>
          </p:nvSpPr>
          <p:spPr>
            <a:xfrm>
              <a:off x="6058376" y="2435733"/>
              <a:ext cx="127349" cy="70580"/>
            </a:xfrm>
            <a:custGeom>
              <a:rect b="b" l="l" r="r" t="t"/>
              <a:pathLst>
                <a:path extrusionOk="0" h="70580" w="127349">
                  <a:moveTo>
                    <a:pt x="762" y="52578"/>
                  </a:moveTo>
                  <a:cubicBezTo>
                    <a:pt x="762" y="52578"/>
                    <a:pt x="68961" y="42196"/>
                    <a:pt x="93154" y="30766"/>
                  </a:cubicBezTo>
                  <a:cubicBezTo>
                    <a:pt x="107366" y="24155"/>
                    <a:pt x="119272" y="13440"/>
                    <a:pt x="127349" y="0"/>
                  </a:cubicBezTo>
                  <a:cubicBezTo>
                    <a:pt x="123139" y="13659"/>
                    <a:pt x="116205" y="26327"/>
                    <a:pt x="106966" y="37243"/>
                  </a:cubicBezTo>
                  <a:cubicBezTo>
                    <a:pt x="88678" y="58483"/>
                    <a:pt x="0" y="70580"/>
                    <a:pt x="0" y="7058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04" name="Google Shape;3704;g38b88470f6c_3_2500"/>
            <p:cNvSpPr/>
            <p:nvPr/>
          </p:nvSpPr>
          <p:spPr>
            <a:xfrm>
              <a:off x="6083616" y="2301139"/>
              <a:ext cx="27243" cy="27238"/>
            </a:xfrm>
            <a:custGeom>
              <a:rect b="b" l="l" r="r" t="t"/>
              <a:pathLst>
                <a:path extrusionOk="0" h="27238" w="27243">
                  <a:moveTo>
                    <a:pt x="1" y="13436"/>
                  </a:moveTo>
                  <a:cubicBezTo>
                    <a:pt x="-94" y="20960"/>
                    <a:pt x="5916" y="27133"/>
                    <a:pt x="13441" y="27237"/>
                  </a:cubicBezTo>
                  <a:cubicBezTo>
                    <a:pt x="20966" y="27333"/>
                    <a:pt x="27138" y="21313"/>
                    <a:pt x="27243" y="13788"/>
                  </a:cubicBezTo>
                  <a:cubicBezTo>
                    <a:pt x="27338" y="6425"/>
                    <a:pt x="21556" y="320"/>
                    <a:pt x="14193" y="5"/>
                  </a:cubicBezTo>
                  <a:cubicBezTo>
                    <a:pt x="6564" y="-204"/>
                    <a:pt x="211" y="5797"/>
                    <a:pt x="1" y="13426"/>
                  </a:cubicBezTo>
                  <a:cubicBezTo>
                    <a:pt x="1" y="13426"/>
                    <a:pt x="1" y="13436"/>
                    <a:pt x="1" y="13436"/>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05" name="Google Shape;3705;g38b88470f6c_3_2500"/>
            <p:cNvSpPr/>
            <p:nvPr/>
          </p:nvSpPr>
          <p:spPr>
            <a:xfrm>
              <a:off x="6100381" y="2255297"/>
              <a:ext cx="30948" cy="25940"/>
            </a:xfrm>
            <a:custGeom>
              <a:rect b="b" l="l" r="r" t="t"/>
              <a:pathLst>
                <a:path extrusionOk="0" h="25940" w="30948">
                  <a:moveTo>
                    <a:pt x="0" y="8605"/>
                  </a:moveTo>
                  <a:lnTo>
                    <a:pt x="28575" y="25940"/>
                  </a:lnTo>
                  <a:cubicBezTo>
                    <a:pt x="33271" y="17882"/>
                    <a:pt x="30794" y="7557"/>
                    <a:pt x="22955" y="2509"/>
                  </a:cubicBezTo>
                  <a:cubicBezTo>
                    <a:pt x="15392" y="-2273"/>
                    <a:pt x="5391" y="-15"/>
                    <a:pt x="619" y="7547"/>
                  </a:cubicBezTo>
                  <a:cubicBezTo>
                    <a:pt x="400" y="7890"/>
                    <a:pt x="190" y="8243"/>
                    <a:pt x="0" y="860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06" name="Google Shape;3706;g38b88470f6c_3_2500"/>
            <p:cNvSpPr/>
            <p:nvPr/>
          </p:nvSpPr>
          <p:spPr>
            <a:xfrm>
              <a:off x="6037707" y="2407348"/>
              <a:ext cx="32208" cy="22177"/>
            </a:xfrm>
            <a:custGeom>
              <a:rect b="b" l="l" r="r" t="t"/>
              <a:pathLst>
                <a:path extrusionOk="0" h="22177" w="32208">
                  <a:moveTo>
                    <a:pt x="31432" y="0"/>
                  </a:moveTo>
                  <a:lnTo>
                    <a:pt x="0" y="10096"/>
                  </a:lnTo>
                  <a:cubicBezTo>
                    <a:pt x="2276" y="18745"/>
                    <a:pt x="11125" y="23917"/>
                    <a:pt x="19774" y="21641"/>
                  </a:cubicBezTo>
                  <a:cubicBezTo>
                    <a:pt x="19917" y="21603"/>
                    <a:pt x="20050" y="21565"/>
                    <a:pt x="20193" y="21526"/>
                  </a:cubicBezTo>
                  <a:cubicBezTo>
                    <a:pt x="29213" y="18650"/>
                    <a:pt x="34233" y="9049"/>
                    <a:pt x="31432" y="0"/>
                  </a:cubicBez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07" name="Google Shape;3707;g38b88470f6c_3_2500"/>
            <p:cNvSpPr/>
            <p:nvPr/>
          </p:nvSpPr>
          <p:spPr>
            <a:xfrm>
              <a:off x="5962106" y="2242152"/>
              <a:ext cx="30071" cy="26607"/>
            </a:xfrm>
            <a:custGeom>
              <a:rect b="b" l="l" r="r" t="t"/>
              <a:pathLst>
                <a:path extrusionOk="0" h="26607" w="30071">
                  <a:moveTo>
                    <a:pt x="2734" y="26608"/>
                  </a:moveTo>
                  <a:lnTo>
                    <a:pt x="30071" y="7558"/>
                  </a:lnTo>
                  <a:cubicBezTo>
                    <a:pt x="25404" y="52"/>
                    <a:pt x="15546" y="-2253"/>
                    <a:pt x="8030" y="2414"/>
                  </a:cubicBezTo>
                  <a:cubicBezTo>
                    <a:pt x="7783" y="2567"/>
                    <a:pt x="7545" y="2729"/>
                    <a:pt x="7307" y="2890"/>
                  </a:cubicBezTo>
                  <a:cubicBezTo>
                    <a:pt x="-247" y="8348"/>
                    <a:pt x="-2247" y="18740"/>
                    <a:pt x="2734" y="26608"/>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08" name="Google Shape;3708;g38b88470f6c_3_2500"/>
            <p:cNvSpPr/>
            <p:nvPr/>
          </p:nvSpPr>
          <p:spPr>
            <a:xfrm>
              <a:off x="5971132" y="2291015"/>
              <a:ext cx="27326" cy="29212"/>
            </a:xfrm>
            <a:custGeom>
              <a:rect b="b" l="l" r="r" t="t"/>
              <a:pathLst>
                <a:path extrusionOk="0" h="29212" w="27326">
                  <a:moveTo>
                    <a:pt x="90" y="14035"/>
                  </a:moveTo>
                  <a:cubicBezTo>
                    <a:pt x="-767" y="21512"/>
                    <a:pt x="4595" y="28265"/>
                    <a:pt x="12063" y="29122"/>
                  </a:cubicBezTo>
                  <a:cubicBezTo>
                    <a:pt x="19540" y="29979"/>
                    <a:pt x="26293" y="24617"/>
                    <a:pt x="27151" y="17140"/>
                  </a:cubicBezTo>
                  <a:cubicBezTo>
                    <a:pt x="27227" y="16492"/>
                    <a:pt x="27255" y="15835"/>
                    <a:pt x="27236" y="15178"/>
                  </a:cubicBezTo>
                  <a:cubicBezTo>
                    <a:pt x="28094" y="7701"/>
                    <a:pt x="22731" y="947"/>
                    <a:pt x="15263" y="90"/>
                  </a:cubicBezTo>
                  <a:cubicBezTo>
                    <a:pt x="7786" y="-767"/>
                    <a:pt x="1033" y="4595"/>
                    <a:pt x="176" y="12073"/>
                  </a:cubicBezTo>
                  <a:cubicBezTo>
                    <a:pt x="100" y="12720"/>
                    <a:pt x="71" y="13377"/>
                    <a:pt x="90" y="14035"/>
                  </a:cubicBezTo>
                  <a:close/>
                </a:path>
              </a:pathLst>
            </a:custGeom>
            <a:solidFill>
              <a:srgbClr val="2632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09" name="Google Shape;3709;g38b88470f6c_3_2500"/>
            <p:cNvSpPr/>
            <p:nvPr/>
          </p:nvSpPr>
          <p:spPr>
            <a:xfrm>
              <a:off x="5990748" y="2295525"/>
              <a:ext cx="50101" cy="81248"/>
            </a:xfrm>
            <a:custGeom>
              <a:rect b="b" l="l" r="r" t="t"/>
              <a:pathLst>
                <a:path extrusionOk="0" h="81248" w="50101">
                  <a:moveTo>
                    <a:pt x="50102" y="0"/>
                  </a:moveTo>
                  <a:lnTo>
                    <a:pt x="41815" y="81248"/>
                  </a:lnTo>
                  <a:lnTo>
                    <a:pt x="0" y="64675"/>
                  </a:lnTo>
                  <a:lnTo>
                    <a:pt x="50102" y="0"/>
                  </a:lnTo>
                  <a:close/>
                </a:path>
              </a:pathLst>
            </a:custGeom>
            <a:solidFill>
              <a:srgbClr val="9A4A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3710" name="Google Shape;3710;g38b88470f6c_3_2500"/>
          <p:cNvGrpSpPr/>
          <p:nvPr/>
        </p:nvGrpSpPr>
        <p:grpSpPr>
          <a:xfrm>
            <a:off x="335406" y="217184"/>
            <a:ext cx="11376424" cy="5726587"/>
            <a:chOff x="3962400" y="1361312"/>
            <a:chExt cx="4234979" cy="2131775"/>
          </a:xfrm>
        </p:grpSpPr>
        <p:sp>
          <p:nvSpPr>
            <p:cNvPr id="3711" name="Google Shape;3711;g38b88470f6c_3_2500"/>
            <p:cNvSpPr/>
            <p:nvPr/>
          </p:nvSpPr>
          <p:spPr>
            <a:xfrm>
              <a:off x="6537135" y="1462759"/>
              <a:ext cx="98614" cy="187923"/>
            </a:xfrm>
            <a:custGeom>
              <a:rect b="b" l="l" r="r" t="t"/>
              <a:pathLst>
                <a:path extrusionOk="0" h="187923" w="98614">
                  <a:moveTo>
                    <a:pt x="76262" y="186"/>
                  </a:moveTo>
                  <a:cubicBezTo>
                    <a:pt x="31781" y="-4196"/>
                    <a:pt x="-28513" y="70099"/>
                    <a:pt x="15112" y="105818"/>
                  </a:cubicBezTo>
                  <a:cubicBezTo>
                    <a:pt x="39305" y="125630"/>
                    <a:pt x="91979" y="117057"/>
                    <a:pt x="91312" y="80005"/>
                  </a:cubicBezTo>
                  <a:cubicBezTo>
                    <a:pt x="91093" y="77893"/>
                    <a:pt x="89493" y="76185"/>
                    <a:pt x="87407" y="75814"/>
                  </a:cubicBezTo>
                  <a:cubicBezTo>
                    <a:pt x="52450" y="67813"/>
                    <a:pt x="17779" y="82863"/>
                    <a:pt x="23684" y="123439"/>
                  </a:cubicBezTo>
                  <a:cubicBezTo>
                    <a:pt x="30209" y="159460"/>
                    <a:pt x="60746" y="186202"/>
                    <a:pt x="97313" y="187923"/>
                  </a:cubicBezTo>
                  <a:cubicBezTo>
                    <a:pt x="99408" y="187923"/>
                    <a:pt x="98646" y="184304"/>
                    <a:pt x="97313" y="183923"/>
                  </a:cubicBezTo>
                  <a:cubicBezTo>
                    <a:pt x="66833" y="177541"/>
                    <a:pt x="38067" y="158586"/>
                    <a:pt x="32066" y="126011"/>
                  </a:cubicBezTo>
                  <a:cubicBezTo>
                    <a:pt x="29323" y="114348"/>
                    <a:pt x="31724" y="102072"/>
                    <a:pt x="38639" y="92292"/>
                  </a:cubicBezTo>
                  <a:cubicBezTo>
                    <a:pt x="42715" y="87396"/>
                    <a:pt x="48097" y="83762"/>
                    <a:pt x="54164" y="81815"/>
                  </a:cubicBezTo>
                  <a:cubicBezTo>
                    <a:pt x="59403" y="80196"/>
                    <a:pt x="78167" y="77243"/>
                    <a:pt x="82739" y="81815"/>
                  </a:cubicBezTo>
                  <a:cubicBezTo>
                    <a:pt x="90931" y="90292"/>
                    <a:pt x="68642" y="104675"/>
                    <a:pt x="61975" y="106961"/>
                  </a:cubicBezTo>
                  <a:cubicBezTo>
                    <a:pt x="48649" y="111744"/>
                    <a:pt x="33876" y="110348"/>
                    <a:pt x="21684" y="103151"/>
                  </a:cubicBezTo>
                  <a:cubicBezTo>
                    <a:pt x="3206" y="90197"/>
                    <a:pt x="7778" y="65813"/>
                    <a:pt x="16731" y="48573"/>
                  </a:cubicBezTo>
                  <a:cubicBezTo>
                    <a:pt x="28828" y="25236"/>
                    <a:pt x="49973" y="6282"/>
                    <a:pt x="77215" y="5329"/>
                  </a:cubicBezTo>
                  <a:cubicBezTo>
                    <a:pt x="79691" y="5329"/>
                    <a:pt x="78358" y="662"/>
                    <a:pt x="76453" y="47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12" name="Google Shape;3712;g38b88470f6c_3_2500"/>
            <p:cNvSpPr/>
            <p:nvPr/>
          </p:nvSpPr>
          <p:spPr>
            <a:xfrm>
              <a:off x="6626447" y="2802468"/>
              <a:ext cx="236183" cy="124501"/>
            </a:xfrm>
            <a:custGeom>
              <a:rect b="b" l="l" r="r" t="t"/>
              <a:pathLst>
                <a:path extrusionOk="0" h="124501" w="236183">
                  <a:moveTo>
                    <a:pt x="1714" y="123897"/>
                  </a:moveTo>
                  <a:cubicBezTo>
                    <a:pt x="15716" y="92370"/>
                    <a:pt x="14192" y="59699"/>
                    <a:pt x="54959" y="49316"/>
                  </a:cubicBezTo>
                  <a:cubicBezTo>
                    <a:pt x="72866" y="44745"/>
                    <a:pt x="115253" y="40553"/>
                    <a:pt x="128683" y="56460"/>
                  </a:cubicBezTo>
                  <a:cubicBezTo>
                    <a:pt x="133740" y="64395"/>
                    <a:pt x="132245" y="74834"/>
                    <a:pt x="125158" y="81035"/>
                  </a:cubicBezTo>
                  <a:cubicBezTo>
                    <a:pt x="114586" y="90560"/>
                    <a:pt x="106680" y="79130"/>
                    <a:pt x="103918" y="69033"/>
                  </a:cubicBezTo>
                  <a:cubicBezTo>
                    <a:pt x="99555" y="49926"/>
                    <a:pt x="107728" y="30152"/>
                    <a:pt x="124301" y="19694"/>
                  </a:cubicBezTo>
                  <a:cubicBezTo>
                    <a:pt x="159753" y="-3662"/>
                    <a:pt x="207178" y="3949"/>
                    <a:pt x="233553" y="37220"/>
                  </a:cubicBezTo>
                  <a:cubicBezTo>
                    <a:pt x="235077" y="39125"/>
                    <a:pt x="236696" y="37220"/>
                    <a:pt x="236029" y="35124"/>
                  </a:cubicBezTo>
                  <a:cubicBezTo>
                    <a:pt x="204788" y="-36789"/>
                    <a:pt x="55054" y="13217"/>
                    <a:pt x="102679" y="82178"/>
                  </a:cubicBezTo>
                  <a:cubicBezTo>
                    <a:pt x="117253" y="103037"/>
                    <a:pt x="142970" y="84654"/>
                    <a:pt x="138113" y="62556"/>
                  </a:cubicBezTo>
                  <a:cubicBezTo>
                    <a:pt x="132779" y="38077"/>
                    <a:pt x="91059" y="39315"/>
                    <a:pt x="72580" y="40553"/>
                  </a:cubicBezTo>
                  <a:cubicBezTo>
                    <a:pt x="53854" y="40563"/>
                    <a:pt x="35795" y="47526"/>
                    <a:pt x="21907" y="60080"/>
                  </a:cubicBezTo>
                  <a:cubicBezTo>
                    <a:pt x="5620" y="76082"/>
                    <a:pt x="3429" y="101418"/>
                    <a:pt x="0" y="122945"/>
                  </a:cubicBezTo>
                  <a:cubicBezTo>
                    <a:pt x="0" y="123897"/>
                    <a:pt x="857" y="125326"/>
                    <a:pt x="1524"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13" name="Google Shape;3713;g38b88470f6c_3_2500"/>
            <p:cNvSpPr/>
            <p:nvPr/>
          </p:nvSpPr>
          <p:spPr>
            <a:xfrm>
              <a:off x="7694603" y="1371080"/>
              <a:ext cx="119561" cy="155761"/>
            </a:xfrm>
            <a:custGeom>
              <a:rect b="b" l="l" r="r" t="t"/>
              <a:pathLst>
                <a:path extrusionOk="0" h="155761" w="119561">
                  <a:moveTo>
                    <a:pt x="1596" y="8901"/>
                  </a:moveTo>
                  <a:cubicBezTo>
                    <a:pt x="30838" y="329"/>
                    <a:pt x="71034" y="2710"/>
                    <a:pt x="95513" y="22427"/>
                  </a:cubicBezTo>
                  <a:cubicBezTo>
                    <a:pt x="114563" y="37667"/>
                    <a:pt x="125231" y="70719"/>
                    <a:pt x="97322" y="82053"/>
                  </a:cubicBezTo>
                  <a:cubicBezTo>
                    <a:pt x="86369" y="86435"/>
                    <a:pt x="50269" y="86435"/>
                    <a:pt x="45983" y="71576"/>
                  </a:cubicBezTo>
                  <a:cubicBezTo>
                    <a:pt x="42935" y="61194"/>
                    <a:pt x="54079" y="55002"/>
                    <a:pt x="63033" y="53669"/>
                  </a:cubicBezTo>
                  <a:cubicBezTo>
                    <a:pt x="89226" y="49573"/>
                    <a:pt x="113801" y="77196"/>
                    <a:pt x="113134" y="101865"/>
                  </a:cubicBezTo>
                  <a:cubicBezTo>
                    <a:pt x="112277" y="138918"/>
                    <a:pt x="69128" y="151205"/>
                    <a:pt x="38649" y="151491"/>
                  </a:cubicBezTo>
                  <a:cubicBezTo>
                    <a:pt x="36648" y="151491"/>
                    <a:pt x="37125" y="155301"/>
                    <a:pt x="38649" y="155396"/>
                  </a:cubicBezTo>
                  <a:cubicBezTo>
                    <a:pt x="90560" y="160444"/>
                    <a:pt x="148472" y="112343"/>
                    <a:pt x="102276" y="64146"/>
                  </a:cubicBezTo>
                  <a:cubicBezTo>
                    <a:pt x="89893" y="51192"/>
                    <a:pt x="70462" y="41953"/>
                    <a:pt x="52555" y="49097"/>
                  </a:cubicBezTo>
                  <a:cubicBezTo>
                    <a:pt x="42459" y="53193"/>
                    <a:pt x="34458" y="62337"/>
                    <a:pt x="39506" y="73290"/>
                  </a:cubicBezTo>
                  <a:cubicBezTo>
                    <a:pt x="47602" y="90912"/>
                    <a:pt x="80177" y="93960"/>
                    <a:pt x="95989" y="89483"/>
                  </a:cubicBezTo>
                  <a:cubicBezTo>
                    <a:pt x="112915" y="84979"/>
                    <a:pt x="122992" y="67605"/>
                    <a:pt x="118487" y="50676"/>
                  </a:cubicBezTo>
                  <a:cubicBezTo>
                    <a:pt x="118316" y="50017"/>
                    <a:pt x="118116" y="49363"/>
                    <a:pt x="117896" y="48716"/>
                  </a:cubicBezTo>
                  <a:cubicBezTo>
                    <a:pt x="105133" y="1853"/>
                    <a:pt x="39506" y="-8434"/>
                    <a:pt x="644" y="6139"/>
                  </a:cubicBezTo>
                  <a:cubicBezTo>
                    <a:pt x="-499" y="6139"/>
                    <a:pt x="-23" y="9282"/>
                    <a:pt x="131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14" name="Google Shape;3714;g38b88470f6c_3_2500"/>
            <p:cNvSpPr/>
            <p:nvPr/>
          </p:nvSpPr>
          <p:spPr>
            <a:xfrm>
              <a:off x="8077767" y="3337310"/>
              <a:ext cx="119612" cy="155777"/>
            </a:xfrm>
            <a:custGeom>
              <a:rect b="b" l="l" r="r" t="t"/>
              <a:pathLst>
                <a:path extrusionOk="0" h="155777" w="119612">
                  <a:moveTo>
                    <a:pt x="1623" y="8917"/>
                  </a:moveTo>
                  <a:cubicBezTo>
                    <a:pt x="30865" y="345"/>
                    <a:pt x="71060" y="2726"/>
                    <a:pt x="95540" y="22443"/>
                  </a:cubicBezTo>
                  <a:cubicBezTo>
                    <a:pt x="114590" y="37683"/>
                    <a:pt x="125257" y="70734"/>
                    <a:pt x="97349" y="82069"/>
                  </a:cubicBezTo>
                  <a:cubicBezTo>
                    <a:pt x="86396" y="86451"/>
                    <a:pt x="50296" y="86451"/>
                    <a:pt x="46010" y="71496"/>
                  </a:cubicBezTo>
                  <a:cubicBezTo>
                    <a:pt x="42962" y="61209"/>
                    <a:pt x="54106" y="55018"/>
                    <a:pt x="62964" y="53589"/>
                  </a:cubicBezTo>
                  <a:cubicBezTo>
                    <a:pt x="89253" y="49589"/>
                    <a:pt x="113732" y="77211"/>
                    <a:pt x="113161" y="101881"/>
                  </a:cubicBezTo>
                  <a:cubicBezTo>
                    <a:pt x="112304" y="138933"/>
                    <a:pt x="69155" y="151221"/>
                    <a:pt x="38675" y="151506"/>
                  </a:cubicBezTo>
                  <a:cubicBezTo>
                    <a:pt x="36675" y="151506"/>
                    <a:pt x="37151" y="155316"/>
                    <a:pt x="38675" y="155412"/>
                  </a:cubicBezTo>
                  <a:cubicBezTo>
                    <a:pt x="90587" y="160460"/>
                    <a:pt x="148498" y="112359"/>
                    <a:pt x="102302" y="64162"/>
                  </a:cubicBezTo>
                  <a:cubicBezTo>
                    <a:pt x="89920" y="51208"/>
                    <a:pt x="70489" y="41969"/>
                    <a:pt x="52582" y="49113"/>
                  </a:cubicBezTo>
                  <a:cubicBezTo>
                    <a:pt x="42485" y="53113"/>
                    <a:pt x="34484" y="62352"/>
                    <a:pt x="39532" y="73306"/>
                  </a:cubicBezTo>
                  <a:cubicBezTo>
                    <a:pt x="47629" y="90927"/>
                    <a:pt x="80204" y="93975"/>
                    <a:pt x="96016" y="89403"/>
                  </a:cubicBezTo>
                  <a:cubicBezTo>
                    <a:pt x="112865" y="85022"/>
                    <a:pt x="122972" y="67801"/>
                    <a:pt x="118590" y="50951"/>
                  </a:cubicBezTo>
                  <a:cubicBezTo>
                    <a:pt x="118399" y="50208"/>
                    <a:pt x="118171" y="49465"/>
                    <a:pt x="117923" y="48732"/>
                  </a:cubicBezTo>
                  <a:cubicBezTo>
                    <a:pt x="105160" y="1773"/>
                    <a:pt x="39532" y="-8418"/>
                    <a:pt x="671" y="6155"/>
                  </a:cubicBezTo>
                  <a:cubicBezTo>
                    <a:pt x="-472" y="6155"/>
                    <a:pt x="-92" y="9298"/>
                    <a:pt x="1337" y="891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15" name="Google Shape;3715;g38b88470f6c_3_2500"/>
            <p:cNvSpPr/>
            <p:nvPr/>
          </p:nvSpPr>
          <p:spPr>
            <a:xfrm>
              <a:off x="7816864" y="1922010"/>
              <a:ext cx="132976" cy="168383"/>
            </a:xfrm>
            <a:custGeom>
              <a:rect b="b" l="l" r="r" t="t"/>
              <a:pathLst>
                <a:path extrusionOk="0" h="168383" w="132976">
                  <a:moveTo>
                    <a:pt x="48214" y="40"/>
                  </a:moveTo>
                  <a:cubicBezTo>
                    <a:pt x="13353" y="10422"/>
                    <a:pt x="-19032" y="71763"/>
                    <a:pt x="13353" y="99671"/>
                  </a:cubicBezTo>
                  <a:cubicBezTo>
                    <a:pt x="40880" y="123388"/>
                    <a:pt x="96506" y="118054"/>
                    <a:pt x="87267" y="72811"/>
                  </a:cubicBezTo>
                  <a:cubicBezTo>
                    <a:pt x="87086" y="71761"/>
                    <a:pt x="86362" y="70888"/>
                    <a:pt x="85362" y="70525"/>
                  </a:cubicBezTo>
                  <a:cubicBezTo>
                    <a:pt x="48786" y="61762"/>
                    <a:pt x="36689" y="104434"/>
                    <a:pt x="44404" y="132628"/>
                  </a:cubicBezTo>
                  <a:cubicBezTo>
                    <a:pt x="56310" y="176443"/>
                    <a:pt x="100506" y="175871"/>
                    <a:pt x="132415" y="153011"/>
                  </a:cubicBezTo>
                  <a:cubicBezTo>
                    <a:pt x="133463" y="152249"/>
                    <a:pt x="132987" y="149201"/>
                    <a:pt x="131463" y="149963"/>
                  </a:cubicBezTo>
                  <a:cubicBezTo>
                    <a:pt x="105364" y="163012"/>
                    <a:pt x="68788" y="174633"/>
                    <a:pt x="52881" y="141295"/>
                  </a:cubicBezTo>
                  <a:cubicBezTo>
                    <a:pt x="44404" y="123484"/>
                    <a:pt x="44118" y="93670"/>
                    <a:pt x="60501" y="80240"/>
                  </a:cubicBezTo>
                  <a:cubicBezTo>
                    <a:pt x="64759" y="76263"/>
                    <a:pt x="70389" y="74080"/>
                    <a:pt x="76218" y="74144"/>
                  </a:cubicBezTo>
                  <a:cubicBezTo>
                    <a:pt x="88410" y="75573"/>
                    <a:pt x="86314" y="88717"/>
                    <a:pt x="79456" y="97099"/>
                  </a:cubicBezTo>
                  <a:cubicBezTo>
                    <a:pt x="68502" y="110434"/>
                    <a:pt x="46500" y="109006"/>
                    <a:pt x="31831" y="103862"/>
                  </a:cubicBezTo>
                  <a:cubicBezTo>
                    <a:pt x="-18366" y="86050"/>
                    <a:pt x="16115" y="20995"/>
                    <a:pt x="48881" y="2707"/>
                  </a:cubicBezTo>
                  <a:cubicBezTo>
                    <a:pt x="49833" y="2135"/>
                    <a:pt x="49643" y="-341"/>
                    <a:pt x="48214"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16" name="Google Shape;3716;g38b88470f6c_3_2500"/>
            <p:cNvSpPr/>
            <p:nvPr/>
          </p:nvSpPr>
          <p:spPr>
            <a:xfrm>
              <a:off x="6943397" y="1768271"/>
              <a:ext cx="148815" cy="239258"/>
            </a:xfrm>
            <a:custGeom>
              <a:rect b="b" l="l" r="r" t="t"/>
              <a:pathLst>
                <a:path extrusionOk="0" h="239258" w="148815">
                  <a:moveTo>
                    <a:pt x="146441" y="521"/>
                  </a:moveTo>
                  <a:cubicBezTo>
                    <a:pt x="105293" y="-4718"/>
                    <a:pt x="16806" y="29953"/>
                    <a:pt x="39856" y="86246"/>
                  </a:cubicBezTo>
                  <a:cubicBezTo>
                    <a:pt x="52144" y="116250"/>
                    <a:pt x="107008" y="135490"/>
                    <a:pt x="125010" y="101105"/>
                  </a:cubicBezTo>
                  <a:cubicBezTo>
                    <a:pt x="125810" y="99158"/>
                    <a:pt x="124924" y="96925"/>
                    <a:pt x="123010" y="96057"/>
                  </a:cubicBezTo>
                  <a:cubicBezTo>
                    <a:pt x="37285" y="47479"/>
                    <a:pt x="-53013" y="187783"/>
                    <a:pt x="37951" y="238932"/>
                  </a:cubicBezTo>
                  <a:cubicBezTo>
                    <a:pt x="40809" y="240551"/>
                    <a:pt x="40713" y="235693"/>
                    <a:pt x="39094" y="234455"/>
                  </a:cubicBezTo>
                  <a:cubicBezTo>
                    <a:pt x="6500" y="212137"/>
                    <a:pt x="-1835" y="167618"/>
                    <a:pt x="20482" y="135020"/>
                  </a:cubicBezTo>
                  <a:cubicBezTo>
                    <a:pt x="20740" y="134634"/>
                    <a:pt x="21016" y="134251"/>
                    <a:pt x="21283" y="133871"/>
                  </a:cubicBezTo>
                  <a:cubicBezTo>
                    <a:pt x="30550" y="119075"/>
                    <a:pt x="43743" y="107139"/>
                    <a:pt x="59383" y="99391"/>
                  </a:cubicBezTo>
                  <a:cubicBezTo>
                    <a:pt x="71098" y="93866"/>
                    <a:pt x="100530" y="86056"/>
                    <a:pt x="111484" y="97486"/>
                  </a:cubicBezTo>
                  <a:cubicBezTo>
                    <a:pt x="116437" y="102820"/>
                    <a:pt x="116342" y="96152"/>
                    <a:pt x="113770" y="102343"/>
                  </a:cubicBezTo>
                  <a:cubicBezTo>
                    <a:pt x="111322" y="106021"/>
                    <a:pt x="107588" y="108640"/>
                    <a:pt x="103293" y="109678"/>
                  </a:cubicBezTo>
                  <a:cubicBezTo>
                    <a:pt x="93939" y="112647"/>
                    <a:pt x="83852" y="112311"/>
                    <a:pt x="74718" y="108725"/>
                  </a:cubicBezTo>
                  <a:cubicBezTo>
                    <a:pt x="55668" y="102058"/>
                    <a:pt x="40713" y="84532"/>
                    <a:pt x="46143" y="63481"/>
                  </a:cubicBezTo>
                  <a:cubicBezTo>
                    <a:pt x="56144" y="21286"/>
                    <a:pt x="109865" y="6331"/>
                    <a:pt x="147489" y="5665"/>
                  </a:cubicBezTo>
                  <a:cubicBezTo>
                    <a:pt x="150060" y="5665"/>
                    <a:pt x="148441" y="807"/>
                    <a:pt x="146441" y="52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17" name="Google Shape;3717;g38b88470f6c_3_2500"/>
            <p:cNvSpPr/>
            <p:nvPr/>
          </p:nvSpPr>
          <p:spPr>
            <a:xfrm>
              <a:off x="7277060" y="1389030"/>
              <a:ext cx="67571" cy="71723"/>
            </a:xfrm>
            <a:custGeom>
              <a:rect b="b" l="l" r="r" t="t"/>
              <a:pathLst>
                <a:path extrusionOk="0" h="71723" w="67571">
                  <a:moveTo>
                    <a:pt x="40" y="0"/>
                  </a:moveTo>
                  <a:cubicBezTo>
                    <a:pt x="40" y="0"/>
                    <a:pt x="-2437" y="46101"/>
                    <a:pt x="31758" y="71723"/>
                  </a:cubicBezTo>
                  <a:lnTo>
                    <a:pt x="67572" y="60769"/>
                  </a:lnTo>
                  <a:cubicBezTo>
                    <a:pt x="67572" y="60769"/>
                    <a:pt x="43664" y="49339"/>
                    <a:pt x="3175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18" name="Google Shape;3718;g38b88470f6c_3_2500"/>
            <p:cNvSpPr/>
            <p:nvPr/>
          </p:nvSpPr>
          <p:spPr>
            <a:xfrm>
              <a:off x="6673742" y="2505075"/>
              <a:ext cx="67576" cy="71723"/>
            </a:xfrm>
            <a:custGeom>
              <a:rect b="b" l="l" r="r" t="t"/>
              <a:pathLst>
                <a:path extrusionOk="0" h="71723" w="67576">
                  <a:moveTo>
                    <a:pt x="44" y="0"/>
                  </a:moveTo>
                  <a:cubicBezTo>
                    <a:pt x="44" y="0"/>
                    <a:pt x="-2528" y="46101"/>
                    <a:pt x="31667" y="71723"/>
                  </a:cubicBezTo>
                  <a:lnTo>
                    <a:pt x="67576" y="60770"/>
                  </a:lnTo>
                  <a:cubicBezTo>
                    <a:pt x="67576" y="60770"/>
                    <a:pt x="43573" y="49339"/>
                    <a:pt x="31667"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19" name="Google Shape;3719;g38b88470f6c_3_2500"/>
            <p:cNvSpPr/>
            <p:nvPr/>
          </p:nvSpPr>
          <p:spPr>
            <a:xfrm>
              <a:off x="6966541" y="3024568"/>
              <a:ext cx="67575" cy="71628"/>
            </a:xfrm>
            <a:custGeom>
              <a:rect b="b" l="l" r="r" t="t"/>
              <a:pathLst>
                <a:path extrusionOk="0" h="71628" w="67575">
                  <a:moveTo>
                    <a:pt x="44" y="0"/>
                  </a:moveTo>
                  <a:cubicBezTo>
                    <a:pt x="44" y="0"/>
                    <a:pt x="-2528" y="46006"/>
                    <a:pt x="31762" y="71628"/>
                  </a:cubicBezTo>
                  <a:lnTo>
                    <a:pt x="67576" y="60770"/>
                  </a:lnTo>
                  <a:cubicBezTo>
                    <a:pt x="67576" y="60770"/>
                    <a:pt x="43668" y="49244"/>
                    <a:pt x="3176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20" name="Google Shape;3720;g38b88470f6c_3_2500"/>
            <p:cNvSpPr/>
            <p:nvPr/>
          </p:nvSpPr>
          <p:spPr>
            <a:xfrm>
              <a:off x="8000238" y="1604200"/>
              <a:ext cx="88963" cy="62007"/>
            </a:xfrm>
            <a:custGeom>
              <a:rect b="b" l="l" r="r" t="t"/>
              <a:pathLst>
                <a:path extrusionOk="0" h="62007" w="88963">
                  <a:moveTo>
                    <a:pt x="88963" y="15812"/>
                  </a:moveTo>
                  <a:cubicBezTo>
                    <a:pt x="88963" y="15812"/>
                    <a:pt x="68008" y="56960"/>
                    <a:pt x="25622" y="62008"/>
                  </a:cubicBezTo>
                  <a:lnTo>
                    <a:pt x="0" y="34576"/>
                  </a:lnTo>
                  <a:cubicBezTo>
                    <a:pt x="0" y="34576"/>
                    <a:pt x="26479"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21" name="Google Shape;3721;g38b88470f6c_3_2500"/>
            <p:cNvSpPr/>
            <p:nvPr/>
          </p:nvSpPr>
          <p:spPr>
            <a:xfrm>
              <a:off x="7754588" y="3075336"/>
              <a:ext cx="88963" cy="62007"/>
            </a:xfrm>
            <a:custGeom>
              <a:rect b="b" l="l" r="r" t="t"/>
              <a:pathLst>
                <a:path extrusionOk="0" h="62007" w="88963">
                  <a:moveTo>
                    <a:pt x="88963" y="15907"/>
                  </a:moveTo>
                  <a:cubicBezTo>
                    <a:pt x="88963" y="15907"/>
                    <a:pt x="68104" y="57055"/>
                    <a:pt x="25622" y="62008"/>
                  </a:cubicBezTo>
                  <a:lnTo>
                    <a:pt x="0" y="34671"/>
                  </a:lnTo>
                  <a:cubicBezTo>
                    <a:pt x="0" y="34671"/>
                    <a:pt x="26575" y="36671"/>
                    <a:pt x="61531"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22" name="Google Shape;3722;g38b88470f6c_3_2500"/>
            <p:cNvSpPr/>
            <p:nvPr/>
          </p:nvSpPr>
          <p:spPr>
            <a:xfrm>
              <a:off x="7168324" y="2211133"/>
              <a:ext cx="88963" cy="62007"/>
            </a:xfrm>
            <a:custGeom>
              <a:rect b="b" l="l" r="r" t="t"/>
              <a:pathLst>
                <a:path extrusionOk="0" h="62007" w="88963">
                  <a:moveTo>
                    <a:pt x="88964" y="15907"/>
                  </a:moveTo>
                  <a:cubicBezTo>
                    <a:pt x="88964" y="15907"/>
                    <a:pt x="68104" y="57055"/>
                    <a:pt x="25622" y="62008"/>
                  </a:cubicBezTo>
                  <a:lnTo>
                    <a:pt x="0" y="34671"/>
                  </a:lnTo>
                  <a:cubicBezTo>
                    <a:pt x="0" y="34671"/>
                    <a:pt x="26575" y="36671"/>
                    <a:pt x="615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23" name="Google Shape;3723;g38b88470f6c_3_2500"/>
            <p:cNvSpPr/>
            <p:nvPr/>
          </p:nvSpPr>
          <p:spPr>
            <a:xfrm>
              <a:off x="6787324" y="1703450"/>
              <a:ext cx="88868" cy="62007"/>
            </a:xfrm>
            <a:custGeom>
              <a:rect b="b" l="l" r="r" t="t"/>
              <a:pathLst>
                <a:path extrusionOk="0" h="62007" w="88868">
                  <a:moveTo>
                    <a:pt x="88868" y="15812"/>
                  </a:moveTo>
                  <a:cubicBezTo>
                    <a:pt x="88868" y="15812"/>
                    <a:pt x="68009" y="56960"/>
                    <a:pt x="25622" y="62008"/>
                  </a:cubicBezTo>
                  <a:lnTo>
                    <a:pt x="0" y="34576"/>
                  </a:lnTo>
                  <a:cubicBezTo>
                    <a:pt x="0" y="34576"/>
                    <a:pt x="26479" y="36671"/>
                    <a:pt x="615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24" name="Google Shape;3724;g38b88470f6c_3_2500"/>
            <p:cNvSpPr/>
            <p:nvPr/>
          </p:nvSpPr>
          <p:spPr>
            <a:xfrm>
              <a:off x="7593901" y="1717929"/>
              <a:ext cx="73723" cy="63633"/>
            </a:xfrm>
            <a:custGeom>
              <a:rect b="b" l="l" r="r" t="t"/>
              <a:pathLst>
                <a:path extrusionOk="0" h="63633" w="73723">
                  <a:moveTo>
                    <a:pt x="73723" y="63246"/>
                  </a:moveTo>
                  <a:cubicBezTo>
                    <a:pt x="73723" y="63246"/>
                    <a:pt x="27908" y="68961"/>
                    <a:pt x="0" y="36481"/>
                  </a:cubicBezTo>
                  <a:lnTo>
                    <a:pt x="8477" y="0"/>
                  </a:lnTo>
                  <a:cubicBezTo>
                    <a:pt x="8477"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25" name="Google Shape;3725;g38b88470f6c_3_2500"/>
            <p:cNvSpPr/>
            <p:nvPr/>
          </p:nvSpPr>
          <p:spPr>
            <a:xfrm>
              <a:off x="6929723" y="1493138"/>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26" name="Google Shape;3726;g38b88470f6c_3_2500"/>
            <p:cNvSpPr/>
            <p:nvPr/>
          </p:nvSpPr>
          <p:spPr>
            <a:xfrm>
              <a:off x="6159436" y="1393126"/>
              <a:ext cx="73628" cy="63539"/>
            </a:xfrm>
            <a:custGeom>
              <a:rect b="b" l="l" r="r" t="t"/>
              <a:pathLst>
                <a:path extrusionOk="0" h="63539" w="73628">
                  <a:moveTo>
                    <a:pt x="73628" y="63151"/>
                  </a:moveTo>
                  <a:cubicBezTo>
                    <a:pt x="73628" y="63151"/>
                    <a:pt x="27908" y="68866"/>
                    <a:pt x="0" y="36481"/>
                  </a:cubicBezTo>
                  <a:lnTo>
                    <a:pt x="8382" y="0"/>
                  </a:lnTo>
                  <a:cubicBezTo>
                    <a:pt x="8382" y="0"/>
                    <a:pt x="21527" y="23051"/>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27" name="Google Shape;3727;g38b88470f6c_3_2500"/>
            <p:cNvSpPr/>
            <p:nvPr/>
          </p:nvSpPr>
          <p:spPr>
            <a:xfrm>
              <a:off x="6707505" y="2007584"/>
              <a:ext cx="73628" cy="63619"/>
            </a:xfrm>
            <a:custGeom>
              <a:rect b="b" l="l" r="r" t="t"/>
              <a:pathLst>
                <a:path extrusionOk="0" h="63619" w="73628">
                  <a:moveTo>
                    <a:pt x="73628" y="63246"/>
                  </a:moveTo>
                  <a:cubicBezTo>
                    <a:pt x="73628" y="63246"/>
                    <a:pt x="27908" y="68866"/>
                    <a:pt x="0" y="36481"/>
                  </a:cubicBezTo>
                  <a:lnTo>
                    <a:pt x="8382" y="0"/>
                  </a:lnTo>
                  <a:cubicBezTo>
                    <a:pt x="8382" y="0"/>
                    <a:pt x="21526" y="23146"/>
                    <a:pt x="71533"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28" name="Google Shape;3728;g38b88470f6c_3_2500"/>
            <p:cNvSpPr/>
            <p:nvPr/>
          </p:nvSpPr>
          <p:spPr>
            <a:xfrm>
              <a:off x="8078057" y="2348674"/>
              <a:ext cx="73628" cy="63619"/>
            </a:xfrm>
            <a:custGeom>
              <a:rect b="b" l="l" r="r" t="t"/>
              <a:pathLst>
                <a:path extrusionOk="0" h="63619" w="73628">
                  <a:moveTo>
                    <a:pt x="73628" y="63246"/>
                  </a:moveTo>
                  <a:cubicBezTo>
                    <a:pt x="73628" y="63246"/>
                    <a:pt x="27813" y="68866"/>
                    <a:pt x="0" y="36481"/>
                  </a:cubicBezTo>
                  <a:lnTo>
                    <a:pt x="8382" y="0"/>
                  </a:lnTo>
                  <a:cubicBezTo>
                    <a:pt x="8382" y="0"/>
                    <a:pt x="21527" y="23146"/>
                    <a:pt x="71438"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29" name="Google Shape;3729;g38b88470f6c_3_2500"/>
            <p:cNvSpPr/>
            <p:nvPr/>
          </p:nvSpPr>
          <p:spPr>
            <a:xfrm>
              <a:off x="7265003" y="1937194"/>
              <a:ext cx="88963" cy="59245"/>
            </a:xfrm>
            <a:custGeom>
              <a:rect b="b" l="l" r="r" t="t"/>
              <a:pathLst>
                <a:path extrusionOk="0" h="59245" w="88963">
                  <a:moveTo>
                    <a:pt x="88963" y="13049"/>
                  </a:moveTo>
                  <a:cubicBezTo>
                    <a:pt x="88963" y="13049"/>
                    <a:pt x="68104" y="54197"/>
                    <a:pt x="25622" y="59246"/>
                  </a:cubicBezTo>
                  <a:lnTo>
                    <a:pt x="0" y="31814"/>
                  </a:lnTo>
                  <a:cubicBezTo>
                    <a:pt x="0" y="31814"/>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0" name="Google Shape;3730;g38b88470f6c_3_2500"/>
            <p:cNvSpPr/>
            <p:nvPr/>
          </p:nvSpPr>
          <p:spPr>
            <a:xfrm>
              <a:off x="7320057" y="2004822"/>
              <a:ext cx="80009" cy="68579"/>
            </a:xfrm>
            <a:custGeom>
              <a:rect b="b" l="l" r="r" t="t"/>
              <a:pathLst>
                <a:path extrusionOk="0" h="68579" w="80009">
                  <a:moveTo>
                    <a:pt x="80010" y="6191"/>
                  </a:moveTo>
                  <a:cubicBezTo>
                    <a:pt x="80010" y="6191"/>
                    <a:pt x="71818" y="51625"/>
                    <a:pt x="32385" y="68580"/>
                  </a:cubicBezTo>
                  <a:lnTo>
                    <a:pt x="0" y="49530"/>
                  </a:lnTo>
                  <a:cubicBezTo>
                    <a:pt x="22917" y="39195"/>
                    <a:pt x="41958" y="21850"/>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1" name="Google Shape;3731;g38b88470f6c_3_2500"/>
            <p:cNvSpPr/>
            <p:nvPr/>
          </p:nvSpPr>
          <p:spPr>
            <a:xfrm>
              <a:off x="5767825" y="1427135"/>
              <a:ext cx="98602" cy="187828"/>
            </a:xfrm>
            <a:custGeom>
              <a:rect b="b" l="l" r="r" t="t"/>
              <a:pathLst>
                <a:path extrusionOk="0" h="187828" w="98602">
                  <a:moveTo>
                    <a:pt x="22327" y="186"/>
                  </a:moveTo>
                  <a:cubicBezTo>
                    <a:pt x="66904" y="-4196"/>
                    <a:pt x="127102" y="70004"/>
                    <a:pt x="83478" y="105723"/>
                  </a:cubicBezTo>
                  <a:cubicBezTo>
                    <a:pt x="59379" y="125630"/>
                    <a:pt x="6611" y="116962"/>
                    <a:pt x="7278" y="79910"/>
                  </a:cubicBezTo>
                  <a:cubicBezTo>
                    <a:pt x="7535" y="77836"/>
                    <a:pt x="9125" y="76174"/>
                    <a:pt x="11183" y="75814"/>
                  </a:cubicBezTo>
                  <a:cubicBezTo>
                    <a:pt x="46235" y="67813"/>
                    <a:pt x="80811" y="82768"/>
                    <a:pt x="74905" y="123439"/>
                  </a:cubicBezTo>
                  <a:cubicBezTo>
                    <a:pt x="68409" y="159426"/>
                    <a:pt x="37900" y="186143"/>
                    <a:pt x="1372" y="187828"/>
                  </a:cubicBezTo>
                  <a:cubicBezTo>
                    <a:pt x="-819" y="187828"/>
                    <a:pt x="-57" y="184209"/>
                    <a:pt x="1372" y="183923"/>
                  </a:cubicBezTo>
                  <a:cubicBezTo>
                    <a:pt x="31852" y="177446"/>
                    <a:pt x="60618" y="158491"/>
                    <a:pt x="66523" y="125916"/>
                  </a:cubicBezTo>
                  <a:cubicBezTo>
                    <a:pt x="69314" y="114285"/>
                    <a:pt x="66914" y="102018"/>
                    <a:pt x="59951" y="92293"/>
                  </a:cubicBezTo>
                  <a:cubicBezTo>
                    <a:pt x="55836" y="87227"/>
                    <a:pt x="50292" y="83512"/>
                    <a:pt x="44044" y="81625"/>
                  </a:cubicBezTo>
                  <a:cubicBezTo>
                    <a:pt x="38901" y="80005"/>
                    <a:pt x="20041" y="77053"/>
                    <a:pt x="15945" y="81625"/>
                  </a:cubicBezTo>
                  <a:cubicBezTo>
                    <a:pt x="7659" y="90197"/>
                    <a:pt x="30042" y="104485"/>
                    <a:pt x="36710" y="106771"/>
                  </a:cubicBezTo>
                  <a:cubicBezTo>
                    <a:pt x="49997" y="111620"/>
                    <a:pt x="64761" y="110220"/>
                    <a:pt x="76905" y="102961"/>
                  </a:cubicBezTo>
                  <a:cubicBezTo>
                    <a:pt x="95384" y="90102"/>
                    <a:pt x="90812" y="65718"/>
                    <a:pt x="81858" y="48382"/>
                  </a:cubicBezTo>
                  <a:cubicBezTo>
                    <a:pt x="69857" y="25141"/>
                    <a:pt x="48616" y="6091"/>
                    <a:pt x="21374" y="5234"/>
                  </a:cubicBezTo>
                  <a:cubicBezTo>
                    <a:pt x="18993" y="5234"/>
                    <a:pt x="20232" y="567"/>
                    <a:pt x="22136" y="37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2" name="Google Shape;3732;g38b88470f6c_3_2500"/>
            <p:cNvSpPr/>
            <p:nvPr/>
          </p:nvSpPr>
          <p:spPr>
            <a:xfrm>
              <a:off x="5483864" y="2864761"/>
              <a:ext cx="236184" cy="124457"/>
            </a:xfrm>
            <a:custGeom>
              <a:rect b="b" l="l" r="r" t="t"/>
              <a:pathLst>
                <a:path extrusionOk="0" h="124457" w="236184">
                  <a:moveTo>
                    <a:pt x="234851" y="123897"/>
                  </a:moveTo>
                  <a:cubicBezTo>
                    <a:pt x="220849" y="92370"/>
                    <a:pt x="222278" y="59699"/>
                    <a:pt x="181606" y="49221"/>
                  </a:cubicBezTo>
                  <a:cubicBezTo>
                    <a:pt x="163699" y="44649"/>
                    <a:pt x="121313" y="40458"/>
                    <a:pt x="107787" y="56460"/>
                  </a:cubicBezTo>
                  <a:cubicBezTo>
                    <a:pt x="102786" y="64376"/>
                    <a:pt x="104282" y="74758"/>
                    <a:pt x="111311" y="80940"/>
                  </a:cubicBezTo>
                  <a:cubicBezTo>
                    <a:pt x="121979" y="90465"/>
                    <a:pt x="130361" y="79035"/>
                    <a:pt x="132647" y="69033"/>
                  </a:cubicBezTo>
                  <a:cubicBezTo>
                    <a:pt x="137019" y="49898"/>
                    <a:pt x="128847" y="30086"/>
                    <a:pt x="112264" y="19599"/>
                  </a:cubicBezTo>
                  <a:cubicBezTo>
                    <a:pt x="76688" y="-4033"/>
                    <a:pt x="28930" y="3635"/>
                    <a:pt x="2536" y="37220"/>
                  </a:cubicBezTo>
                  <a:cubicBezTo>
                    <a:pt x="1107" y="39030"/>
                    <a:pt x="-512" y="37220"/>
                    <a:pt x="155" y="35124"/>
                  </a:cubicBezTo>
                  <a:cubicBezTo>
                    <a:pt x="31397" y="-36789"/>
                    <a:pt x="181130" y="13217"/>
                    <a:pt x="133505" y="82178"/>
                  </a:cubicBezTo>
                  <a:cubicBezTo>
                    <a:pt x="118931" y="103038"/>
                    <a:pt x="93119" y="84559"/>
                    <a:pt x="97976" y="62556"/>
                  </a:cubicBezTo>
                  <a:cubicBezTo>
                    <a:pt x="103406" y="38077"/>
                    <a:pt x="145601" y="39315"/>
                    <a:pt x="163508" y="40458"/>
                  </a:cubicBezTo>
                  <a:cubicBezTo>
                    <a:pt x="182254" y="40497"/>
                    <a:pt x="200332" y="47450"/>
                    <a:pt x="214277" y="59985"/>
                  </a:cubicBezTo>
                  <a:cubicBezTo>
                    <a:pt x="230564" y="76082"/>
                    <a:pt x="232755" y="101418"/>
                    <a:pt x="236184" y="122850"/>
                  </a:cubicBezTo>
                  <a:cubicBezTo>
                    <a:pt x="236184" y="123897"/>
                    <a:pt x="235327" y="125231"/>
                    <a:pt x="234660" y="123897"/>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3" name="Google Shape;3733;g38b88470f6c_3_2500"/>
            <p:cNvSpPr/>
            <p:nvPr/>
          </p:nvSpPr>
          <p:spPr>
            <a:xfrm>
              <a:off x="4430223" y="1371080"/>
              <a:ext cx="119560" cy="155761"/>
            </a:xfrm>
            <a:custGeom>
              <a:rect b="b" l="l" r="r" t="t"/>
              <a:pathLst>
                <a:path extrusionOk="0" h="155761" w="119560">
                  <a:moveTo>
                    <a:pt x="117964" y="8901"/>
                  </a:moveTo>
                  <a:cubicBezTo>
                    <a:pt x="88722" y="329"/>
                    <a:pt x="48527" y="2710"/>
                    <a:pt x="23952" y="22427"/>
                  </a:cubicBezTo>
                  <a:cubicBezTo>
                    <a:pt x="4902" y="37667"/>
                    <a:pt x="-5670" y="70719"/>
                    <a:pt x="22238" y="82053"/>
                  </a:cubicBezTo>
                  <a:cubicBezTo>
                    <a:pt x="33192" y="86435"/>
                    <a:pt x="69291" y="86435"/>
                    <a:pt x="73578" y="71576"/>
                  </a:cubicBezTo>
                  <a:cubicBezTo>
                    <a:pt x="76626" y="61194"/>
                    <a:pt x="65481" y="55002"/>
                    <a:pt x="56528" y="53669"/>
                  </a:cubicBezTo>
                  <a:cubicBezTo>
                    <a:pt x="30334" y="49573"/>
                    <a:pt x="5760" y="77196"/>
                    <a:pt x="6331" y="101865"/>
                  </a:cubicBezTo>
                  <a:cubicBezTo>
                    <a:pt x="7284" y="138918"/>
                    <a:pt x="50432" y="151205"/>
                    <a:pt x="80912" y="151491"/>
                  </a:cubicBezTo>
                  <a:cubicBezTo>
                    <a:pt x="82912" y="151491"/>
                    <a:pt x="82436" y="155301"/>
                    <a:pt x="80912" y="155396"/>
                  </a:cubicBezTo>
                  <a:cubicBezTo>
                    <a:pt x="29001" y="160444"/>
                    <a:pt x="-28911" y="112343"/>
                    <a:pt x="17190" y="64146"/>
                  </a:cubicBezTo>
                  <a:cubicBezTo>
                    <a:pt x="29667" y="51192"/>
                    <a:pt x="49098" y="41953"/>
                    <a:pt x="67005" y="49097"/>
                  </a:cubicBezTo>
                  <a:cubicBezTo>
                    <a:pt x="77102" y="53193"/>
                    <a:pt x="85103" y="62337"/>
                    <a:pt x="80055" y="73290"/>
                  </a:cubicBezTo>
                  <a:cubicBezTo>
                    <a:pt x="71958" y="90912"/>
                    <a:pt x="39383" y="93960"/>
                    <a:pt x="23571" y="89483"/>
                  </a:cubicBezTo>
                  <a:cubicBezTo>
                    <a:pt x="6643" y="84979"/>
                    <a:pt x="-3430" y="67605"/>
                    <a:pt x="1074" y="50676"/>
                  </a:cubicBezTo>
                  <a:cubicBezTo>
                    <a:pt x="1249" y="50017"/>
                    <a:pt x="1446" y="49363"/>
                    <a:pt x="1664" y="48716"/>
                  </a:cubicBezTo>
                  <a:cubicBezTo>
                    <a:pt x="14427" y="1853"/>
                    <a:pt x="79959" y="-8434"/>
                    <a:pt x="118917" y="6139"/>
                  </a:cubicBezTo>
                  <a:cubicBezTo>
                    <a:pt x="120060" y="6139"/>
                    <a:pt x="119583" y="9282"/>
                    <a:pt x="118250" y="8901"/>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4" name="Google Shape;3734;g38b88470f6c_3_2500"/>
            <p:cNvSpPr/>
            <p:nvPr/>
          </p:nvSpPr>
          <p:spPr>
            <a:xfrm>
              <a:off x="4089954" y="3302290"/>
              <a:ext cx="119595" cy="155637"/>
            </a:xfrm>
            <a:custGeom>
              <a:rect b="b" l="l" r="r" t="t"/>
              <a:pathLst>
                <a:path extrusionOk="0" h="155637" w="119595">
                  <a:moveTo>
                    <a:pt x="118095" y="8695"/>
                  </a:moveTo>
                  <a:cubicBezTo>
                    <a:pt x="88853" y="122"/>
                    <a:pt x="48658" y="2504"/>
                    <a:pt x="24083" y="22220"/>
                  </a:cubicBezTo>
                  <a:cubicBezTo>
                    <a:pt x="5033" y="37460"/>
                    <a:pt x="-5635" y="70512"/>
                    <a:pt x="22369" y="81847"/>
                  </a:cubicBezTo>
                  <a:cubicBezTo>
                    <a:pt x="33322" y="86228"/>
                    <a:pt x="69327" y="86228"/>
                    <a:pt x="73708" y="71369"/>
                  </a:cubicBezTo>
                  <a:cubicBezTo>
                    <a:pt x="76661" y="60987"/>
                    <a:pt x="65517" y="54796"/>
                    <a:pt x="56659" y="53462"/>
                  </a:cubicBezTo>
                  <a:cubicBezTo>
                    <a:pt x="30370" y="49367"/>
                    <a:pt x="5890" y="76989"/>
                    <a:pt x="6462" y="101659"/>
                  </a:cubicBezTo>
                  <a:cubicBezTo>
                    <a:pt x="7319" y="138711"/>
                    <a:pt x="50467" y="150998"/>
                    <a:pt x="80947" y="151284"/>
                  </a:cubicBezTo>
                  <a:cubicBezTo>
                    <a:pt x="83043" y="151284"/>
                    <a:pt x="82471" y="155094"/>
                    <a:pt x="80947" y="155285"/>
                  </a:cubicBezTo>
                  <a:cubicBezTo>
                    <a:pt x="29036" y="160238"/>
                    <a:pt x="-28876" y="112136"/>
                    <a:pt x="17225" y="63940"/>
                  </a:cubicBezTo>
                  <a:cubicBezTo>
                    <a:pt x="29703" y="50986"/>
                    <a:pt x="49039" y="41747"/>
                    <a:pt x="66946" y="48890"/>
                  </a:cubicBezTo>
                  <a:cubicBezTo>
                    <a:pt x="77137" y="52986"/>
                    <a:pt x="85138" y="62130"/>
                    <a:pt x="80090" y="73084"/>
                  </a:cubicBezTo>
                  <a:cubicBezTo>
                    <a:pt x="71994" y="90705"/>
                    <a:pt x="39323" y="93753"/>
                    <a:pt x="23512" y="89276"/>
                  </a:cubicBezTo>
                  <a:cubicBezTo>
                    <a:pt x="6632" y="84790"/>
                    <a:pt x="-3416" y="67474"/>
                    <a:pt x="1068" y="50595"/>
                  </a:cubicBezTo>
                  <a:cubicBezTo>
                    <a:pt x="1255" y="49890"/>
                    <a:pt x="1465" y="49195"/>
                    <a:pt x="1699" y="48509"/>
                  </a:cubicBezTo>
                  <a:cubicBezTo>
                    <a:pt x="14368" y="1646"/>
                    <a:pt x="79995" y="-8164"/>
                    <a:pt x="118952" y="5933"/>
                  </a:cubicBezTo>
                  <a:cubicBezTo>
                    <a:pt x="120095" y="5933"/>
                    <a:pt x="119619" y="9076"/>
                    <a:pt x="118285" y="8695"/>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5" name="Google Shape;3735;g38b88470f6c_3_2500"/>
            <p:cNvSpPr/>
            <p:nvPr/>
          </p:nvSpPr>
          <p:spPr>
            <a:xfrm>
              <a:off x="4198249" y="1939631"/>
              <a:ext cx="132976" cy="168431"/>
            </a:xfrm>
            <a:custGeom>
              <a:rect b="b" l="l" r="r" t="t"/>
              <a:pathLst>
                <a:path extrusionOk="0" h="168431" w="132976">
                  <a:moveTo>
                    <a:pt x="84762" y="40"/>
                  </a:moveTo>
                  <a:cubicBezTo>
                    <a:pt x="119624" y="10422"/>
                    <a:pt x="152009" y="71763"/>
                    <a:pt x="119624" y="99671"/>
                  </a:cubicBezTo>
                  <a:cubicBezTo>
                    <a:pt x="92097" y="123484"/>
                    <a:pt x="36471" y="118054"/>
                    <a:pt x="45710" y="72811"/>
                  </a:cubicBezTo>
                  <a:cubicBezTo>
                    <a:pt x="45921" y="71782"/>
                    <a:pt x="46637" y="70915"/>
                    <a:pt x="47615" y="70525"/>
                  </a:cubicBezTo>
                  <a:cubicBezTo>
                    <a:pt x="84191" y="61857"/>
                    <a:pt x="96288" y="104529"/>
                    <a:pt x="88572" y="132723"/>
                  </a:cubicBezTo>
                  <a:cubicBezTo>
                    <a:pt x="76666" y="176443"/>
                    <a:pt x="32470" y="175966"/>
                    <a:pt x="561" y="153011"/>
                  </a:cubicBezTo>
                  <a:cubicBezTo>
                    <a:pt x="-486" y="152249"/>
                    <a:pt x="-10" y="149296"/>
                    <a:pt x="1514" y="150058"/>
                  </a:cubicBezTo>
                  <a:cubicBezTo>
                    <a:pt x="27612" y="163108"/>
                    <a:pt x="64188" y="174633"/>
                    <a:pt x="80095" y="141295"/>
                  </a:cubicBezTo>
                  <a:cubicBezTo>
                    <a:pt x="88572" y="123484"/>
                    <a:pt x="88858" y="93670"/>
                    <a:pt x="72475" y="80335"/>
                  </a:cubicBezTo>
                  <a:cubicBezTo>
                    <a:pt x="68224" y="76335"/>
                    <a:pt x="62598" y="74116"/>
                    <a:pt x="56759" y="74144"/>
                  </a:cubicBezTo>
                  <a:cubicBezTo>
                    <a:pt x="44567" y="75573"/>
                    <a:pt x="46662" y="88813"/>
                    <a:pt x="53520" y="97099"/>
                  </a:cubicBezTo>
                  <a:cubicBezTo>
                    <a:pt x="64474" y="110434"/>
                    <a:pt x="86477" y="109006"/>
                    <a:pt x="101145" y="103862"/>
                  </a:cubicBezTo>
                  <a:cubicBezTo>
                    <a:pt x="151342" y="86146"/>
                    <a:pt x="116862" y="20995"/>
                    <a:pt x="84096" y="2707"/>
                  </a:cubicBezTo>
                  <a:cubicBezTo>
                    <a:pt x="83143" y="2135"/>
                    <a:pt x="83334" y="-341"/>
                    <a:pt x="84762" y="4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6" name="Google Shape;3736;g38b88470f6c_3_2500"/>
            <p:cNvSpPr/>
            <p:nvPr/>
          </p:nvSpPr>
          <p:spPr>
            <a:xfrm>
              <a:off x="4348962" y="2716998"/>
              <a:ext cx="138697" cy="217633"/>
            </a:xfrm>
            <a:custGeom>
              <a:rect b="b" l="l" r="r" t="t"/>
              <a:pathLst>
                <a:path extrusionOk="0" h="217633" w="138697">
                  <a:moveTo>
                    <a:pt x="44824" y="2770"/>
                  </a:moveTo>
                  <a:cubicBezTo>
                    <a:pt x="-14516" y="7533"/>
                    <a:pt x="-3848" y="120213"/>
                    <a:pt x="44062" y="135453"/>
                  </a:cubicBezTo>
                  <a:cubicBezTo>
                    <a:pt x="50010" y="137577"/>
                    <a:pt x="56562" y="137235"/>
                    <a:pt x="62255" y="134501"/>
                  </a:cubicBezTo>
                  <a:cubicBezTo>
                    <a:pt x="69394" y="129253"/>
                    <a:pt x="73434" y="120775"/>
                    <a:pt x="73018" y="111927"/>
                  </a:cubicBezTo>
                  <a:cubicBezTo>
                    <a:pt x="67303" y="92877"/>
                    <a:pt x="34918" y="117070"/>
                    <a:pt x="31204" y="124595"/>
                  </a:cubicBezTo>
                  <a:cubicBezTo>
                    <a:pt x="18554" y="144931"/>
                    <a:pt x="20399" y="171096"/>
                    <a:pt x="35776" y="189460"/>
                  </a:cubicBezTo>
                  <a:cubicBezTo>
                    <a:pt x="60160" y="215844"/>
                    <a:pt x="106832" y="216702"/>
                    <a:pt x="137312" y="201462"/>
                  </a:cubicBezTo>
                  <a:cubicBezTo>
                    <a:pt x="138836" y="200604"/>
                    <a:pt x="139122" y="203557"/>
                    <a:pt x="138074" y="204319"/>
                  </a:cubicBezTo>
                  <a:cubicBezTo>
                    <a:pt x="105213" y="225369"/>
                    <a:pt x="50158" y="222321"/>
                    <a:pt x="25774" y="188984"/>
                  </a:cubicBezTo>
                  <a:cubicBezTo>
                    <a:pt x="6724" y="162314"/>
                    <a:pt x="19774" y="91543"/>
                    <a:pt x="62255" y="97830"/>
                  </a:cubicBezTo>
                  <a:cubicBezTo>
                    <a:pt x="101879" y="103640"/>
                    <a:pt x="74447" y="148788"/>
                    <a:pt x="44443" y="142788"/>
                  </a:cubicBezTo>
                  <a:cubicBezTo>
                    <a:pt x="14440" y="136787"/>
                    <a:pt x="3581" y="96972"/>
                    <a:pt x="724" y="72303"/>
                  </a:cubicBezTo>
                  <a:cubicBezTo>
                    <a:pt x="-2896" y="41251"/>
                    <a:pt x="6343" y="-659"/>
                    <a:pt x="44824" y="8"/>
                  </a:cubicBezTo>
                  <a:cubicBezTo>
                    <a:pt x="46063" y="8"/>
                    <a:pt x="45967" y="2675"/>
                    <a:pt x="44824" y="277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7" name="Google Shape;3737;g38b88470f6c_3_2500"/>
            <p:cNvSpPr/>
            <p:nvPr/>
          </p:nvSpPr>
          <p:spPr>
            <a:xfrm>
              <a:off x="5136649" y="1768271"/>
              <a:ext cx="148815" cy="239258"/>
            </a:xfrm>
            <a:custGeom>
              <a:rect b="b" l="l" r="r" t="t"/>
              <a:pathLst>
                <a:path extrusionOk="0" h="239258" w="148815">
                  <a:moveTo>
                    <a:pt x="2374" y="521"/>
                  </a:moveTo>
                  <a:cubicBezTo>
                    <a:pt x="43522" y="-4718"/>
                    <a:pt x="132009" y="29953"/>
                    <a:pt x="108959" y="86246"/>
                  </a:cubicBezTo>
                  <a:cubicBezTo>
                    <a:pt x="96672" y="116250"/>
                    <a:pt x="41808" y="135490"/>
                    <a:pt x="23805" y="101105"/>
                  </a:cubicBezTo>
                  <a:cubicBezTo>
                    <a:pt x="23005" y="99158"/>
                    <a:pt x="23891" y="96925"/>
                    <a:pt x="25806" y="96057"/>
                  </a:cubicBezTo>
                  <a:cubicBezTo>
                    <a:pt x="111531" y="47479"/>
                    <a:pt x="201828" y="187783"/>
                    <a:pt x="110864" y="238932"/>
                  </a:cubicBezTo>
                  <a:cubicBezTo>
                    <a:pt x="108006" y="240551"/>
                    <a:pt x="108102" y="235693"/>
                    <a:pt x="109721" y="234455"/>
                  </a:cubicBezTo>
                  <a:cubicBezTo>
                    <a:pt x="142335" y="212163"/>
                    <a:pt x="150707" y="167651"/>
                    <a:pt x="128409" y="135034"/>
                  </a:cubicBezTo>
                  <a:cubicBezTo>
                    <a:pt x="128123" y="134612"/>
                    <a:pt x="127828" y="134192"/>
                    <a:pt x="127533" y="133776"/>
                  </a:cubicBezTo>
                  <a:cubicBezTo>
                    <a:pt x="118265" y="118981"/>
                    <a:pt x="105073" y="107044"/>
                    <a:pt x="89433" y="99295"/>
                  </a:cubicBezTo>
                  <a:cubicBezTo>
                    <a:pt x="77717" y="93771"/>
                    <a:pt x="48285" y="85960"/>
                    <a:pt x="37331" y="97390"/>
                  </a:cubicBezTo>
                  <a:cubicBezTo>
                    <a:pt x="32378" y="102724"/>
                    <a:pt x="32473" y="96057"/>
                    <a:pt x="35045" y="102248"/>
                  </a:cubicBezTo>
                  <a:cubicBezTo>
                    <a:pt x="37493" y="105926"/>
                    <a:pt x="41227" y="108545"/>
                    <a:pt x="45522" y="109582"/>
                  </a:cubicBezTo>
                  <a:cubicBezTo>
                    <a:pt x="54876" y="112552"/>
                    <a:pt x="64963" y="112216"/>
                    <a:pt x="74097" y="108630"/>
                  </a:cubicBezTo>
                  <a:cubicBezTo>
                    <a:pt x="93147" y="101962"/>
                    <a:pt x="108102" y="84436"/>
                    <a:pt x="102672" y="63386"/>
                  </a:cubicBezTo>
                  <a:cubicBezTo>
                    <a:pt x="92671" y="21190"/>
                    <a:pt x="38950" y="6236"/>
                    <a:pt x="1326" y="5569"/>
                  </a:cubicBezTo>
                  <a:cubicBezTo>
                    <a:pt x="-1245" y="5569"/>
                    <a:pt x="374" y="712"/>
                    <a:pt x="2374" y="426"/>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8" name="Google Shape;3738;g38b88470f6c_3_2500"/>
            <p:cNvSpPr/>
            <p:nvPr/>
          </p:nvSpPr>
          <p:spPr>
            <a:xfrm>
              <a:off x="4904517" y="1472755"/>
              <a:ext cx="67575" cy="71818"/>
            </a:xfrm>
            <a:custGeom>
              <a:rect b="b" l="l" r="r" t="t"/>
              <a:pathLst>
                <a:path extrusionOk="0" h="71818" w="67575">
                  <a:moveTo>
                    <a:pt x="67532" y="95"/>
                  </a:moveTo>
                  <a:cubicBezTo>
                    <a:pt x="67532" y="95"/>
                    <a:pt x="70104" y="46196"/>
                    <a:pt x="35814" y="71819"/>
                  </a:cubicBezTo>
                  <a:lnTo>
                    <a:pt x="0" y="60770"/>
                  </a:lnTo>
                  <a:cubicBezTo>
                    <a:pt x="0" y="60770"/>
                    <a:pt x="23908" y="49340"/>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39" name="Google Shape;3739;g38b88470f6c_3_2500"/>
            <p:cNvSpPr/>
            <p:nvPr/>
          </p:nvSpPr>
          <p:spPr>
            <a:xfrm>
              <a:off x="5644705" y="2613755"/>
              <a:ext cx="67576" cy="71723"/>
            </a:xfrm>
            <a:custGeom>
              <a:rect b="b" l="l" r="r" t="t"/>
              <a:pathLst>
                <a:path extrusionOk="0" h="71723" w="67576">
                  <a:moveTo>
                    <a:pt x="67532" y="0"/>
                  </a:moveTo>
                  <a:cubicBezTo>
                    <a:pt x="67532" y="0"/>
                    <a:pt x="70104" y="46101"/>
                    <a:pt x="35814" y="71723"/>
                  </a:cubicBezTo>
                  <a:lnTo>
                    <a:pt x="0" y="60865"/>
                  </a:lnTo>
                  <a:cubicBezTo>
                    <a:pt x="0" y="60865"/>
                    <a:pt x="23908" y="49339"/>
                    <a:pt x="35814"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0" name="Google Shape;3740;g38b88470f6c_3_2500"/>
            <p:cNvSpPr/>
            <p:nvPr/>
          </p:nvSpPr>
          <p:spPr>
            <a:xfrm>
              <a:off x="5503163" y="3164776"/>
              <a:ext cx="67572" cy="71723"/>
            </a:xfrm>
            <a:custGeom>
              <a:rect b="b" l="l" r="r" t="t"/>
              <a:pathLst>
                <a:path extrusionOk="0" h="71723" w="67572">
                  <a:moveTo>
                    <a:pt x="67532" y="0"/>
                  </a:moveTo>
                  <a:cubicBezTo>
                    <a:pt x="67532" y="0"/>
                    <a:pt x="70009" y="46101"/>
                    <a:pt x="35814" y="71723"/>
                  </a:cubicBezTo>
                  <a:lnTo>
                    <a:pt x="0" y="60770"/>
                  </a:lnTo>
                  <a:cubicBezTo>
                    <a:pt x="0" y="60770"/>
                    <a:pt x="23908" y="49340"/>
                    <a:pt x="35814"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1" name="Google Shape;3741;g38b88470f6c_3_2500"/>
            <p:cNvSpPr/>
            <p:nvPr/>
          </p:nvSpPr>
          <p:spPr>
            <a:xfrm>
              <a:off x="4139660" y="1604200"/>
              <a:ext cx="89439" cy="62007"/>
            </a:xfrm>
            <a:custGeom>
              <a:rect b="b" l="l" r="r" t="t"/>
              <a:pathLst>
                <a:path extrusionOk="0" h="62007" w="89439">
                  <a:moveTo>
                    <a:pt x="0" y="15812"/>
                  </a:moveTo>
                  <a:cubicBezTo>
                    <a:pt x="0" y="15812"/>
                    <a:pt x="20955" y="56960"/>
                    <a:pt x="63341" y="62008"/>
                  </a:cubicBezTo>
                  <a:lnTo>
                    <a:pt x="89440" y="34576"/>
                  </a:lnTo>
                  <a:cubicBezTo>
                    <a:pt x="89440" y="34576"/>
                    <a:pt x="62960" y="36671"/>
                    <a:pt x="2790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2" name="Google Shape;3742;g38b88470f6c_3_2500"/>
            <p:cNvSpPr/>
            <p:nvPr/>
          </p:nvSpPr>
          <p:spPr>
            <a:xfrm>
              <a:off x="4582763" y="3025235"/>
              <a:ext cx="88963" cy="62007"/>
            </a:xfrm>
            <a:custGeom>
              <a:rect b="b" l="l" r="r" t="t"/>
              <a:pathLst>
                <a:path extrusionOk="0" h="62007" w="88963">
                  <a:moveTo>
                    <a:pt x="0" y="15812"/>
                  </a:moveTo>
                  <a:cubicBezTo>
                    <a:pt x="0" y="15812"/>
                    <a:pt x="20860" y="56959"/>
                    <a:pt x="63341" y="62008"/>
                  </a:cubicBezTo>
                  <a:lnTo>
                    <a:pt x="88964" y="34576"/>
                  </a:lnTo>
                  <a:cubicBezTo>
                    <a:pt x="88964"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3" name="Google Shape;3743;g38b88470f6c_3_2500"/>
            <p:cNvSpPr/>
            <p:nvPr/>
          </p:nvSpPr>
          <p:spPr>
            <a:xfrm>
              <a:off x="5033867" y="2264568"/>
              <a:ext cx="88868" cy="62007"/>
            </a:xfrm>
            <a:custGeom>
              <a:rect b="b" l="l" r="r" t="t"/>
              <a:pathLst>
                <a:path extrusionOk="0" h="62007" w="88868">
                  <a:moveTo>
                    <a:pt x="0" y="15812"/>
                  </a:moveTo>
                  <a:cubicBezTo>
                    <a:pt x="0" y="15812"/>
                    <a:pt x="20860" y="56959"/>
                    <a:pt x="63341" y="62008"/>
                  </a:cubicBezTo>
                  <a:lnTo>
                    <a:pt x="88868" y="34576"/>
                  </a:lnTo>
                  <a:cubicBezTo>
                    <a:pt x="88868" y="34576"/>
                    <a:pt x="62389" y="36671"/>
                    <a:pt x="27432" y="0"/>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4" name="Google Shape;3744;g38b88470f6c_3_2500"/>
            <p:cNvSpPr/>
            <p:nvPr/>
          </p:nvSpPr>
          <p:spPr>
            <a:xfrm>
              <a:off x="5448300" y="1726025"/>
              <a:ext cx="88868" cy="62007"/>
            </a:xfrm>
            <a:custGeom>
              <a:rect b="b" l="l" r="r" t="t"/>
              <a:pathLst>
                <a:path extrusionOk="0" h="62007" w="88868">
                  <a:moveTo>
                    <a:pt x="0" y="15812"/>
                  </a:moveTo>
                  <a:cubicBezTo>
                    <a:pt x="0" y="15812"/>
                    <a:pt x="20860" y="56960"/>
                    <a:pt x="63341" y="62008"/>
                  </a:cubicBezTo>
                  <a:lnTo>
                    <a:pt x="88868" y="34576"/>
                  </a:lnTo>
                  <a:cubicBezTo>
                    <a:pt x="88868" y="34576"/>
                    <a:pt x="62389" y="36671"/>
                    <a:pt x="27432"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5" name="Google Shape;3745;g38b88470f6c_3_2500"/>
            <p:cNvSpPr/>
            <p:nvPr/>
          </p:nvSpPr>
          <p:spPr>
            <a:xfrm>
              <a:off x="4561141" y="1717929"/>
              <a:ext cx="73723" cy="63633"/>
            </a:xfrm>
            <a:custGeom>
              <a:rect b="b" l="l" r="r" t="t"/>
              <a:pathLst>
                <a:path extrusionOk="0" h="63633" w="73723">
                  <a:moveTo>
                    <a:pt x="0" y="63246"/>
                  </a:moveTo>
                  <a:cubicBezTo>
                    <a:pt x="0" y="63246"/>
                    <a:pt x="45815" y="68961"/>
                    <a:pt x="73723" y="36481"/>
                  </a:cubicBezTo>
                  <a:lnTo>
                    <a:pt x="65246" y="0"/>
                  </a:lnTo>
                  <a:cubicBezTo>
                    <a:pt x="65246"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6" name="Google Shape;3746;g38b88470f6c_3_2500"/>
            <p:cNvSpPr/>
            <p:nvPr/>
          </p:nvSpPr>
          <p:spPr>
            <a:xfrm>
              <a:off x="5343525" y="1361312"/>
              <a:ext cx="73723" cy="63539"/>
            </a:xfrm>
            <a:custGeom>
              <a:rect b="b" l="l" r="r" t="t"/>
              <a:pathLst>
                <a:path extrusionOk="0" h="63539" w="73723">
                  <a:moveTo>
                    <a:pt x="0" y="63151"/>
                  </a:moveTo>
                  <a:cubicBezTo>
                    <a:pt x="0" y="63151"/>
                    <a:pt x="45815" y="68866"/>
                    <a:pt x="73724" y="36481"/>
                  </a:cubicBezTo>
                  <a:lnTo>
                    <a:pt x="65342" y="0"/>
                  </a:lnTo>
                  <a:cubicBezTo>
                    <a:pt x="65342" y="0"/>
                    <a:pt x="52197" y="23051"/>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7" name="Google Shape;3747;g38b88470f6c_3_2500"/>
            <p:cNvSpPr/>
            <p:nvPr/>
          </p:nvSpPr>
          <p:spPr>
            <a:xfrm>
              <a:off x="5447442" y="1969103"/>
              <a:ext cx="73628" cy="63619"/>
            </a:xfrm>
            <a:custGeom>
              <a:rect b="b" l="l" r="r" t="t"/>
              <a:pathLst>
                <a:path extrusionOk="0" h="63619" w="73628">
                  <a:moveTo>
                    <a:pt x="0" y="63246"/>
                  </a:moveTo>
                  <a:cubicBezTo>
                    <a:pt x="0" y="63246"/>
                    <a:pt x="45720" y="68866"/>
                    <a:pt x="73628" y="36481"/>
                  </a:cubicBezTo>
                  <a:lnTo>
                    <a:pt x="65246" y="0"/>
                  </a:lnTo>
                  <a:cubicBezTo>
                    <a:pt x="65246" y="0"/>
                    <a:pt x="52102" y="23146"/>
                    <a:pt x="2096"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8" name="Google Shape;3748;g38b88470f6c_3_2500"/>
            <p:cNvSpPr/>
            <p:nvPr/>
          </p:nvSpPr>
          <p:spPr>
            <a:xfrm>
              <a:off x="3962400" y="2874835"/>
              <a:ext cx="73723" cy="63634"/>
            </a:xfrm>
            <a:custGeom>
              <a:rect b="b" l="l" r="r" t="t"/>
              <a:pathLst>
                <a:path extrusionOk="0" h="63634" w="73723">
                  <a:moveTo>
                    <a:pt x="0" y="63246"/>
                  </a:moveTo>
                  <a:cubicBezTo>
                    <a:pt x="0" y="63246"/>
                    <a:pt x="45815" y="68961"/>
                    <a:pt x="73724" y="36576"/>
                  </a:cubicBezTo>
                  <a:lnTo>
                    <a:pt x="65342" y="0"/>
                  </a:lnTo>
                  <a:cubicBezTo>
                    <a:pt x="65342" y="0"/>
                    <a:pt x="52197" y="23146"/>
                    <a:pt x="2191" y="31623"/>
                  </a:cubicBezTo>
                  <a:close/>
                </a:path>
              </a:pathLst>
            </a:custGeom>
            <a:solidFill>
              <a:srgbClr val="1854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49" name="Google Shape;3749;g38b88470f6c_3_2500"/>
            <p:cNvSpPr/>
            <p:nvPr/>
          </p:nvSpPr>
          <p:spPr>
            <a:xfrm>
              <a:off x="4874895" y="1937194"/>
              <a:ext cx="88963" cy="59245"/>
            </a:xfrm>
            <a:custGeom>
              <a:rect b="b" l="l" r="r" t="t"/>
              <a:pathLst>
                <a:path extrusionOk="0" h="59245" w="88963">
                  <a:moveTo>
                    <a:pt x="0" y="13049"/>
                  </a:moveTo>
                  <a:cubicBezTo>
                    <a:pt x="0" y="13049"/>
                    <a:pt x="20860" y="54197"/>
                    <a:pt x="63341" y="59246"/>
                  </a:cubicBezTo>
                  <a:lnTo>
                    <a:pt x="88963" y="31814"/>
                  </a:lnTo>
                  <a:cubicBezTo>
                    <a:pt x="88963" y="31814"/>
                    <a:pt x="57626" y="36671"/>
                    <a:pt x="22288"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50" name="Google Shape;3750;g38b88470f6c_3_2500"/>
            <p:cNvSpPr/>
            <p:nvPr/>
          </p:nvSpPr>
          <p:spPr>
            <a:xfrm>
              <a:off x="4829175" y="2004822"/>
              <a:ext cx="80010" cy="68579"/>
            </a:xfrm>
            <a:custGeom>
              <a:rect b="b" l="l" r="r" t="t"/>
              <a:pathLst>
                <a:path extrusionOk="0" h="68579" w="80010">
                  <a:moveTo>
                    <a:pt x="0" y="6191"/>
                  </a:moveTo>
                  <a:cubicBezTo>
                    <a:pt x="0" y="6191"/>
                    <a:pt x="8192" y="51625"/>
                    <a:pt x="47625" y="68580"/>
                  </a:cubicBezTo>
                  <a:lnTo>
                    <a:pt x="80010" y="49530"/>
                  </a:lnTo>
                  <a:cubicBezTo>
                    <a:pt x="57093" y="39195"/>
                    <a:pt x="38052" y="21850"/>
                    <a:pt x="25622"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51" name="Google Shape;3751;g38b88470f6c_3_2500"/>
            <p:cNvSpPr/>
            <p:nvPr/>
          </p:nvSpPr>
          <p:spPr>
            <a:xfrm>
              <a:off x="6047612" y="1718405"/>
              <a:ext cx="80010" cy="68675"/>
            </a:xfrm>
            <a:custGeom>
              <a:rect b="b" l="l" r="r" t="t"/>
              <a:pathLst>
                <a:path extrusionOk="0" h="68675" w="80010">
                  <a:moveTo>
                    <a:pt x="80010" y="6191"/>
                  </a:moveTo>
                  <a:cubicBezTo>
                    <a:pt x="80010" y="6191"/>
                    <a:pt x="71819" y="51625"/>
                    <a:pt x="32385" y="68675"/>
                  </a:cubicBezTo>
                  <a:lnTo>
                    <a:pt x="0" y="49625"/>
                  </a:lnTo>
                  <a:cubicBezTo>
                    <a:pt x="22936" y="39272"/>
                    <a:pt x="41986" y="21893"/>
                    <a:pt x="54388" y="0"/>
                  </a:cubicBezTo>
                  <a:close/>
                </a:path>
              </a:pathLst>
            </a:custGeom>
            <a:solidFill>
              <a:srgbClr val="3747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3752" name="Google Shape;3752;g38b88470f6c_3_2500"/>
            <p:cNvSpPr/>
            <p:nvPr/>
          </p:nvSpPr>
          <p:spPr>
            <a:xfrm>
              <a:off x="6244018" y="1760886"/>
              <a:ext cx="88963" cy="59245"/>
            </a:xfrm>
            <a:custGeom>
              <a:rect b="b" l="l" r="r" t="t"/>
              <a:pathLst>
                <a:path extrusionOk="0" h="59245" w="88963">
                  <a:moveTo>
                    <a:pt x="88963" y="13049"/>
                  </a:moveTo>
                  <a:cubicBezTo>
                    <a:pt x="88963" y="13049"/>
                    <a:pt x="68104" y="54197"/>
                    <a:pt x="25622" y="59245"/>
                  </a:cubicBezTo>
                  <a:lnTo>
                    <a:pt x="0" y="31909"/>
                  </a:lnTo>
                  <a:cubicBezTo>
                    <a:pt x="0" y="31909"/>
                    <a:pt x="31337" y="36671"/>
                    <a:pt x="66675" y="0"/>
                  </a:cubicBezTo>
                  <a:close/>
                </a:path>
              </a:pathLst>
            </a:custGeom>
            <a:solidFill>
              <a:srgbClr val="455A6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Tree>
  </p:cSld>
  <p:clrMapOvr>
    <a:masterClrMapping/>
  </p:clrMapOvr>
</p:sldLayout>
</file>

<file path=ppt/slideLayouts/slideLayout2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3753" name="Shape 3753"/>
        <p:cNvGrpSpPr/>
        <p:nvPr/>
      </p:nvGrpSpPr>
      <p:grpSpPr>
        <a:xfrm>
          <a:off x="0" y="0"/>
          <a:ext cx="0" cy="0"/>
          <a:chOff x="0" y="0"/>
          <a:chExt cx="0" cy="0"/>
        </a:xfrm>
      </p:grpSpPr>
      <p:sp>
        <p:nvSpPr>
          <p:cNvPr id="3754" name="Google Shape;3754;g38b88470f6c_3_2592"/>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marR="0" algn="l">
              <a:lnSpc>
                <a:spcPct val="90000"/>
              </a:lnSpc>
              <a:spcBef>
                <a:spcPts val="0"/>
              </a:spcBef>
              <a:spcAft>
                <a:spcPts val="0"/>
              </a:spcAft>
              <a:buClr>
                <a:srgbClr val="172A4B"/>
              </a:buClr>
              <a:buSzPts val="3200"/>
              <a:buFont typeface="Fredoka"/>
              <a:buNone/>
              <a:defRPr b="1" i="0" sz="3200" u="none" cap="none" strike="noStrike">
                <a:solidFill>
                  <a:srgbClr val="172A4B"/>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755" name="Google Shape;3755;g38b88470f6c_3_2592"/>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3200"/>
              <a:buFont typeface="Arial"/>
              <a:buNone/>
              <a:defRPr b="0" i="0" sz="32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2pPr>
            <a:lvl3pPr indent="-228600" lvl="2" marL="1371600" marR="0" algn="l">
              <a:lnSpc>
                <a:spcPct val="90000"/>
              </a:lnSpc>
              <a:spcBef>
                <a:spcPts val="500"/>
              </a:spcBef>
              <a:spcAft>
                <a:spcPts val="0"/>
              </a:spcAft>
              <a:buClr>
                <a:srgbClr val="172A4B"/>
              </a:buClr>
              <a:buSzPts val="2400"/>
              <a:buFont typeface="Arial"/>
              <a:buNone/>
              <a:defRPr b="0" i="0" sz="2400" u="none" cap="none" strike="noStrike">
                <a:solidFill>
                  <a:srgbClr val="172A4B"/>
                </a:solidFill>
                <a:latin typeface="Quicksand"/>
                <a:ea typeface="Quicksand"/>
                <a:cs typeface="Quicksand"/>
                <a:sym typeface="Quicksand"/>
              </a:defRPr>
            </a:lvl3pPr>
            <a:lvl4pPr indent="-228600" lvl="3" marL="1828800" marR="0" algn="l">
              <a:lnSpc>
                <a:spcPct val="90000"/>
              </a:lnSpc>
              <a:spcBef>
                <a:spcPts val="500"/>
              </a:spcBef>
              <a:spcAft>
                <a:spcPts val="0"/>
              </a:spcAft>
              <a:buClr>
                <a:srgbClr val="172A4B"/>
              </a:buClr>
              <a:buSzPts val="2000"/>
              <a:buFont typeface="Arial"/>
              <a:buNone/>
              <a:defRPr b="0" i="0" sz="2000" u="none" cap="none" strike="noStrike">
                <a:solidFill>
                  <a:srgbClr val="172A4B"/>
                </a:solidFill>
                <a:latin typeface="Quicksand"/>
                <a:ea typeface="Quicksand"/>
                <a:cs typeface="Quicksand"/>
                <a:sym typeface="Quicksand"/>
              </a:defRPr>
            </a:lvl4pPr>
            <a:lvl5pPr indent="-228600" lvl="4" marL="2286000" marR="0" algn="l">
              <a:lnSpc>
                <a:spcPct val="90000"/>
              </a:lnSpc>
              <a:spcBef>
                <a:spcPts val="500"/>
              </a:spcBef>
              <a:spcAft>
                <a:spcPts val="0"/>
              </a:spcAft>
              <a:buClr>
                <a:srgbClr val="172A4B"/>
              </a:buClr>
              <a:buSzPts val="2000"/>
              <a:buFont typeface="Arial"/>
              <a:buNone/>
              <a:defRPr b="0" i="0" sz="2000" u="none" cap="none" strike="noStrike">
                <a:solidFill>
                  <a:srgbClr val="172A4B"/>
                </a:solidFill>
                <a:latin typeface="Quicksand"/>
                <a:ea typeface="Quicksand"/>
                <a:cs typeface="Quicksand"/>
                <a:sym typeface="Quicksand"/>
              </a:defRPr>
            </a:lvl5pPr>
            <a:lvl6pPr indent="-355600" lvl="5" marL="27432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6pPr>
            <a:lvl7pPr indent="-355600" lvl="6" marL="32004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7pPr>
            <a:lvl8pPr indent="-355600" lvl="7" marL="3657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8pPr>
            <a:lvl9pPr indent="-355600" lvl="8" marL="41148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9pPr>
          </a:lstStyle>
          <a:p/>
        </p:txBody>
      </p:sp>
      <p:sp>
        <p:nvSpPr>
          <p:cNvPr id="3756" name="Google Shape;3756;g38b88470f6c_3_2592"/>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1000"/>
              </a:spcBef>
              <a:spcAft>
                <a:spcPts val="0"/>
              </a:spcAft>
              <a:buClr>
                <a:srgbClr val="172A4B"/>
              </a:buClr>
              <a:buSzPts val="1600"/>
              <a:buFont typeface="Arial"/>
              <a:buNone/>
              <a:defRPr b="0" i="0" sz="1600" u="none" cap="none" strike="noStrike">
                <a:solidFill>
                  <a:srgbClr val="172A4B"/>
                </a:solidFill>
                <a:latin typeface="Quicksand"/>
                <a:ea typeface="Quicksand"/>
                <a:cs typeface="Quicksand"/>
                <a:sym typeface="Quicksand"/>
              </a:defRPr>
            </a:lvl1pPr>
            <a:lvl2pPr indent="-228600" lvl="1" marL="9144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Quicksand"/>
                <a:ea typeface="Quicksand"/>
                <a:cs typeface="Quicksand"/>
                <a:sym typeface="Quicksand"/>
              </a:defRPr>
            </a:lvl2pPr>
            <a:lvl3pPr indent="-228600" lvl="2" marL="1371600" marR="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Quicksand"/>
                <a:ea typeface="Quicksand"/>
                <a:cs typeface="Quicksand"/>
                <a:sym typeface="Quicksand"/>
              </a:defRPr>
            </a:lvl3pPr>
            <a:lvl4pPr indent="-228600" lvl="3" marL="1828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4pPr>
            <a:lvl5pPr indent="-228600" lvl="4" marL="22860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5pPr>
            <a:lvl6pPr indent="-228600" lvl="5" marL="27432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6pPr>
            <a:lvl7pPr indent="-228600" lvl="6" marL="32004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7pPr>
            <a:lvl8pPr indent="-228600" lvl="7" marL="36576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8pPr>
            <a:lvl9pPr indent="-228600" lvl="8" marL="4114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Quicksand"/>
                <a:ea typeface="Quicksand"/>
                <a:cs typeface="Quicksand"/>
                <a:sym typeface="Quicksand"/>
              </a:defRPr>
            </a:lvl9pPr>
          </a:lstStyle>
          <a:p/>
        </p:txBody>
      </p:sp>
      <p:sp>
        <p:nvSpPr>
          <p:cNvPr id="3757" name="Google Shape;3757;g38b88470f6c_3_2592"/>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758" name="Shape 3758"/>
        <p:cNvGrpSpPr/>
        <p:nvPr/>
      </p:nvGrpSpPr>
      <p:grpSpPr>
        <a:xfrm>
          <a:off x="0" y="0"/>
          <a:ext cx="0" cy="0"/>
          <a:chOff x="0" y="0"/>
          <a:chExt cx="0" cy="0"/>
        </a:xfrm>
      </p:grpSpPr>
      <p:sp>
        <p:nvSpPr>
          <p:cNvPr id="3759" name="Google Shape;3759;g38b88470f6c_3_2597"/>
          <p:cNvSpPr txBox="1"/>
          <p:nvPr>
            <p:ph type="ctrTitle"/>
          </p:nvPr>
        </p:nvSpPr>
        <p:spPr>
          <a:xfrm>
            <a:off x="959999" y="1748091"/>
            <a:ext cx="5136000" cy="2753100"/>
          </a:xfrm>
          <a:prstGeom prst="rect">
            <a:avLst/>
          </a:prstGeom>
          <a:noFill/>
          <a:ln>
            <a:noFill/>
          </a:ln>
        </p:spPr>
        <p:txBody>
          <a:bodyPr anchorCtr="0" anchor="ctr"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Quicksand"/>
              <a:buNone/>
              <a:defRPr b="1" i="0" sz="6933" u="none" cap="none" strike="noStrike">
                <a:solidFill>
                  <a:srgbClr val="172A4B"/>
                </a:solidFill>
                <a:latin typeface="Quicksand"/>
                <a:ea typeface="Quicksand"/>
                <a:cs typeface="Quicksand"/>
                <a:sym typeface="Quicksand"/>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3760" name="Google Shape;3760;g38b88470f6c_3_2597"/>
          <p:cNvSpPr txBox="1"/>
          <p:nvPr>
            <p:ph idx="1" type="subTitle"/>
          </p:nvPr>
        </p:nvSpPr>
        <p:spPr>
          <a:xfrm>
            <a:off x="959999" y="4366658"/>
            <a:ext cx="5136000" cy="9432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accent2"/>
              </a:buClr>
              <a:buSzPts val="2800"/>
              <a:buFont typeface="Arial"/>
              <a:buNone/>
              <a:defRPr b="1" i="0" sz="1867" u="none" cap="none" strike="noStrike">
                <a:solidFill>
                  <a:schemeClr val="accent2"/>
                </a:solidFill>
                <a:latin typeface="Quicksand"/>
                <a:ea typeface="Quicksand"/>
                <a:cs typeface="Quicksand"/>
                <a:sym typeface="Quicksand"/>
              </a:defRPr>
            </a:lvl1pPr>
            <a:lvl2pPr lvl="1"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2pPr>
            <a:lvl3pPr lvl="2"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3pPr>
            <a:lvl4pPr lvl="3"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4pPr>
            <a:lvl5pPr lvl="4"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5pPr>
            <a:lvl6pPr lvl="5"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6pPr>
            <a:lvl7pPr lvl="6"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7pPr>
            <a:lvl8pPr lvl="7"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8pPr>
            <a:lvl9pPr lvl="8"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9pPr>
          </a:lstStyle>
          <a:p/>
        </p:txBody>
      </p:sp>
      <p:sp>
        <p:nvSpPr>
          <p:cNvPr id="3761" name="Google Shape;3761;g38b88470f6c_3_2597"/>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762" name="Google Shape;3762;g38b88470f6c_3_2597"/>
          <p:cNvSpPr txBox="1"/>
          <p:nvPr>
            <p:ph idx="2" type="body"/>
          </p:nvPr>
        </p:nvSpPr>
        <p:spPr>
          <a:xfrm>
            <a:off x="6618288" y="1296988"/>
            <a:ext cx="4799100" cy="46515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763" name="Google Shape;3763;g38b88470f6c_3_2597"/>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3764" name="Shape 3764"/>
        <p:cNvGrpSpPr/>
        <p:nvPr/>
      </p:nvGrpSpPr>
      <p:grpSpPr>
        <a:xfrm>
          <a:off x="0" y="0"/>
          <a:ext cx="0" cy="0"/>
          <a:chOff x="0" y="0"/>
          <a:chExt cx="0" cy="0"/>
        </a:xfrm>
      </p:grpSpPr>
      <p:sp>
        <p:nvSpPr>
          <p:cNvPr id="3765" name="Google Shape;3765;g38b88470f6c_3_2603"/>
          <p:cNvSpPr txBox="1"/>
          <p:nvPr>
            <p:ph type="ctrTitle"/>
          </p:nvPr>
        </p:nvSpPr>
        <p:spPr>
          <a:xfrm>
            <a:off x="959999" y="1147200"/>
            <a:ext cx="10048200" cy="2753100"/>
          </a:xfrm>
          <a:prstGeom prst="rect">
            <a:avLst/>
          </a:prstGeom>
          <a:noFill/>
          <a:ln>
            <a:noFill/>
          </a:ln>
        </p:spPr>
        <p:txBody>
          <a:bodyPr anchorCtr="0" anchor="b"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Fredoka"/>
              <a:buNone/>
              <a:defRPr b="1" i="0" sz="6933" u="none" cap="none" strike="noStrike">
                <a:solidFill>
                  <a:srgbClr val="172A4B"/>
                </a:solidFill>
                <a:latin typeface="Fredoka"/>
                <a:ea typeface="Fredoka"/>
                <a:cs typeface="Fredoka"/>
                <a:sym typeface="Fredoka"/>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3766" name="Google Shape;3766;g38b88470f6c_3_2603"/>
          <p:cNvSpPr txBox="1"/>
          <p:nvPr>
            <p:ph idx="1" type="subTitle"/>
          </p:nvPr>
        </p:nvSpPr>
        <p:spPr>
          <a:xfrm>
            <a:off x="959999" y="3765767"/>
            <a:ext cx="10048200" cy="9432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accent2"/>
              </a:buClr>
              <a:buSzPts val="2800"/>
              <a:buFont typeface="Arial"/>
              <a:buNone/>
              <a:defRPr b="0" i="0" sz="1867" u="none" cap="none" strike="noStrike">
                <a:solidFill>
                  <a:schemeClr val="accent2"/>
                </a:solidFill>
                <a:latin typeface="Quicksand"/>
                <a:ea typeface="Quicksand"/>
                <a:cs typeface="Quicksand"/>
                <a:sym typeface="Quicksand"/>
              </a:defRPr>
            </a:lvl1pPr>
            <a:lvl2pPr lvl="1"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2pPr>
            <a:lvl3pPr lvl="2"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3pPr>
            <a:lvl4pPr lvl="3"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4pPr>
            <a:lvl5pPr lvl="4"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5pPr>
            <a:lvl6pPr lvl="5"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6pPr>
            <a:lvl7pPr lvl="6"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7pPr>
            <a:lvl8pPr lvl="7"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8pPr>
            <a:lvl9pPr lvl="8" marR="0" algn="ctr">
              <a:lnSpc>
                <a:spcPct val="100000"/>
              </a:lnSpc>
              <a:spcBef>
                <a:spcPts val="0"/>
              </a:spcBef>
              <a:spcAft>
                <a:spcPts val="0"/>
              </a:spcAft>
              <a:buClr>
                <a:schemeClr val="dk1"/>
              </a:buClr>
              <a:buSzPts val="2800"/>
              <a:buFont typeface="Arial"/>
              <a:buNone/>
              <a:defRPr b="0" i="0" sz="3733" u="none" cap="none" strike="noStrike">
                <a:solidFill>
                  <a:schemeClr val="dk1"/>
                </a:solidFill>
                <a:latin typeface="Quicksand"/>
                <a:ea typeface="Quicksand"/>
                <a:cs typeface="Quicksand"/>
                <a:sym typeface="Quicksand"/>
              </a:defRPr>
            </a:lvl9pPr>
          </a:lstStyle>
          <a:p/>
        </p:txBody>
      </p:sp>
      <p:sp>
        <p:nvSpPr>
          <p:cNvPr id="3767" name="Google Shape;3767;g38b88470f6c_3_2603"/>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768" name="Google Shape;3768;g38b88470f6c_3_2603"/>
          <p:cNvSpPr txBox="1"/>
          <p:nvPr>
            <p:ph idx="2"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2">
    <p:spTree>
      <p:nvGrpSpPr>
        <p:cNvPr id="3769" name="Shape 3769"/>
        <p:cNvGrpSpPr/>
        <p:nvPr/>
      </p:nvGrpSpPr>
      <p:grpSpPr>
        <a:xfrm>
          <a:off x="0" y="0"/>
          <a:ext cx="0" cy="0"/>
          <a:chOff x="0" y="0"/>
          <a:chExt cx="0" cy="0"/>
        </a:xfrm>
      </p:grpSpPr>
      <p:sp>
        <p:nvSpPr>
          <p:cNvPr id="3770" name="Google Shape;3770;g38b88470f6c_3_2608"/>
          <p:cNvSpPr txBox="1"/>
          <p:nvPr>
            <p:ph type="ctrTitle"/>
          </p:nvPr>
        </p:nvSpPr>
        <p:spPr>
          <a:xfrm>
            <a:off x="579432" y="1300532"/>
            <a:ext cx="2430000" cy="3719400"/>
          </a:xfrm>
          <a:prstGeom prst="rect">
            <a:avLst/>
          </a:prstGeom>
          <a:noFill/>
          <a:ln>
            <a:noFill/>
          </a:ln>
        </p:spPr>
        <p:txBody>
          <a:bodyPr anchorCtr="0" anchor="b"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Fredoka"/>
              <a:buNone/>
              <a:defRPr b="1" i="0" sz="4800" u="none" cap="none" strike="noStrike">
                <a:solidFill>
                  <a:srgbClr val="172A4B"/>
                </a:solidFill>
                <a:latin typeface="Fredoka"/>
                <a:ea typeface="Fredoka"/>
                <a:cs typeface="Fredoka"/>
                <a:sym typeface="Fredoka"/>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3771" name="Google Shape;3771;g38b88470f6c_3_2608"/>
          <p:cNvSpPr/>
          <p:nvPr/>
        </p:nvSpPr>
        <p:spPr>
          <a:xfrm>
            <a:off x="10619152" y="6115573"/>
            <a:ext cx="993300" cy="333600"/>
          </a:xfrm>
          <a:prstGeom prst="rect">
            <a:avLst/>
          </a:prstGeom>
          <a:blipFill rotWithShape="1">
            <a:blip r:embed="rId2">
              <a:alphaModFix/>
            </a:blip>
            <a:stretch>
              <a:fillRect b="0" l="0" r="0" t="0"/>
            </a:stretch>
          </a:blipFill>
          <a:ln>
            <a:noFill/>
          </a:ln>
          <a:effectLst>
            <a:outerShdw blurRad="50800" rotWithShape="0" algn="tl" dir="2700000" dist="76200">
              <a:srgbClr val="000000">
                <a:alpha val="40000"/>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Quicksand"/>
              <a:buNone/>
            </a:pPr>
            <a:r>
              <a:t/>
            </a:r>
            <a:endParaRPr b="0" i="0" sz="1800" u="none" cap="none" strike="noStrike">
              <a:solidFill>
                <a:schemeClr val="dk1"/>
              </a:solidFill>
              <a:latin typeface="Calibri"/>
              <a:ea typeface="Calibri"/>
              <a:cs typeface="Calibri"/>
              <a:sym typeface="Calibri"/>
            </a:endParaRPr>
          </a:p>
        </p:txBody>
      </p:sp>
      <p:sp>
        <p:nvSpPr>
          <p:cNvPr id="3772" name="Google Shape;3772;g38b88470f6c_3_2608"/>
          <p:cNvSpPr txBox="1"/>
          <p:nvPr>
            <p:ph idx="1" type="body"/>
          </p:nvPr>
        </p:nvSpPr>
        <p:spPr>
          <a:xfrm>
            <a:off x="579432" y="548057"/>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773" name="Google Shape;3773;g38b88470f6c_3_2608"/>
          <p:cNvSpPr txBox="1"/>
          <p:nvPr>
            <p:ph idx="2" type="body"/>
          </p:nvPr>
        </p:nvSpPr>
        <p:spPr>
          <a:xfrm>
            <a:off x="579431" y="5019996"/>
            <a:ext cx="2430000" cy="1095600"/>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774" name="Google Shape;3774;g38b88470f6c_3_2608"/>
          <p:cNvSpPr txBox="1"/>
          <p:nvPr>
            <p:ph idx="3" type="body"/>
          </p:nvPr>
        </p:nvSpPr>
        <p:spPr>
          <a:xfrm>
            <a:off x="3124200" y="1300163"/>
            <a:ext cx="8488500" cy="4815000"/>
          </a:xfrm>
          <a:prstGeom prst="rect">
            <a:avLst/>
          </a:prstGeom>
          <a:noFill/>
          <a:ln>
            <a:noFill/>
          </a:ln>
        </p:spPr>
        <p:txBody>
          <a:bodyPr anchorCtr="0" anchor="t" bIns="45700" lIns="91425" spcFirstLastPara="1" rIns="91425" wrap="square" tIns="45700">
            <a:noAutofit/>
          </a:bodyPr>
          <a:lstStyle>
            <a:lvl1pPr indent="-228600" lvl="0" marL="457200" marR="0" algn="ctr">
              <a:lnSpc>
                <a:spcPct val="90000"/>
              </a:lnSpc>
              <a:spcBef>
                <a:spcPts val="1000"/>
              </a:spcBef>
              <a:spcAft>
                <a:spcPts val="0"/>
              </a:spcAft>
              <a:buClr>
                <a:srgbClr val="172A4B"/>
              </a:buClr>
              <a:buSzPts val="2800"/>
              <a:buFont typeface="Arial"/>
              <a:buNone/>
              <a:defRPr b="0" i="0" sz="2800" u="none" cap="none" strike="noStrike">
                <a:solidFill>
                  <a:srgbClr val="172A4B"/>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775" name="Google Shape;3775;g38b88470f6c_3_2608"/>
          <p:cNvSpPr txBox="1"/>
          <p:nvPr>
            <p:ph idx="4"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3">
    <p:spTree>
      <p:nvGrpSpPr>
        <p:cNvPr id="3776" name="Shape 3776"/>
        <p:cNvGrpSpPr/>
        <p:nvPr/>
      </p:nvGrpSpPr>
      <p:grpSpPr>
        <a:xfrm>
          <a:off x="0" y="0"/>
          <a:ext cx="0" cy="0"/>
          <a:chOff x="0" y="0"/>
          <a:chExt cx="0" cy="0"/>
        </a:xfrm>
      </p:grpSpPr>
      <p:sp>
        <p:nvSpPr>
          <p:cNvPr id="3777" name="Google Shape;3777;g38b88470f6c_3_2615"/>
          <p:cNvSpPr txBox="1"/>
          <p:nvPr>
            <p:ph type="ctrTitle"/>
          </p:nvPr>
        </p:nvSpPr>
        <p:spPr>
          <a:xfrm>
            <a:off x="959999" y="2052400"/>
            <a:ext cx="4488300" cy="2753100"/>
          </a:xfrm>
          <a:prstGeom prst="rect">
            <a:avLst/>
          </a:prstGeom>
          <a:noFill/>
          <a:ln>
            <a:noFill/>
          </a:ln>
        </p:spPr>
        <p:txBody>
          <a:bodyPr anchorCtr="0" anchor="ctr" bIns="91425" lIns="91425" spcFirstLastPara="1" rIns="91425" wrap="square" tIns="91425">
            <a:noAutofit/>
          </a:bodyPr>
          <a:lstStyle>
            <a:lvl1pPr lvl="0" marR="0" algn="l">
              <a:lnSpc>
                <a:spcPct val="80000"/>
              </a:lnSpc>
              <a:spcBef>
                <a:spcPts val="0"/>
              </a:spcBef>
              <a:spcAft>
                <a:spcPts val="0"/>
              </a:spcAft>
              <a:buClr>
                <a:srgbClr val="172A4B"/>
              </a:buClr>
              <a:buSzPts val="5200"/>
              <a:buFont typeface="Fredoka"/>
              <a:buNone/>
              <a:defRPr b="1" i="0" sz="5400" u="none" cap="none" strike="noStrike">
                <a:solidFill>
                  <a:srgbClr val="172A4B"/>
                </a:solidFill>
                <a:latin typeface="Fredoka"/>
                <a:ea typeface="Fredoka"/>
                <a:cs typeface="Fredoka"/>
                <a:sym typeface="Fredoka"/>
              </a:defRPr>
            </a:lvl1pPr>
            <a:lvl2pPr lvl="1"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None/>
              <a:defRPr b="0" i="0" sz="6933" u="none" cap="none" strike="noStrike">
                <a:solidFill>
                  <a:srgbClr val="000000"/>
                </a:solidFill>
                <a:latin typeface="Arial"/>
                <a:ea typeface="Arial"/>
                <a:cs typeface="Arial"/>
                <a:sym typeface="Arial"/>
              </a:defRPr>
            </a:lvl9pPr>
          </a:lstStyle>
          <a:p/>
        </p:txBody>
      </p:sp>
      <p:sp>
        <p:nvSpPr>
          <p:cNvPr id="3778" name="Google Shape;3778;g38b88470f6c_3_2615"/>
          <p:cNvSpPr txBox="1"/>
          <p:nvPr>
            <p:ph idx="1" type="body"/>
          </p:nvPr>
        </p:nvSpPr>
        <p:spPr>
          <a:xfrm>
            <a:off x="959999" y="561975"/>
            <a:ext cx="2430000" cy="6192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228600" lvl="0" marL="457200" marR="0" algn="ctr">
              <a:lnSpc>
                <a:spcPct val="90000"/>
              </a:lnSpc>
              <a:spcBef>
                <a:spcPts val="1000"/>
              </a:spcBef>
              <a:spcAft>
                <a:spcPts val="0"/>
              </a:spcAft>
              <a:buClr>
                <a:schemeClr val="lt1"/>
              </a:buClr>
              <a:buSzPts val="2800"/>
              <a:buFont typeface="Arial"/>
              <a:buNone/>
              <a:defRPr b="0" i="0" sz="28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779" name="Google Shape;3779;g38b88470f6c_3_2615"/>
          <p:cNvSpPr txBox="1"/>
          <p:nvPr>
            <p:ph idx="2" type="body"/>
          </p:nvPr>
        </p:nvSpPr>
        <p:spPr>
          <a:xfrm>
            <a:off x="959999" y="5124450"/>
            <a:ext cx="4488300" cy="990600"/>
          </a:xfrm>
          <a:prstGeom prst="rect">
            <a:avLst/>
          </a:prstGeom>
          <a:noFill/>
          <a:ln>
            <a:noFill/>
          </a:ln>
        </p:spPr>
        <p:txBody>
          <a:bodyPr anchorCtr="0" anchor="ctr" bIns="45700" lIns="91425" spcFirstLastPara="1" rIns="91425" wrap="square" tIns="45700">
            <a:noAutofit/>
          </a:bodyPr>
          <a:lstStyle>
            <a:lvl1pPr indent="-228600" lvl="0" marL="457200" marR="0" algn="l">
              <a:lnSpc>
                <a:spcPct val="90000"/>
              </a:lnSpc>
              <a:spcBef>
                <a:spcPts val="1000"/>
              </a:spcBef>
              <a:spcAft>
                <a:spcPts val="0"/>
              </a:spcAft>
              <a:buClr>
                <a:schemeClr val="accent2"/>
              </a:buClr>
              <a:buSzPts val="2000"/>
              <a:buFont typeface="Arial"/>
              <a:buNone/>
              <a:defRPr b="0" i="0" sz="2000" u="none" cap="none" strike="noStrike">
                <a:solidFill>
                  <a:schemeClr val="accent2"/>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780" name="Google Shape;3780;g38b88470f6c_3_2615"/>
          <p:cNvSpPr txBox="1"/>
          <p:nvPr>
            <p:ph idx="3" type="body"/>
          </p:nvPr>
        </p:nvSpPr>
        <p:spPr>
          <a:xfrm>
            <a:off x="10615439" y="78300"/>
            <a:ext cx="1129500" cy="216600"/>
          </a:xfrm>
          <a:prstGeom prst="rect">
            <a:avLst/>
          </a:prstGeom>
          <a:solidFill>
            <a:schemeClr val="accent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lvl1pPr indent="-317500" lvl="0" marL="457200" marR="0" algn="l">
              <a:lnSpc>
                <a:spcPct val="90000"/>
              </a:lnSpc>
              <a:spcBef>
                <a:spcPts val="1000"/>
              </a:spcBef>
              <a:spcAft>
                <a:spcPts val="0"/>
              </a:spcAft>
              <a:buClr>
                <a:schemeClr val="lt1"/>
              </a:buClr>
              <a:buSzPts val="1400"/>
              <a:buFont typeface="Arial"/>
              <a:buChar char="•"/>
              <a:defRPr b="1" i="0" sz="1400" u="none" cap="none" strike="noStrike">
                <a:solidFill>
                  <a:schemeClr val="lt1"/>
                </a:solidFill>
                <a:latin typeface="Quicksand"/>
                <a:ea typeface="Quicksand"/>
                <a:cs typeface="Quicksand"/>
                <a:sym typeface="Quicksand"/>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icksand"/>
                <a:ea typeface="Quicksand"/>
                <a:cs typeface="Quicksand"/>
                <a:sym typeface="Quicksand"/>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icksand"/>
                <a:ea typeface="Quicksand"/>
                <a:cs typeface="Quicksand"/>
                <a:sym typeface="Quicksand"/>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3781" name="Shape 3781"/>
        <p:cNvGrpSpPr/>
        <p:nvPr/>
      </p:nvGrpSpPr>
      <p:grpSpPr>
        <a:xfrm>
          <a:off x="0" y="0"/>
          <a:ext cx="0" cy="0"/>
          <a:chOff x="0" y="0"/>
          <a:chExt cx="0" cy="0"/>
        </a:xfrm>
      </p:grpSpPr>
      <p:sp>
        <p:nvSpPr>
          <p:cNvPr id="3782" name="Google Shape;3782;g38b88470f6c_3_2620"/>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marR="0" algn="ctr">
              <a:lnSpc>
                <a:spcPct val="90000"/>
              </a:lnSpc>
              <a:spcBef>
                <a:spcPts val="0"/>
              </a:spcBef>
              <a:spcAft>
                <a:spcPts val="0"/>
              </a:spcAft>
              <a:buClr>
                <a:schemeClr val="dk1"/>
              </a:buClr>
              <a:buSzPts val="6000"/>
              <a:buFont typeface="Fredoka"/>
              <a:buNone/>
              <a:defRPr b="0" i="0" sz="6000" u="none" cap="none" strike="noStrike">
                <a:solidFill>
                  <a:schemeClr val="dk1"/>
                </a:solidFill>
                <a:latin typeface="Fredoka"/>
                <a:ea typeface="Fredoka"/>
                <a:cs typeface="Fredoka"/>
                <a:sym typeface="Fredoka"/>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783" name="Google Shape;3783;g38b88470f6c_3_2620"/>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marR="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Quicksand"/>
                <a:ea typeface="Quicksand"/>
                <a:cs typeface="Quicksand"/>
                <a:sym typeface="Quicksand"/>
              </a:defRPr>
            </a:lvl1pPr>
            <a:lvl2pPr lvl="1" marR="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Quicksand"/>
                <a:ea typeface="Quicksand"/>
                <a:cs typeface="Quicksand"/>
                <a:sym typeface="Quicksand"/>
              </a:defRPr>
            </a:lvl2pPr>
            <a:lvl3pPr lvl="2" marR="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Quicksand"/>
                <a:ea typeface="Quicksand"/>
                <a:cs typeface="Quicksand"/>
                <a:sym typeface="Quicksand"/>
              </a:defRPr>
            </a:lvl3pPr>
            <a:lvl4pPr lvl="3"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4pPr>
            <a:lvl5pPr lvl="4"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5pPr>
            <a:lvl6pPr lvl="5"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6pPr>
            <a:lvl7pPr lvl="6"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7pPr>
            <a:lvl8pPr lvl="7"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8pPr>
            <a:lvl9pPr lvl="8"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Quicksand"/>
                <a:ea typeface="Quicksand"/>
                <a:cs typeface="Quicksand"/>
                <a:sym typeface="Quicksand"/>
              </a:defRPr>
            </a:lvl9pPr>
          </a:lstStyle>
          <a:p/>
        </p:txBody>
      </p:sp>
      <p:sp>
        <p:nvSpPr>
          <p:cNvPr id="3784" name="Google Shape;3784;g38b88470f6c_3_2620"/>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3785" name="Google Shape;3785;g38b88470f6c_3_2620"/>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sp>
        <p:nvSpPr>
          <p:cNvPr id="3786" name="Google Shape;3786;g38b88470f6c_3_2620"/>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1pPr>
            <a:lvl2pPr indent="0" lvl="1"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2pPr>
            <a:lvl3pPr indent="0" lvl="2"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3pPr>
            <a:lvl4pPr indent="0" lvl="3"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4pPr>
            <a:lvl5pPr indent="0" lvl="4"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5pPr>
            <a:lvl6pPr indent="0" lvl="5"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6pPr>
            <a:lvl7pPr indent="0" lvl="6"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7pPr>
            <a:lvl8pPr indent="0" lvl="7"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8pPr>
            <a:lvl9pPr indent="0" lvl="8"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Quicksand"/>
                <a:ea typeface="Quicksand"/>
                <a:cs typeface="Quicksand"/>
                <a:sym typeface="Quicksa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mage (no text under)">
  <p:cSld name="Large image (no text under)">
    <p:spTree>
      <p:nvGrpSpPr>
        <p:cNvPr id="3787" name="Shape 3787"/>
        <p:cNvGrpSpPr/>
        <p:nvPr/>
      </p:nvGrpSpPr>
      <p:grpSpPr>
        <a:xfrm>
          <a:off x="0" y="0"/>
          <a:ext cx="0" cy="0"/>
          <a:chOff x="0" y="0"/>
          <a:chExt cx="0" cy="0"/>
        </a:xfrm>
      </p:grpSpPr>
      <p:sp>
        <p:nvSpPr>
          <p:cNvPr id="3788" name="Google Shape;3788;g38b88470f6c_3_2626"/>
          <p:cNvSpPr txBox="1"/>
          <p:nvPr>
            <p:ph idx="1" type="body"/>
          </p:nvPr>
        </p:nvSpPr>
        <p:spPr>
          <a:xfrm>
            <a:off x="414533" y="1356967"/>
            <a:ext cx="11361600" cy="50820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rgbClr val="1955CC"/>
              </a:buClr>
              <a:buSzPts val="1800"/>
              <a:buFont typeface="Arial"/>
              <a:buChar char="●"/>
              <a:defRPr b="0" i="0" sz="2800" u="none" cap="none" strike="noStrike">
                <a:solidFill>
                  <a:srgbClr val="1955CC"/>
                </a:solidFill>
                <a:latin typeface="Quicksand"/>
                <a:ea typeface="Quicksand"/>
                <a:cs typeface="Quicksand"/>
                <a:sym typeface="Quicksand"/>
              </a:defRPr>
            </a:lvl1pPr>
            <a:lvl2pPr indent="-317500" lvl="1" marL="914400" marR="0" algn="l">
              <a:lnSpc>
                <a:spcPct val="115000"/>
              </a:lnSpc>
              <a:spcBef>
                <a:spcPts val="2133"/>
              </a:spcBef>
              <a:spcAft>
                <a:spcPts val="0"/>
              </a:spcAft>
              <a:buClr>
                <a:schemeClr val="dk1"/>
              </a:buClr>
              <a:buSzPts val="1400"/>
              <a:buFont typeface="Arial"/>
              <a:buChar char="○"/>
              <a:defRPr b="0" i="0" sz="2400" u="none" cap="none" strike="noStrike">
                <a:solidFill>
                  <a:schemeClr val="dk1"/>
                </a:solidFill>
                <a:latin typeface="Quicksand"/>
                <a:ea typeface="Quicksand"/>
                <a:cs typeface="Quicksand"/>
                <a:sym typeface="Quicksand"/>
              </a:defRPr>
            </a:lvl2pPr>
            <a:lvl3pPr indent="-317500" lvl="2" marL="1371600" marR="0" algn="l">
              <a:lnSpc>
                <a:spcPct val="115000"/>
              </a:lnSpc>
              <a:spcBef>
                <a:spcPts val="2133"/>
              </a:spcBef>
              <a:spcAft>
                <a:spcPts val="0"/>
              </a:spcAft>
              <a:buClr>
                <a:schemeClr val="dk1"/>
              </a:buClr>
              <a:buSzPts val="1400"/>
              <a:buFont typeface="Arial"/>
              <a:buChar char="■"/>
              <a:defRPr b="0" i="0" sz="2000" u="none" cap="none" strike="noStrike">
                <a:solidFill>
                  <a:schemeClr val="dk1"/>
                </a:solidFill>
                <a:latin typeface="Quicksand"/>
                <a:ea typeface="Quicksand"/>
                <a:cs typeface="Quicksand"/>
                <a:sym typeface="Quicksand"/>
              </a:defRPr>
            </a:lvl3pPr>
            <a:lvl4pPr indent="-317500" lvl="3" marL="18288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4pPr>
            <a:lvl5pPr indent="-317500" lvl="4" marL="22860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5pPr>
            <a:lvl6pPr indent="-317500" lvl="5" marL="27432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6pPr>
            <a:lvl7pPr indent="-317500" lvl="6" marL="32004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7pPr>
            <a:lvl8pPr indent="-317500" lvl="7" marL="3657600" marR="0" algn="l">
              <a:lnSpc>
                <a:spcPct val="115000"/>
              </a:lnSpc>
              <a:spcBef>
                <a:spcPts val="2133"/>
              </a:spcBef>
              <a:spcAft>
                <a:spcPts val="0"/>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8pPr>
            <a:lvl9pPr indent="-317500" lvl="8" marL="4114800" marR="0" algn="l">
              <a:lnSpc>
                <a:spcPct val="115000"/>
              </a:lnSpc>
              <a:spcBef>
                <a:spcPts val="2133"/>
              </a:spcBef>
              <a:spcAft>
                <a:spcPts val="2133"/>
              </a:spcAft>
              <a:buClr>
                <a:schemeClr val="dk1"/>
              </a:buClr>
              <a:buSzPts val="1400"/>
              <a:buFont typeface="Arial"/>
              <a:buChar char="■"/>
              <a:defRPr b="0" i="0" sz="1800" u="none" cap="none" strike="noStrike">
                <a:solidFill>
                  <a:schemeClr val="dk1"/>
                </a:solidFill>
                <a:latin typeface="Quicksand"/>
                <a:ea typeface="Quicksand"/>
                <a:cs typeface="Quicksand"/>
                <a:sym typeface="Quicksand"/>
              </a:defRPr>
            </a:lvl9pPr>
          </a:lstStyle>
          <a:p/>
        </p:txBody>
      </p:sp>
      <p:sp>
        <p:nvSpPr>
          <p:cNvPr id="3789" name="Google Shape;3789;g38b88470f6c_3_2626"/>
          <p:cNvSpPr txBox="1"/>
          <p:nvPr>
            <p:ph type="title"/>
          </p:nvPr>
        </p:nvSpPr>
        <p:spPr>
          <a:xfrm>
            <a:off x="414533" y="644434"/>
            <a:ext cx="11361600" cy="6270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1955CC"/>
              </a:buClr>
              <a:buSzPts val="2800"/>
              <a:buFont typeface="Fredoka"/>
              <a:buNone/>
              <a:defRPr b="0" i="0" sz="3200" u="none" cap="none" strike="noStrike">
                <a:solidFill>
                  <a:srgbClr val="1955CC"/>
                </a:solidFill>
                <a:latin typeface="Fredoka"/>
                <a:ea typeface="Fredoka"/>
                <a:cs typeface="Fredoka"/>
                <a:sym typeface="Fredoka"/>
              </a:defRPr>
            </a:lvl1pPr>
            <a:lvl2pPr lvl="1"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9pPr>
          </a:lstStyle>
          <a:p/>
        </p:txBody>
      </p:sp>
      <p:sp>
        <p:nvSpPr>
          <p:cNvPr id="3790" name="Google Shape;3790;g38b88470f6c_3_2626"/>
          <p:cNvSpPr txBox="1"/>
          <p:nvPr>
            <p:ph idx="12" type="sldNum"/>
          </p:nvPr>
        </p:nvSpPr>
        <p:spPr>
          <a:xfrm>
            <a:off x="11776267" y="6439067"/>
            <a:ext cx="415500" cy="4188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1pPr>
            <a:lvl2pPr indent="0" lvl="1"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2pPr>
            <a:lvl3pPr indent="0" lvl="2"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3pPr>
            <a:lvl4pPr indent="0" lvl="3"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4pPr>
            <a:lvl5pPr indent="0" lvl="4"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5pPr>
            <a:lvl6pPr indent="0" lvl="5"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6pPr>
            <a:lvl7pPr indent="0" lvl="6"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7pPr>
            <a:lvl8pPr indent="0" lvl="7"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8pPr>
            <a:lvl9pPr indent="0" lvl="8" marL="0" marR="0" algn="ctr">
              <a:lnSpc>
                <a:spcPct val="100000"/>
              </a:lnSpc>
              <a:spcBef>
                <a:spcPts val="0"/>
              </a:spcBef>
              <a:spcAft>
                <a:spcPts val="0"/>
              </a:spcAft>
              <a:buClr>
                <a:srgbClr val="000000"/>
              </a:buClr>
              <a:buSzPts val="800"/>
              <a:buFont typeface="Arial"/>
              <a:buNone/>
              <a:defRPr b="0" i="0" sz="1067" u="none" cap="none" strike="noStrike">
                <a:solidFill>
                  <a:srgbClr val="1955CC"/>
                </a:solidFill>
                <a:latin typeface="Quicksand Light"/>
                <a:ea typeface="Quicksand Light"/>
                <a:cs typeface="Quicksand Light"/>
                <a:sym typeface="Quicksand Light"/>
              </a:defRPr>
            </a:lvl9pPr>
          </a:lstStyle>
          <a:p>
            <a:pPr indent="0" lvl="0" marL="0" rtl="0" algn="ctr">
              <a:spcBef>
                <a:spcPts val="0"/>
              </a:spcBef>
              <a:spcAft>
                <a:spcPts val="0"/>
              </a:spcAft>
              <a:buNone/>
            </a:pPr>
            <a:fld id="{00000000-1234-1234-1234-123412341234}" type="slidenum">
              <a:rPr lang="en-US"/>
              <a:t>‹#›</a:t>
            </a:fld>
            <a:endParaRPr/>
          </a:p>
        </p:txBody>
      </p:sp>
      <p:sp>
        <p:nvSpPr>
          <p:cNvPr id="3791" name="Google Shape;3791;g38b88470f6c_3_2626"/>
          <p:cNvSpPr txBox="1"/>
          <p:nvPr>
            <p:ph idx="2" type="subTitle"/>
          </p:nvPr>
        </p:nvSpPr>
        <p:spPr>
          <a:xfrm>
            <a:off x="7010400" y="0"/>
            <a:ext cx="4753200" cy="418800"/>
          </a:xfrm>
          <a:prstGeom prst="rect">
            <a:avLst/>
          </a:prstGeom>
          <a:noFill/>
          <a:ln>
            <a:noFill/>
          </a:ln>
        </p:spPr>
        <p:txBody>
          <a:bodyPr anchorCtr="0" anchor="ctr" bIns="91425" lIns="91425" spcFirstLastPara="1" rIns="0" wrap="square" tIns="91425">
            <a:noAutofit/>
          </a:bodyPr>
          <a:lstStyle>
            <a:lvl1pPr lvl="0" marR="0" algn="r">
              <a:lnSpc>
                <a:spcPct val="100000"/>
              </a:lnSpc>
              <a:spcBef>
                <a:spcPts val="0"/>
              </a:spcBef>
              <a:spcAft>
                <a:spcPts val="0"/>
              </a:spcAft>
              <a:buClr>
                <a:srgbClr val="1955CC"/>
              </a:buClr>
              <a:buSzPts val="1800"/>
              <a:buFont typeface="Arial"/>
              <a:buNone/>
              <a:defRPr b="1" i="0" sz="1600" u="none" cap="none" strike="noStrike">
                <a:solidFill>
                  <a:srgbClr val="1955CC"/>
                </a:solidFill>
                <a:latin typeface="Quicksand"/>
                <a:ea typeface="Quicksand"/>
                <a:cs typeface="Quicksand"/>
                <a:sym typeface="Quicksand"/>
              </a:defRPr>
            </a:lvl1pPr>
            <a:lvl2pPr lvl="1" marR="0" algn="l">
              <a:lnSpc>
                <a:spcPct val="115000"/>
              </a:lnSpc>
              <a:spcBef>
                <a:spcPts val="0"/>
              </a:spcBef>
              <a:spcAft>
                <a:spcPts val="0"/>
              </a:spcAft>
              <a:buClr>
                <a:schemeClr val="dk1"/>
              </a:buClr>
              <a:buSzPts val="1400"/>
              <a:buFont typeface="Arial"/>
              <a:buNone/>
              <a:defRPr b="0" i="0" sz="2400" u="none" cap="none" strike="noStrike">
                <a:solidFill>
                  <a:schemeClr val="dk1"/>
                </a:solidFill>
                <a:latin typeface="Quicksand"/>
                <a:ea typeface="Quicksand"/>
                <a:cs typeface="Quicksand"/>
                <a:sym typeface="Quicksand"/>
              </a:defRPr>
            </a:lvl2pPr>
            <a:lvl3pPr lvl="2" marR="0" algn="l">
              <a:lnSpc>
                <a:spcPct val="115000"/>
              </a:lnSpc>
              <a:spcBef>
                <a:spcPts val="2133"/>
              </a:spcBef>
              <a:spcAft>
                <a:spcPts val="0"/>
              </a:spcAft>
              <a:buClr>
                <a:schemeClr val="dk1"/>
              </a:buClr>
              <a:buSzPts val="1400"/>
              <a:buFont typeface="Arial"/>
              <a:buNone/>
              <a:defRPr b="0" i="0" sz="2000" u="none" cap="none" strike="noStrike">
                <a:solidFill>
                  <a:schemeClr val="dk1"/>
                </a:solidFill>
                <a:latin typeface="Quicksand"/>
                <a:ea typeface="Quicksand"/>
                <a:cs typeface="Quicksand"/>
                <a:sym typeface="Quicksand"/>
              </a:defRPr>
            </a:lvl3pPr>
            <a:lvl4pPr lvl="3"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4pPr>
            <a:lvl5pPr lvl="4"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5pPr>
            <a:lvl6pPr lvl="5"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6pPr>
            <a:lvl7pPr lvl="6"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7pPr>
            <a:lvl8pPr lvl="7" marR="0" algn="l">
              <a:lnSpc>
                <a:spcPct val="115000"/>
              </a:lnSpc>
              <a:spcBef>
                <a:spcPts val="2133"/>
              </a:spcBef>
              <a:spcAft>
                <a:spcPts val="0"/>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8pPr>
            <a:lvl9pPr lvl="8" marR="0" algn="l">
              <a:lnSpc>
                <a:spcPct val="115000"/>
              </a:lnSpc>
              <a:spcBef>
                <a:spcPts val="2133"/>
              </a:spcBef>
              <a:spcAft>
                <a:spcPts val="2133"/>
              </a:spcAft>
              <a:buClr>
                <a:schemeClr val="dk1"/>
              </a:buClr>
              <a:buSzPts val="1400"/>
              <a:buFont typeface="Arial"/>
              <a:buNone/>
              <a:defRPr b="0" i="0" sz="1800" u="none" cap="none" strike="noStrike">
                <a:solidFill>
                  <a:schemeClr val="dk1"/>
                </a:solidFill>
                <a:latin typeface="Quicksand"/>
                <a:ea typeface="Quicksand"/>
                <a:cs typeface="Quicksand"/>
                <a:sym typeface="Quicksand"/>
              </a:defRPr>
            </a:lvl9pPr>
          </a:lstStyle>
          <a:p/>
        </p:txBody>
      </p:sp>
      <p:pic>
        <p:nvPicPr>
          <p:cNvPr descr="Logo&#10;&#10;Description automatically generated" id="3792" name="Google Shape;3792;g38b88470f6c_3_2626"/>
          <p:cNvPicPr preferRelativeResize="0"/>
          <p:nvPr/>
        </p:nvPicPr>
        <p:blipFill rotWithShape="1">
          <a:blip r:embed="rId2">
            <a:alphaModFix/>
          </a:blip>
          <a:srcRect b="0" l="0" r="0" t="0"/>
          <a:stretch/>
        </p:blipFill>
        <p:spPr>
          <a:xfrm>
            <a:off x="10473034" y="5955144"/>
            <a:ext cx="1303100" cy="483856"/>
          </a:xfrm>
          <a:prstGeom prst="rect">
            <a:avLst/>
          </a:prstGeom>
          <a:noFill/>
          <a:ln>
            <a:noFill/>
          </a:ln>
          <a:effectLst>
            <a:outerShdw blurRad="50800" rotWithShape="0" algn="tl" dir="2700000" dist="38100">
              <a:srgbClr val="000000">
                <a:alpha val="40000"/>
              </a:srgbClr>
            </a:outerShdw>
          </a:effectLst>
        </p:spPr>
      </p:pic>
    </p:spTree>
  </p:cSld>
  <p:clrMapOvr>
    <a:masterClrMapping/>
  </p:clrMapOvr>
</p:sldLayout>
</file>

<file path=ppt/slideLayouts/slideLayout2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me page">
  <p:cSld name="Home page">
    <p:bg>
      <p:bgPr>
        <a:solidFill>
          <a:srgbClr val="DDDCDC"/>
        </a:solidFill>
      </p:bgPr>
    </p:bg>
    <p:spTree>
      <p:nvGrpSpPr>
        <p:cNvPr id="3793" name="Shape 3793"/>
        <p:cNvGrpSpPr/>
        <p:nvPr/>
      </p:nvGrpSpPr>
      <p:grpSpPr>
        <a:xfrm>
          <a:off x="0" y="0"/>
          <a:ext cx="0" cy="0"/>
          <a:chOff x="0" y="0"/>
          <a:chExt cx="0" cy="0"/>
        </a:xfrm>
      </p:grpSpPr>
      <p:sp>
        <p:nvSpPr>
          <p:cNvPr id="3794" name="Google Shape;3794;g38b88470f6c_3_2632"/>
          <p:cNvSpPr/>
          <p:nvPr/>
        </p:nvSpPr>
        <p:spPr>
          <a:xfrm>
            <a:off x="579288" y="338734"/>
            <a:ext cx="3404700" cy="646200"/>
          </a:xfrm>
          <a:prstGeom prst="rect">
            <a:avLst/>
          </a:prstGeom>
          <a:gradFill>
            <a:gsLst>
              <a:gs pos="0">
                <a:srgbClr val="EEF5FF">
                  <a:alpha val="0"/>
                </a:srgbClr>
              </a:gs>
              <a:gs pos="100000">
                <a:srgbClr val="FFFFFF">
                  <a:alpha val="87451"/>
                </a:srgbClr>
              </a:gs>
            </a:gsLst>
            <a:lin ang="10800025"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3795" name="Google Shape;3795;g38b88470f6c_3_2632"/>
          <p:cNvPicPr preferRelativeResize="0"/>
          <p:nvPr/>
        </p:nvPicPr>
        <p:blipFill rotWithShape="1">
          <a:blip r:embed="rId2">
            <a:alphaModFix/>
          </a:blip>
          <a:srcRect b="0" l="0" r="0" t="0"/>
          <a:stretch/>
        </p:blipFill>
        <p:spPr>
          <a:xfrm>
            <a:off x="57150" y="255241"/>
            <a:ext cx="1059698" cy="825327"/>
          </a:xfrm>
          <a:prstGeom prst="rect">
            <a:avLst/>
          </a:prstGeom>
          <a:noFill/>
          <a:ln>
            <a:noFill/>
          </a:ln>
        </p:spPr>
      </p:pic>
      <p:sp>
        <p:nvSpPr>
          <p:cNvPr id="3796" name="Google Shape;3796;g38b88470f6c_3_2632"/>
          <p:cNvSpPr txBox="1"/>
          <p:nvPr/>
        </p:nvSpPr>
        <p:spPr>
          <a:xfrm>
            <a:off x="1007622" y="341150"/>
            <a:ext cx="7517100" cy="59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3600"/>
              <a:buFont typeface="Arial"/>
              <a:buNone/>
            </a:pPr>
            <a:r>
              <a:rPr b="0" i="0" lang="en-US" sz="3600" u="none" cap="none" strike="noStrike">
                <a:solidFill>
                  <a:schemeClr val="lt1"/>
                </a:solidFill>
                <a:latin typeface="Arial"/>
                <a:ea typeface="Arial"/>
                <a:cs typeface="Arial"/>
                <a:sym typeface="Arial"/>
              </a:rPr>
              <a:t>Game &amp; chatbot Development</a:t>
            </a:r>
            <a:endParaRPr b="0" i="0" sz="3600" u="none" cap="none" strike="noStrike">
              <a:solidFill>
                <a:schemeClr val="lt1"/>
              </a:solidFill>
              <a:latin typeface="Arial"/>
              <a:ea typeface="Arial"/>
              <a:cs typeface="Arial"/>
              <a:sym typeface="Arial"/>
            </a:endParaRPr>
          </a:p>
        </p:txBody>
      </p:sp>
      <p:sp>
        <p:nvSpPr>
          <p:cNvPr id="3797" name="Google Shape;3797;g38b88470f6c_3_2632"/>
          <p:cNvSpPr txBox="1"/>
          <p:nvPr/>
        </p:nvSpPr>
        <p:spPr>
          <a:xfrm>
            <a:off x="922275" y="1256450"/>
            <a:ext cx="1745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3F3F3F"/>
                </a:solidFill>
                <a:latin typeface="Arial"/>
                <a:ea typeface="Arial"/>
                <a:cs typeface="Arial"/>
                <a:sym typeface="Arial"/>
              </a:rPr>
              <a:t>Semester</a:t>
            </a:r>
            <a:endParaRPr b="0" i="0" sz="1400" u="none" cap="none" strike="noStrike">
              <a:solidFill>
                <a:srgbClr val="000000"/>
              </a:solidFill>
              <a:latin typeface="Arial"/>
              <a:ea typeface="Arial"/>
              <a:cs typeface="Arial"/>
              <a:sym typeface="Arial"/>
            </a:endParaRPr>
          </a:p>
        </p:txBody>
      </p:sp>
      <p:sp>
        <p:nvSpPr>
          <p:cNvPr id="3798" name="Google Shape;3798;g38b88470f6c_3_2632"/>
          <p:cNvSpPr txBox="1"/>
          <p:nvPr/>
        </p:nvSpPr>
        <p:spPr>
          <a:xfrm>
            <a:off x="922274" y="2016078"/>
            <a:ext cx="112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F3F3F"/>
                </a:solidFill>
                <a:latin typeface="Arial"/>
                <a:ea typeface="Arial"/>
                <a:cs typeface="Arial"/>
                <a:sym typeface="Arial"/>
              </a:rPr>
              <a:t>Lesson</a:t>
            </a:r>
            <a:endParaRPr b="0" i="0" sz="1400" u="none" cap="none" strike="noStrike">
              <a:solidFill>
                <a:srgbClr val="000000"/>
              </a:solidFill>
              <a:latin typeface="Arial"/>
              <a:ea typeface="Arial"/>
              <a:cs typeface="Arial"/>
              <a:sym typeface="Arial"/>
            </a:endParaRPr>
          </a:p>
        </p:txBody>
      </p:sp>
      <p:sp>
        <p:nvSpPr>
          <p:cNvPr id="3799" name="Google Shape;3799;g38b88470f6c_3_2632"/>
          <p:cNvSpPr/>
          <p:nvPr/>
        </p:nvSpPr>
        <p:spPr>
          <a:xfrm>
            <a:off x="550801" y="1024711"/>
            <a:ext cx="305282" cy="556451"/>
          </a:xfrm>
          <a:custGeom>
            <a:rect b="b" l="l" r="r" t="t"/>
            <a:pathLst>
              <a:path extrusionOk="0" h="876300" w="2304013">
                <a:moveTo>
                  <a:pt x="2304013" y="876300"/>
                </a:moveTo>
                <a:lnTo>
                  <a:pt x="0" y="876300"/>
                </a:lnTo>
                <a:lnTo>
                  <a:pt x="0" y="0"/>
                </a:lnTo>
              </a:path>
            </a:pathLst>
          </a:custGeom>
          <a:noFill/>
          <a:ln cap="flat" cmpd="sng" w="9525">
            <a:solidFill>
              <a:schemeClr val="dk1">
                <a:alpha val="9098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800" name="Google Shape;3800;g38b88470f6c_3_2632"/>
          <p:cNvSpPr/>
          <p:nvPr/>
        </p:nvSpPr>
        <p:spPr>
          <a:xfrm>
            <a:off x="550802" y="1581151"/>
            <a:ext cx="305282" cy="685705"/>
          </a:xfrm>
          <a:custGeom>
            <a:rect b="b" l="l" r="r" t="t"/>
            <a:pathLst>
              <a:path extrusionOk="0" h="876300" w="2304013">
                <a:moveTo>
                  <a:pt x="2304013" y="876300"/>
                </a:moveTo>
                <a:lnTo>
                  <a:pt x="0" y="876300"/>
                </a:lnTo>
                <a:lnTo>
                  <a:pt x="0" y="0"/>
                </a:lnTo>
              </a:path>
            </a:pathLst>
          </a:custGeom>
          <a:noFill/>
          <a:ln cap="flat" cmpd="sng" w="9525">
            <a:solidFill>
              <a:schemeClr val="dk1">
                <a:alpha val="9098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3801" name="Google Shape;3801;g38b88470f6c_3_2632"/>
          <p:cNvSpPr/>
          <p:nvPr/>
        </p:nvSpPr>
        <p:spPr>
          <a:xfrm>
            <a:off x="550802" y="2266951"/>
            <a:ext cx="305282" cy="641890"/>
          </a:xfrm>
          <a:custGeom>
            <a:rect b="b" l="l" r="r" t="t"/>
            <a:pathLst>
              <a:path extrusionOk="0" h="876300" w="2304013">
                <a:moveTo>
                  <a:pt x="2304013" y="876300"/>
                </a:moveTo>
                <a:lnTo>
                  <a:pt x="0" y="876300"/>
                </a:lnTo>
                <a:lnTo>
                  <a:pt x="0" y="0"/>
                </a:lnTo>
              </a:path>
            </a:pathLst>
          </a:custGeom>
          <a:noFill/>
          <a:ln cap="flat" cmpd="sng" w="9525">
            <a:solidFill>
              <a:schemeClr val="dk1">
                <a:alpha val="9098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pic>
        <p:nvPicPr>
          <p:cNvPr id="3802" name="Google Shape;3802;g38b88470f6c_3_2632"/>
          <p:cNvPicPr preferRelativeResize="0"/>
          <p:nvPr/>
        </p:nvPicPr>
        <p:blipFill rotWithShape="1">
          <a:blip r:embed="rId3">
            <a:alphaModFix/>
          </a:blip>
          <a:srcRect b="0" l="0" r="0" t="0"/>
          <a:stretch/>
        </p:blipFill>
        <p:spPr>
          <a:xfrm>
            <a:off x="398035" y="-1013776"/>
            <a:ext cx="609600" cy="609600"/>
          </a:xfrm>
          <a:prstGeom prst="rect">
            <a:avLst/>
          </a:prstGeom>
          <a:noFill/>
          <a:ln>
            <a:noFill/>
          </a:ln>
        </p:spPr>
      </p:pic>
      <p:pic>
        <p:nvPicPr>
          <p:cNvPr id="3803" name="Google Shape;3803;g38b88470f6c_3_2632"/>
          <p:cNvPicPr preferRelativeResize="0"/>
          <p:nvPr/>
        </p:nvPicPr>
        <p:blipFill rotWithShape="1">
          <a:blip r:embed="rId3">
            <a:alphaModFix/>
          </a:blip>
          <a:srcRect b="0" l="0" r="0" t="0"/>
          <a:stretch/>
        </p:blipFill>
        <p:spPr>
          <a:xfrm>
            <a:off x="1769481" y="-1013776"/>
            <a:ext cx="609600" cy="609600"/>
          </a:xfrm>
          <a:prstGeom prst="rect">
            <a:avLst/>
          </a:prstGeom>
          <a:noFill/>
          <a:ln>
            <a:noFill/>
          </a:ln>
        </p:spPr>
      </p:pic>
      <p:pic>
        <p:nvPicPr>
          <p:cNvPr id="3804" name="Google Shape;3804;g38b88470f6c_3_2632"/>
          <p:cNvPicPr preferRelativeResize="0"/>
          <p:nvPr/>
        </p:nvPicPr>
        <p:blipFill rotWithShape="1">
          <a:blip r:embed="rId3">
            <a:alphaModFix/>
          </a:blip>
          <a:srcRect b="0" l="0" r="0" t="0"/>
          <a:stretch/>
        </p:blipFill>
        <p:spPr>
          <a:xfrm>
            <a:off x="2921488" y="-1013776"/>
            <a:ext cx="609600" cy="609600"/>
          </a:xfrm>
          <a:prstGeom prst="rect">
            <a:avLst/>
          </a:prstGeom>
          <a:noFill/>
          <a:ln>
            <a:noFill/>
          </a:ln>
        </p:spPr>
      </p:pic>
      <p:grpSp>
        <p:nvGrpSpPr>
          <p:cNvPr id="3805" name="Google Shape;3805;g38b88470f6c_3_2632"/>
          <p:cNvGrpSpPr/>
          <p:nvPr/>
        </p:nvGrpSpPr>
        <p:grpSpPr>
          <a:xfrm>
            <a:off x="9288255" y="1685151"/>
            <a:ext cx="2641800" cy="2954703"/>
            <a:chOff x="9288255" y="1685151"/>
            <a:chExt cx="2641800" cy="2954703"/>
          </a:xfrm>
        </p:grpSpPr>
        <p:pic>
          <p:nvPicPr>
            <p:cNvPr id="3806" name="Google Shape;3806;g38b88470f6c_3_2632"/>
            <p:cNvPicPr preferRelativeResize="0"/>
            <p:nvPr/>
          </p:nvPicPr>
          <p:blipFill rotWithShape="1">
            <a:blip r:embed="rId4">
              <a:alphaModFix/>
            </a:blip>
            <a:srcRect b="0" l="0" r="0" t="0"/>
            <a:stretch/>
          </p:blipFill>
          <p:spPr>
            <a:xfrm>
              <a:off x="9518129" y="1685151"/>
              <a:ext cx="2304016" cy="834212"/>
            </a:xfrm>
            <a:prstGeom prst="rect">
              <a:avLst/>
            </a:prstGeom>
            <a:noFill/>
            <a:ln>
              <a:noFill/>
            </a:ln>
          </p:spPr>
        </p:pic>
        <p:sp>
          <p:nvSpPr>
            <p:cNvPr id="3807" name="Google Shape;3807;g38b88470f6c_3_2632"/>
            <p:cNvSpPr txBox="1"/>
            <p:nvPr/>
          </p:nvSpPr>
          <p:spPr>
            <a:xfrm>
              <a:off x="9288255" y="1795795"/>
              <a:ext cx="2641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Task review</a:t>
              </a:r>
              <a:endParaRPr b="0" i="0" sz="1400" u="none" cap="none" strike="noStrike">
                <a:solidFill>
                  <a:srgbClr val="000000"/>
                </a:solidFill>
                <a:latin typeface="Arial"/>
                <a:ea typeface="Arial"/>
                <a:cs typeface="Arial"/>
                <a:sym typeface="Arial"/>
              </a:endParaRPr>
            </a:p>
          </p:txBody>
        </p:sp>
        <p:pic>
          <p:nvPicPr>
            <p:cNvPr id="3808" name="Google Shape;3808;g38b88470f6c_3_2632"/>
            <p:cNvPicPr preferRelativeResize="0"/>
            <p:nvPr/>
          </p:nvPicPr>
          <p:blipFill rotWithShape="1">
            <a:blip r:embed="rId4">
              <a:alphaModFix/>
            </a:blip>
            <a:srcRect b="0" l="0" r="0" t="0"/>
            <a:stretch/>
          </p:blipFill>
          <p:spPr>
            <a:xfrm>
              <a:off x="9518129" y="2790042"/>
              <a:ext cx="2304016" cy="834212"/>
            </a:xfrm>
            <a:prstGeom prst="rect">
              <a:avLst/>
            </a:prstGeom>
            <a:noFill/>
            <a:ln>
              <a:noFill/>
            </a:ln>
          </p:spPr>
        </p:pic>
        <p:pic>
          <p:nvPicPr>
            <p:cNvPr id="3809" name="Google Shape;3809;g38b88470f6c_3_2632"/>
            <p:cNvPicPr preferRelativeResize="0"/>
            <p:nvPr/>
          </p:nvPicPr>
          <p:blipFill rotWithShape="1">
            <a:blip r:embed="rId4">
              <a:alphaModFix/>
            </a:blip>
            <a:srcRect b="0" l="0" r="0" t="0"/>
            <a:stretch/>
          </p:blipFill>
          <p:spPr>
            <a:xfrm>
              <a:off x="9518129" y="3805642"/>
              <a:ext cx="2304016" cy="834212"/>
            </a:xfrm>
            <a:prstGeom prst="rect">
              <a:avLst/>
            </a:prstGeom>
            <a:noFill/>
            <a:ln>
              <a:noFill/>
            </a:ln>
          </p:spPr>
        </p:pic>
      </p:grpSp>
      <p:sp>
        <p:nvSpPr>
          <p:cNvPr id="3810" name="Google Shape;3810;g38b88470f6c_3_2632"/>
          <p:cNvSpPr txBox="1"/>
          <p:nvPr>
            <p:ph idx="1" type="body"/>
          </p:nvPr>
        </p:nvSpPr>
        <p:spPr>
          <a:xfrm>
            <a:off x="1788815" y="1230572"/>
            <a:ext cx="735300" cy="5565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3811" name="Google Shape;3811;g38b88470f6c_3_2632"/>
          <p:cNvSpPr txBox="1"/>
          <p:nvPr>
            <p:ph idx="2" type="body"/>
          </p:nvPr>
        </p:nvSpPr>
        <p:spPr>
          <a:xfrm>
            <a:off x="1932061" y="2001129"/>
            <a:ext cx="735300" cy="5565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3812" name="Google Shape;3812;g38b88470f6c_3_2632"/>
          <p:cNvSpPr txBox="1"/>
          <p:nvPr>
            <p:ph idx="3" type="body"/>
          </p:nvPr>
        </p:nvSpPr>
        <p:spPr>
          <a:xfrm>
            <a:off x="940826" y="2709192"/>
            <a:ext cx="2876400" cy="8262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chemeClr val="dk1"/>
                </a:solidFill>
                <a:latin typeface="Arial"/>
                <a:ea typeface="Arial"/>
                <a:cs typeface="Arial"/>
                <a:sym typeface="Arial"/>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3813" name="Google Shape;3813;g38b88470f6c_3_2632"/>
          <p:cNvSpPr txBox="1"/>
          <p:nvPr/>
        </p:nvSpPr>
        <p:spPr>
          <a:xfrm>
            <a:off x="9349215" y="2903356"/>
            <a:ext cx="2641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checkup</a:t>
            </a:r>
            <a:endParaRPr b="0" i="0" sz="1400" u="none" cap="none" strike="noStrike">
              <a:solidFill>
                <a:srgbClr val="000000"/>
              </a:solidFill>
              <a:latin typeface="Arial"/>
              <a:ea typeface="Arial"/>
              <a:cs typeface="Arial"/>
              <a:sym typeface="Arial"/>
            </a:endParaRPr>
          </a:p>
        </p:txBody>
      </p:sp>
      <p:sp>
        <p:nvSpPr>
          <p:cNvPr id="3814" name="Google Shape;3814;g38b88470f6c_3_2632"/>
          <p:cNvSpPr txBox="1"/>
          <p:nvPr/>
        </p:nvSpPr>
        <p:spPr>
          <a:xfrm>
            <a:off x="9349215" y="3919146"/>
            <a:ext cx="2641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F3F3F"/>
                </a:solidFill>
                <a:latin typeface="Arial"/>
                <a:ea typeface="Arial"/>
                <a:cs typeface="Arial"/>
                <a:sym typeface="Arial"/>
              </a:rPr>
              <a:t>Content</a:t>
            </a:r>
            <a:endParaRPr b="0" i="0" sz="1400" u="none" cap="none" strike="noStrike">
              <a:solidFill>
                <a:srgbClr val="000000"/>
              </a:solidFill>
              <a:latin typeface="Arial"/>
              <a:ea typeface="Arial"/>
              <a:cs typeface="Arial"/>
              <a:sym typeface="Arial"/>
            </a:endParaRPr>
          </a:p>
        </p:txBody>
      </p:sp>
      <p:pic>
        <p:nvPicPr>
          <p:cNvPr id="3815" name="Google Shape;3815;g38b88470f6c_3_2632"/>
          <p:cNvPicPr preferRelativeResize="0"/>
          <p:nvPr/>
        </p:nvPicPr>
        <p:blipFill rotWithShape="1">
          <a:blip r:embed="rId5">
            <a:alphaModFix/>
          </a:blip>
          <a:srcRect b="0" l="0" r="0" t="0"/>
          <a:stretch/>
        </p:blipFill>
        <p:spPr>
          <a:xfrm>
            <a:off x="1466850" y="5034322"/>
            <a:ext cx="9105900" cy="1826834"/>
          </a:xfrm>
          <a:prstGeom prst="rect">
            <a:avLst/>
          </a:prstGeom>
          <a:noFill/>
          <a:ln>
            <a:noFill/>
          </a:ln>
        </p:spPr>
      </p:pic>
      <p:pic>
        <p:nvPicPr>
          <p:cNvPr id="3816" name="Google Shape;3816;g38b88470f6c_3_2632"/>
          <p:cNvPicPr preferRelativeResize="0"/>
          <p:nvPr/>
        </p:nvPicPr>
        <p:blipFill rotWithShape="1">
          <a:blip r:embed="rId6">
            <a:alphaModFix/>
          </a:blip>
          <a:srcRect b="0" l="0" r="0" t="0"/>
          <a:stretch/>
        </p:blipFill>
        <p:spPr>
          <a:xfrm>
            <a:off x="10941019" y="229761"/>
            <a:ext cx="996981" cy="73307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795"/>
                                        </p:tgtEl>
                                        <p:attrNameLst>
                                          <p:attrName>style.visibility</p:attrName>
                                        </p:attrNameLst>
                                      </p:cBhvr>
                                      <p:to>
                                        <p:strVal val="visible"/>
                                      </p:to>
                                    </p:set>
                                    <p:anim calcmode="lin" valueType="num">
                                      <p:cBhvr additive="base">
                                        <p:cTn dur="500"/>
                                        <p:tgtEl>
                                          <p:spTgt spid="3795"/>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794"/>
                                        </p:tgtEl>
                                        <p:attrNameLst>
                                          <p:attrName>style.visibility</p:attrName>
                                        </p:attrNameLst>
                                      </p:cBhvr>
                                      <p:to>
                                        <p:strVal val="visible"/>
                                      </p:to>
                                    </p:set>
                                    <p:animEffect filter="fade" transition="in">
                                      <p:cBhvr>
                                        <p:cTn dur="500"/>
                                        <p:tgtEl>
                                          <p:spTgt spid="379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96">
                                            <p:txEl>
                                              <p:pRg end="0" st="0"/>
                                            </p:txEl>
                                          </p:spTgt>
                                        </p:tgtEl>
                                        <p:attrNameLst>
                                          <p:attrName>style.visibility</p:attrName>
                                        </p:attrNameLst>
                                      </p:cBhvr>
                                      <p:to>
                                        <p:strVal val="visible"/>
                                      </p:to>
                                    </p:set>
                                    <p:animEffect filter="fade" transition="in">
                                      <p:cBhvr>
                                        <p:cTn dur="500"/>
                                        <p:tgtEl>
                                          <p:spTgt spid="37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9"/>
                                        </p:tgtEl>
                                        <p:attrNameLst>
                                          <p:attrName>style.visibility</p:attrName>
                                        </p:attrNameLst>
                                      </p:cBhvr>
                                      <p:to>
                                        <p:strVal val="visible"/>
                                      </p:to>
                                    </p:set>
                                    <p:animEffect filter="fade" transition="in">
                                      <p:cBhvr>
                                        <p:cTn dur="500"/>
                                        <p:tgtEl>
                                          <p:spTgt spid="3799"/>
                                        </p:tgtEl>
                                      </p:cBhvr>
                                    </p:animEffect>
                                  </p:childTnLst>
                                </p:cTn>
                              </p:par>
                              <p:par>
                                <p:cTn fill="hold" nodeType="withEffect" presetClass="entr" presetID="10" presetSubtype="0">
                                  <p:stCondLst>
                                    <p:cond delay="0"/>
                                  </p:stCondLst>
                                  <p:childTnLst>
                                    <p:set>
                                      <p:cBhvr>
                                        <p:cTn dur="1" fill="hold">
                                          <p:stCondLst>
                                            <p:cond delay="0"/>
                                          </p:stCondLst>
                                        </p:cTn>
                                        <p:tgtEl>
                                          <p:spTgt spid="3802"/>
                                        </p:tgtEl>
                                        <p:attrNameLst>
                                          <p:attrName>style.visibility</p:attrName>
                                        </p:attrNameLst>
                                      </p:cBhvr>
                                      <p:to>
                                        <p:strVal val="visible"/>
                                      </p:to>
                                    </p:set>
                                    <p:animEffect filter="fade" transition="in">
                                      <p:cBhvr>
                                        <p:cTn dur="1750"/>
                                        <p:tgtEl>
                                          <p:spTgt spid="3802"/>
                                        </p:tgtEl>
                                      </p:cBhvr>
                                    </p:animEffect>
                                  </p:childTnLst>
                                </p:cTn>
                              </p:par>
                              <p:par>
                                <p:cTn fill="hold" nodeType="withEffect" presetClass="entr" presetID="10" presetSubtype="0">
                                  <p:stCondLst>
                                    <p:cond delay="400"/>
                                  </p:stCondLst>
                                  <p:childTnLst>
                                    <p:set>
                                      <p:cBhvr>
                                        <p:cTn dur="1" fill="hold">
                                          <p:stCondLst>
                                            <p:cond delay="0"/>
                                          </p:stCondLst>
                                        </p:cTn>
                                        <p:tgtEl>
                                          <p:spTgt spid="3797"/>
                                        </p:tgtEl>
                                        <p:attrNameLst>
                                          <p:attrName>style.visibility</p:attrName>
                                        </p:attrNameLst>
                                      </p:cBhvr>
                                      <p:to>
                                        <p:strVal val="visible"/>
                                      </p:to>
                                    </p:set>
                                    <p:animEffect filter="fade" transition="in">
                                      <p:cBhvr>
                                        <p:cTn dur="200"/>
                                        <p:tgtEl>
                                          <p:spTgt spid="3797"/>
                                        </p:tgtEl>
                                      </p:cBhvr>
                                    </p:animEffect>
                                  </p:childTnLst>
                                </p:cTn>
                              </p:par>
                              <p:par>
                                <p:cTn fill="hold" nodeType="withEffect" presetClass="entr" presetID="10" presetSubtype="0">
                                  <p:stCondLst>
                                    <p:cond delay="400"/>
                                  </p:stCondLst>
                                  <p:childTnLst>
                                    <p:set>
                                      <p:cBhvr>
                                        <p:cTn dur="1" fill="hold">
                                          <p:stCondLst>
                                            <p:cond delay="0"/>
                                          </p:stCondLst>
                                        </p:cTn>
                                        <p:tgtEl>
                                          <p:spTgt spid="3810"/>
                                        </p:tgtEl>
                                        <p:attrNameLst>
                                          <p:attrName>style.visibility</p:attrName>
                                        </p:attrNameLst>
                                      </p:cBhvr>
                                      <p:to>
                                        <p:strVal val="visible"/>
                                      </p:to>
                                    </p:set>
                                    <p:animEffect filter="fade" transition="in">
                                      <p:cBhvr>
                                        <p:cTn dur="200"/>
                                        <p:tgtEl>
                                          <p:spTgt spid="38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0"/>
                                        </p:tgtEl>
                                        <p:attrNameLst>
                                          <p:attrName>style.visibility</p:attrName>
                                        </p:attrNameLst>
                                      </p:cBhvr>
                                      <p:to>
                                        <p:strVal val="visible"/>
                                      </p:to>
                                    </p:set>
                                    <p:animEffect filter="fade" transition="in">
                                      <p:cBhvr>
                                        <p:cTn dur="500"/>
                                        <p:tgtEl>
                                          <p:spTgt spid="3800"/>
                                        </p:tgtEl>
                                      </p:cBhvr>
                                    </p:animEffect>
                                  </p:childTnLst>
                                </p:cTn>
                              </p:par>
                              <p:par>
                                <p:cTn fill="hold" nodeType="withEffect" presetClass="entr" presetID="10" presetSubtype="0">
                                  <p:stCondLst>
                                    <p:cond delay="0"/>
                                  </p:stCondLst>
                                  <p:childTnLst>
                                    <p:set>
                                      <p:cBhvr>
                                        <p:cTn dur="1" fill="hold">
                                          <p:stCondLst>
                                            <p:cond delay="0"/>
                                          </p:stCondLst>
                                        </p:cTn>
                                        <p:tgtEl>
                                          <p:spTgt spid="3803"/>
                                        </p:tgtEl>
                                        <p:attrNameLst>
                                          <p:attrName>style.visibility</p:attrName>
                                        </p:attrNameLst>
                                      </p:cBhvr>
                                      <p:to>
                                        <p:strVal val="visible"/>
                                      </p:to>
                                    </p:set>
                                    <p:animEffect filter="fade" transition="in">
                                      <p:cBhvr>
                                        <p:cTn dur="1750"/>
                                        <p:tgtEl>
                                          <p:spTgt spid="3803"/>
                                        </p:tgtEl>
                                      </p:cBhvr>
                                    </p:animEffect>
                                  </p:childTnLst>
                                </p:cTn>
                              </p:par>
                              <p:par>
                                <p:cTn fill="hold" nodeType="withEffect" presetClass="entr" presetID="10" presetSubtype="0">
                                  <p:stCondLst>
                                    <p:cond delay="500"/>
                                  </p:stCondLst>
                                  <p:childTnLst>
                                    <p:set>
                                      <p:cBhvr>
                                        <p:cTn dur="1" fill="hold">
                                          <p:stCondLst>
                                            <p:cond delay="0"/>
                                          </p:stCondLst>
                                        </p:cTn>
                                        <p:tgtEl>
                                          <p:spTgt spid="3798"/>
                                        </p:tgtEl>
                                        <p:attrNameLst>
                                          <p:attrName>style.visibility</p:attrName>
                                        </p:attrNameLst>
                                      </p:cBhvr>
                                      <p:to>
                                        <p:strVal val="visible"/>
                                      </p:to>
                                    </p:set>
                                    <p:animEffect filter="fade" transition="in">
                                      <p:cBhvr>
                                        <p:cTn dur="500"/>
                                        <p:tgtEl>
                                          <p:spTgt spid="3798"/>
                                        </p:tgtEl>
                                      </p:cBhvr>
                                    </p:animEffect>
                                  </p:childTnLst>
                                </p:cTn>
                              </p:par>
                              <p:par>
                                <p:cTn fill="hold" nodeType="withEffect" presetClass="entr" presetID="10" presetSubtype="0">
                                  <p:stCondLst>
                                    <p:cond delay="500"/>
                                  </p:stCondLst>
                                  <p:childTnLst>
                                    <p:set>
                                      <p:cBhvr>
                                        <p:cTn dur="1" fill="hold">
                                          <p:stCondLst>
                                            <p:cond delay="0"/>
                                          </p:stCondLst>
                                        </p:cTn>
                                        <p:tgtEl>
                                          <p:spTgt spid="3811"/>
                                        </p:tgtEl>
                                        <p:attrNameLst>
                                          <p:attrName>style.visibility</p:attrName>
                                        </p:attrNameLst>
                                      </p:cBhvr>
                                      <p:to>
                                        <p:strVal val="visible"/>
                                      </p:to>
                                    </p:set>
                                    <p:animEffect filter="fade" transition="in">
                                      <p:cBhvr>
                                        <p:cTn dur="500"/>
                                        <p:tgtEl>
                                          <p:spTgt spid="38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1"/>
                                        </p:tgtEl>
                                        <p:attrNameLst>
                                          <p:attrName>style.visibility</p:attrName>
                                        </p:attrNameLst>
                                      </p:cBhvr>
                                      <p:to>
                                        <p:strVal val="visible"/>
                                      </p:to>
                                    </p:set>
                                    <p:animEffect filter="fade" transition="in">
                                      <p:cBhvr>
                                        <p:cTn dur="500"/>
                                        <p:tgtEl>
                                          <p:spTgt spid="3801"/>
                                        </p:tgtEl>
                                      </p:cBhvr>
                                    </p:animEffect>
                                  </p:childTnLst>
                                </p:cTn>
                              </p:par>
                              <p:par>
                                <p:cTn fill="hold" nodeType="withEffect" presetClass="entr" presetID="10" presetSubtype="0">
                                  <p:stCondLst>
                                    <p:cond delay="0"/>
                                  </p:stCondLst>
                                  <p:childTnLst>
                                    <p:set>
                                      <p:cBhvr>
                                        <p:cTn dur="1" fill="hold">
                                          <p:stCondLst>
                                            <p:cond delay="0"/>
                                          </p:stCondLst>
                                        </p:cTn>
                                        <p:tgtEl>
                                          <p:spTgt spid="3804"/>
                                        </p:tgtEl>
                                        <p:attrNameLst>
                                          <p:attrName>style.visibility</p:attrName>
                                        </p:attrNameLst>
                                      </p:cBhvr>
                                      <p:to>
                                        <p:strVal val="visible"/>
                                      </p:to>
                                    </p:set>
                                    <p:animEffect filter="fade" transition="in">
                                      <p:cBhvr>
                                        <p:cTn dur="1750"/>
                                        <p:tgtEl>
                                          <p:spTgt spid="3804"/>
                                        </p:tgtEl>
                                      </p:cBhvr>
                                    </p:animEffect>
                                  </p:childTnLst>
                                </p:cTn>
                              </p:par>
                              <p:par>
                                <p:cTn fill="hold" nodeType="withEffect" presetClass="entr" presetID="10" presetSubtype="0">
                                  <p:stCondLst>
                                    <p:cond delay="0"/>
                                  </p:stCondLst>
                                  <p:childTnLst>
                                    <p:set>
                                      <p:cBhvr>
                                        <p:cTn dur="1" fill="hold">
                                          <p:stCondLst>
                                            <p:cond delay="0"/>
                                          </p:stCondLst>
                                        </p:cTn>
                                        <p:tgtEl>
                                          <p:spTgt spid="3812"/>
                                        </p:tgtEl>
                                        <p:attrNameLst>
                                          <p:attrName>style.visibility</p:attrName>
                                        </p:attrNameLst>
                                      </p:cBhvr>
                                      <p:to>
                                        <p:strVal val="visible"/>
                                      </p:to>
                                    </p:set>
                                    <p:animEffect filter="fade" transition="in">
                                      <p:cBhvr>
                                        <p:cTn dur="100"/>
                                        <p:tgtEl>
                                          <p:spTgt spid="3812"/>
                                        </p:tgtEl>
                                      </p:cBhvr>
                                    </p:animEffect>
                                  </p:childTnLst>
                                </p:cTn>
                              </p:par>
                              <p:par>
                                <p:cTn fill="hold" nodeType="withEffect" presetClass="entr" presetID="2" presetSubtype="2">
                                  <p:stCondLst>
                                    <p:cond delay="0"/>
                                  </p:stCondLst>
                                  <p:childTnLst>
                                    <p:set>
                                      <p:cBhvr>
                                        <p:cTn dur="1" fill="hold">
                                          <p:stCondLst>
                                            <p:cond delay="0"/>
                                          </p:stCondLst>
                                        </p:cTn>
                                        <p:tgtEl>
                                          <p:spTgt spid="3805"/>
                                        </p:tgtEl>
                                        <p:attrNameLst>
                                          <p:attrName>style.visibility</p:attrName>
                                        </p:attrNameLst>
                                      </p:cBhvr>
                                      <p:to>
                                        <p:strVal val="visible"/>
                                      </p:to>
                                    </p:set>
                                    <p:anim calcmode="lin" valueType="num">
                                      <p:cBhvr additive="base">
                                        <p:cTn dur="500"/>
                                        <p:tgtEl>
                                          <p:spTgt spid="380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813"/>
                                        </p:tgtEl>
                                        <p:attrNameLst>
                                          <p:attrName>style.visibility</p:attrName>
                                        </p:attrNameLst>
                                      </p:cBhvr>
                                      <p:to>
                                        <p:strVal val="visible"/>
                                      </p:to>
                                    </p:set>
                                    <p:anim calcmode="lin" valueType="num">
                                      <p:cBhvr additive="base">
                                        <p:cTn dur="500"/>
                                        <p:tgtEl>
                                          <p:spTgt spid="381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814"/>
                                        </p:tgtEl>
                                        <p:attrNameLst>
                                          <p:attrName>style.visibility</p:attrName>
                                        </p:attrNameLst>
                                      </p:cBhvr>
                                      <p:to>
                                        <p:strVal val="visible"/>
                                      </p:to>
                                    </p:set>
                                    <p:anim calcmode="lin" valueType="num">
                                      <p:cBhvr additive="base">
                                        <p:cTn dur="500"/>
                                        <p:tgtEl>
                                          <p:spTgt spid="381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me2">
  <p:cSld name="Home2">
    <p:spTree>
      <p:nvGrpSpPr>
        <p:cNvPr id="3817" name="Shape 3817"/>
        <p:cNvGrpSpPr/>
        <p:nvPr/>
      </p:nvGrpSpPr>
      <p:grpSpPr>
        <a:xfrm>
          <a:off x="0" y="0"/>
          <a:ext cx="0" cy="0"/>
          <a:chOff x="0" y="0"/>
          <a:chExt cx="0" cy="0"/>
        </a:xfrm>
      </p:grpSpPr>
      <p:sp>
        <p:nvSpPr>
          <p:cNvPr id="3818" name="Google Shape;3818;g38b88470f6c_3_2656"/>
          <p:cNvSpPr/>
          <p:nvPr/>
        </p:nvSpPr>
        <p:spPr>
          <a:xfrm>
            <a:off x="4560889" y="6313235"/>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19" name="Google Shape;3819;g38b88470f6c_3_2656"/>
          <p:cNvSpPr/>
          <p:nvPr/>
        </p:nvSpPr>
        <p:spPr>
          <a:xfrm>
            <a:off x="3409950" y="1171203"/>
            <a:ext cx="5370912" cy="5282593"/>
          </a:xfrm>
          <a:custGeom>
            <a:rect b="b" l="l" r="r" t="t"/>
            <a:pathLst>
              <a:path extrusionOk="0" h="2898542" w="3320502">
                <a:moveTo>
                  <a:pt x="0" y="0"/>
                </a:moveTo>
                <a:lnTo>
                  <a:pt x="3320502" y="9292"/>
                </a:lnTo>
                <a:lnTo>
                  <a:pt x="2545056" y="2898542"/>
                </a:lnTo>
                <a:lnTo>
                  <a:pt x="801981" y="2898542"/>
                </a:lnTo>
                <a:lnTo>
                  <a:pt x="0" y="0"/>
                </a:lnTo>
                <a:close/>
              </a:path>
            </a:pathLst>
          </a:custGeom>
          <a:gradFill>
            <a:gsLst>
              <a:gs pos="0">
                <a:srgbClr val="F1FEFE">
                  <a:alpha val="0"/>
                </a:srgbClr>
              </a:gs>
              <a:gs pos="100000">
                <a:srgbClr val="05FDFF">
                  <a:alpha val="47059"/>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20" name="Google Shape;3820;g38b88470f6c_3_2656"/>
          <p:cNvSpPr/>
          <p:nvPr/>
        </p:nvSpPr>
        <p:spPr>
          <a:xfrm>
            <a:off x="3270250" y="2046935"/>
            <a:ext cx="5653155" cy="4442016"/>
          </a:xfrm>
          <a:custGeom>
            <a:rect b="b" l="l" r="r" t="t"/>
            <a:pathLst>
              <a:path extrusionOk="0" h="2898542" w="3320502">
                <a:moveTo>
                  <a:pt x="0" y="0"/>
                </a:moveTo>
                <a:lnTo>
                  <a:pt x="3320502" y="9292"/>
                </a:lnTo>
                <a:lnTo>
                  <a:pt x="2545056" y="2898542"/>
                </a:lnTo>
                <a:lnTo>
                  <a:pt x="801981" y="2898542"/>
                </a:lnTo>
                <a:lnTo>
                  <a:pt x="0" y="0"/>
                </a:lnTo>
                <a:close/>
              </a:path>
            </a:pathLst>
          </a:custGeom>
          <a:gradFill>
            <a:gsLst>
              <a:gs pos="0">
                <a:srgbClr val="F1FEFE">
                  <a:alpha val="0"/>
                </a:srgbClr>
              </a:gs>
              <a:gs pos="100000">
                <a:srgbClr val="05FDFF">
                  <a:alpha val="47059"/>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21" name="Google Shape;3821;g38b88470f6c_3_2656"/>
          <p:cNvSpPr txBox="1"/>
          <p:nvPr>
            <p:ph idx="1" type="body"/>
          </p:nvPr>
        </p:nvSpPr>
        <p:spPr>
          <a:xfrm>
            <a:off x="261144" y="4876800"/>
            <a:ext cx="4230000" cy="1717500"/>
          </a:xfrm>
          <a:prstGeom prst="rect">
            <a:avLst/>
          </a:prstGeom>
          <a:noFill/>
          <a:ln>
            <a:noFill/>
          </a:ln>
        </p:spPr>
        <p:txBody>
          <a:bodyPr anchorCtr="0" anchor="b" bIns="45700" lIns="91425" spcFirstLastPara="1" rIns="91425" wrap="square" tIns="45700">
            <a:noAutofit/>
          </a:bodyPr>
          <a:lstStyle>
            <a:lvl1pPr indent="-304800" lvl="0" marL="457200" marR="0" algn="l">
              <a:lnSpc>
                <a:spcPct val="100000"/>
              </a:lnSpc>
              <a:spcBef>
                <a:spcPts val="0"/>
              </a:spcBef>
              <a:spcAft>
                <a:spcPts val="0"/>
              </a:spcAft>
              <a:buClr>
                <a:srgbClr val="05FDFF"/>
              </a:buClr>
              <a:buSzPts val="1200"/>
              <a:buFont typeface="Arial"/>
              <a:buChar char="•"/>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822" name="Google Shape;3822;g38b88470f6c_3_2656"/>
          <p:cNvSpPr/>
          <p:nvPr>
            <p:ph idx="2" type="pic"/>
          </p:nvPr>
        </p:nvSpPr>
        <p:spPr>
          <a:xfrm>
            <a:off x="5034756" y="2505468"/>
            <a:ext cx="2122500" cy="2090700"/>
          </a:xfrm>
          <a:prstGeom prst="ellipse">
            <a:avLst/>
          </a:prstGeom>
          <a:noFill/>
          <a:ln>
            <a:noFill/>
          </a:ln>
        </p:spPr>
      </p:sp>
      <p:sp>
        <p:nvSpPr>
          <p:cNvPr id="3823" name="Google Shape;3823;g38b88470f6c_3_2656"/>
          <p:cNvSpPr txBox="1"/>
          <p:nvPr/>
        </p:nvSpPr>
        <p:spPr>
          <a:xfrm>
            <a:off x="9548930" y="263563"/>
            <a:ext cx="2937900" cy="40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1600"/>
              <a:buFont typeface="Arial"/>
              <a:buNone/>
            </a:pPr>
            <a:r>
              <a:rPr b="0" i="0" lang="en-US" sz="1600" u="none" cap="none" strike="noStrike">
                <a:solidFill>
                  <a:srgbClr val="F2F2F2"/>
                </a:solidFill>
                <a:latin typeface="Kdam Thmor Pro"/>
                <a:ea typeface="Kdam Thmor Pro"/>
                <a:cs typeface="Kdam Thmor Pro"/>
                <a:sym typeface="Kdam Thmor Pro"/>
              </a:rPr>
              <a:t>Module</a:t>
            </a:r>
            <a:r>
              <a:rPr b="0" i="0" lang="en-US" sz="1600" u="none" cap="none" strike="noStrike">
                <a:solidFill>
                  <a:srgbClr val="05FDFF"/>
                </a:solidFill>
                <a:latin typeface="Kdam Thmor Pro"/>
                <a:ea typeface="Kdam Thmor Pro"/>
                <a:cs typeface="Kdam Thmor Pro"/>
                <a:sym typeface="Kdam Thmor Pro"/>
              </a:rPr>
              <a:t>    </a:t>
            </a:r>
            <a:r>
              <a:rPr b="0" i="0" lang="en-US" sz="1600" u="none" cap="none" strike="noStrike">
                <a:solidFill>
                  <a:srgbClr val="F2F2F2"/>
                </a:solidFill>
                <a:latin typeface="Kdam Thmor Pro"/>
                <a:ea typeface="Kdam Thmor Pro"/>
                <a:cs typeface="Kdam Thmor Pro"/>
                <a:sym typeface="Kdam Thmor Pro"/>
              </a:rPr>
              <a:t>Unit</a:t>
            </a:r>
            <a:r>
              <a:rPr b="0" i="0" lang="en-US" sz="1600" u="none" cap="none" strike="noStrike">
                <a:solidFill>
                  <a:srgbClr val="05FDFF"/>
                </a:solidFill>
                <a:latin typeface="Kdam Thmor Pro"/>
                <a:ea typeface="Kdam Thmor Pro"/>
                <a:cs typeface="Kdam Thmor Pro"/>
                <a:sym typeface="Kdam Thmor Pro"/>
              </a:rPr>
              <a:t>    </a:t>
            </a:r>
            <a:r>
              <a:rPr b="0" i="0" lang="en-US" sz="1600" u="none" cap="none" strike="noStrike">
                <a:solidFill>
                  <a:srgbClr val="F2F2F2"/>
                </a:solidFill>
                <a:latin typeface="Kdam Thmor Pro"/>
                <a:ea typeface="Kdam Thmor Pro"/>
                <a:cs typeface="Kdam Thmor Pro"/>
                <a:sym typeface="Kdam Thmor Pro"/>
              </a:rPr>
              <a:t>lesson  </a:t>
            </a:r>
            <a:endParaRPr b="0" i="0" sz="2400" u="none" cap="none" strike="noStrike">
              <a:solidFill>
                <a:srgbClr val="FFFFFF"/>
              </a:solidFill>
              <a:latin typeface="Kdam Thmor Pro"/>
              <a:ea typeface="Kdam Thmor Pro"/>
              <a:cs typeface="Kdam Thmor Pro"/>
              <a:sym typeface="Kdam Thmor Pro"/>
            </a:endParaRPr>
          </a:p>
        </p:txBody>
      </p:sp>
      <p:sp>
        <p:nvSpPr>
          <p:cNvPr id="3824" name="Google Shape;3824;g38b88470f6c_3_2656"/>
          <p:cNvSpPr txBox="1"/>
          <p:nvPr>
            <p:ph idx="3" type="body"/>
          </p:nvPr>
        </p:nvSpPr>
        <p:spPr>
          <a:xfrm>
            <a:off x="6972371" y="703615"/>
            <a:ext cx="4914900" cy="9729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825" name="Google Shape;3825;g38b88470f6c_3_2656"/>
          <p:cNvSpPr txBox="1"/>
          <p:nvPr>
            <p:ph idx="4" type="body"/>
          </p:nvPr>
        </p:nvSpPr>
        <p:spPr>
          <a:xfrm>
            <a:off x="10263304" y="244152"/>
            <a:ext cx="294600" cy="302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826" name="Google Shape;3826;g38b88470f6c_3_2656"/>
          <p:cNvSpPr txBox="1"/>
          <p:nvPr>
            <p:ph idx="5" type="body"/>
          </p:nvPr>
        </p:nvSpPr>
        <p:spPr>
          <a:xfrm>
            <a:off x="10850679" y="244152"/>
            <a:ext cx="294600" cy="302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827" name="Google Shape;3827;g38b88470f6c_3_2656"/>
          <p:cNvSpPr txBox="1"/>
          <p:nvPr>
            <p:ph idx="6" type="body"/>
          </p:nvPr>
        </p:nvSpPr>
        <p:spPr>
          <a:xfrm>
            <a:off x="11642808" y="244152"/>
            <a:ext cx="483600" cy="302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18"/>
                                        </p:tgtEl>
                                        <p:attrNameLst>
                                          <p:attrName>style.visibility</p:attrName>
                                        </p:attrNameLst>
                                      </p:cBhvr>
                                      <p:to>
                                        <p:strVal val="visible"/>
                                      </p:to>
                                    </p:set>
                                    <p:animEffect filter="fade" transition="in">
                                      <p:cBhvr>
                                        <p:cTn dur="2000"/>
                                        <p:tgtEl>
                                          <p:spTgt spid="381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819"/>
                                        </p:tgtEl>
                                        <p:attrNameLst>
                                          <p:attrName>style.visibility</p:attrName>
                                        </p:attrNameLst>
                                      </p:cBhvr>
                                      <p:to>
                                        <p:strVal val="visible"/>
                                      </p:to>
                                    </p:set>
                                    <p:animEffect filter="fade" transition="in">
                                      <p:cBhvr>
                                        <p:cTn dur="500"/>
                                        <p:tgtEl>
                                          <p:spTgt spid="3819"/>
                                        </p:tgtEl>
                                      </p:cBhvr>
                                    </p:animEffect>
                                  </p:childTnLst>
                                </p:cTn>
                              </p:par>
                              <p:par>
                                <p:cTn fill="hold" nodeType="withEffect" presetClass="entr" presetID="10" presetSubtype="0">
                                  <p:stCondLst>
                                    <p:cond delay="0"/>
                                  </p:stCondLst>
                                  <p:childTnLst>
                                    <p:set>
                                      <p:cBhvr>
                                        <p:cTn dur="1" fill="hold">
                                          <p:stCondLst>
                                            <p:cond delay="0"/>
                                          </p:stCondLst>
                                        </p:cTn>
                                        <p:tgtEl>
                                          <p:spTgt spid="3820"/>
                                        </p:tgtEl>
                                        <p:attrNameLst>
                                          <p:attrName>style.visibility</p:attrName>
                                        </p:attrNameLst>
                                      </p:cBhvr>
                                      <p:to>
                                        <p:strVal val="visible"/>
                                      </p:to>
                                    </p:set>
                                    <p:animEffect filter="fade" transition="in">
                                      <p:cBhvr>
                                        <p:cTn dur="500"/>
                                        <p:tgtEl>
                                          <p:spTgt spid="38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2"/>
                                        </p:tgtEl>
                                        <p:attrNameLst>
                                          <p:attrName>style.visibility</p:attrName>
                                        </p:attrNameLst>
                                      </p:cBhvr>
                                      <p:to>
                                        <p:strVal val="visible"/>
                                      </p:to>
                                    </p:set>
                                    <p:animEffect filter="fade" transition="in">
                                      <p:cBhvr>
                                        <p:cTn dur="500"/>
                                        <p:tgtEl>
                                          <p:spTgt spid="38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1">
                                            <p:txEl>
                                              <p:pRg end="0" st="0"/>
                                            </p:txEl>
                                          </p:spTgt>
                                        </p:tgtEl>
                                        <p:attrNameLst>
                                          <p:attrName>style.visibility</p:attrName>
                                        </p:attrNameLst>
                                      </p:cBhvr>
                                      <p:to>
                                        <p:strVal val="visible"/>
                                      </p:to>
                                    </p:set>
                                    <p:animEffect filter="fade" transition="in">
                                      <p:cBhvr>
                                        <p:cTn dur="500"/>
                                        <p:tgtEl>
                                          <p:spTgt spid="38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1">
                                            <p:txEl>
                                              <p:pRg end="1" st="1"/>
                                            </p:txEl>
                                          </p:spTgt>
                                        </p:tgtEl>
                                        <p:attrNameLst>
                                          <p:attrName>style.visibility</p:attrName>
                                        </p:attrNameLst>
                                      </p:cBhvr>
                                      <p:to>
                                        <p:strVal val="visible"/>
                                      </p:to>
                                    </p:set>
                                    <p:animEffect filter="fade" transition="in">
                                      <p:cBhvr>
                                        <p:cTn dur="500"/>
                                        <p:tgtEl>
                                          <p:spTgt spid="38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1">
                                            <p:txEl>
                                              <p:pRg end="2" st="2"/>
                                            </p:txEl>
                                          </p:spTgt>
                                        </p:tgtEl>
                                        <p:attrNameLst>
                                          <p:attrName>style.visibility</p:attrName>
                                        </p:attrNameLst>
                                      </p:cBhvr>
                                      <p:to>
                                        <p:strVal val="visible"/>
                                      </p:to>
                                    </p:set>
                                    <p:animEffect filter="fade" transition="in">
                                      <p:cBhvr>
                                        <p:cTn dur="500"/>
                                        <p:tgtEl>
                                          <p:spTgt spid="38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1">
                                            <p:txEl>
                                              <p:pRg end="3" st="3"/>
                                            </p:txEl>
                                          </p:spTgt>
                                        </p:tgtEl>
                                        <p:attrNameLst>
                                          <p:attrName>style.visibility</p:attrName>
                                        </p:attrNameLst>
                                      </p:cBhvr>
                                      <p:to>
                                        <p:strVal val="visible"/>
                                      </p:to>
                                    </p:set>
                                    <p:animEffect filter="fade" transition="in">
                                      <p:cBhvr>
                                        <p:cTn dur="500"/>
                                        <p:tgtEl>
                                          <p:spTgt spid="38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1">
                                            <p:txEl>
                                              <p:pRg end="4" st="4"/>
                                            </p:txEl>
                                          </p:spTgt>
                                        </p:tgtEl>
                                        <p:attrNameLst>
                                          <p:attrName>style.visibility</p:attrName>
                                        </p:attrNameLst>
                                      </p:cBhvr>
                                      <p:to>
                                        <p:strVal val="visible"/>
                                      </p:to>
                                    </p:set>
                                    <p:animEffect filter="fade" transition="in">
                                      <p:cBhvr>
                                        <p:cTn dur="500"/>
                                        <p:tgtEl>
                                          <p:spTgt spid="382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1">
                                            <p:txEl>
                                              <p:pRg end="5" st="5"/>
                                            </p:txEl>
                                          </p:spTgt>
                                        </p:tgtEl>
                                        <p:attrNameLst>
                                          <p:attrName>style.visibility</p:attrName>
                                        </p:attrNameLst>
                                      </p:cBhvr>
                                      <p:to>
                                        <p:strVal val="visible"/>
                                      </p:to>
                                    </p:set>
                                    <p:animEffect filter="fade" transition="in">
                                      <p:cBhvr>
                                        <p:cTn dur="500"/>
                                        <p:tgtEl>
                                          <p:spTgt spid="382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1">
                                            <p:txEl>
                                              <p:pRg end="6" st="6"/>
                                            </p:txEl>
                                          </p:spTgt>
                                        </p:tgtEl>
                                        <p:attrNameLst>
                                          <p:attrName>style.visibility</p:attrName>
                                        </p:attrNameLst>
                                      </p:cBhvr>
                                      <p:to>
                                        <p:strVal val="visible"/>
                                      </p:to>
                                    </p:set>
                                    <p:animEffect filter="fade" transition="in">
                                      <p:cBhvr>
                                        <p:cTn dur="500"/>
                                        <p:tgtEl>
                                          <p:spTgt spid="382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1">
                                            <p:txEl>
                                              <p:pRg end="7" st="7"/>
                                            </p:txEl>
                                          </p:spTgt>
                                        </p:tgtEl>
                                        <p:attrNameLst>
                                          <p:attrName>style.visibility</p:attrName>
                                        </p:attrNameLst>
                                      </p:cBhvr>
                                      <p:to>
                                        <p:strVal val="visible"/>
                                      </p:to>
                                    </p:set>
                                    <p:animEffect filter="fade" transition="in">
                                      <p:cBhvr>
                                        <p:cTn dur="500"/>
                                        <p:tgtEl>
                                          <p:spTgt spid="382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1">
                                            <p:txEl>
                                              <p:pRg end="8" st="8"/>
                                            </p:txEl>
                                          </p:spTgt>
                                        </p:tgtEl>
                                        <p:attrNameLst>
                                          <p:attrName>style.visibility</p:attrName>
                                        </p:attrNameLst>
                                      </p:cBhvr>
                                      <p:to>
                                        <p:strVal val="visible"/>
                                      </p:to>
                                    </p:set>
                                    <p:animEffect filter="fade" transition="in">
                                      <p:cBhvr>
                                        <p:cTn dur="500"/>
                                        <p:tgtEl>
                                          <p:spTgt spid="3821">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ke section">
  <p:cSld name="Make section">
    <p:spTree>
      <p:nvGrpSpPr>
        <p:cNvPr id="3828" name="Shape 3828"/>
        <p:cNvGrpSpPr/>
        <p:nvPr/>
      </p:nvGrpSpPr>
      <p:grpSpPr>
        <a:xfrm>
          <a:off x="0" y="0"/>
          <a:ext cx="0" cy="0"/>
          <a:chOff x="0" y="0"/>
          <a:chExt cx="0" cy="0"/>
        </a:xfrm>
      </p:grpSpPr>
      <p:sp>
        <p:nvSpPr>
          <p:cNvPr id="3829" name="Google Shape;3829;g38b88470f6c_3_2667"/>
          <p:cNvSpPr txBox="1"/>
          <p:nvPr/>
        </p:nvSpPr>
        <p:spPr>
          <a:xfrm>
            <a:off x="866153" y="1083922"/>
            <a:ext cx="2013300" cy="60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4400"/>
              <a:buFont typeface="Arial"/>
              <a:buNone/>
            </a:pPr>
            <a:r>
              <a:rPr b="0" i="0" lang="en-US" sz="4400" u="none" cap="none" strike="noStrike">
                <a:solidFill>
                  <a:srgbClr val="FFFFFF"/>
                </a:solidFill>
                <a:latin typeface="Kdam Thmor Pro"/>
                <a:ea typeface="Kdam Thmor Pro"/>
                <a:cs typeface="Kdam Thmor Pro"/>
                <a:sym typeface="Kdam Thmor Pro"/>
              </a:rPr>
              <a:t>Make</a:t>
            </a:r>
            <a:endParaRPr b="0" i="0" sz="1400" u="none" cap="none" strike="noStrike">
              <a:solidFill>
                <a:srgbClr val="000000"/>
              </a:solidFill>
              <a:latin typeface="Arial"/>
              <a:ea typeface="Arial"/>
              <a:cs typeface="Arial"/>
              <a:sym typeface="Arial"/>
            </a:endParaRPr>
          </a:p>
        </p:txBody>
      </p:sp>
      <p:grpSp>
        <p:nvGrpSpPr>
          <p:cNvPr id="3830" name="Google Shape;3830;g38b88470f6c_3_2667"/>
          <p:cNvGrpSpPr/>
          <p:nvPr/>
        </p:nvGrpSpPr>
        <p:grpSpPr>
          <a:xfrm>
            <a:off x="-86305" y="232839"/>
            <a:ext cx="2794159" cy="390024"/>
            <a:chOff x="948349" y="814223"/>
            <a:chExt cx="2794159" cy="390024"/>
          </a:xfrm>
        </p:grpSpPr>
        <p:sp>
          <p:nvSpPr>
            <p:cNvPr id="3831" name="Google Shape;3831;g38b88470f6c_3_2667"/>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32" name="Google Shape;3832;g38b88470f6c_3_2667"/>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3833" name="Google Shape;3833;g38b88470f6c_3_2667"/>
          <p:cNvGrpSpPr/>
          <p:nvPr/>
        </p:nvGrpSpPr>
        <p:grpSpPr>
          <a:xfrm flipH="1" rot="10800000">
            <a:off x="-86305" y="1933581"/>
            <a:ext cx="2794159" cy="390024"/>
            <a:chOff x="948349" y="814223"/>
            <a:chExt cx="2794159" cy="390024"/>
          </a:xfrm>
        </p:grpSpPr>
        <p:sp>
          <p:nvSpPr>
            <p:cNvPr id="3834" name="Google Shape;3834;g38b88470f6c_3_2667"/>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35" name="Google Shape;3835;g38b88470f6c_3_2667"/>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836" name="Google Shape;3836;g38b88470f6c_3_2667"/>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37" name="Google Shape;3837;g38b88470f6c_3_2667"/>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38" name="Google Shape;3838;g38b88470f6c_3_2667"/>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39" name="Google Shape;3839;g38b88470f6c_3_2667"/>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40" name="Google Shape;3840;g38b88470f6c_3_2667"/>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41" name="Google Shape;3841;g38b88470f6c_3_2667"/>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30"/>
                                        </p:tgtEl>
                                        <p:attrNameLst>
                                          <p:attrName>style.visibility</p:attrName>
                                        </p:attrNameLst>
                                      </p:cBhvr>
                                      <p:to>
                                        <p:strVal val="visible"/>
                                      </p:to>
                                    </p:set>
                                    <p:animEffect filter="fade" transition="in">
                                      <p:cBhvr>
                                        <p:cTn dur="500"/>
                                        <p:tgtEl>
                                          <p:spTgt spid="3830"/>
                                        </p:tgtEl>
                                      </p:cBhvr>
                                    </p:animEffect>
                                  </p:childTnLst>
                                </p:cTn>
                              </p:par>
                              <p:par>
                                <p:cTn fill="hold" nodeType="withEffect" presetClass="entr" presetID="10" presetSubtype="0">
                                  <p:stCondLst>
                                    <p:cond delay="0"/>
                                  </p:stCondLst>
                                  <p:childTnLst>
                                    <p:set>
                                      <p:cBhvr>
                                        <p:cTn dur="1" fill="hold">
                                          <p:stCondLst>
                                            <p:cond delay="0"/>
                                          </p:stCondLst>
                                        </p:cTn>
                                        <p:tgtEl>
                                          <p:spTgt spid="3833"/>
                                        </p:tgtEl>
                                        <p:attrNameLst>
                                          <p:attrName>style.visibility</p:attrName>
                                        </p:attrNameLst>
                                      </p:cBhvr>
                                      <p:to>
                                        <p:strVal val="visible"/>
                                      </p:to>
                                    </p:set>
                                    <p:animEffect filter="fade" transition="in">
                                      <p:cBhvr>
                                        <p:cTn dur="500"/>
                                        <p:tgtEl>
                                          <p:spTgt spid="3833"/>
                                        </p:tgtEl>
                                      </p:cBhvr>
                                    </p:animEffect>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3829"/>
                                        </p:tgtEl>
                                        <p:attrNameLst>
                                          <p:attrName>style.visibility</p:attrName>
                                        </p:attrNameLst>
                                      </p:cBhvr>
                                      <p:to>
                                        <p:strVal val="visible"/>
                                      </p:to>
                                    </p:set>
                                    <p:anim calcmode="lin" valueType="num">
                                      <p:cBhvr additive="base">
                                        <p:cTn dur="500"/>
                                        <p:tgtEl>
                                          <p:spTgt spid="382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ION">
  <p:cSld name="PRESENTAION">
    <p:spTree>
      <p:nvGrpSpPr>
        <p:cNvPr id="3842" name="Shape 3842"/>
        <p:cNvGrpSpPr/>
        <p:nvPr/>
      </p:nvGrpSpPr>
      <p:grpSpPr>
        <a:xfrm>
          <a:off x="0" y="0"/>
          <a:ext cx="0" cy="0"/>
          <a:chOff x="0" y="0"/>
          <a:chExt cx="0" cy="0"/>
        </a:xfrm>
      </p:grpSpPr>
      <p:sp>
        <p:nvSpPr>
          <p:cNvPr id="3843" name="Google Shape;3843;g38b88470f6c_3_2681"/>
          <p:cNvSpPr/>
          <p:nvPr/>
        </p:nvSpPr>
        <p:spPr>
          <a:xfrm rot="-5400000">
            <a:off x="3523599" y="3250372"/>
            <a:ext cx="51447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44" name="Google Shape;3844;g38b88470f6c_3_2681"/>
          <p:cNvSpPr/>
          <p:nvPr/>
        </p:nvSpPr>
        <p:spPr>
          <a:xfrm flipH="1" rot="5400000">
            <a:off x="3523701" y="3250372"/>
            <a:ext cx="51447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45" name="Google Shape;3845;g38b88470f6c_3_2681"/>
          <p:cNvSpPr/>
          <p:nvPr/>
        </p:nvSpPr>
        <p:spPr>
          <a:xfrm rot="-5400000">
            <a:off x="3517337" y="-1556956"/>
            <a:ext cx="5144700" cy="9973200"/>
          </a:xfrm>
          <a:prstGeom prst="rect">
            <a:avLst/>
          </a:prstGeom>
          <a:gradFill>
            <a:gsLst>
              <a:gs pos="0">
                <a:srgbClr val="05FDFF">
                  <a:alpha val="29020"/>
                </a:srgbClr>
              </a:gs>
              <a:gs pos="50000">
                <a:srgbClr val="F1FEFE">
                  <a:alpha val="0"/>
                </a:srgbClr>
              </a:gs>
              <a:gs pos="100000">
                <a:srgbClr val="05FDFF">
                  <a:alpha val="2902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3"/>
                                        </p:tgtEl>
                                        <p:attrNameLst>
                                          <p:attrName>style.visibility</p:attrName>
                                        </p:attrNameLst>
                                      </p:cBhvr>
                                      <p:to>
                                        <p:strVal val="visible"/>
                                      </p:to>
                                    </p:set>
                                    <p:animEffect filter="fade" transition="in">
                                      <p:cBhvr>
                                        <p:cTn dur="1000"/>
                                        <p:tgtEl>
                                          <p:spTgt spid="3843"/>
                                        </p:tgtEl>
                                      </p:cBhvr>
                                    </p:animEffect>
                                  </p:childTnLst>
                                </p:cTn>
                              </p:par>
                              <p:par>
                                <p:cTn fill="hold" nodeType="withEffect" presetClass="entr" presetID="10" presetSubtype="0">
                                  <p:stCondLst>
                                    <p:cond delay="0"/>
                                  </p:stCondLst>
                                  <p:childTnLst>
                                    <p:set>
                                      <p:cBhvr>
                                        <p:cTn dur="1" fill="hold">
                                          <p:stCondLst>
                                            <p:cond delay="0"/>
                                          </p:stCondLst>
                                        </p:cTn>
                                        <p:tgtEl>
                                          <p:spTgt spid="3844"/>
                                        </p:tgtEl>
                                        <p:attrNameLst>
                                          <p:attrName>style.visibility</p:attrName>
                                        </p:attrNameLst>
                                      </p:cBhvr>
                                      <p:to>
                                        <p:strVal val="visible"/>
                                      </p:to>
                                    </p:set>
                                    <p:animEffect filter="fade" transition="in">
                                      <p:cBhvr>
                                        <p:cTn dur="1000"/>
                                        <p:tgtEl>
                                          <p:spTgt spid="3844"/>
                                        </p:tgtEl>
                                      </p:cBhvr>
                                    </p:animEffect>
                                  </p:childTnLst>
                                </p:cTn>
                              </p:par>
                            </p:childTnLst>
                          </p:cTn>
                        </p:par>
                        <p:par>
                          <p:cTn fill="hold">
                            <p:stCondLst>
                              <p:cond delay="1000"/>
                            </p:stCondLst>
                            <p:childTnLst>
                              <p:par>
                                <p:cTn fill="hold" nodeType="afterEffect" presetClass="entr" presetID="10" presetSubtype="0">
                                  <p:stCondLst>
                                    <p:cond delay="100"/>
                                  </p:stCondLst>
                                  <p:childTnLst>
                                    <p:set>
                                      <p:cBhvr>
                                        <p:cTn dur="1" fill="hold">
                                          <p:stCondLst>
                                            <p:cond delay="0"/>
                                          </p:stCondLst>
                                        </p:cTn>
                                        <p:tgtEl>
                                          <p:spTgt spid="3845"/>
                                        </p:tgtEl>
                                        <p:attrNameLst>
                                          <p:attrName>style.visibility</p:attrName>
                                        </p:attrNameLst>
                                      </p:cBhvr>
                                      <p:to>
                                        <p:strVal val="visible"/>
                                      </p:to>
                                    </p:set>
                                    <p:animEffect filter="fade" transition="in">
                                      <p:cBhvr>
                                        <p:cTn dur="2000"/>
                                        <p:tgtEl>
                                          <p:spTgt spid="38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nus Task Review">
  <p:cSld name="+Bonus Task Review">
    <p:spTree>
      <p:nvGrpSpPr>
        <p:cNvPr id="3846" name="Shape 3846"/>
        <p:cNvGrpSpPr/>
        <p:nvPr/>
      </p:nvGrpSpPr>
      <p:grpSpPr>
        <a:xfrm>
          <a:off x="0" y="0"/>
          <a:ext cx="0" cy="0"/>
          <a:chOff x="0" y="0"/>
          <a:chExt cx="0" cy="0"/>
        </a:xfrm>
      </p:grpSpPr>
      <p:sp>
        <p:nvSpPr>
          <p:cNvPr id="3847" name="Google Shape;3847;g38b88470f6c_3_2685"/>
          <p:cNvSpPr/>
          <p:nvPr/>
        </p:nvSpPr>
        <p:spPr>
          <a:xfrm rot="5400000">
            <a:off x="-313698" y="-1313719"/>
            <a:ext cx="1110000" cy="5257800"/>
          </a:xfrm>
          <a:prstGeom prst="rect">
            <a:avLst/>
          </a:prstGeom>
          <a:gradFill>
            <a:gsLst>
              <a:gs pos="0">
                <a:srgbClr val="F1FEFE">
                  <a:alpha val="0"/>
                </a:srgbClr>
              </a:gs>
              <a:gs pos="100000">
                <a:srgbClr val="05FDFF">
                  <a:alpha val="784"/>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3848" name="Google Shape;3848;g38b88470f6c_3_2685"/>
          <p:cNvGrpSpPr/>
          <p:nvPr/>
        </p:nvGrpSpPr>
        <p:grpSpPr>
          <a:xfrm>
            <a:off x="7362778" y="2144139"/>
            <a:ext cx="4433002" cy="4433003"/>
            <a:chOff x="-413326" y="937285"/>
            <a:chExt cx="4433003" cy="4433003"/>
          </a:xfrm>
        </p:grpSpPr>
        <p:sp>
          <p:nvSpPr>
            <p:cNvPr id="3849" name="Google Shape;3849;g38b88470f6c_3_2685"/>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50" name="Google Shape;3850;g38b88470f6c_3_2685"/>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51" name="Google Shape;3851;g38b88470f6c_3_2685"/>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52" name="Google Shape;3852;g38b88470f6c_3_2685"/>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853" name="Google Shape;3853;g38b88470f6c_3_2685"/>
          <p:cNvSpPr/>
          <p:nvPr/>
        </p:nvSpPr>
        <p:spPr>
          <a:xfrm rot="5400000">
            <a:off x="-313698" y="-1313719"/>
            <a:ext cx="1110000" cy="5257800"/>
          </a:xfrm>
          <a:prstGeom prst="rect">
            <a:avLst/>
          </a:prstGeom>
          <a:gradFill>
            <a:gsLst>
              <a:gs pos="0">
                <a:srgbClr val="F1FEFE">
                  <a:alpha val="0"/>
                </a:srgbClr>
              </a:gs>
              <a:gs pos="100000">
                <a:srgbClr val="05FDFF">
                  <a:alpha val="784"/>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54" name="Google Shape;3854;g38b88470f6c_3_2685"/>
          <p:cNvSpPr txBox="1"/>
          <p:nvPr/>
        </p:nvSpPr>
        <p:spPr>
          <a:xfrm>
            <a:off x="1108604" y="760181"/>
            <a:ext cx="2499900" cy="60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2400"/>
              <a:buFont typeface="Arial"/>
              <a:buNone/>
            </a:pPr>
            <a:r>
              <a:rPr b="0" i="0" lang="en-US" sz="2400" u="none" cap="none" strike="noStrike">
                <a:solidFill>
                  <a:srgbClr val="05FDFF"/>
                </a:solidFill>
                <a:latin typeface="Kdam Thmor Pro"/>
                <a:ea typeface="Kdam Thmor Pro"/>
                <a:cs typeface="Kdam Thmor Pro"/>
                <a:sym typeface="Kdam Thmor Pro"/>
              </a:rPr>
              <a:t>Bonus</a:t>
            </a:r>
            <a:r>
              <a:rPr b="0" i="0" lang="en-US" sz="2400" u="none" cap="none" strike="noStrike">
                <a:solidFill>
                  <a:srgbClr val="FFFFFF"/>
                </a:solidFill>
                <a:latin typeface="Kdam Thmor Pro"/>
                <a:ea typeface="Kdam Thmor Pro"/>
                <a:cs typeface="Kdam Thmor Pro"/>
                <a:sym typeface="Kdam Thmor Pro"/>
              </a:rPr>
              <a:t> Task</a:t>
            </a:r>
            <a:r>
              <a:rPr b="0" i="0" lang="en-US" sz="3600" u="none" cap="none" strike="noStrike">
                <a:solidFill>
                  <a:srgbClr val="FFFFFF"/>
                </a:solidFill>
                <a:latin typeface="Kdam Thmor Pro"/>
                <a:ea typeface="Kdam Thmor Pro"/>
                <a:cs typeface="Kdam Thmor Pro"/>
                <a:sym typeface="Kdam Thmor Pro"/>
              </a:rPr>
              <a:t> Review</a:t>
            </a:r>
            <a:endParaRPr b="0" i="0" sz="1400" u="none" cap="none" strike="noStrike">
              <a:solidFill>
                <a:srgbClr val="000000"/>
              </a:solidFill>
              <a:latin typeface="Arial"/>
              <a:ea typeface="Arial"/>
              <a:cs typeface="Arial"/>
              <a:sym typeface="Arial"/>
            </a:endParaRPr>
          </a:p>
        </p:txBody>
      </p:sp>
      <p:sp>
        <p:nvSpPr>
          <p:cNvPr id="3855" name="Google Shape;3855;g38b88470f6c_3_2685"/>
          <p:cNvSpPr txBox="1"/>
          <p:nvPr>
            <p:ph idx="1" type="body"/>
          </p:nvPr>
        </p:nvSpPr>
        <p:spPr>
          <a:xfrm>
            <a:off x="7899288" y="2357480"/>
            <a:ext cx="3396600" cy="4094100"/>
          </a:xfrm>
          <a:prstGeom prst="rect">
            <a:avLst/>
          </a:prstGeom>
          <a:noFill/>
          <a:ln>
            <a:noFill/>
          </a:ln>
        </p:spPr>
        <p:txBody>
          <a:bodyPr anchorCtr="0" anchor="ctr" bIns="45700" lIns="91425" spcFirstLastPara="1" rIns="91425" wrap="square" tIns="45700">
            <a:noAutofit/>
          </a:bodyPr>
          <a:lstStyle>
            <a:lvl1pPr indent="-400050" lvl="0" marL="457200" marR="0" algn="l">
              <a:lnSpc>
                <a:spcPct val="100000"/>
              </a:lnSpc>
              <a:spcBef>
                <a:spcPts val="0"/>
              </a:spcBef>
              <a:spcAft>
                <a:spcPts val="0"/>
              </a:spcAft>
              <a:buClr>
                <a:srgbClr val="05FDFF"/>
              </a:buClr>
              <a:buSzPts val="2700"/>
              <a:buFont typeface="Kdam Thmor Pro"/>
              <a:buChar char="+"/>
              <a:defRPr b="0" i="0" sz="18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856" name="Google Shape;3856;g38b88470f6c_3_2685"/>
          <p:cNvSpPr txBox="1"/>
          <p:nvPr/>
        </p:nvSpPr>
        <p:spPr>
          <a:xfrm>
            <a:off x="2631654" y="432524"/>
            <a:ext cx="967500" cy="782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5400"/>
              <a:buFont typeface="Arial"/>
              <a:buNone/>
            </a:pPr>
            <a:r>
              <a:rPr b="0" i="0" lang="en-US" sz="5400" u="none" cap="none" strike="noStrike">
                <a:solidFill>
                  <a:srgbClr val="05FDFF"/>
                </a:solidFill>
                <a:latin typeface="Kdam Thmor Pro"/>
                <a:ea typeface="Kdam Thmor Pro"/>
                <a:cs typeface="Kdam Thmor Pro"/>
                <a:sym typeface="Kdam Thmor Pro"/>
              </a:rPr>
              <a:t>+</a:t>
            </a:r>
            <a:endParaRPr b="0" i="0" sz="7200" u="none" cap="none" strike="noStrike">
              <a:solidFill>
                <a:srgbClr val="05FDFF"/>
              </a:solidFill>
              <a:latin typeface="Kdam Thmor Pro"/>
              <a:ea typeface="Kdam Thmor Pro"/>
              <a:cs typeface="Kdam Thmor Pro"/>
              <a:sym typeface="Kdam Thmor Pro"/>
            </a:endParaRPr>
          </a:p>
        </p:txBody>
      </p:sp>
      <p:grpSp>
        <p:nvGrpSpPr>
          <p:cNvPr id="3857" name="Google Shape;3857;g38b88470f6c_3_2685"/>
          <p:cNvGrpSpPr/>
          <p:nvPr/>
        </p:nvGrpSpPr>
        <p:grpSpPr>
          <a:xfrm>
            <a:off x="-86305" y="232839"/>
            <a:ext cx="2794159" cy="390024"/>
            <a:chOff x="948349" y="814223"/>
            <a:chExt cx="2794159" cy="390024"/>
          </a:xfrm>
        </p:grpSpPr>
        <p:sp>
          <p:nvSpPr>
            <p:cNvPr id="3858" name="Google Shape;3858;g38b88470f6c_3_2685"/>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59" name="Google Shape;3859;g38b88470f6c_3_2685"/>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3860" name="Google Shape;3860;g38b88470f6c_3_2685"/>
          <p:cNvGrpSpPr/>
          <p:nvPr/>
        </p:nvGrpSpPr>
        <p:grpSpPr>
          <a:xfrm flipH="1" rot="10800000">
            <a:off x="-86305" y="1933581"/>
            <a:ext cx="2794159" cy="390024"/>
            <a:chOff x="948349" y="814223"/>
            <a:chExt cx="2794159" cy="390024"/>
          </a:xfrm>
        </p:grpSpPr>
        <p:sp>
          <p:nvSpPr>
            <p:cNvPr id="3861" name="Google Shape;3861;g38b88470f6c_3_2685"/>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62" name="Google Shape;3862;g38b88470f6c_3_2685"/>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863" name="Google Shape;3863;g38b88470f6c_3_2685"/>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64" name="Google Shape;3864;g38b88470f6c_3_2685"/>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65" name="Google Shape;3865;g38b88470f6c_3_2685"/>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66" name="Google Shape;3866;g38b88470f6c_3_2685"/>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67" name="Google Shape;3867;g38b88470f6c_3_2685"/>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68" name="Google Shape;3868;g38b88470f6c_3_2685"/>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56"/>
                                        </p:tgtEl>
                                        <p:attrNameLst>
                                          <p:attrName>style.visibility</p:attrName>
                                        </p:attrNameLst>
                                      </p:cBhvr>
                                      <p:to>
                                        <p:strVal val="visible"/>
                                      </p:to>
                                    </p:set>
                                    <p:animEffect filter="fade" transition="in">
                                      <p:cBhvr>
                                        <p:cTn dur="1000"/>
                                        <p:tgtEl>
                                          <p:spTgt spid="38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COMPLETED">
  <p:cSld name="SESSION COMPLETED">
    <p:spTree>
      <p:nvGrpSpPr>
        <p:cNvPr id="3869" name="Shape 3869"/>
        <p:cNvGrpSpPr/>
        <p:nvPr/>
      </p:nvGrpSpPr>
      <p:grpSpPr>
        <a:xfrm>
          <a:off x="0" y="0"/>
          <a:ext cx="0" cy="0"/>
          <a:chOff x="0" y="0"/>
          <a:chExt cx="0" cy="0"/>
        </a:xfrm>
      </p:grpSpPr>
      <p:sp>
        <p:nvSpPr>
          <p:cNvPr id="3870" name="Google Shape;3870;g38b88470f6c_3_2708"/>
          <p:cNvSpPr/>
          <p:nvPr/>
        </p:nvSpPr>
        <p:spPr>
          <a:xfrm rot="-1671989">
            <a:off x="6649781" y="5111217"/>
            <a:ext cx="1016018" cy="9334190"/>
          </a:xfrm>
          <a:prstGeom prst="ellipse">
            <a:avLst/>
          </a:prstGeom>
          <a:solidFill>
            <a:srgbClr val="05FDFF">
              <a:alpha val="2588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71" name="Google Shape;3871;g38b88470f6c_3_2708"/>
          <p:cNvSpPr/>
          <p:nvPr/>
        </p:nvSpPr>
        <p:spPr>
          <a:xfrm rot="-1671989">
            <a:off x="6354813" y="5937127"/>
            <a:ext cx="1016018" cy="9334190"/>
          </a:xfrm>
          <a:prstGeom prst="ellipse">
            <a:avLst/>
          </a:prstGeom>
          <a:solidFill>
            <a:srgbClr val="05FDFF">
              <a:alpha val="2588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72" name="Google Shape;3872;g38b88470f6c_3_2708"/>
          <p:cNvSpPr/>
          <p:nvPr/>
        </p:nvSpPr>
        <p:spPr>
          <a:xfrm rot="-1671989">
            <a:off x="7835708" y="5278490"/>
            <a:ext cx="1016018" cy="9334190"/>
          </a:xfrm>
          <a:prstGeom prst="ellipse">
            <a:avLst/>
          </a:prstGeom>
          <a:solidFill>
            <a:srgbClr val="05FDFF">
              <a:alpha val="2588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73" name="Google Shape;3873;g38b88470f6c_3_2708"/>
          <p:cNvSpPr/>
          <p:nvPr/>
        </p:nvSpPr>
        <p:spPr>
          <a:xfrm flipH="1" rot="1671989">
            <a:off x="4220700" y="5362126"/>
            <a:ext cx="1016018" cy="9334190"/>
          </a:xfrm>
          <a:prstGeom prst="ellipse">
            <a:avLst/>
          </a:prstGeom>
          <a:solidFill>
            <a:srgbClr val="05FDFF">
              <a:alpha val="2588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74" name="Google Shape;3874;g38b88470f6c_3_2708"/>
          <p:cNvSpPr/>
          <p:nvPr/>
        </p:nvSpPr>
        <p:spPr>
          <a:xfrm flipH="1" rot="1671989">
            <a:off x="3121912" y="5775081"/>
            <a:ext cx="1016018" cy="9334190"/>
          </a:xfrm>
          <a:prstGeom prst="ellipse">
            <a:avLst/>
          </a:prstGeom>
          <a:solidFill>
            <a:srgbClr val="05FDFF">
              <a:alpha val="2588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75" name="Google Shape;3875;g38b88470f6c_3_2708"/>
          <p:cNvSpPr/>
          <p:nvPr/>
        </p:nvSpPr>
        <p:spPr>
          <a:xfrm flipH="1" rot="1671989">
            <a:off x="4738408" y="5937127"/>
            <a:ext cx="1016018" cy="9334190"/>
          </a:xfrm>
          <a:prstGeom prst="ellipse">
            <a:avLst/>
          </a:prstGeom>
          <a:solidFill>
            <a:srgbClr val="05FDFF">
              <a:alpha val="2588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76" name="Google Shape;3876;g38b88470f6c_3_2708"/>
          <p:cNvSpPr txBox="1"/>
          <p:nvPr/>
        </p:nvSpPr>
        <p:spPr>
          <a:xfrm>
            <a:off x="3955439" y="2145041"/>
            <a:ext cx="4281000" cy="66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11229"/>
              </a:buClr>
              <a:buSzPts val="4800"/>
              <a:buFont typeface="Arial"/>
              <a:buNone/>
            </a:pPr>
            <a:r>
              <a:rPr b="0" i="0" lang="en-US" sz="4800" u="none" cap="none" strike="noStrike">
                <a:solidFill>
                  <a:srgbClr val="FFFFFF"/>
                </a:solidFill>
                <a:latin typeface="Kdam Thmor Pro"/>
                <a:ea typeface="Kdam Thmor Pro"/>
                <a:cs typeface="Kdam Thmor Pro"/>
                <a:sym typeface="Kdam Thmor Pro"/>
              </a:rPr>
              <a:t>Session</a:t>
            </a:r>
            <a:endParaRPr b="0" i="0" sz="1400" u="none" cap="none" strike="noStrike">
              <a:solidFill>
                <a:srgbClr val="000000"/>
              </a:solidFill>
              <a:latin typeface="Arial"/>
              <a:ea typeface="Arial"/>
              <a:cs typeface="Arial"/>
              <a:sym typeface="Arial"/>
            </a:endParaRPr>
          </a:p>
        </p:txBody>
      </p:sp>
      <p:sp>
        <p:nvSpPr>
          <p:cNvPr id="3877" name="Google Shape;3877;g38b88470f6c_3_2708"/>
          <p:cNvSpPr txBox="1"/>
          <p:nvPr/>
        </p:nvSpPr>
        <p:spPr>
          <a:xfrm>
            <a:off x="3955439" y="2839068"/>
            <a:ext cx="4281000" cy="120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11229"/>
              </a:buClr>
              <a:buSzPts val="6000"/>
              <a:buFont typeface="Arial"/>
              <a:buNone/>
            </a:pPr>
            <a:r>
              <a:rPr b="0" i="0" lang="en-US" sz="6000" u="none" cap="none" strike="noStrike">
                <a:solidFill>
                  <a:srgbClr val="FFFFFF"/>
                </a:solidFill>
                <a:latin typeface="Kdam Thmor Pro"/>
                <a:ea typeface="Kdam Thmor Pro"/>
                <a:cs typeface="Kdam Thmor Pro"/>
                <a:sym typeface="Kdam Thmor Pro"/>
              </a:rPr>
              <a:t>Completed </a:t>
            </a:r>
            <a:endParaRPr b="0" i="0" sz="1400" u="none" cap="none" strike="noStrike">
              <a:solidFill>
                <a:srgbClr val="000000"/>
              </a:solidFill>
              <a:latin typeface="Arial"/>
              <a:ea typeface="Arial"/>
              <a:cs typeface="Arial"/>
              <a:sym typeface="Arial"/>
            </a:endParaRPr>
          </a:p>
        </p:txBody>
      </p:sp>
      <p:sp>
        <p:nvSpPr>
          <p:cNvPr id="3878" name="Google Shape;3878;g38b88470f6c_3_2708"/>
          <p:cNvSpPr/>
          <p:nvPr/>
        </p:nvSpPr>
        <p:spPr>
          <a:xfrm>
            <a:off x="-629232" y="1812082"/>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72"/>
                                        </p:tgtEl>
                                        <p:attrNameLst>
                                          <p:attrName>style.visibility</p:attrName>
                                        </p:attrNameLst>
                                      </p:cBhvr>
                                      <p:to>
                                        <p:strVal val="visible"/>
                                      </p:to>
                                    </p:set>
                                    <p:anim calcmode="lin" valueType="num">
                                      <p:cBhvr additive="base">
                                        <p:cTn dur="500"/>
                                        <p:tgtEl>
                                          <p:spTgt spid="387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870"/>
                                        </p:tgtEl>
                                        <p:attrNameLst>
                                          <p:attrName>style.visibility</p:attrName>
                                        </p:attrNameLst>
                                      </p:cBhvr>
                                      <p:to>
                                        <p:strVal val="visible"/>
                                      </p:to>
                                    </p:set>
                                    <p:anim calcmode="lin" valueType="num">
                                      <p:cBhvr additive="base">
                                        <p:cTn dur="500"/>
                                        <p:tgtEl>
                                          <p:spTgt spid="387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871"/>
                                        </p:tgtEl>
                                        <p:attrNameLst>
                                          <p:attrName>style.visibility</p:attrName>
                                        </p:attrNameLst>
                                      </p:cBhvr>
                                      <p:to>
                                        <p:strVal val="visible"/>
                                      </p:to>
                                    </p:set>
                                    <p:anim calcmode="lin" valueType="num">
                                      <p:cBhvr additive="base">
                                        <p:cTn dur="500"/>
                                        <p:tgtEl>
                                          <p:spTgt spid="387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875"/>
                                        </p:tgtEl>
                                        <p:attrNameLst>
                                          <p:attrName>style.visibility</p:attrName>
                                        </p:attrNameLst>
                                      </p:cBhvr>
                                      <p:to>
                                        <p:strVal val="visible"/>
                                      </p:to>
                                    </p:set>
                                    <p:anim calcmode="lin" valueType="num">
                                      <p:cBhvr additive="base">
                                        <p:cTn dur="500"/>
                                        <p:tgtEl>
                                          <p:spTgt spid="387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873"/>
                                        </p:tgtEl>
                                        <p:attrNameLst>
                                          <p:attrName>style.visibility</p:attrName>
                                        </p:attrNameLst>
                                      </p:cBhvr>
                                      <p:to>
                                        <p:strVal val="visible"/>
                                      </p:to>
                                    </p:set>
                                    <p:anim calcmode="lin" valueType="num">
                                      <p:cBhvr additive="base">
                                        <p:cTn dur="500"/>
                                        <p:tgtEl>
                                          <p:spTgt spid="387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874"/>
                                        </p:tgtEl>
                                        <p:attrNameLst>
                                          <p:attrName>style.visibility</p:attrName>
                                        </p:attrNameLst>
                                      </p:cBhvr>
                                      <p:to>
                                        <p:strVal val="visible"/>
                                      </p:to>
                                    </p:set>
                                    <p:anim calcmode="lin" valueType="num">
                                      <p:cBhvr additive="base">
                                        <p:cTn dur="500"/>
                                        <p:tgtEl>
                                          <p:spTgt spid="3874"/>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3878"/>
                                        </p:tgtEl>
                                        <p:attrNameLst>
                                          <p:attrName>style.visibility</p:attrName>
                                        </p:attrNameLst>
                                      </p:cBhvr>
                                      <p:to>
                                        <p:strVal val="visible"/>
                                      </p:to>
                                    </p:set>
                                    <p:animEffect filter="fade" transition="in">
                                      <p:cBhvr>
                                        <p:cTn dur="500"/>
                                        <p:tgtEl>
                                          <p:spTgt spid="3878"/>
                                        </p:tgtEl>
                                      </p:cBhvr>
                                    </p:animEffect>
                                  </p:childTnLst>
                                </p:cTn>
                              </p:par>
                              <p:par>
                                <p:cTn fill="hold" nodeType="withEffect" presetClass="entr" presetID="10" presetSubtype="0">
                                  <p:stCondLst>
                                    <p:cond delay="0"/>
                                  </p:stCondLst>
                                  <p:childTnLst>
                                    <p:set>
                                      <p:cBhvr>
                                        <p:cTn dur="1" fill="hold">
                                          <p:stCondLst>
                                            <p:cond delay="0"/>
                                          </p:stCondLst>
                                        </p:cTn>
                                        <p:tgtEl>
                                          <p:spTgt spid="3878"/>
                                        </p:tgtEl>
                                        <p:attrNameLst>
                                          <p:attrName>style.visibility</p:attrName>
                                        </p:attrNameLst>
                                      </p:cBhvr>
                                      <p:to>
                                        <p:strVal val="visible"/>
                                      </p:to>
                                    </p:set>
                                    <p:animEffect filter="fade" transition="in">
                                      <p:cBhvr>
                                        <p:cTn dur="500"/>
                                        <p:tgtEl>
                                          <p:spTgt spid="3878"/>
                                        </p:tgtEl>
                                      </p:cBhvr>
                                    </p:animEffect>
                                  </p:childTnLst>
                                </p:cTn>
                              </p:par>
                            </p:childTnLst>
                          </p:cTn>
                        </p:par>
                        <p:par>
                          <p:cTn fill="hold">
                            <p:stCondLst>
                              <p:cond delay="500"/>
                            </p:stCondLst>
                            <p:childTnLst>
                              <p:par>
                                <p:cTn fill="hold" nodeType="afterEffect" presetClass="entr" presetID="10" presetSubtype="0">
                                  <p:stCondLst>
                                    <p:cond delay="600"/>
                                  </p:stCondLst>
                                  <p:childTnLst>
                                    <p:set>
                                      <p:cBhvr>
                                        <p:cTn dur="1" fill="hold">
                                          <p:stCondLst>
                                            <p:cond delay="0"/>
                                          </p:stCondLst>
                                        </p:cTn>
                                        <p:tgtEl>
                                          <p:spTgt spid="3876"/>
                                        </p:tgtEl>
                                        <p:attrNameLst>
                                          <p:attrName>style.visibility</p:attrName>
                                        </p:attrNameLst>
                                      </p:cBhvr>
                                      <p:to>
                                        <p:strVal val="visible"/>
                                      </p:to>
                                    </p:set>
                                    <p:animEffect filter="fade" transition="in">
                                      <p:cBhvr>
                                        <p:cTn dur="500"/>
                                        <p:tgtEl>
                                          <p:spTgt spid="3876"/>
                                        </p:tgtEl>
                                      </p:cBhvr>
                                    </p:animEffect>
                                  </p:childTnLst>
                                </p:cTn>
                              </p:par>
                              <p:par>
                                <p:cTn fill="hold" nodeType="withEffect" presetClass="entr" presetID="10" presetSubtype="0">
                                  <p:stCondLst>
                                    <p:cond delay="400"/>
                                  </p:stCondLst>
                                  <p:childTnLst>
                                    <p:set>
                                      <p:cBhvr>
                                        <p:cTn dur="1" fill="hold">
                                          <p:stCondLst>
                                            <p:cond delay="0"/>
                                          </p:stCondLst>
                                        </p:cTn>
                                        <p:tgtEl>
                                          <p:spTgt spid="3877"/>
                                        </p:tgtEl>
                                        <p:attrNameLst>
                                          <p:attrName>style.visibility</p:attrName>
                                        </p:attrNameLst>
                                      </p:cBhvr>
                                      <p:to>
                                        <p:strVal val="visible"/>
                                      </p:to>
                                    </p:set>
                                    <p:animEffect filter="fade" transition="in">
                                      <p:cBhvr>
                                        <p:cTn dur="500"/>
                                        <p:tgtEl>
                                          <p:spTgt spid="3877"/>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3878"/>
                                        </p:tgtEl>
                                      </p:cBhvr>
                                    </p:animEffect>
                                    <p:set>
                                      <p:cBhvr>
                                        <p:cTn dur="1" fill="hold">
                                          <p:stCondLst>
                                            <p:cond delay="500"/>
                                          </p:stCondLst>
                                        </p:cTn>
                                        <p:tgtEl>
                                          <p:spTgt spid="387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tep (H+PIC+NO.+HINT) 1">
  <p:cSld name="3Step (H+PIC+NO.+HINT)_1">
    <p:spTree>
      <p:nvGrpSpPr>
        <p:cNvPr id="3879" name="Shape 3879"/>
        <p:cNvGrpSpPr/>
        <p:nvPr/>
      </p:nvGrpSpPr>
      <p:grpSpPr>
        <a:xfrm>
          <a:off x="0" y="0"/>
          <a:ext cx="0" cy="0"/>
          <a:chOff x="0" y="0"/>
          <a:chExt cx="0" cy="0"/>
        </a:xfrm>
      </p:grpSpPr>
      <p:grpSp>
        <p:nvGrpSpPr>
          <p:cNvPr id="3880" name="Google Shape;3880;g38b88470f6c_3_2718"/>
          <p:cNvGrpSpPr/>
          <p:nvPr/>
        </p:nvGrpSpPr>
        <p:grpSpPr>
          <a:xfrm>
            <a:off x="2148127" y="1620732"/>
            <a:ext cx="8449746" cy="4433003"/>
            <a:chOff x="-413326" y="937285"/>
            <a:chExt cx="4433003" cy="4433003"/>
          </a:xfrm>
        </p:grpSpPr>
        <p:sp>
          <p:nvSpPr>
            <p:cNvPr id="3881" name="Google Shape;3881;g38b88470f6c_3_2718"/>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82" name="Google Shape;3882;g38b88470f6c_3_2718"/>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83" name="Google Shape;3883;g38b88470f6c_3_2718"/>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84" name="Google Shape;3884;g38b88470f6c_3_2718"/>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885" name="Google Shape;3885;g38b88470f6c_3_2718"/>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3886" name="Google Shape;3886;g38b88470f6c_3_2718"/>
          <p:cNvSpPr/>
          <p:nvPr>
            <p:ph idx="2" type="pic"/>
          </p:nvPr>
        </p:nvSpPr>
        <p:spPr>
          <a:xfrm>
            <a:off x="2699657" y="1900415"/>
            <a:ext cx="7323300" cy="3913500"/>
          </a:xfrm>
          <a:prstGeom prst="rect">
            <a:avLst/>
          </a:prstGeom>
          <a:noFill/>
          <a:ln>
            <a:noFill/>
          </a:ln>
        </p:spPr>
      </p:sp>
      <p:sp>
        <p:nvSpPr>
          <p:cNvPr id="3887" name="Google Shape;3887;g38b88470f6c_3_2718"/>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888" name="Google Shape;3888;g38b88470f6c_3_2718"/>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3889" name="Google Shape;3889;g38b88470f6c_3_2718"/>
          <p:cNvGrpSpPr/>
          <p:nvPr/>
        </p:nvGrpSpPr>
        <p:grpSpPr>
          <a:xfrm>
            <a:off x="8589558" y="6331536"/>
            <a:ext cx="256344" cy="68100"/>
            <a:chOff x="781167" y="5836673"/>
            <a:chExt cx="256344" cy="68100"/>
          </a:xfrm>
        </p:grpSpPr>
        <p:sp>
          <p:nvSpPr>
            <p:cNvPr id="3890" name="Google Shape;3890;g38b88470f6c_3_2718"/>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3891" name="Google Shape;3891;g38b88470f6c_3_2718"/>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3892" name="Google Shape;3892;g38b88470f6c_3_2718"/>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3893" name="Google Shape;3893;g38b88470f6c_3_2718"/>
          <p:cNvGrpSpPr/>
          <p:nvPr/>
        </p:nvGrpSpPr>
        <p:grpSpPr>
          <a:xfrm>
            <a:off x="11722369" y="5812872"/>
            <a:ext cx="315939" cy="409183"/>
            <a:chOff x="11575262" y="5512453"/>
            <a:chExt cx="315939" cy="409183"/>
          </a:xfrm>
        </p:grpSpPr>
        <p:sp>
          <p:nvSpPr>
            <p:cNvPr id="3894" name="Google Shape;3894;g38b88470f6c_3_2718"/>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95" name="Google Shape;3895;g38b88470f6c_3_2718"/>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896" name="Google Shape;3896;g38b88470f6c_3_2718"/>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880"/>
                                        </p:tgtEl>
                                        <p:attrNameLst>
                                          <p:attrName>style.visibility</p:attrName>
                                        </p:attrNameLst>
                                      </p:cBhvr>
                                      <p:to>
                                        <p:strVal val="visible"/>
                                      </p:to>
                                    </p:set>
                                    <p:anim calcmode="lin" valueType="num">
                                      <p:cBhvr additive="base">
                                        <p:cTn dur="2250"/>
                                        <p:tgtEl>
                                          <p:spTgt spid="3880"/>
                                        </p:tgtEl>
                                        <p:attrNameLst>
                                          <p:attrName>ppt_w</p:attrName>
                                        </p:attrNameLst>
                                      </p:cBhvr>
                                      <p:tavLst>
                                        <p:tav fmla="" tm="0">
                                          <p:val>
                                            <p:strVal val="0"/>
                                          </p:val>
                                        </p:tav>
                                        <p:tav fmla="" tm="100000">
                                          <p:val>
                                            <p:strVal val="#ppt_w"/>
                                          </p:val>
                                        </p:tav>
                                      </p:tavLst>
                                    </p:anim>
                                    <p:anim calcmode="lin" valueType="num">
                                      <p:cBhvr additive="base">
                                        <p:cTn dur="2250"/>
                                        <p:tgtEl>
                                          <p:spTgt spid="3880"/>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3886"/>
                                        </p:tgtEl>
                                        <p:attrNameLst>
                                          <p:attrName>style.visibility</p:attrName>
                                        </p:attrNameLst>
                                      </p:cBhvr>
                                      <p:to>
                                        <p:strVal val="visible"/>
                                      </p:to>
                                    </p:set>
                                    <p:animEffect filter="fade" transition="in">
                                      <p:cBhvr>
                                        <p:cTn dur="500"/>
                                        <p:tgtEl>
                                          <p:spTgt spid="38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9"/>
                                        </p:tgtEl>
                                        <p:attrNameLst>
                                          <p:attrName>style.visibility</p:attrName>
                                        </p:attrNameLst>
                                      </p:cBhvr>
                                      <p:to>
                                        <p:strVal val="visible"/>
                                      </p:to>
                                    </p:set>
                                    <p:animEffect filter="fade" transition="in">
                                      <p:cBhvr>
                                        <p:cTn dur="500"/>
                                        <p:tgtEl>
                                          <p:spTgt spid="388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92"/>
                                        </p:tgtEl>
                                        <p:attrNameLst>
                                          <p:attrName>style.visibility</p:attrName>
                                        </p:attrNameLst>
                                      </p:cBhvr>
                                      <p:to>
                                        <p:strVal val="visible"/>
                                      </p:to>
                                    </p:set>
                                    <p:animEffect filter="fade" transition="in">
                                      <p:cBhvr>
                                        <p:cTn dur="500"/>
                                        <p:tgtEl>
                                          <p:spTgt spid="38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1">
  <p:cSld name="WA_3Step (H+PIC+NO.+HINT)_1">
    <p:spTree>
      <p:nvGrpSpPr>
        <p:cNvPr id="3897" name="Shape 3897"/>
        <p:cNvGrpSpPr/>
        <p:nvPr/>
      </p:nvGrpSpPr>
      <p:grpSpPr>
        <a:xfrm>
          <a:off x="0" y="0"/>
          <a:ext cx="0" cy="0"/>
          <a:chOff x="0" y="0"/>
          <a:chExt cx="0" cy="0"/>
        </a:xfrm>
      </p:grpSpPr>
      <p:grpSp>
        <p:nvGrpSpPr>
          <p:cNvPr id="3898" name="Google Shape;3898;g38b88470f6c_3_2736"/>
          <p:cNvGrpSpPr/>
          <p:nvPr/>
        </p:nvGrpSpPr>
        <p:grpSpPr>
          <a:xfrm>
            <a:off x="2148127" y="1620732"/>
            <a:ext cx="8449746" cy="4433003"/>
            <a:chOff x="-413326" y="937285"/>
            <a:chExt cx="4433003" cy="4433003"/>
          </a:xfrm>
        </p:grpSpPr>
        <p:sp>
          <p:nvSpPr>
            <p:cNvPr id="3899" name="Google Shape;3899;g38b88470f6c_3_273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00" name="Google Shape;3900;g38b88470f6c_3_273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01" name="Google Shape;3901;g38b88470f6c_3_273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02" name="Google Shape;3902;g38b88470f6c_3_273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903" name="Google Shape;3903;g38b88470f6c_3_2736"/>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3904" name="Google Shape;3904;g38b88470f6c_3_2736"/>
          <p:cNvSpPr/>
          <p:nvPr>
            <p:ph idx="2" type="pic"/>
          </p:nvPr>
        </p:nvSpPr>
        <p:spPr>
          <a:xfrm>
            <a:off x="2699657" y="1900415"/>
            <a:ext cx="7323300" cy="3913500"/>
          </a:xfrm>
          <a:prstGeom prst="rect">
            <a:avLst/>
          </a:prstGeom>
          <a:noFill/>
          <a:ln>
            <a:noFill/>
          </a:ln>
        </p:spPr>
      </p:sp>
      <p:sp>
        <p:nvSpPr>
          <p:cNvPr id="3905" name="Google Shape;3905;g38b88470f6c_3_2736"/>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906" name="Google Shape;3906;g38b88470f6c_3_2736"/>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3907" name="Google Shape;3907;g38b88470f6c_3_2736"/>
          <p:cNvGrpSpPr/>
          <p:nvPr/>
        </p:nvGrpSpPr>
        <p:grpSpPr>
          <a:xfrm>
            <a:off x="8589558" y="6331536"/>
            <a:ext cx="256344" cy="68100"/>
            <a:chOff x="781167" y="5836673"/>
            <a:chExt cx="256344" cy="68100"/>
          </a:xfrm>
        </p:grpSpPr>
        <p:sp>
          <p:nvSpPr>
            <p:cNvPr id="3908" name="Google Shape;3908;g38b88470f6c_3_2736"/>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3909" name="Google Shape;3909;g38b88470f6c_3_2736"/>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3910" name="Google Shape;3910;g38b88470f6c_3_2736"/>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3911" name="Google Shape;3911;g38b88470f6c_3_2736"/>
          <p:cNvGrpSpPr/>
          <p:nvPr/>
        </p:nvGrpSpPr>
        <p:grpSpPr>
          <a:xfrm>
            <a:off x="11722369" y="5812872"/>
            <a:ext cx="315939" cy="409183"/>
            <a:chOff x="11575262" y="5512453"/>
            <a:chExt cx="315939" cy="409183"/>
          </a:xfrm>
        </p:grpSpPr>
        <p:sp>
          <p:nvSpPr>
            <p:cNvPr id="3912" name="Google Shape;3912;g38b88470f6c_3_2736"/>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13" name="Google Shape;3913;g38b88470f6c_3_2736"/>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14" name="Google Shape;3914;g38b88470f6c_3_2736"/>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7"/>
                                        </p:tgtEl>
                                        <p:attrNameLst>
                                          <p:attrName>style.visibility</p:attrName>
                                        </p:attrNameLst>
                                      </p:cBhvr>
                                      <p:to>
                                        <p:strVal val="visible"/>
                                      </p:to>
                                    </p:set>
                                    <p:animEffect filter="fade" transition="in">
                                      <p:cBhvr>
                                        <p:cTn dur="500"/>
                                        <p:tgtEl>
                                          <p:spTgt spid="390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10"/>
                                        </p:tgtEl>
                                        <p:attrNameLst>
                                          <p:attrName>style.visibility</p:attrName>
                                        </p:attrNameLst>
                                      </p:cBhvr>
                                      <p:to>
                                        <p:strVal val="visible"/>
                                      </p:to>
                                    </p:set>
                                    <p:animEffect filter="fade" transition="in">
                                      <p:cBhvr>
                                        <p:cTn dur="500"/>
                                        <p:tgtEl>
                                          <p:spTgt spid="39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ainstorming+Topic/P/V/S">
  <p:cSld name="Brainstorming+Topic/P/V/S">
    <p:spTree>
      <p:nvGrpSpPr>
        <p:cNvPr id="3915" name="Shape 3915"/>
        <p:cNvGrpSpPr/>
        <p:nvPr/>
      </p:nvGrpSpPr>
      <p:grpSpPr>
        <a:xfrm>
          <a:off x="0" y="0"/>
          <a:ext cx="0" cy="0"/>
          <a:chOff x="0" y="0"/>
          <a:chExt cx="0" cy="0"/>
        </a:xfrm>
      </p:grpSpPr>
      <p:grpSp>
        <p:nvGrpSpPr>
          <p:cNvPr id="3916" name="Google Shape;3916;g38b88470f6c_3_2754"/>
          <p:cNvGrpSpPr/>
          <p:nvPr/>
        </p:nvGrpSpPr>
        <p:grpSpPr>
          <a:xfrm>
            <a:off x="9966437" y="3263943"/>
            <a:ext cx="350865" cy="2153064"/>
            <a:chOff x="8734426" y="1856356"/>
            <a:chExt cx="337500" cy="2071050"/>
          </a:xfrm>
        </p:grpSpPr>
        <p:sp>
          <p:nvSpPr>
            <p:cNvPr id="3917" name="Google Shape;3917;g38b88470f6c_3_2754"/>
            <p:cNvSpPr/>
            <p:nvPr/>
          </p:nvSpPr>
          <p:spPr>
            <a:xfrm>
              <a:off x="8734426" y="1856356"/>
              <a:ext cx="337500" cy="3375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18" name="Google Shape;3918;g38b88470f6c_3_2754"/>
            <p:cNvSpPr/>
            <p:nvPr/>
          </p:nvSpPr>
          <p:spPr>
            <a:xfrm>
              <a:off x="8734426" y="3589906"/>
              <a:ext cx="337500" cy="3375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3919" name="Google Shape;3919;g38b88470f6c_3_2754"/>
          <p:cNvGrpSpPr/>
          <p:nvPr/>
        </p:nvGrpSpPr>
        <p:grpSpPr>
          <a:xfrm>
            <a:off x="9966437" y="3263943"/>
            <a:ext cx="350865" cy="2153064"/>
            <a:chOff x="8734426" y="1856356"/>
            <a:chExt cx="337500" cy="2071050"/>
          </a:xfrm>
        </p:grpSpPr>
        <p:sp>
          <p:nvSpPr>
            <p:cNvPr id="3920" name="Google Shape;3920;g38b88470f6c_3_2754"/>
            <p:cNvSpPr/>
            <p:nvPr/>
          </p:nvSpPr>
          <p:spPr>
            <a:xfrm>
              <a:off x="8734426" y="1856356"/>
              <a:ext cx="337500" cy="337500"/>
            </a:xfrm>
            <a:prstGeom prst="ellipse">
              <a:avLst/>
            </a:prstGeom>
            <a:solidFill>
              <a:srgbClr val="25FA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21" name="Google Shape;3921;g38b88470f6c_3_2754"/>
            <p:cNvSpPr/>
            <p:nvPr/>
          </p:nvSpPr>
          <p:spPr>
            <a:xfrm>
              <a:off x="8734426" y="3589906"/>
              <a:ext cx="337500" cy="337500"/>
            </a:xfrm>
            <a:prstGeom prst="ellipse">
              <a:avLst/>
            </a:prstGeom>
            <a:solidFill>
              <a:srgbClr val="25FA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3922" name="Google Shape;3922;g38b88470f6c_3_2754"/>
          <p:cNvGrpSpPr/>
          <p:nvPr/>
        </p:nvGrpSpPr>
        <p:grpSpPr>
          <a:xfrm>
            <a:off x="9966493" y="3263943"/>
            <a:ext cx="350865" cy="2153064"/>
            <a:chOff x="11049001" y="1856356"/>
            <a:chExt cx="337500" cy="2071050"/>
          </a:xfrm>
        </p:grpSpPr>
        <p:sp>
          <p:nvSpPr>
            <p:cNvPr id="3923" name="Google Shape;3923;g38b88470f6c_3_2754"/>
            <p:cNvSpPr/>
            <p:nvPr/>
          </p:nvSpPr>
          <p:spPr>
            <a:xfrm>
              <a:off x="11049001" y="1856356"/>
              <a:ext cx="337500" cy="337500"/>
            </a:xfrm>
            <a:prstGeom prst="ellipse">
              <a:avLst/>
            </a:prstGeom>
            <a:solidFill>
              <a:srgbClr val="E7E6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24" name="Google Shape;3924;g38b88470f6c_3_2754"/>
            <p:cNvSpPr/>
            <p:nvPr/>
          </p:nvSpPr>
          <p:spPr>
            <a:xfrm>
              <a:off x="11049001" y="3589906"/>
              <a:ext cx="337500" cy="337500"/>
            </a:xfrm>
            <a:prstGeom prst="ellipse">
              <a:avLst/>
            </a:prstGeom>
            <a:solidFill>
              <a:srgbClr val="E7E6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3925" name="Google Shape;3925;g38b88470f6c_3_2754"/>
          <p:cNvGrpSpPr/>
          <p:nvPr/>
        </p:nvGrpSpPr>
        <p:grpSpPr>
          <a:xfrm>
            <a:off x="9966493" y="3263943"/>
            <a:ext cx="350865" cy="2153064"/>
            <a:chOff x="11049001" y="1856356"/>
            <a:chExt cx="337500" cy="2071050"/>
          </a:xfrm>
        </p:grpSpPr>
        <p:sp>
          <p:nvSpPr>
            <p:cNvPr id="3926" name="Google Shape;3926;g38b88470f6c_3_2754"/>
            <p:cNvSpPr/>
            <p:nvPr/>
          </p:nvSpPr>
          <p:spPr>
            <a:xfrm>
              <a:off x="11049001" y="1856356"/>
              <a:ext cx="337500" cy="337500"/>
            </a:xfrm>
            <a:prstGeom prst="ellipse">
              <a:avLst/>
            </a:prstGeom>
            <a:solidFill>
              <a:srgbClr val="C7E9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27" name="Google Shape;3927;g38b88470f6c_3_2754"/>
            <p:cNvSpPr/>
            <p:nvPr/>
          </p:nvSpPr>
          <p:spPr>
            <a:xfrm>
              <a:off x="11049001" y="3589906"/>
              <a:ext cx="337500" cy="337500"/>
            </a:xfrm>
            <a:prstGeom prst="ellipse">
              <a:avLst/>
            </a:prstGeom>
            <a:solidFill>
              <a:srgbClr val="C7E9E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3928" name="Google Shape;3928;g38b88470f6c_3_2754"/>
          <p:cNvGrpSpPr/>
          <p:nvPr/>
        </p:nvGrpSpPr>
        <p:grpSpPr>
          <a:xfrm>
            <a:off x="9966493" y="3263943"/>
            <a:ext cx="350865" cy="2153064"/>
            <a:chOff x="11049001" y="1856356"/>
            <a:chExt cx="337500" cy="2071050"/>
          </a:xfrm>
        </p:grpSpPr>
        <p:sp>
          <p:nvSpPr>
            <p:cNvPr id="3929" name="Google Shape;3929;g38b88470f6c_3_2754"/>
            <p:cNvSpPr/>
            <p:nvPr/>
          </p:nvSpPr>
          <p:spPr>
            <a:xfrm>
              <a:off x="11049001" y="1856356"/>
              <a:ext cx="337500" cy="337500"/>
            </a:xfrm>
            <a:prstGeom prst="ellipse">
              <a:avLst/>
            </a:prstGeom>
            <a:solidFill>
              <a:srgbClr val="A6ED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30" name="Google Shape;3930;g38b88470f6c_3_2754"/>
            <p:cNvSpPr/>
            <p:nvPr/>
          </p:nvSpPr>
          <p:spPr>
            <a:xfrm>
              <a:off x="11049001" y="3589906"/>
              <a:ext cx="337500" cy="337500"/>
            </a:xfrm>
            <a:prstGeom prst="ellipse">
              <a:avLst/>
            </a:prstGeom>
            <a:solidFill>
              <a:srgbClr val="A6ED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3931" name="Google Shape;3931;g38b88470f6c_3_2754"/>
          <p:cNvGrpSpPr/>
          <p:nvPr/>
        </p:nvGrpSpPr>
        <p:grpSpPr>
          <a:xfrm>
            <a:off x="9966493" y="3263943"/>
            <a:ext cx="350865" cy="2153064"/>
            <a:chOff x="11049001" y="1856356"/>
            <a:chExt cx="337500" cy="2071050"/>
          </a:xfrm>
        </p:grpSpPr>
        <p:sp>
          <p:nvSpPr>
            <p:cNvPr id="3932" name="Google Shape;3932;g38b88470f6c_3_2754"/>
            <p:cNvSpPr/>
            <p:nvPr/>
          </p:nvSpPr>
          <p:spPr>
            <a:xfrm>
              <a:off x="11049001" y="1856356"/>
              <a:ext cx="337500" cy="337500"/>
            </a:xfrm>
            <a:prstGeom prst="ellipse">
              <a:avLst/>
            </a:prstGeom>
            <a:solidFill>
              <a:srgbClr val="86F0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33" name="Google Shape;3933;g38b88470f6c_3_2754"/>
            <p:cNvSpPr/>
            <p:nvPr/>
          </p:nvSpPr>
          <p:spPr>
            <a:xfrm>
              <a:off x="11049001" y="3589906"/>
              <a:ext cx="337500" cy="337500"/>
            </a:xfrm>
            <a:prstGeom prst="ellipse">
              <a:avLst/>
            </a:prstGeom>
            <a:solidFill>
              <a:srgbClr val="86F0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3934" name="Google Shape;3934;g38b88470f6c_3_2754"/>
          <p:cNvGrpSpPr/>
          <p:nvPr/>
        </p:nvGrpSpPr>
        <p:grpSpPr>
          <a:xfrm>
            <a:off x="9966493" y="3263943"/>
            <a:ext cx="350865" cy="2153064"/>
            <a:chOff x="11049001" y="1856356"/>
            <a:chExt cx="337500" cy="2071050"/>
          </a:xfrm>
        </p:grpSpPr>
        <p:sp>
          <p:nvSpPr>
            <p:cNvPr id="3935" name="Google Shape;3935;g38b88470f6c_3_2754"/>
            <p:cNvSpPr/>
            <p:nvPr/>
          </p:nvSpPr>
          <p:spPr>
            <a:xfrm>
              <a:off x="11049001" y="1856356"/>
              <a:ext cx="337500" cy="337500"/>
            </a:xfrm>
            <a:prstGeom prst="ellipse">
              <a:avLst/>
            </a:prstGeom>
            <a:solidFill>
              <a:srgbClr val="66F3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36" name="Google Shape;3936;g38b88470f6c_3_2754"/>
            <p:cNvSpPr/>
            <p:nvPr/>
          </p:nvSpPr>
          <p:spPr>
            <a:xfrm>
              <a:off x="11049001" y="3589906"/>
              <a:ext cx="337500" cy="337500"/>
            </a:xfrm>
            <a:prstGeom prst="ellipse">
              <a:avLst/>
            </a:prstGeom>
            <a:solidFill>
              <a:srgbClr val="66F3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3937" name="Google Shape;3937;g38b88470f6c_3_2754"/>
          <p:cNvGrpSpPr/>
          <p:nvPr/>
        </p:nvGrpSpPr>
        <p:grpSpPr>
          <a:xfrm>
            <a:off x="9966493" y="3263943"/>
            <a:ext cx="350865" cy="2153064"/>
            <a:chOff x="11049001" y="1856356"/>
            <a:chExt cx="337500" cy="2071050"/>
          </a:xfrm>
        </p:grpSpPr>
        <p:sp>
          <p:nvSpPr>
            <p:cNvPr id="3938" name="Google Shape;3938;g38b88470f6c_3_2754"/>
            <p:cNvSpPr/>
            <p:nvPr/>
          </p:nvSpPr>
          <p:spPr>
            <a:xfrm>
              <a:off x="11049001" y="1856356"/>
              <a:ext cx="337500" cy="337500"/>
            </a:xfrm>
            <a:prstGeom prst="ellipse">
              <a:avLst/>
            </a:prstGeom>
            <a:solidFill>
              <a:srgbClr val="46F6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39" name="Google Shape;3939;g38b88470f6c_3_2754"/>
            <p:cNvSpPr/>
            <p:nvPr/>
          </p:nvSpPr>
          <p:spPr>
            <a:xfrm>
              <a:off x="11049001" y="3589906"/>
              <a:ext cx="337500" cy="337500"/>
            </a:xfrm>
            <a:prstGeom prst="ellipse">
              <a:avLst/>
            </a:prstGeom>
            <a:solidFill>
              <a:srgbClr val="46F6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940" name="Google Shape;3940;g38b88470f6c_3_2754"/>
          <p:cNvSpPr txBox="1"/>
          <p:nvPr/>
        </p:nvSpPr>
        <p:spPr>
          <a:xfrm>
            <a:off x="482600" y="729930"/>
            <a:ext cx="47244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3600"/>
              <a:buFont typeface="Arial"/>
              <a:buNone/>
            </a:pPr>
            <a:r>
              <a:rPr b="0" i="0" lang="en-US" sz="3600" u="none" cap="none" strike="noStrike">
                <a:solidFill>
                  <a:srgbClr val="FFFFFF"/>
                </a:solidFill>
                <a:latin typeface="Kdam Thmor Pro"/>
                <a:ea typeface="Kdam Thmor Pro"/>
                <a:cs typeface="Kdam Thmor Pro"/>
                <a:sym typeface="Kdam Thmor Pro"/>
              </a:rPr>
              <a:t>Brainstorming</a:t>
            </a:r>
            <a:endParaRPr b="0" i="0" sz="1400" u="none" cap="none" strike="noStrike">
              <a:solidFill>
                <a:srgbClr val="000000"/>
              </a:solidFill>
              <a:latin typeface="Arial"/>
              <a:ea typeface="Arial"/>
              <a:cs typeface="Arial"/>
              <a:sym typeface="Arial"/>
            </a:endParaRPr>
          </a:p>
        </p:txBody>
      </p:sp>
      <p:sp>
        <p:nvSpPr>
          <p:cNvPr id="3941" name="Google Shape;3941;g38b88470f6c_3_2754"/>
          <p:cNvSpPr txBox="1"/>
          <p:nvPr>
            <p:ph idx="1" type="body"/>
          </p:nvPr>
        </p:nvSpPr>
        <p:spPr>
          <a:xfrm>
            <a:off x="998463" y="2192299"/>
            <a:ext cx="7091400" cy="39165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4400"/>
              <a:buFont typeface="Arial"/>
              <a:buNone/>
              <a:defRPr b="0" i="0" sz="44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940"/>
                                        </p:tgtEl>
                                        <p:attrNameLst>
                                          <p:attrName>style.visibility</p:attrName>
                                        </p:attrNameLst>
                                      </p:cBhvr>
                                      <p:to>
                                        <p:strVal val="visible"/>
                                      </p:to>
                                    </p:set>
                                    <p:animEffect filter="fade" transition="in">
                                      <p:cBhvr>
                                        <p:cTn dur="500"/>
                                        <p:tgtEl>
                                          <p:spTgt spid="394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41"/>
                                        </p:tgtEl>
                                        <p:attrNameLst>
                                          <p:attrName>style.visibility</p:attrName>
                                        </p:attrNameLst>
                                      </p:cBhvr>
                                      <p:to>
                                        <p:strVal val="visible"/>
                                      </p:to>
                                    </p:set>
                                    <p:animEffect filter="fade" transition="in">
                                      <p:cBhvr>
                                        <p:cTn dur="500"/>
                                        <p:tgtEl>
                                          <p:spTgt spid="3941"/>
                                        </p:tgtEl>
                                      </p:cBhvr>
                                    </p:animEffect>
                                  </p:childTnLst>
                                </p:cTn>
                              </p:par>
                            </p:childTnLst>
                          </p:cTn>
                        </p:par>
                        <p:par>
                          <p:cTn fill="hold">
                            <p:stCondLst>
                              <p:cond delay="1000"/>
                            </p:stCondLst>
                            <p:childTnLst>
                              <p:par>
                                <p:cTn fill="hold" nodeType="afterEffect" presetClass="emph" presetID="8" presetSubtype="0">
                                  <p:stCondLst>
                                    <p:cond delay="0"/>
                                  </p:stCondLst>
                                  <p:childTnLst>
                                    <p:animRot by="-21600000">
                                      <p:cBhvr>
                                        <p:cTn dur="2500" fill="hold"/>
                                        <p:tgtEl>
                                          <p:spTgt spid="3916"/>
                                        </p:tgtEl>
                                        <p:attrNameLst>
                                          <p:attrName>r</p:attrName>
                                        </p:attrNameLst>
                                      </p:cBhvr>
                                    </p:animRot>
                                  </p:childTnLst>
                                </p:cTn>
                              </p:par>
                              <p:par>
                                <p:cTn fill="hold" nodeType="withEffect" presetClass="emph" presetID="8" presetSubtype="0">
                                  <p:stCondLst>
                                    <p:cond delay="50"/>
                                  </p:stCondLst>
                                  <p:childTnLst>
                                    <p:animRot by="-21600000">
                                      <p:cBhvr>
                                        <p:cTn dur="2500" fill="hold"/>
                                        <p:tgtEl>
                                          <p:spTgt spid="3919"/>
                                        </p:tgtEl>
                                        <p:attrNameLst>
                                          <p:attrName>r</p:attrName>
                                        </p:attrNameLst>
                                      </p:cBhvr>
                                    </p:animRot>
                                  </p:childTnLst>
                                </p:cTn>
                              </p:par>
                              <p:par>
                                <p:cTn fill="hold" nodeType="withEffect" presetClass="emph" presetID="8" presetSubtype="0">
                                  <p:stCondLst>
                                    <p:cond delay="100"/>
                                  </p:stCondLst>
                                  <p:childTnLst>
                                    <p:animRot by="-21600000">
                                      <p:cBhvr>
                                        <p:cTn dur="2500" fill="hold"/>
                                        <p:tgtEl>
                                          <p:spTgt spid="3937"/>
                                        </p:tgtEl>
                                        <p:attrNameLst>
                                          <p:attrName>r</p:attrName>
                                        </p:attrNameLst>
                                      </p:cBhvr>
                                    </p:animRot>
                                  </p:childTnLst>
                                </p:cTn>
                              </p:par>
                              <p:par>
                                <p:cTn fill="hold" nodeType="withEffect" presetClass="emph" presetID="8" presetSubtype="0">
                                  <p:stCondLst>
                                    <p:cond delay="150"/>
                                  </p:stCondLst>
                                  <p:childTnLst>
                                    <p:animRot by="-21600000">
                                      <p:cBhvr>
                                        <p:cTn dur="2500" fill="hold"/>
                                        <p:tgtEl>
                                          <p:spTgt spid="3934"/>
                                        </p:tgtEl>
                                        <p:attrNameLst>
                                          <p:attrName>r</p:attrName>
                                        </p:attrNameLst>
                                      </p:cBhvr>
                                    </p:animRot>
                                  </p:childTnLst>
                                </p:cTn>
                              </p:par>
                              <p:par>
                                <p:cTn fill="hold" nodeType="withEffect" presetClass="emph" presetID="8" presetSubtype="0">
                                  <p:stCondLst>
                                    <p:cond delay="200"/>
                                  </p:stCondLst>
                                  <p:childTnLst>
                                    <p:animRot by="-21600000">
                                      <p:cBhvr>
                                        <p:cTn dur="2500" fill="hold"/>
                                        <p:tgtEl>
                                          <p:spTgt spid="3931"/>
                                        </p:tgtEl>
                                        <p:attrNameLst>
                                          <p:attrName>r</p:attrName>
                                        </p:attrNameLst>
                                      </p:cBhvr>
                                    </p:animRot>
                                  </p:childTnLst>
                                </p:cTn>
                              </p:par>
                              <p:par>
                                <p:cTn fill="hold" nodeType="withEffect" presetClass="emph" presetID="8" presetSubtype="0">
                                  <p:stCondLst>
                                    <p:cond delay="250"/>
                                  </p:stCondLst>
                                  <p:childTnLst>
                                    <p:animRot by="-21600000">
                                      <p:cBhvr>
                                        <p:cTn dur="2500" fill="hold"/>
                                        <p:tgtEl>
                                          <p:spTgt spid="3928"/>
                                        </p:tgtEl>
                                        <p:attrNameLst>
                                          <p:attrName>r</p:attrName>
                                        </p:attrNameLst>
                                      </p:cBhvr>
                                    </p:animRot>
                                  </p:childTnLst>
                                </p:cTn>
                              </p:par>
                              <p:par>
                                <p:cTn fill="hold" nodeType="withEffect" presetClass="emph" presetID="8" presetSubtype="0">
                                  <p:stCondLst>
                                    <p:cond delay="300"/>
                                  </p:stCondLst>
                                  <p:childTnLst>
                                    <p:animRot by="-21600000">
                                      <p:cBhvr>
                                        <p:cTn dur="2500" fill="hold"/>
                                        <p:tgtEl>
                                          <p:spTgt spid="3925"/>
                                        </p:tgtEl>
                                        <p:attrNameLst>
                                          <p:attrName>r</p:attrName>
                                        </p:attrNameLst>
                                      </p:cBhvr>
                                    </p:animRot>
                                  </p:childTnLst>
                                </p:cTn>
                              </p:par>
                              <p:par>
                                <p:cTn fill="hold" nodeType="withEffect" presetClass="emph" presetID="8" presetSubtype="0">
                                  <p:stCondLst>
                                    <p:cond delay="350"/>
                                  </p:stCondLst>
                                  <p:childTnLst>
                                    <p:animRot by="-21600000">
                                      <p:cBhvr>
                                        <p:cTn dur="2500" fill="hold"/>
                                        <p:tgtEl>
                                          <p:spTgt spid="3922"/>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4Step (H+PIC+NO.+HINT)">
  <p:cSld name="WA_4Step (H+PIC+NO.+HINT)">
    <p:spTree>
      <p:nvGrpSpPr>
        <p:cNvPr id="3942" name="Shape 3942"/>
        <p:cNvGrpSpPr/>
        <p:nvPr/>
      </p:nvGrpSpPr>
      <p:grpSpPr>
        <a:xfrm>
          <a:off x="0" y="0"/>
          <a:ext cx="0" cy="0"/>
          <a:chOff x="0" y="0"/>
          <a:chExt cx="0" cy="0"/>
        </a:xfrm>
      </p:grpSpPr>
      <p:grpSp>
        <p:nvGrpSpPr>
          <p:cNvPr id="3943" name="Google Shape;3943;g38b88470f6c_3_2781"/>
          <p:cNvGrpSpPr/>
          <p:nvPr/>
        </p:nvGrpSpPr>
        <p:grpSpPr>
          <a:xfrm>
            <a:off x="4156556" y="1620732"/>
            <a:ext cx="4433002" cy="4433003"/>
            <a:chOff x="-413326" y="937285"/>
            <a:chExt cx="4433003" cy="4433003"/>
          </a:xfrm>
        </p:grpSpPr>
        <p:sp>
          <p:nvSpPr>
            <p:cNvPr id="3944" name="Google Shape;3944;g38b88470f6c_3_2781"/>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45" name="Google Shape;3945;g38b88470f6c_3_2781"/>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46" name="Google Shape;3946;g38b88470f6c_3_2781"/>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47" name="Google Shape;3947;g38b88470f6c_3_2781"/>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948" name="Google Shape;3948;g38b88470f6c_3_2781"/>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3949" name="Google Shape;3949;g38b88470f6c_3_2781"/>
          <p:cNvSpPr/>
          <p:nvPr>
            <p:ph idx="2" type="pic"/>
          </p:nvPr>
        </p:nvSpPr>
        <p:spPr>
          <a:xfrm>
            <a:off x="4411367" y="1904584"/>
            <a:ext cx="3900000" cy="3905100"/>
          </a:xfrm>
          <a:prstGeom prst="rect">
            <a:avLst/>
          </a:prstGeom>
          <a:noFill/>
          <a:ln>
            <a:noFill/>
          </a:ln>
        </p:spPr>
      </p:sp>
      <p:sp>
        <p:nvSpPr>
          <p:cNvPr id="3950" name="Google Shape;3950;g38b88470f6c_3_2781"/>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3951" name="Google Shape;3951;g38b88470f6c_3_2781"/>
          <p:cNvGrpSpPr/>
          <p:nvPr/>
        </p:nvGrpSpPr>
        <p:grpSpPr>
          <a:xfrm>
            <a:off x="8589558" y="6331536"/>
            <a:ext cx="256344" cy="68100"/>
            <a:chOff x="781167" y="5836673"/>
            <a:chExt cx="256344" cy="68100"/>
          </a:xfrm>
        </p:grpSpPr>
        <p:sp>
          <p:nvSpPr>
            <p:cNvPr id="3952" name="Google Shape;3952;g38b88470f6c_3_2781"/>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3953" name="Google Shape;3953;g38b88470f6c_3_2781"/>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3954" name="Google Shape;3954;g38b88470f6c_3_2781"/>
          <p:cNvSpPr txBox="1"/>
          <p:nvPr>
            <p:ph idx="3"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955" name="Google Shape;3955;g38b88470f6c_3_2781"/>
          <p:cNvSpPr txBox="1"/>
          <p:nvPr>
            <p:ph idx="4"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3956" name="Google Shape;3956;g38b88470f6c_3_2781"/>
          <p:cNvGrpSpPr/>
          <p:nvPr/>
        </p:nvGrpSpPr>
        <p:grpSpPr>
          <a:xfrm>
            <a:off x="11722369" y="5812872"/>
            <a:ext cx="315939" cy="409183"/>
            <a:chOff x="11575262" y="5512453"/>
            <a:chExt cx="315939" cy="409183"/>
          </a:xfrm>
        </p:grpSpPr>
        <p:sp>
          <p:nvSpPr>
            <p:cNvPr id="3957" name="Google Shape;3957;g38b88470f6c_3_2781"/>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58" name="Google Shape;3958;g38b88470f6c_3_2781"/>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59" name="Google Shape;3959;g38b88470f6c_3_2781"/>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1"/>
                                        </p:tgtEl>
                                        <p:attrNameLst>
                                          <p:attrName>style.visibility</p:attrName>
                                        </p:attrNameLst>
                                      </p:cBhvr>
                                      <p:to>
                                        <p:strVal val="visible"/>
                                      </p:to>
                                    </p:set>
                                    <p:animEffect filter="fade" transition="in">
                                      <p:cBhvr>
                                        <p:cTn dur="500"/>
                                        <p:tgtEl>
                                          <p:spTgt spid="395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54"/>
                                        </p:tgtEl>
                                        <p:attrNameLst>
                                          <p:attrName>style.visibility</p:attrName>
                                        </p:attrNameLst>
                                      </p:cBhvr>
                                      <p:to>
                                        <p:strVal val="visible"/>
                                      </p:to>
                                    </p:set>
                                    <p:animEffect filter="fade" transition="in">
                                      <p:cBhvr>
                                        <p:cTn dur="500"/>
                                        <p:tgtEl>
                                          <p:spTgt spid="39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Step (H+PIC+NO.+HINT)">
  <p:cSld name="4Step (H+PIC+NO.+HINT)">
    <p:spTree>
      <p:nvGrpSpPr>
        <p:cNvPr id="3960" name="Shape 3960"/>
        <p:cNvGrpSpPr/>
        <p:nvPr/>
      </p:nvGrpSpPr>
      <p:grpSpPr>
        <a:xfrm>
          <a:off x="0" y="0"/>
          <a:ext cx="0" cy="0"/>
          <a:chOff x="0" y="0"/>
          <a:chExt cx="0" cy="0"/>
        </a:xfrm>
      </p:grpSpPr>
      <p:grpSp>
        <p:nvGrpSpPr>
          <p:cNvPr id="3961" name="Google Shape;3961;g38b88470f6c_3_2799"/>
          <p:cNvGrpSpPr/>
          <p:nvPr/>
        </p:nvGrpSpPr>
        <p:grpSpPr>
          <a:xfrm>
            <a:off x="4156556" y="1620732"/>
            <a:ext cx="4433002" cy="4433003"/>
            <a:chOff x="-413326" y="937285"/>
            <a:chExt cx="4433003" cy="4433003"/>
          </a:xfrm>
        </p:grpSpPr>
        <p:sp>
          <p:nvSpPr>
            <p:cNvPr id="3962" name="Google Shape;3962;g38b88470f6c_3_2799"/>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63" name="Google Shape;3963;g38b88470f6c_3_2799"/>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64" name="Google Shape;3964;g38b88470f6c_3_2799"/>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65" name="Google Shape;3965;g38b88470f6c_3_2799"/>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966" name="Google Shape;3966;g38b88470f6c_3_2799"/>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3967" name="Google Shape;3967;g38b88470f6c_3_2799"/>
          <p:cNvSpPr/>
          <p:nvPr>
            <p:ph idx="2" type="pic"/>
          </p:nvPr>
        </p:nvSpPr>
        <p:spPr>
          <a:xfrm>
            <a:off x="4411367" y="1904584"/>
            <a:ext cx="3900000" cy="3905100"/>
          </a:xfrm>
          <a:prstGeom prst="rect">
            <a:avLst/>
          </a:prstGeom>
          <a:noFill/>
          <a:ln>
            <a:noFill/>
          </a:ln>
        </p:spPr>
      </p:sp>
      <p:sp>
        <p:nvSpPr>
          <p:cNvPr id="3968" name="Google Shape;3968;g38b88470f6c_3_2799"/>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3969" name="Google Shape;3969;g38b88470f6c_3_2799"/>
          <p:cNvGrpSpPr/>
          <p:nvPr/>
        </p:nvGrpSpPr>
        <p:grpSpPr>
          <a:xfrm>
            <a:off x="8589558" y="6331536"/>
            <a:ext cx="256344" cy="68100"/>
            <a:chOff x="781167" y="5836673"/>
            <a:chExt cx="256344" cy="68100"/>
          </a:xfrm>
        </p:grpSpPr>
        <p:sp>
          <p:nvSpPr>
            <p:cNvPr id="3970" name="Google Shape;3970;g38b88470f6c_3_2799"/>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3971" name="Google Shape;3971;g38b88470f6c_3_2799"/>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3972" name="Google Shape;3972;g38b88470f6c_3_2799"/>
          <p:cNvSpPr txBox="1"/>
          <p:nvPr>
            <p:ph idx="3"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3973" name="Google Shape;3973;g38b88470f6c_3_2799"/>
          <p:cNvSpPr txBox="1"/>
          <p:nvPr>
            <p:ph idx="4"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3974" name="Google Shape;3974;g38b88470f6c_3_2799"/>
          <p:cNvGrpSpPr/>
          <p:nvPr/>
        </p:nvGrpSpPr>
        <p:grpSpPr>
          <a:xfrm>
            <a:off x="11722369" y="5812872"/>
            <a:ext cx="315939" cy="409183"/>
            <a:chOff x="11575262" y="5512453"/>
            <a:chExt cx="315939" cy="409183"/>
          </a:xfrm>
        </p:grpSpPr>
        <p:sp>
          <p:nvSpPr>
            <p:cNvPr id="3975" name="Google Shape;3975;g38b88470f6c_3_2799"/>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76" name="Google Shape;3976;g38b88470f6c_3_2799"/>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77" name="Google Shape;3977;g38b88470f6c_3_2799"/>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961"/>
                                        </p:tgtEl>
                                        <p:attrNameLst>
                                          <p:attrName>style.visibility</p:attrName>
                                        </p:attrNameLst>
                                      </p:cBhvr>
                                      <p:to>
                                        <p:strVal val="visible"/>
                                      </p:to>
                                    </p:set>
                                    <p:anim calcmode="lin" valueType="num">
                                      <p:cBhvr additive="base">
                                        <p:cTn dur="2250"/>
                                        <p:tgtEl>
                                          <p:spTgt spid="3961"/>
                                        </p:tgtEl>
                                        <p:attrNameLst>
                                          <p:attrName>ppt_w</p:attrName>
                                        </p:attrNameLst>
                                      </p:cBhvr>
                                      <p:tavLst>
                                        <p:tav fmla="" tm="0">
                                          <p:val>
                                            <p:strVal val="0"/>
                                          </p:val>
                                        </p:tav>
                                        <p:tav fmla="" tm="100000">
                                          <p:val>
                                            <p:strVal val="#ppt_w"/>
                                          </p:val>
                                        </p:tav>
                                      </p:tavLst>
                                    </p:anim>
                                    <p:anim calcmode="lin" valueType="num">
                                      <p:cBhvr additive="base">
                                        <p:cTn dur="2250"/>
                                        <p:tgtEl>
                                          <p:spTgt spid="3961"/>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3967"/>
                                        </p:tgtEl>
                                        <p:attrNameLst>
                                          <p:attrName>style.visibility</p:attrName>
                                        </p:attrNameLst>
                                      </p:cBhvr>
                                      <p:to>
                                        <p:strVal val="visible"/>
                                      </p:to>
                                    </p:set>
                                    <p:animEffect filter="fade" transition="in">
                                      <p:cBhvr>
                                        <p:cTn dur="500"/>
                                        <p:tgtEl>
                                          <p:spTgt spid="39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9"/>
                                        </p:tgtEl>
                                        <p:attrNameLst>
                                          <p:attrName>style.visibility</p:attrName>
                                        </p:attrNameLst>
                                      </p:cBhvr>
                                      <p:to>
                                        <p:strVal val="visible"/>
                                      </p:to>
                                    </p:set>
                                    <p:animEffect filter="fade" transition="in">
                                      <p:cBhvr>
                                        <p:cTn dur="500"/>
                                        <p:tgtEl>
                                          <p:spTgt spid="396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72"/>
                                        </p:tgtEl>
                                        <p:attrNameLst>
                                          <p:attrName>style.visibility</p:attrName>
                                        </p:attrNameLst>
                                      </p:cBhvr>
                                      <p:to>
                                        <p:strVal val="visible"/>
                                      </p:to>
                                    </p:set>
                                    <p:animEffect filter="fade" transition="in">
                                      <p:cBhvr>
                                        <p:cTn dur="500"/>
                                        <p:tgtEl>
                                          <p:spTgt spid="39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1">
  <p:cSld name="Q&amp;A+HIELP BUTTON_1">
    <p:spTree>
      <p:nvGrpSpPr>
        <p:cNvPr id="3978" name="Shape 3978"/>
        <p:cNvGrpSpPr/>
        <p:nvPr/>
      </p:nvGrpSpPr>
      <p:grpSpPr>
        <a:xfrm>
          <a:off x="0" y="0"/>
          <a:ext cx="0" cy="0"/>
          <a:chOff x="0" y="0"/>
          <a:chExt cx="0" cy="0"/>
        </a:xfrm>
      </p:grpSpPr>
      <p:sp>
        <p:nvSpPr>
          <p:cNvPr id="3979" name="Google Shape;3979;g38b88470f6c_3_2817"/>
          <p:cNvSpPr/>
          <p:nvPr/>
        </p:nvSpPr>
        <p:spPr>
          <a:xfrm rot="5400000">
            <a:off x="-313698" y="-1313719"/>
            <a:ext cx="1110000" cy="5257800"/>
          </a:xfrm>
          <a:prstGeom prst="rect">
            <a:avLst/>
          </a:prstGeom>
          <a:gradFill>
            <a:gsLst>
              <a:gs pos="0">
                <a:srgbClr val="F1FEFE">
                  <a:alpha val="0"/>
                </a:srgbClr>
              </a:gs>
              <a:gs pos="100000">
                <a:srgbClr val="05FDFF">
                  <a:alpha val="784"/>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3980" name="Google Shape;3980;g38b88470f6c_3_2817"/>
          <p:cNvGrpSpPr/>
          <p:nvPr/>
        </p:nvGrpSpPr>
        <p:grpSpPr>
          <a:xfrm>
            <a:off x="-86314" y="851932"/>
            <a:ext cx="324402" cy="390024"/>
            <a:chOff x="948349" y="814223"/>
            <a:chExt cx="2794159" cy="390024"/>
          </a:xfrm>
        </p:grpSpPr>
        <p:sp>
          <p:nvSpPr>
            <p:cNvPr id="3981" name="Google Shape;3981;g38b88470f6c_3_2817"/>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82" name="Google Shape;3982;g38b88470f6c_3_2817"/>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3983" name="Google Shape;3983;g38b88470f6c_3_2817"/>
          <p:cNvGrpSpPr/>
          <p:nvPr/>
        </p:nvGrpSpPr>
        <p:grpSpPr>
          <a:xfrm flipH="1" rot="10800000">
            <a:off x="-86314" y="2415356"/>
            <a:ext cx="324402" cy="390024"/>
            <a:chOff x="948349" y="814223"/>
            <a:chExt cx="2794159" cy="390024"/>
          </a:xfrm>
        </p:grpSpPr>
        <p:sp>
          <p:nvSpPr>
            <p:cNvPr id="3984" name="Google Shape;3984;g38b88470f6c_3_2817"/>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85" name="Google Shape;3985;g38b88470f6c_3_2817"/>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3986" name="Google Shape;3986;g38b88470f6c_3_2817"/>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87" name="Google Shape;3987;g38b88470f6c_3_2817"/>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88" name="Google Shape;3988;g38b88470f6c_3_2817"/>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89" name="Google Shape;3989;g38b88470f6c_3_2817"/>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90" name="Google Shape;3990;g38b88470f6c_3_2817"/>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91" name="Google Shape;3991;g38b88470f6c_3_2817"/>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3992" name="Google Shape;3992;g38b88470f6c_3_2817"/>
          <p:cNvGrpSpPr/>
          <p:nvPr/>
        </p:nvGrpSpPr>
        <p:grpSpPr>
          <a:xfrm>
            <a:off x="11490140" y="6059615"/>
            <a:ext cx="315939" cy="409183"/>
            <a:chOff x="11575262" y="5512453"/>
            <a:chExt cx="315939" cy="409183"/>
          </a:xfrm>
        </p:grpSpPr>
        <p:sp>
          <p:nvSpPr>
            <p:cNvPr id="3993" name="Google Shape;3993;g38b88470f6c_3_2817"/>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94" name="Google Shape;3994;g38b88470f6c_3_2817"/>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3995" name="Google Shape;3995;g38b88470f6c_3_2817"/>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3996" name="Google Shape;3996;g38b88470f6c_3_2817"/>
          <p:cNvGrpSpPr/>
          <p:nvPr/>
        </p:nvGrpSpPr>
        <p:grpSpPr>
          <a:xfrm>
            <a:off x="976070" y="2631155"/>
            <a:ext cx="256344" cy="68100"/>
            <a:chOff x="781167" y="5925573"/>
            <a:chExt cx="256344" cy="68100"/>
          </a:xfrm>
        </p:grpSpPr>
        <p:sp>
          <p:nvSpPr>
            <p:cNvPr id="3997" name="Google Shape;3997;g38b88470f6c_3_2817"/>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3998" name="Google Shape;3998;g38b88470f6c_3_2817"/>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3999" name="Google Shape;3999;g38b88470f6c_3_2817"/>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000" name="Google Shape;4000;g38b88470f6c_3_2817"/>
          <p:cNvSpPr/>
          <p:nvPr>
            <p:ph idx="2" type="pic"/>
          </p:nvPr>
        </p:nvSpPr>
        <p:spPr>
          <a:xfrm>
            <a:off x="6766850" y="2522830"/>
            <a:ext cx="4347900" cy="3970200"/>
          </a:xfrm>
          <a:prstGeom prst="rect">
            <a:avLst/>
          </a:prstGeom>
          <a:noFill/>
          <a:ln>
            <a:noFill/>
          </a:ln>
        </p:spPr>
      </p:sp>
      <p:sp>
        <p:nvSpPr>
          <p:cNvPr id="4001" name="Google Shape;4001;g38b88470f6c_3_2817"/>
          <p:cNvSpPr txBox="1"/>
          <p:nvPr>
            <p:ph idx="3"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002" name="Google Shape;4002;g38b88470f6c_3_2817"/>
          <p:cNvSpPr txBox="1"/>
          <p:nvPr/>
        </p:nvSpPr>
        <p:spPr>
          <a:xfrm>
            <a:off x="11154788" y="404846"/>
            <a:ext cx="5478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Q</a:t>
            </a:r>
            <a:endParaRPr b="0" i="0" sz="1400" u="none" cap="none" strike="noStrike">
              <a:solidFill>
                <a:srgbClr val="000000"/>
              </a:solidFill>
              <a:latin typeface="Arial"/>
              <a:ea typeface="Arial"/>
              <a:cs typeface="Arial"/>
              <a:sym typeface="Arial"/>
            </a:endParaRPr>
          </a:p>
        </p:txBody>
      </p:sp>
      <p:sp>
        <p:nvSpPr>
          <p:cNvPr id="4003" name="Google Shape;4003;g38b88470f6c_3_2817"/>
          <p:cNvSpPr txBox="1"/>
          <p:nvPr>
            <p:ph idx="4" type="body"/>
          </p:nvPr>
        </p:nvSpPr>
        <p:spPr>
          <a:xfrm>
            <a:off x="11644251" y="417511"/>
            <a:ext cx="547800" cy="383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6"/>
                                        </p:tgtEl>
                                        <p:attrNameLst>
                                          <p:attrName>style.visibility</p:attrName>
                                        </p:attrNameLst>
                                      </p:cBhvr>
                                      <p:to>
                                        <p:strVal val="visible"/>
                                      </p:to>
                                    </p:set>
                                    <p:animEffect filter="fade" transition="in">
                                      <p:cBhvr>
                                        <p:cTn dur="500"/>
                                        <p:tgtEl>
                                          <p:spTgt spid="3996"/>
                                        </p:tgtEl>
                                      </p:cBhvr>
                                    </p:animEffect>
                                  </p:childTnLst>
                                </p:cTn>
                              </p:par>
                              <p:par>
                                <p:cTn fill="hold" nodeType="withEffect" presetClass="entr" presetID="10" presetSubtype="0">
                                  <p:stCondLst>
                                    <p:cond delay="0"/>
                                  </p:stCondLst>
                                  <p:childTnLst>
                                    <p:set>
                                      <p:cBhvr>
                                        <p:cTn dur="1" fill="hold">
                                          <p:stCondLst>
                                            <p:cond delay="0"/>
                                          </p:stCondLst>
                                        </p:cTn>
                                        <p:tgtEl>
                                          <p:spTgt spid="4001">
                                            <p:txEl>
                                              <p:pRg end="0" st="0"/>
                                            </p:txEl>
                                          </p:spTgt>
                                        </p:tgtEl>
                                        <p:attrNameLst>
                                          <p:attrName>style.visibility</p:attrName>
                                        </p:attrNameLst>
                                      </p:cBhvr>
                                      <p:to>
                                        <p:strVal val="visible"/>
                                      </p:to>
                                    </p:set>
                                    <p:animEffect filter="fade" transition="in">
                                      <p:cBhvr>
                                        <p:cTn dur="500"/>
                                        <p:tgtEl>
                                          <p:spTgt spid="400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01">
                                            <p:txEl>
                                              <p:pRg end="1" st="1"/>
                                            </p:txEl>
                                          </p:spTgt>
                                        </p:tgtEl>
                                        <p:attrNameLst>
                                          <p:attrName>style.visibility</p:attrName>
                                        </p:attrNameLst>
                                      </p:cBhvr>
                                      <p:to>
                                        <p:strVal val="visible"/>
                                      </p:to>
                                    </p:set>
                                    <p:animEffect filter="fade" transition="in">
                                      <p:cBhvr>
                                        <p:cTn dur="500"/>
                                        <p:tgtEl>
                                          <p:spTgt spid="4001">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01">
                                            <p:txEl>
                                              <p:pRg end="2" st="2"/>
                                            </p:txEl>
                                          </p:spTgt>
                                        </p:tgtEl>
                                        <p:attrNameLst>
                                          <p:attrName>style.visibility</p:attrName>
                                        </p:attrNameLst>
                                      </p:cBhvr>
                                      <p:to>
                                        <p:strVal val="visible"/>
                                      </p:to>
                                    </p:set>
                                    <p:animEffect filter="fade" transition="in">
                                      <p:cBhvr>
                                        <p:cTn dur="500"/>
                                        <p:tgtEl>
                                          <p:spTgt spid="4001">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01">
                                            <p:txEl>
                                              <p:pRg end="3" st="3"/>
                                            </p:txEl>
                                          </p:spTgt>
                                        </p:tgtEl>
                                        <p:attrNameLst>
                                          <p:attrName>style.visibility</p:attrName>
                                        </p:attrNameLst>
                                      </p:cBhvr>
                                      <p:to>
                                        <p:strVal val="visible"/>
                                      </p:to>
                                    </p:set>
                                    <p:animEffect filter="fade" transition="in">
                                      <p:cBhvr>
                                        <p:cTn dur="500"/>
                                        <p:tgtEl>
                                          <p:spTgt spid="4001">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01">
                                            <p:txEl>
                                              <p:pRg end="4" st="4"/>
                                            </p:txEl>
                                          </p:spTgt>
                                        </p:tgtEl>
                                        <p:attrNameLst>
                                          <p:attrName>style.visibility</p:attrName>
                                        </p:attrNameLst>
                                      </p:cBhvr>
                                      <p:to>
                                        <p:strVal val="visible"/>
                                      </p:to>
                                    </p:set>
                                    <p:animEffect filter="fade" transition="in">
                                      <p:cBhvr>
                                        <p:cTn dur="500"/>
                                        <p:tgtEl>
                                          <p:spTgt spid="4001">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01">
                                            <p:txEl>
                                              <p:pRg end="5" st="5"/>
                                            </p:txEl>
                                          </p:spTgt>
                                        </p:tgtEl>
                                        <p:attrNameLst>
                                          <p:attrName>style.visibility</p:attrName>
                                        </p:attrNameLst>
                                      </p:cBhvr>
                                      <p:to>
                                        <p:strVal val="visible"/>
                                      </p:to>
                                    </p:set>
                                    <p:animEffect filter="fade" transition="in">
                                      <p:cBhvr>
                                        <p:cTn dur="500"/>
                                        <p:tgtEl>
                                          <p:spTgt spid="4001">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01">
                                            <p:txEl>
                                              <p:pRg end="6" st="6"/>
                                            </p:txEl>
                                          </p:spTgt>
                                        </p:tgtEl>
                                        <p:attrNameLst>
                                          <p:attrName>style.visibility</p:attrName>
                                        </p:attrNameLst>
                                      </p:cBhvr>
                                      <p:to>
                                        <p:strVal val="visible"/>
                                      </p:to>
                                    </p:set>
                                    <p:animEffect filter="fade" transition="in">
                                      <p:cBhvr>
                                        <p:cTn dur="500"/>
                                        <p:tgtEl>
                                          <p:spTgt spid="4001">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01">
                                            <p:txEl>
                                              <p:pRg end="7" st="7"/>
                                            </p:txEl>
                                          </p:spTgt>
                                        </p:tgtEl>
                                        <p:attrNameLst>
                                          <p:attrName>style.visibility</p:attrName>
                                        </p:attrNameLst>
                                      </p:cBhvr>
                                      <p:to>
                                        <p:strVal val="visible"/>
                                      </p:to>
                                    </p:set>
                                    <p:animEffect filter="fade" transition="in">
                                      <p:cBhvr>
                                        <p:cTn dur="500"/>
                                        <p:tgtEl>
                                          <p:spTgt spid="4001">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01">
                                            <p:txEl>
                                              <p:pRg end="8" st="8"/>
                                            </p:txEl>
                                          </p:spTgt>
                                        </p:tgtEl>
                                        <p:attrNameLst>
                                          <p:attrName>style.visibility</p:attrName>
                                        </p:attrNameLst>
                                      </p:cBhvr>
                                      <p:to>
                                        <p:strVal val="visible"/>
                                      </p:to>
                                    </p:set>
                                    <p:animEffect filter="fade" transition="in">
                                      <p:cBhvr>
                                        <p:cTn dur="500"/>
                                        <p:tgtEl>
                                          <p:spTgt spid="4001">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00"/>
                                        </p:tgtEl>
                                        <p:attrNameLst>
                                          <p:attrName>style.visibility</p:attrName>
                                        </p:attrNameLst>
                                      </p:cBhvr>
                                      <p:to>
                                        <p:strVal val="visible"/>
                                      </p:to>
                                    </p:set>
                                    <p:animEffect filter="fade" transition="in">
                                      <p:cBhvr>
                                        <p:cTn dur="500"/>
                                        <p:tgtEl>
                                          <p:spTgt spid="40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NUS TASK">
  <p:cSld name="BONUS TASK">
    <p:spTree>
      <p:nvGrpSpPr>
        <p:cNvPr id="4004" name="Shape 4004"/>
        <p:cNvGrpSpPr/>
        <p:nvPr/>
      </p:nvGrpSpPr>
      <p:grpSpPr>
        <a:xfrm>
          <a:off x="0" y="0"/>
          <a:ext cx="0" cy="0"/>
          <a:chOff x="0" y="0"/>
          <a:chExt cx="0" cy="0"/>
        </a:xfrm>
      </p:grpSpPr>
      <p:grpSp>
        <p:nvGrpSpPr>
          <p:cNvPr id="4005" name="Google Shape;4005;g38b88470f6c_3_2843"/>
          <p:cNvGrpSpPr/>
          <p:nvPr/>
        </p:nvGrpSpPr>
        <p:grpSpPr>
          <a:xfrm>
            <a:off x="-86305" y="232839"/>
            <a:ext cx="2794159" cy="390024"/>
            <a:chOff x="948349" y="814223"/>
            <a:chExt cx="2794159" cy="390024"/>
          </a:xfrm>
        </p:grpSpPr>
        <p:sp>
          <p:nvSpPr>
            <p:cNvPr id="4006" name="Google Shape;4006;g38b88470f6c_3_284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07" name="Google Shape;4007;g38b88470f6c_3_284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4008" name="Google Shape;4008;g38b88470f6c_3_2843"/>
          <p:cNvGrpSpPr/>
          <p:nvPr/>
        </p:nvGrpSpPr>
        <p:grpSpPr>
          <a:xfrm flipH="1" rot="10800000">
            <a:off x="-86305" y="1933581"/>
            <a:ext cx="2794159" cy="390024"/>
            <a:chOff x="948349" y="814223"/>
            <a:chExt cx="2794159" cy="390024"/>
          </a:xfrm>
        </p:grpSpPr>
        <p:sp>
          <p:nvSpPr>
            <p:cNvPr id="4009" name="Google Shape;4009;g38b88470f6c_3_284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10" name="Google Shape;4010;g38b88470f6c_3_284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24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011" name="Google Shape;4011;g38b88470f6c_3_2843"/>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12" name="Google Shape;4012;g38b88470f6c_3_2843"/>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13" name="Google Shape;4013;g38b88470f6c_3_2843"/>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14" name="Google Shape;4014;g38b88470f6c_3_2843"/>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15" name="Google Shape;4015;g38b88470f6c_3_2843"/>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16" name="Google Shape;4016;g38b88470f6c_3_2843"/>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17" name="Google Shape;4017;g38b88470f6c_3_2843"/>
          <p:cNvSpPr/>
          <p:nvPr/>
        </p:nvSpPr>
        <p:spPr>
          <a:xfrm rot="5400000">
            <a:off x="-313698" y="-1313719"/>
            <a:ext cx="1110000" cy="5257800"/>
          </a:xfrm>
          <a:prstGeom prst="rect">
            <a:avLst/>
          </a:prstGeom>
          <a:gradFill>
            <a:gsLst>
              <a:gs pos="0">
                <a:srgbClr val="F1FEFE">
                  <a:alpha val="0"/>
                </a:srgbClr>
              </a:gs>
              <a:gs pos="100000">
                <a:srgbClr val="05FDFF">
                  <a:alpha val="784"/>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4018" name="Google Shape;4018;g38b88470f6c_3_2843"/>
          <p:cNvGrpSpPr/>
          <p:nvPr/>
        </p:nvGrpSpPr>
        <p:grpSpPr>
          <a:xfrm>
            <a:off x="7362778" y="2144139"/>
            <a:ext cx="4433002" cy="4433003"/>
            <a:chOff x="-413326" y="937285"/>
            <a:chExt cx="4433003" cy="4433003"/>
          </a:xfrm>
        </p:grpSpPr>
        <p:sp>
          <p:nvSpPr>
            <p:cNvPr id="4019" name="Google Shape;4019;g38b88470f6c_3_2843"/>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20" name="Google Shape;4020;g38b88470f6c_3_2843"/>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21" name="Google Shape;4021;g38b88470f6c_3_2843"/>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22" name="Google Shape;4022;g38b88470f6c_3_2843"/>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023" name="Google Shape;4023;g38b88470f6c_3_2843"/>
          <p:cNvSpPr txBox="1"/>
          <p:nvPr>
            <p:ph idx="1" type="body"/>
          </p:nvPr>
        </p:nvSpPr>
        <p:spPr>
          <a:xfrm>
            <a:off x="7899288" y="2357480"/>
            <a:ext cx="3396600" cy="4094100"/>
          </a:xfrm>
          <a:prstGeom prst="rect">
            <a:avLst/>
          </a:prstGeom>
          <a:noFill/>
          <a:ln>
            <a:noFill/>
          </a:ln>
        </p:spPr>
        <p:txBody>
          <a:bodyPr anchorCtr="0" anchor="ctr" bIns="45700" lIns="91425" spcFirstLastPara="1" rIns="91425" wrap="square" tIns="45700">
            <a:noAutofit/>
          </a:bodyPr>
          <a:lstStyle>
            <a:lvl1pPr indent="-400050" lvl="0" marL="457200" marR="0" algn="l">
              <a:lnSpc>
                <a:spcPct val="100000"/>
              </a:lnSpc>
              <a:spcBef>
                <a:spcPts val="0"/>
              </a:spcBef>
              <a:spcAft>
                <a:spcPts val="0"/>
              </a:spcAft>
              <a:buClr>
                <a:srgbClr val="05FDFF"/>
              </a:buClr>
              <a:buSzPts val="2700"/>
              <a:buFont typeface="Kdam Thmor Pro"/>
              <a:buChar char="+"/>
              <a:defRPr b="0" i="0" sz="18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024" name="Google Shape;4024;g38b88470f6c_3_2843"/>
          <p:cNvSpPr txBox="1"/>
          <p:nvPr/>
        </p:nvSpPr>
        <p:spPr>
          <a:xfrm>
            <a:off x="1108604" y="718141"/>
            <a:ext cx="1599300" cy="1108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400"/>
              <a:buFont typeface="Arial"/>
              <a:buNone/>
            </a:pPr>
            <a:r>
              <a:rPr b="0" i="0" lang="en-US" sz="2400" u="none" cap="none" strike="noStrike">
                <a:solidFill>
                  <a:srgbClr val="05FDFF"/>
                </a:solidFill>
                <a:latin typeface="Kdam Thmor Pro"/>
                <a:ea typeface="Kdam Thmor Pro"/>
                <a:cs typeface="Kdam Thmor Pro"/>
                <a:sym typeface="Kdam Thmor Pro"/>
              </a:rPr>
              <a:t>Bonus</a:t>
            </a:r>
            <a:r>
              <a:rPr b="0" i="0" lang="en-US" sz="3600" u="none" cap="none" strike="noStrike">
                <a:solidFill>
                  <a:srgbClr val="FFFFFF"/>
                </a:solidFill>
                <a:latin typeface="Kdam Thmor Pro"/>
                <a:ea typeface="Kdam Thmor Pro"/>
                <a:cs typeface="Kdam Thmor Pro"/>
                <a:sym typeface="Kdam Thmor Pro"/>
              </a:rPr>
              <a:t> </a:t>
            </a:r>
            <a:br>
              <a:rPr b="0" i="0" lang="en-US" sz="3600" u="none" cap="none" strike="noStrike">
                <a:solidFill>
                  <a:srgbClr val="FFFFFF"/>
                </a:solidFill>
                <a:latin typeface="Kdam Thmor Pro"/>
                <a:ea typeface="Kdam Thmor Pro"/>
                <a:cs typeface="Kdam Thmor Pro"/>
                <a:sym typeface="Kdam Thmor Pro"/>
              </a:rPr>
            </a:br>
            <a:r>
              <a:rPr b="0" i="0" lang="en-US" sz="4400" u="none" cap="none" strike="noStrike">
                <a:solidFill>
                  <a:srgbClr val="FFFFFF"/>
                </a:solidFill>
                <a:latin typeface="Kdam Thmor Pro"/>
                <a:ea typeface="Kdam Thmor Pro"/>
                <a:cs typeface="Kdam Thmor Pro"/>
                <a:sym typeface="Kdam Thmor Pro"/>
              </a:rPr>
              <a:t>Task</a:t>
            </a:r>
            <a:endParaRPr b="0" i="0" sz="4800" u="none" cap="none" strike="noStrike">
              <a:solidFill>
                <a:srgbClr val="FFFFFF"/>
              </a:solidFill>
              <a:latin typeface="Kdam Thmor Pro"/>
              <a:ea typeface="Kdam Thmor Pro"/>
              <a:cs typeface="Kdam Thmor Pro"/>
              <a:sym typeface="Kdam Thmor Pro"/>
            </a:endParaRPr>
          </a:p>
        </p:txBody>
      </p:sp>
      <p:sp>
        <p:nvSpPr>
          <p:cNvPr id="4025" name="Google Shape;4025;g38b88470f6c_3_2843"/>
          <p:cNvSpPr txBox="1"/>
          <p:nvPr/>
        </p:nvSpPr>
        <p:spPr>
          <a:xfrm>
            <a:off x="2631654" y="432524"/>
            <a:ext cx="967500" cy="782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5400"/>
              <a:buFont typeface="Arial"/>
              <a:buNone/>
            </a:pPr>
            <a:r>
              <a:rPr b="0" i="0" lang="en-US" sz="5400" u="none" cap="none" strike="noStrike">
                <a:solidFill>
                  <a:srgbClr val="05FDFF"/>
                </a:solidFill>
                <a:latin typeface="Kdam Thmor Pro"/>
                <a:ea typeface="Kdam Thmor Pro"/>
                <a:cs typeface="Kdam Thmor Pro"/>
                <a:sym typeface="Kdam Thmor Pro"/>
              </a:rPr>
              <a:t>+</a:t>
            </a:r>
            <a:endParaRPr b="0" i="0" sz="7200" u="none" cap="none" strike="noStrike">
              <a:solidFill>
                <a:srgbClr val="05FDFF"/>
              </a:solidFill>
              <a:latin typeface="Kdam Thmor Pro"/>
              <a:ea typeface="Kdam Thmor Pro"/>
              <a:cs typeface="Kdam Thmor Pro"/>
              <a:sym typeface="Kdam Thmor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25"/>
                                        </p:tgtEl>
                                        <p:attrNameLst>
                                          <p:attrName>style.visibility</p:attrName>
                                        </p:attrNameLst>
                                      </p:cBhvr>
                                      <p:to>
                                        <p:strVal val="visible"/>
                                      </p:to>
                                    </p:set>
                                    <p:animEffect filter="fade" transition="in">
                                      <p:cBhvr>
                                        <p:cTn dur="1000"/>
                                        <p:tgtEl>
                                          <p:spTgt spid="40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llenge+Pic">
  <p:cSld name="Challenge+Pic">
    <p:spTree>
      <p:nvGrpSpPr>
        <p:cNvPr id="4026" name="Shape 4026"/>
        <p:cNvGrpSpPr/>
        <p:nvPr/>
      </p:nvGrpSpPr>
      <p:grpSpPr>
        <a:xfrm>
          <a:off x="0" y="0"/>
          <a:ext cx="0" cy="0"/>
          <a:chOff x="0" y="0"/>
          <a:chExt cx="0" cy="0"/>
        </a:xfrm>
      </p:grpSpPr>
      <p:grpSp>
        <p:nvGrpSpPr>
          <p:cNvPr id="4027" name="Google Shape;4027;g38b88470f6c_3_2865"/>
          <p:cNvGrpSpPr/>
          <p:nvPr/>
        </p:nvGrpSpPr>
        <p:grpSpPr>
          <a:xfrm>
            <a:off x="1901128" y="1620732"/>
            <a:ext cx="8944026" cy="4433003"/>
            <a:chOff x="-413326" y="937285"/>
            <a:chExt cx="4433003" cy="4433003"/>
          </a:xfrm>
        </p:grpSpPr>
        <p:sp>
          <p:nvSpPr>
            <p:cNvPr id="4028" name="Google Shape;4028;g38b88470f6c_3_2865"/>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29" name="Google Shape;4029;g38b88470f6c_3_2865"/>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30" name="Google Shape;4030;g38b88470f6c_3_2865"/>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31" name="Google Shape;4031;g38b88470f6c_3_2865"/>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032" name="Google Shape;4032;g38b88470f6c_3_2865"/>
          <p:cNvSpPr/>
          <p:nvPr>
            <p:ph idx="2" type="pic"/>
          </p:nvPr>
        </p:nvSpPr>
        <p:spPr>
          <a:xfrm>
            <a:off x="2596055" y="1828801"/>
            <a:ext cx="7694700" cy="4004400"/>
          </a:xfrm>
          <a:prstGeom prst="rect">
            <a:avLst/>
          </a:prstGeom>
          <a:noFill/>
          <a:ln>
            <a:noFill/>
          </a:ln>
        </p:spPr>
      </p:sp>
      <p:sp>
        <p:nvSpPr>
          <p:cNvPr id="4033" name="Google Shape;4033;g38b88470f6c_3_2865"/>
          <p:cNvSpPr txBox="1"/>
          <p:nvPr>
            <p:ph idx="1" type="body"/>
          </p:nvPr>
        </p:nvSpPr>
        <p:spPr>
          <a:xfrm>
            <a:off x="2799191" y="235804"/>
            <a:ext cx="37647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034" name="Google Shape;4034;g38b88470f6c_3_2865"/>
          <p:cNvSpPr txBox="1"/>
          <p:nvPr/>
        </p:nvSpPr>
        <p:spPr>
          <a:xfrm>
            <a:off x="482600" y="314232"/>
            <a:ext cx="47244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3600"/>
              <a:buFont typeface="Arial"/>
              <a:buNone/>
            </a:pPr>
            <a:r>
              <a:rPr b="0" i="0" lang="en-US" sz="3600" u="none" cap="none" strike="noStrike">
                <a:solidFill>
                  <a:srgbClr val="05FDFF"/>
                </a:solidFill>
                <a:latin typeface="Kdam Thmor Pro"/>
                <a:ea typeface="Kdam Thmor Pro"/>
                <a:cs typeface="Kdam Thmor Pro"/>
                <a:sym typeface="Kdam Thmor Pro"/>
              </a:rPr>
              <a:t>Challenge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4027"/>
                                        </p:tgtEl>
                                        <p:attrNameLst>
                                          <p:attrName>style.visibility</p:attrName>
                                        </p:attrNameLst>
                                      </p:cBhvr>
                                      <p:to>
                                        <p:strVal val="visible"/>
                                      </p:to>
                                    </p:set>
                                    <p:anim calcmode="lin" valueType="num">
                                      <p:cBhvr additive="base">
                                        <p:cTn dur="2250"/>
                                        <p:tgtEl>
                                          <p:spTgt spid="4027"/>
                                        </p:tgtEl>
                                        <p:attrNameLst>
                                          <p:attrName>ppt_w</p:attrName>
                                        </p:attrNameLst>
                                      </p:cBhvr>
                                      <p:tavLst>
                                        <p:tav fmla="" tm="0">
                                          <p:val>
                                            <p:strVal val="0"/>
                                          </p:val>
                                        </p:tav>
                                        <p:tav fmla="" tm="100000">
                                          <p:val>
                                            <p:strVal val="#ppt_w"/>
                                          </p:val>
                                        </p:tav>
                                      </p:tavLst>
                                    </p:anim>
                                    <p:anim calcmode="lin" valueType="num">
                                      <p:cBhvr additive="base">
                                        <p:cTn dur="2250"/>
                                        <p:tgtEl>
                                          <p:spTgt spid="4027"/>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4032"/>
                                        </p:tgtEl>
                                        <p:attrNameLst>
                                          <p:attrName>style.visibility</p:attrName>
                                        </p:attrNameLst>
                                      </p:cBhvr>
                                      <p:to>
                                        <p:strVal val="visible"/>
                                      </p:to>
                                    </p:set>
                                    <p:animEffect filter="fade" transition="in">
                                      <p:cBhvr>
                                        <p:cTn dur="500"/>
                                        <p:tgtEl>
                                          <p:spTgt spid="40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H+Pic)">
  <p:cSld name="Learn (H+Pic)">
    <p:spTree>
      <p:nvGrpSpPr>
        <p:cNvPr id="4035" name="Shape 4035"/>
        <p:cNvGrpSpPr/>
        <p:nvPr/>
      </p:nvGrpSpPr>
      <p:grpSpPr>
        <a:xfrm>
          <a:off x="0" y="0"/>
          <a:ext cx="0" cy="0"/>
          <a:chOff x="0" y="0"/>
          <a:chExt cx="0" cy="0"/>
        </a:xfrm>
      </p:grpSpPr>
      <p:graphicFrame>
        <p:nvGraphicFramePr>
          <p:cNvPr id="4036" name="Google Shape;4036;g38b88470f6c_3_2874"/>
          <p:cNvGraphicFramePr/>
          <p:nvPr/>
        </p:nvGraphicFramePr>
        <p:xfrm>
          <a:off x="7280284" y="1667349"/>
          <a:ext cx="3000000" cy="3000000"/>
        </p:xfrm>
        <a:graphic>
          <a:graphicData uri="http://schemas.openxmlformats.org/drawingml/2006/table">
            <a:tbl>
              <a:tblPr bandRow="1" firstRow="1">
                <a:noFill/>
                <a:tableStyleId>{300119D5-C767-46ED-A351-CF7C835F8AEE}</a:tableStyleId>
              </a:tblPr>
              <a:tblGrid>
                <a:gridCol w="402775"/>
                <a:gridCol w="402775"/>
                <a:gridCol w="402775"/>
                <a:gridCol w="402775"/>
                <a:gridCol w="402775"/>
                <a:gridCol w="402775"/>
                <a:gridCol w="402775"/>
                <a:gridCol w="402775"/>
                <a:gridCol w="402775"/>
                <a:gridCol w="402775"/>
              </a:tblGrid>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r h="403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05FDFF"/>
                      </a:solidFill>
                      <a:prstDash val="solid"/>
                      <a:round/>
                      <a:headEnd len="sm" w="sm" type="none"/>
                      <a:tailEnd len="sm" w="sm" type="none"/>
                    </a:lnL>
                    <a:lnR cap="flat" cmpd="sng" w="12700">
                      <a:solidFill>
                        <a:srgbClr val="05FDFF"/>
                      </a:solidFill>
                      <a:prstDash val="solid"/>
                      <a:round/>
                      <a:headEnd len="sm" w="sm" type="none"/>
                      <a:tailEnd len="sm" w="sm" type="none"/>
                    </a:lnR>
                    <a:lnT cap="flat" cmpd="sng" w="12700">
                      <a:solidFill>
                        <a:srgbClr val="05FDFF"/>
                      </a:solidFill>
                      <a:prstDash val="solid"/>
                      <a:round/>
                      <a:headEnd len="sm" w="sm" type="none"/>
                      <a:tailEnd len="sm" w="sm" type="none"/>
                    </a:lnT>
                    <a:lnB cap="flat" cmpd="sng" w="12700">
                      <a:solidFill>
                        <a:srgbClr val="05FDFF"/>
                      </a:solidFill>
                      <a:prstDash val="solid"/>
                      <a:round/>
                      <a:headEnd len="sm" w="sm" type="none"/>
                      <a:tailEnd len="sm" w="sm" type="none"/>
                    </a:lnB>
                  </a:tcPr>
                </a:tc>
              </a:tr>
            </a:tbl>
          </a:graphicData>
        </a:graphic>
      </p:graphicFrame>
      <p:grpSp>
        <p:nvGrpSpPr>
          <p:cNvPr id="4037" name="Google Shape;4037;g38b88470f6c_3_2874"/>
          <p:cNvGrpSpPr/>
          <p:nvPr/>
        </p:nvGrpSpPr>
        <p:grpSpPr>
          <a:xfrm>
            <a:off x="7077642" y="1468332"/>
            <a:ext cx="4433002" cy="4433003"/>
            <a:chOff x="-413326" y="937285"/>
            <a:chExt cx="4433003" cy="4433003"/>
          </a:xfrm>
        </p:grpSpPr>
        <p:sp>
          <p:nvSpPr>
            <p:cNvPr id="4038" name="Google Shape;4038;g38b88470f6c_3_2874"/>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39" name="Google Shape;4039;g38b88470f6c_3_2874"/>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40" name="Google Shape;4040;g38b88470f6c_3_2874"/>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41" name="Google Shape;4041;g38b88470f6c_3_2874"/>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042" name="Google Shape;4042;g38b88470f6c_3_2874"/>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043" name="Google Shape;4043;g38b88470f6c_3_2874"/>
          <p:cNvSpPr/>
          <p:nvPr>
            <p:ph idx="2" type="pic"/>
          </p:nvPr>
        </p:nvSpPr>
        <p:spPr>
          <a:xfrm>
            <a:off x="7671305" y="2045566"/>
            <a:ext cx="3222300" cy="3238500"/>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036"/>
                                        </p:tgtEl>
                                        <p:attrNameLst>
                                          <p:attrName>style.visibility</p:attrName>
                                        </p:attrNameLst>
                                      </p:cBhvr>
                                      <p:to>
                                        <p:strVal val="visible"/>
                                      </p:to>
                                    </p:set>
                                    <p:anim calcmode="lin" valueType="num">
                                      <p:cBhvr additive="base">
                                        <p:cTn dur="2250"/>
                                        <p:tgtEl>
                                          <p:spTgt spid="4036"/>
                                        </p:tgtEl>
                                        <p:attrNameLst>
                                          <p:attrName>ppt_w</p:attrName>
                                        </p:attrNameLst>
                                      </p:cBhvr>
                                      <p:tavLst>
                                        <p:tav fmla="" tm="0">
                                          <p:val>
                                            <p:strVal val="0"/>
                                          </p:val>
                                        </p:tav>
                                        <p:tav fmla="" tm="100000">
                                          <p:val>
                                            <p:strVal val="#ppt_w"/>
                                          </p:val>
                                        </p:tav>
                                      </p:tavLst>
                                    </p:anim>
                                    <p:anim calcmode="lin" valueType="num">
                                      <p:cBhvr additive="base">
                                        <p:cTn dur="2250"/>
                                        <p:tgtEl>
                                          <p:spTgt spid="403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037"/>
                                        </p:tgtEl>
                                        <p:attrNameLst>
                                          <p:attrName>style.visibility</p:attrName>
                                        </p:attrNameLst>
                                      </p:cBhvr>
                                      <p:to>
                                        <p:strVal val="visible"/>
                                      </p:to>
                                    </p:set>
                                    <p:anim calcmode="lin" valueType="num">
                                      <p:cBhvr additive="base">
                                        <p:cTn dur="2250"/>
                                        <p:tgtEl>
                                          <p:spTgt spid="4037"/>
                                        </p:tgtEl>
                                        <p:attrNameLst>
                                          <p:attrName>ppt_w</p:attrName>
                                        </p:attrNameLst>
                                      </p:cBhvr>
                                      <p:tavLst>
                                        <p:tav fmla="" tm="0">
                                          <p:val>
                                            <p:strVal val="0"/>
                                          </p:val>
                                        </p:tav>
                                        <p:tav fmla="" tm="100000">
                                          <p:val>
                                            <p:strVal val="#ppt_w"/>
                                          </p:val>
                                        </p:tav>
                                      </p:tavLst>
                                    </p:anim>
                                    <p:anim calcmode="lin" valueType="num">
                                      <p:cBhvr additive="base">
                                        <p:cTn dur="2250"/>
                                        <p:tgtEl>
                                          <p:spTgt spid="4037"/>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2" presetSubtype="8">
                                  <p:stCondLst>
                                    <p:cond delay="0"/>
                                  </p:stCondLst>
                                  <p:childTnLst>
                                    <p:set>
                                      <p:cBhvr>
                                        <p:cTn dur="1" fill="hold">
                                          <p:stCondLst>
                                            <p:cond delay="0"/>
                                          </p:stCondLst>
                                        </p:cTn>
                                        <p:tgtEl>
                                          <p:spTgt spid="4042"/>
                                        </p:tgtEl>
                                        <p:attrNameLst>
                                          <p:attrName>style.visibility</p:attrName>
                                        </p:attrNameLst>
                                      </p:cBhvr>
                                      <p:to>
                                        <p:strVal val="visible"/>
                                      </p:to>
                                    </p:set>
                                    <p:anim calcmode="lin" valueType="num">
                                      <p:cBhvr additive="base">
                                        <p:cTn dur="500"/>
                                        <p:tgtEl>
                                          <p:spTgt spid="4042"/>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4043"/>
                                        </p:tgtEl>
                                        <p:attrNameLst>
                                          <p:attrName>style.visibility</p:attrName>
                                        </p:attrNameLst>
                                      </p:cBhvr>
                                      <p:to>
                                        <p:strVal val="visible"/>
                                      </p:to>
                                    </p:set>
                                    <p:animEffect filter="fade" transition="in">
                                      <p:cBhvr>
                                        <p:cTn dur="500"/>
                                        <p:tgtEl>
                                          <p:spTgt spid="40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Learn (H+P+S)">
  <p:cSld name="WA_Learn (H+P+S)">
    <p:spTree>
      <p:nvGrpSpPr>
        <p:cNvPr id="4044" name="Shape 4044"/>
        <p:cNvGrpSpPr/>
        <p:nvPr/>
      </p:nvGrpSpPr>
      <p:grpSpPr>
        <a:xfrm>
          <a:off x="0" y="0"/>
          <a:ext cx="0" cy="0"/>
          <a:chOff x="0" y="0"/>
          <a:chExt cx="0" cy="0"/>
        </a:xfrm>
      </p:grpSpPr>
      <p:sp>
        <p:nvSpPr>
          <p:cNvPr id="4045" name="Google Shape;4045;g38b88470f6c_3_2883"/>
          <p:cNvSpPr/>
          <p:nvPr/>
        </p:nvSpPr>
        <p:spPr>
          <a:xfrm>
            <a:off x="8653918" y="553356"/>
            <a:ext cx="3070200" cy="5752500"/>
          </a:xfrm>
          <a:prstGeom prst="rect">
            <a:avLst/>
          </a:prstGeom>
          <a:gradFill>
            <a:gsLst>
              <a:gs pos="0">
                <a:srgbClr val="F1FEFE">
                  <a:alpha val="0"/>
                </a:srgbClr>
              </a:gs>
              <a:gs pos="100000">
                <a:srgbClr val="05FDFF">
                  <a:alpha val="29412"/>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46" name="Google Shape;4046;g38b88470f6c_3_2883"/>
          <p:cNvSpPr/>
          <p:nvPr/>
        </p:nvSpPr>
        <p:spPr>
          <a:xfrm>
            <a:off x="8660269" y="6164043"/>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47" name="Google Shape;4047;g38b88470f6c_3_2883"/>
          <p:cNvSpPr/>
          <p:nvPr/>
        </p:nvSpPr>
        <p:spPr>
          <a:xfrm flipH="1" rot="10800000">
            <a:off x="8660269" y="426953"/>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4048" name="Google Shape;4048;g38b88470f6c_3_2883"/>
          <p:cNvGrpSpPr/>
          <p:nvPr/>
        </p:nvGrpSpPr>
        <p:grpSpPr>
          <a:xfrm>
            <a:off x="781167" y="5836673"/>
            <a:ext cx="256344" cy="68100"/>
            <a:chOff x="781167" y="5836673"/>
            <a:chExt cx="256344" cy="68100"/>
          </a:xfrm>
        </p:grpSpPr>
        <p:sp>
          <p:nvSpPr>
            <p:cNvPr id="4049" name="Google Shape;4049;g38b88470f6c_3_2883"/>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4050" name="Google Shape;4050;g38b88470f6c_3_2883"/>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4051" name="Google Shape;4051;g38b88470f6c_3_2883"/>
          <p:cNvSpPr txBox="1"/>
          <p:nvPr>
            <p:ph idx="1" type="body"/>
          </p:nvPr>
        </p:nvSpPr>
        <p:spPr>
          <a:xfrm>
            <a:off x="467859" y="426851"/>
            <a:ext cx="4164300" cy="13782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052" name="Google Shape;4052;g38b88470f6c_3_2883"/>
          <p:cNvSpPr txBox="1"/>
          <p:nvPr>
            <p:ph idx="2" type="body"/>
          </p:nvPr>
        </p:nvSpPr>
        <p:spPr>
          <a:xfrm>
            <a:off x="1037518" y="5775245"/>
            <a:ext cx="38334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053" name="Google Shape;4053;g38b88470f6c_3_2883"/>
          <p:cNvSpPr txBox="1"/>
          <p:nvPr>
            <p:ph idx="3" type="body"/>
          </p:nvPr>
        </p:nvSpPr>
        <p:spPr>
          <a:xfrm>
            <a:off x="8760422" y="1959082"/>
            <a:ext cx="2869800" cy="31449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48"/>
                                        </p:tgtEl>
                                        <p:attrNameLst>
                                          <p:attrName>style.visibility</p:attrName>
                                        </p:attrNameLst>
                                      </p:cBhvr>
                                      <p:to>
                                        <p:strVal val="visible"/>
                                      </p:to>
                                    </p:set>
                                    <p:animEffect filter="fade" transition="in">
                                      <p:cBhvr>
                                        <p:cTn dur="500"/>
                                        <p:tgtEl>
                                          <p:spTgt spid="404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52"/>
                                        </p:tgtEl>
                                        <p:attrNameLst>
                                          <p:attrName>style.visibility</p:attrName>
                                        </p:attrNameLst>
                                      </p:cBhvr>
                                      <p:to>
                                        <p:strVal val="visible"/>
                                      </p:to>
                                    </p:set>
                                    <p:animEffect filter="fade" transition="in">
                                      <p:cBhvr>
                                        <p:cTn dur="500"/>
                                        <p:tgtEl>
                                          <p:spTgt spid="40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llenge+Text+pic">
  <p:cSld name="Challenge+Text+pic">
    <p:spTree>
      <p:nvGrpSpPr>
        <p:cNvPr id="4054" name="Shape 4054"/>
        <p:cNvGrpSpPr/>
        <p:nvPr/>
      </p:nvGrpSpPr>
      <p:grpSpPr>
        <a:xfrm>
          <a:off x="0" y="0"/>
          <a:ext cx="0" cy="0"/>
          <a:chOff x="0" y="0"/>
          <a:chExt cx="0" cy="0"/>
        </a:xfrm>
      </p:grpSpPr>
      <p:grpSp>
        <p:nvGrpSpPr>
          <p:cNvPr id="4055" name="Google Shape;4055;g38b88470f6c_3_2893"/>
          <p:cNvGrpSpPr/>
          <p:nvPr/>
        </p:nvGrpSpPr>
        <p:grpSpPr>
          <a:xfrm>
            <a:off x="1901128" y="1620732"/>
            <a:ext cx="8944026" cy="4433003"/>
            <a:chOff x="-413326" y="937285"/>
            <a:chExt cx="4433003" cy="4433003"/>
          </a:xfrm>
        </p:grpSpPr>
        <p:sp>
          <p:nvSpPr>
            <p:cNvPr id="4056" name="Google Shape;4056;g38b88470f6c_3_2893"/>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57" name="Google Shape;4057;g38b88470f6c_3_2893"/>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58" name="Google Shape;4058;g38b88470f6c_3_2893"/>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59" name="Google Shape;4059;g38b88470f6c_3_2893"/>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060" name="Google Shape;4060;g38b88470f6c_3_2893"/>
          <p:cNvSpPr txBox="1"/>
          <p:nvPr>
            <p:ph idx="1" type="body"/>
          </p:nvPr>
        </p:nvSpPr>
        <p:spPr>
          <a:xfrm>
            <a:off x="2799191" y="1915534"/>
            <a:ext cx="7147800" cy="1416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061" name="Google Shape;4061;g38b88470f6c_3_2893"/>
          <p:cNvSpPr/>
          <p:nvPr>
            <p:ph idx="2" type="pic"/>
          </p:nvPr>
        </p:nvSpPr>
        <p:spPr>
          <a:xfrm>
            <a:off x="2596055" y="3428999"/>
            <a:ext cx="7694700" cy="2455500"/>
          </a:xfrm>
          <a:prstGeom prst="rect">
            <a:avLst/>
          </a:prstGeom>
          <a:noFill/>
          <a:ln>
            <a:noFill/>
          </a:ln>
        </p:spPr>
      </p:sp>
      <p:sp>
        <p:nvSpPr>
          <p:cNvPr id="4062" name="Google Shape;4062;g38b88470f6c_3_2893"/>
          <p:cNvSpPr txBox="1"/>
          <p:nvPr>
            <p:ph idx="3" type="body"/>
          </p:nvPr>
        </p:nvSpPr>
        <p:spPr>
          <a:xfrm>
            <a:off x="2799191" y="235804"/>
            <a:ext cx="37647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063" name="Google Shape;4063;g38b88470f6c_3_2893"/>
          <p:cNvSpPr txBox="1"/>
          <p:nvPr/>
        </p:nvSpPr>
        <p:spPr>
          <a:xfrm>
            <a:off x="482600" y="314232"/>
            <a:ext cx="47244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3600"/>
              <a:buFont typeface="Arial"/>
              <a:buNone/>
            </a:pPr>
            <a:r>
              <a:rPr b="0" i="0" lang="en-US" sz="3600" u="none" cap="none" strike="noStrike">
                <a:solidFill>
                  <a:srgbClr val="05FDFF"/>
                </a:solidFill>
                <a:latin typeface="Kdam Thmor Pro"/>
                <a:ea typeface="Kdam Thmor Pro"/>
                <a:cs typeface="Kdam Thmor Pro"/>
                <a:sym typeface="Kdam Thmor Pro"/>
              </a:rPr>
              <a:t>Challenge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4055"/>
                                        </p:tgtEl>
                                        <p:attrNameLst>
                                          <p:attrName>style.visibility</p:attrName>
                                        </p:attrNameLst>
                                      </p:cBhvr>
                                      <p:to>
                                        <p:strVal val="visible"/>
                                      </p:to>
                                    </p:set>
                                    <p:anim calcmode="lin" valueType="num">
                                      <p:cBhvr additive="base">
                                        <p:cTn dur="2250"/>
                                        <p:tgtEl>
                                          <p:spTgt spid="4055"/>
                                        </p:tgtEl>
                                        <p:attrNameLst>
                                          <p:attrName>ppt_w</p:attrName>
                                        </p:attrNameLst>
                                      </p:cBhvr>
                                      <p:tavLst>
                                        <p:tav fmla="" tm="0">
                                          <p:val>
                                            <p:strVal val="0"/>
                                          </p:val>
                                        </p:tav>
                                        <p:tav fmla="" tm="100000">
                                          <p:val>
                                            <p:strVal val="#ppt_w"/>
                                          </p:val>
                                        </p:tav>
                                      </p:tavLst>
                                    </p:anim>
                                    <p:anim calcmode="lin" valueType="num">
                                      <p:cBhvr additive="base">
                                        <p:cTn dur="2250"/>
                                        <p:tgtEl>
                                          <p:spTgt spid="4055"/>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4060"/>
                                        </p:tgtEl>
                                        <p:attrNameLst>
                                          <p:attrName>style.visibility</p:attrName>
                                        </p:attrNameLst>
                                      </p:cBhvr>
                                      <p:to>
                                        <p:strVal val="visible"/>
                                      </p:to>
                                    </p:set>
                                    <p:animEffect filter="fade" transition="in">
                                      <p:cBhvr>
                                        <p:cTn dur="500"/>
                                        <p:tgtEl>
                                          <p:spTgt spid="4060"/>
                                        </p:tgtEl>
                                      </p:cBhvr>
                                    </p:animEffect>
                                  </p:childTnLst>
                                </p:cTn>
                              </p:par>
                            </p:childTnLst>
                          </p:cTn>
                        </p:par>
                        <p:par>
                          <p:cTn fill="hold">
                            <p:stCondLst>
                              <p:cond delay="2750"/>
                            </p:stCondLst>
                            <p:childTnLst>
                              <p:par>
                                <p:cTn fill="hold" nodeType="afterEffect" presetClass="entr" presetID="10" presetSubtype="0">
                                  <p:stCondLst>
                                    <p:cond delay="0"/>
                                  </p:stCondLst>
                                  <p:childTnLst>
                                    <p:set>
                                      <p:cBhvr>
                                        <p:cTn dur="1" fill="hold">
                                          <p:stCondLst>
                                            <p:cond delay="0"/>
                                          </p:stCondLst>
                                        </p:cTn>
                                        <p:tgtEl>
                                          <p:spTgt spid="4061"/>
                                        </p:tgtEl>
                                        <p:attrNameLst>
                                          <p:attrName>style.visibility</p:attrName>
                                        </p:attrNameLst>
                                      </p:cBhvr>
                                      <p:to>
                                        <p:strVal val="visible"/>
                                      </p:to>
                                    </p:set>
                                    <p:animEffect filter="fade" transition="in">
                                      <p:cBhvr>
                                        <p:cTn dur="500"/>
                                        <p:tgtEl>
                                          <p:spTgt spid="40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H+NO.+TEXT)">
  <p:cSld name="Step (H+NO.+TEXT)">
    <p:spTree>
      <p:nvGrpSpPr>
        <p:cNvPr id="4064" name="Shape 4064"/>
        <p:cNvGrpSpPr/>
        <p:nvPr/>
      </p:nvGrpSpPr>
      <p:grpSpPr>
        <a:xfrm>
          <a:off x="0" y="0"/>
          <a:ext cx="0" cy="0"/>
          <a:chOff x="0" y="0"/>
          <a:chExt cx="0" cy="0"/>
        </a:xfrm>
      </p:grpSpPr>
      <p:grpSp>
        <p:nvGrpSpPr>
          <p:cNvPr id="4065" name="Google Shape;4065;g38b88470f6c_3_2903"/>
          <p:cNvGrpSpPr/>
          <p:nvPr/>
        </p:nvGrpSpPr>
        <p:grpSpPr>
          <a:xfrm>
            <a:off x="1901128" y="1620732"/>
            <a:ext cx="8944026" cy="4433003"/>
            <a:chOff x="-413326" y="937285"/>
            <a:chExt cx="4433003" cy="4433003"/>
          </a:xfrm>
        </p:grpSpPr>
        <p:sp>
          <p:nvSpPr>
            <p:cNvPr id="4066" name="Google Shape;4066;g38b88470f6c_3_2903"/>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67" name="Google Shape;4067;g38b88470f6c_3_2903"/>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68" name="Google Shape;4068;g38b88470f6c_3_2903"/>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69" name="Google Shape;4069;g38b88470f6c_3_2903"/>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070" name="Google Shape;4070;g38b88470f6c_3_2903"/>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4071" name="Google Shape;4071;g38b88470f6c_3_2903"/>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072" name="Google Shape;4072;g38b88470f6c_3_2903"/>
          <p:cNvSpPr txBox="1"/>
          <p:nvPr>
            <p:ph idx="2"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073" name="Google Shape;4073;g38b88470f6c_3_2903"/>
          <p:cNvSpPr txBox="1"/>
          <p:nvPr>
            <p:ph idx="3" type="body"/>
          </p:nvPr>
        </p:nvSpPr>
        <p:spPr>
          <a:xfrm>
            <a:off x="2946401" y="2107274"/>
            <a:ext cx="6781500" cy="3613200"/>
          </a:xfrm>
          <a:prstGeom prst="rect">
            <a:avLst/>
          </a:prstGeom>
          <a:noFill/>
          <a:ln>
            <a:noFill/>
          </a:ln>
        </p:spPr>
        <p:txBody>
          <a:bodyPr anchorCtr="0" anchor="ctr" bIns="45700" lIns="91425" spcFirstLastPara="1" rIns="91425" wrap="square" tIns="45700">
            <a:noAutofit/>
          </a:bodyPr>
          <a:lstStyle>
            <a:lvl1pPr indent="-381000" lvl="0" marL="457200" marR="0" algn="l">
              <a:lnSpc>
                <a:spcPct val="100000"/>
              </a:lnSpc>
              <a:spcBef>
                <a:spcPts val="0"/>
              </a:spcBef>
              <a:spcAft>
                <a:spcPts val="0"/>
              </a:spcAft>
              <a:buClr>
                <a:srgbClr val="05FDFF"/>
              </a:buClr>
              <a:buSzPts val="2400"/>
              <a:buFont typeface="Courier New"/>
              <a:buChar char="o"/>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4071"/>
                                        </p:tgtEl>
                                        <p:attrNameLst>
                                          <p:attrName>style.visibility</p:attrName>
                                        </p:attrNameLst>
                                      </p:cBhvr>
                                      <p:to>
                                        <p:strVal val="visible"/>
                                      </p:to>
                                    </p:set>
                                    <p:anim calcmode="lin" valueType="num">
                                      <p:cBhvr additive="base">
                                        <p:cTn dur="500"/>
                                        <p:tgtEl>
                                          <p:spTgt spid="4071"/>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4065"/>
                                        </p:tgtEl>
                                        <p:attrNameLst>
                                          <p:attrName>style.visibility</p:attrName>
                                        </p:attrNameLst>
                                      </p:cBhvr>
                                      <p:to>
                                        <p:strVal val="visible"/>
                                      </p:to>
                                    </p:set>
                                    <p:anim calcmode="lin" valueType="num">
                                      <p:cBhvr additive="base">
                                        <p:cTn dur="2250"/>
                                        <p:tgtEl>
                                          <p:spTgt spid="4065"/>
                                        </p:tgtEl>
                                        <p:attrNameLst>
                                          <p:attrName>ppt_w</p:attrName>
                                        </p:attrNameLst>
                                      </p:cBhvr>
                                      <p:tavLst>
                                        <p:tav fmla="" tm="0">
                                          <p:val>
                                            <p:strVal val="0"/>
                                          </p:val>
                                        </p:tav>
                                        <p:tav fmla="" tm="100000">
                                          <p:val>
                                            <p:strVal val="#ppt_w"/>
                                          </p:val>
                                        </p:tav>
                                      </p:tavLst>
                                    </p:anim>
                                    <p:anim calcmode="lin" valueType="num">
                                      <p:cBhvr additive="base">
                                        <p:cTn dur="2250"/>
                                        <p:tgtEl>
                                          <p:spTgt spid="4065"/>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4073"/>
                                        </p:tgtEl>
                                        <p:attrNameLst>
                                          <p:attrName>style.visibility</p:attrName>
                                        </p:attrNameLst>
                                      </p:cBhvr>
                                      <p:to>
                                        <p:strVal val="visible"/>
                                      </p:to>
                                    </p:set>
                                    <p:animEffect filter="fade" transition="in">
                                      <p:cBhvr>
                                        <p:cTn dur="500"/>
                                        <p:tgtEl>
                                          <p:spTgt spid="40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Step (H+NO.+TEXT)">
  <p:cSld name="WA_Step (H+NO.+TEXT)">
    <p:spTree>
      <p:nvGrpSpPr>
        <p:cNvPr id="4074" name="Shape 4074"/>
        <p:cNvGrpSpPr/>
        <p:nvPr/>
      </p:nvGrpSpPr>
      <p:grpSpPr>
        <a:xfrm>
          <a:off x="0" y="0"/>
          <a:ext cx="0" cy="0"/>
          <a:chOff x="0" y="0"/>
          <a:chExt cx="0" cy="0"/>
        </a:xfrm>
      </p:grpSpPr>
      <p:grpSp>
        <p:nvGrpSpPr>
          <p:cNvPr id="4075" name="Google Shape;4075;g38b88470f6c_3_2913"/>
          <p:cNvGrpSpPr/>
          <p:nvPr/>
        </p:nvGrpSpPr>
        <p:grpSpPr>
          <a:xfrm>
            <a:off x="1901128" y="1620732"/>
            <a:ext cx="8944026" cy="4433003"/>
            <a:chOff x="-413326" y="937285"/>
            <a:chExt cx="4433003" cy="4433003"/>
          </a:xfrm>
        </p:grpSpPr>
        <p:sp>
          <p:nvSpPr>
            <p:cNvPr id="4076" name="Google Shape;4076;g38b88470f6c_3_2913"/>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77" name="Google Shape;4077;g38b88470f6c_3_2913"/>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78" name="Google Shape;4078;g38b88470f6c_3_2913"/>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79" name="Google Shape;4079;g38b88470f6c_3_2913"/>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080" name="Google Shape;4080;g38b88470f6c_3_2913"/>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4081" name="Google Shape;4081;g38b88470f6c_3_2913"/>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082" name="Google Shape;4082;g38b88470f6c_3_2913"/>
          <p:cNvSpPr txBox="1"/>
          <p:nvPr>
            <p:ph idx="2"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083" name="Google Shape;4083;g38b88470f6c_3_2913"/>
          <p:cNvSpPr txBox="1"/>
          <p:nvPr>
            <p:ph idx="3" type="body"/>
          </p:nvPr>
        </p:nvSpPr>
        <p:spPr>
          <a:xfrm>
            <a:off x="2946401" y="2107274"/>
            <a:ext cx="6781500" cy="3613200"/>
          </a:xfrm>
          <a:prstGeom prst="rect">
            <a:avLst/>
          </a:prstGeom>
          <a:noFill/>
          <a:ln>
            <a:noFill/>
          </a:ln>
        </p:spPr>
        <p:txBody>
          <a:bodyPr anchorCtr="0" anchor="ctr" bIns="45700" lIns="91425" spcFirstLastPara="1" rIns="91425" wrap="square" tIns="45700">
            <a:noAutofit/>
          </a:bodyPr>
          <a:lstStyle>
            <a:lvl1pPr indent="-381000" lvl="0" marL="457200" marR="0" algn="l">
              <a:lnSpc>
                <a:spcPct val="100000"/>
              </a:lnSpc>
              <a:spcBef>
                <a:spcPts val="0"/>
              </a:spcBef>
              <a:spcAft>
                <a:spcPts val="0"/>
              </a:spcAft>
              <a:buClr>
                <a:srgbClr val="05FDFF"/>
              </a:buClr>
              <a:buSzPts val="2400"/>
              <a:buFont typeface="Courier New"/>
              <a:buChar char="o"/>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2">
  <p:cSld name="Q&amp;A+HIELP BUTTON_2">
    <p:spTree>
      <p:nvGrpSpPr>
        <p:cNvPr id="4084" name="Shape 4084"/>
        <p:cNvGrpSpPr/>
        <p:nvPr/>
      </p:nvGrpSpPr>
      <p:grpSpPr>
        <a:xfrm>
          <a:off x="0" y="0"/>
          <a:ext cx="0" cy="0"/>
          <a:chOff x="0" y="0"/>
          <a:chExt cx="0" cy="0"/>
        </a:xfrm>
      </p:grpSpPr>
      <p:sp>
        <p:nvSpPr>
          <p:cNvPr id="4085" name="Google Shape;4085;g38b88470f6c_3_2923"/>
          <p:cNvSpPr/>
          <p:nvPr/>
        </p:nvSpPr>
        <p:spPr>
          <a:xfrm rot="5400000">
            <a:off x="-313698" y="-1313719"/>
            <a:ext cx="1110000" cy="5257800"/>
          </a:xfrm>
          <a:prstGeom prst="rect">
            <a:avLst/>
          </a:prstGeom>
          <a:gradFill>
            <a:gsLst>
              <a:gs pos="0">
                <a:srgbClr val="F1FEFE">
                  <a:alpha val="0"/>
                </a:srgbClr>
              </a:gs>
              <a:gs pos="100000">
                <a:srgbClr val="05FDFF">
                  <a:alpha val="1176"/>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4086" name="Google Shape;4086;g38b88470f6c_3_2923"/>
          <p:cNvGrpSpPr/>
          <p:nvPr/>
        </p:nvGrpSpPr>
        <p:grpSpPr>
          <a:xfrm>
            <a:off x="-86314" y="851932"/>
            <a:ext cx="324402" cy="390024"/>
            <a:chOff x="948349" y="814223"/>
            <a:chExt cx="2794159" cy="390024"/>
          </a:xfrm>
        </p:grpSpPr>
        <p:sp>
          <p:nvSpPr>
            <p:cNvPr id="4087" name="Google Shape;4087;g38b88470f6c_3_292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88" name="Google Shape;4088;g38b88470f6c_3_292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4089" name="Google Shape;4089;g38b88470f6c_3_2923"/>
          <p:cNvGrpSpPr/>
          <p:nvPr/>
        </p:nvGrpSpPr>
        <p:grpSpPr>
          <a:xfrm flipH="1" rot="10800000">
            <a:off x="-86314" y="2415356"/>
            <a:ext cx="324402" cy="390024"/>
            <a:chOff x="948349" y="814223"/>
            <a:chExt cx="2794159" cy="390024"/>
          </a:xfrm>
        </p:grpSpPr>
        <p:sp>
          <p:nvSpPr>
            <p:cNvPr id="4090" name="Google Shape;4090;g38b88470f6c_3_2923"/>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91" name="Google Shape;4091;g38b88470f6c_3_2923"/>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092" name="Google Shape;4092;g38b88470f6c_3_2923"/>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93" name="Google Shape;4093;g38b88470f6c_3_2923"/>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94" name="Google Shape;4094;g38b88470f6c_3_2923"/>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95" name="Google Shape;4095;g38b88470f6c_3_2923"/>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96" name="Google Shape;4096;g38b88470f6c_3_2923"/>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097" name="Google Shape;4097;g38b88470f6c_3_2923"/>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4098" name="Google Shape;4098;g38b88470f6c_3_2923"/>
          <p:cNvGrpSpPr/>
          <p:nvPr/>
        </p:nvGrpSpPr>
        <p:grpSpPr>
          <a:xfrm>
            <a:off x="976070" y="2631155"/>
            <a:ext cx="256344" cy="68100"/>
            <a:chOff x="781167" y="5925573"/>
            <a:chExt cx="256344" cy="68100"/>
          </a:xfrm>
        </p:grpSpPr>
        <p:sp>
          <p:nvSpPr>
            <p:cNvPr id="4099" name="Google Shape;4099;g38b88470f6c_3_2923"/>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4100" name="Google Shape;4100;g38b88470f6c_3_2923"/>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4101" name="Google Shape;4101;g38b88470f6c_3_2923"/>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102" name="Google Shape;4102;g38b88470f6c_3_2923"/>
          <p:cNvSpPr/>
          <p:nvPr>
            <p:ph idx="2" type="pic"/>
          </p:nvPr>
        </p:nvSpPr>
        <p:spPr>
          <a:xfrm>
            <a:off x="6766850" y="2522830"/>
            <a:ext cx="4347900" cy="3970200"/>
          </a:xfrm>
          <a:prstGeom prst="rect">
            <a:avLst/>
          </a:prstGeom>
          <a:noFill/>
          <a:ln>
            <a:noFill/>
          </a:ln>
        </p:spPr>
      </p:sp>
      <p:sp>
        <p:nvSpPr>
          <p:cNvPr id="4103" name="Google Shape;4103;g38b88470f6c_3_2923"/>
          <p:cNvSpPr txBox="1"/>
          <p:nvPr>
            <p:ph idx="3"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104" name="Google Shape;4104;g38b88470f6c_3_2923"/>
          <p:cNvSpPr txBox="1"/>
          <p:nvPr/>
        </p:nvSpPr>
        <p:spPr>
          <a:xfrm>
            <a:off x="11154788" y="404846"/>
            <a:ext cx="5478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Q</a:t>
            </a:r>
            <a:endParaRPr b="0" i="0" sz="1400" u="none" cap="none" strike="noStrike">
              <a:solidFill>
                <a:srgbClr val="000000"/>
              </a:solidFill>
              <a:latin typeface="Arial"/>
              <a:ea typeface="Arial"/>
              <a:cs typeface="Arial"/>
              <a:sym typeface="Arial"/>
            </a:endParaRPr>
          </a:p>
        </p:txBody>
      </p:sp>
      <p:sp>
        <p:nvSpPr>
          <p:cNvPr id="4105" name="Google Shape;4105;g38b88470f6c_3_2923"/>
          <p:cNvSpPr txBox="1"/>
          <p:nvPr>
            <p:ph idx="4" type="body"/>
          </p:nvPr>
        </p:nvSpPr>
        <p:spPr>
          <a:xfrm>
            <a:off x="11644251" y="417511"/>
            <a:ext cx="547800" cy="383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8"/>
                                        </p:tgtEl>
                                        <p:attrNameLst>
                                          <p:attrName>style.visibility</p:attrName>
                                        </p:attrNameLst>
                                      </p:cBhvr>
                                      <p:to>
                                        <p:strVal val="visible"/>
                                      </p:to>
                                    </p:set>
                                    <p:animEffect filter="fade" transition="in">
                                      <p:cBhvr>
                                        <p:cTn dur="500"/>
                                        <p:tgtEl>
                                          <p:spTgt spid="4098"/>
                                        </p:tgtEl>
                                      </p:cBhvr>
                                    </p:animEffect>
                                  </p:childTnLst>
                                </p:cTn>
                              </p:par>
                              <p:par>
                                <p:cTn fill="hold" nodeType="withEffect" presetClass="entr" presetID="10" presetSubtype="0">
                                  <p:stCondLst>
                                    <p:cond delay="0"/>
                                  </p:stCondLst>
                                  <p:childTnLst>
                                    <p:set>
                                      <p:cBhvr>
                                        <p:cTn dur="1" fill="hold">
                                          <p:stCondLst>
                                            <p:cond delay="0"/>
                                          </p:stCondLst>
                                        </p:cTn>
                                        <p:tgtEl>
                                          <p:spTgt spid="4103">
                                            <p:txEl>
                                              <p:pRg end="0" st="0"/>
                                            </p:txEl>
                                          </p:spTgt>
                                        </p:tgtEl>
                                        <p:attrNameLst>
                                          <p:attrName>style.visibility</p:attrName>
                                        </p:attrNameLst>
                                      </p:cBhvr>
                                      <p:to>
                                        <p:strVal val="visible"/>
                                      </p:to>
                                    </p:set>
                                    <p:animEffect filter="fade" transition="in">
                                      <p:cBhvr>
                                        <p:cTn dur="500"/>
                                        <p:tgtEl>
                                          <p:spTgt spid="410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03">
                                            <p:txEl>
                                              <p:pRg end="1" st="1"/>
                                            </p:txEl>
                                          </p:spTgt>
                                        </p:tgtEl>
                                        <p:attrNameLst>
                                          <p:attrName>style.visibility</p:attrName>
                                        </p:attrNameLst>
                                      </p:cBhvr>
                                      <p:to>
                                        <p:strVal val="visible"/>
                                      </p:to>
                                    </p:set>
                                    <p:animEffect filter="fade" transition="in">
                                      <p:cBhvr>
                                        <p:cTn dur="500"/>
                                        <p:tgtEl>
                                          <p:spTgt spid="4103">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03">
                                            <p:txEl>
                                              <p:pRg end="2" st="2"/>
                                            </p:txEl>
                                          </p:spTgt>
                                        </p:tgtEl>
                                        <p:attrNameLst>
                                          <p:attrName>style.visibility</p:attrName>
                                        </p:attrNameLst>
                                      </p:cBhvr>
                                      <p:to>
                                        <p:strVal val="visible"/>
                                      </p:to>
                                    </p:set>
                                    <p:animEffect filter="fade" transition="in">
                                      <p:cBhvr>
                                        <p:cTn dur="500"/>
                                        <p:tgtEl>
                                          <p:spTgt spid="4103">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03">
                                            <p:txEl>
                                              <p:pRg end="3" st="3"/>
                                            </p:txEl>
                                          </p:spTgt>
                                        </p:tgtEl>
                                        <p:attrNameLst>
                                          <p:attrName>style.visibility</p:attrName>
                                        </p:attrNameLst>
                                      </p:cBhvr>
                                      <p:to>
                                        <p:strVal val="visible"/>
                                      </p:to>
                                    </p:set>
                                    <p:animEffect filter="fade" transition="in">
                                      <p:cBhvr>
                                        <p:cTn dur="500"/>
                                        <p:tgtEl>
                                          <p:spTgt spid="4103">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03">
                                            <p:txEl>
                                              <p:pRg end="4" st="4"/>
                                            </p:txEl>
                                          </p:spTgt>
                                        </p:tgtEl>
                                        <p:attrNameLst>
                                          <p:attrName>style.visibility</p:attrName>
                                        </p:attrNameLst>
                                      </p:cBhvr>
                                      <p:to>
                                        <p:strVal val="visible"/>
                                      </p:to>
                                    </p:set>
                                    <p:animEffect filter="fade" transition="in">
                                      <p:cBhvr>
                                        <p:cTn dur="500"/>
                                        <p:tgtEl>
                                          <p:spTgt spid="4103">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03">
                                            <p:txEl>
                                              <p:pRg end="5" st="5"/>
                                            </p:txEl>
                                          </p:spTgt>
                                        </p:tgtEl>
                                        <p:attrNameLst>
                                          <p:attrName>style.visibility</p:attrName>
                                        </p:attrNameLst>
                                      </p:cBhvr>
                                      <p:to>
                                        <p:strVal val="visible"/>
                                      </p:to>
                                    </p:set>
                                    <p:animEffect filter="fade" transition="in">
                                      <p:cBhvr>
                                        <p:cTn dur="500"/>
                                        <p:tgtEl>
                                          <p:spTgt spid="4103">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03">
                                            <p:txEl>
                                              <p:pRg end="6" st="6"/>
                                            </p:txEl>
                                          </p:spTgt>
                                        </p:tgtEl>
                                        <p:attrNameLst>
                                          <p:attrName>style.visibility</p:attrName>
                                        </p:attrNameLst>
                                      </p:cBhvr>
                                      <p:to>
                                        <p:strVal val="visible"/>
                                      </p:to>
                                    </p:set>
                                    <p:animEffect filter="fade" transition="in">
                                      <p:cBhvr>
                                        <p:cTn dur="500"/>
                                        <p:tgtEl>
                                          <p:spTgt spid="4103">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03">
                                            <p:txEl>
                                              <p:pRg end="7" st="7"/>
                                            </p:txEl>
                                          </p:spTgt>
                                        </p:tgtEl>
                                        <p:attrNameLst>
                                          <p:attrName>style.visibility</p:attrName>
                                        </p:attrNameLst>
                                      </p:cBhvr>
                                      <p:to>
                                        <p:strVal val="visible"/>
                                      </p:to>
                                    </p:set>
                                    <p:animEffect filter="fade" transition="in">
                                      <p:cBhvr>
                                        <p:cTn dur="500"/>
                                        <p:tgtEl>
                                          <p:spTgt spid="4103">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03">
                                            <p:txEl>
                                              <p:pRg end="8" st="8"/>
                                            </p:txEl>
                                          </p:spTgt>
                                        </p:tgtEl>
                                        <p:attrNameLst>
                                          <p:attrName>style.visibility</p:attrName>
                                        </p:attrNameLst>
                                      </p:cBhvr>
                                      <p:to>
                                        <p:strVal val="visible"/>
                                      </p:to>
                                    </p:set>
                                    <p:animEffect filter="fade" transition="in">
                                      <p:cBhvr>
                                        <p:cTn dur="500"/>
                                        <p:tgtEl>
                                          <p:spTgt spid="4103">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02"/>
                                        </p:tgtEl>
                                        <p:attrNameLst>
                                          <p:attrName>style.visibility</p:attrName>
                                        </p:attrNameLst>
                                      </p:cBhvr>
                                      <p:to>
                                        <p:strVal val="visible"/>
                                      </p:to>
                                    </p:set>
                                    <p:animEffect filter="fade" transition="in">
                                      <p:cBhvr>
                                        <p:cTn dur="500"/>
                                        <p:tgtEl>
                                          <p:spTgt spid="41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Home">
  <p:cSld name="2_Home">
    <p:spTree>
      <p:nvGrpSpPr>
        <p:cNvPr id="4106" name="Shape 4106"/>
        <p:cNvGrpSpPr/>
        <p:nvPr/>
      </p:nvGrpSpPr>
      <p:grpSpPr>
        <a:xfrm>
          <a:off x="0" y="0"/>
          <a:ext cx="0" cy="0"/>
          <a:chOff x="0" y="0"/>
          <a:chExt cx="0" cy="0"/>
        </a:xfrm>
      </p:grpSpPr>
      <p:sp>
        <p:nvSpPr>
          <p:cNvPr id="4107" name="Google Shape;4107;g38b88470f6c_3_2945"/>
          <p:cNvSpPr txBox="1"/>
          <p:nvPr/>
        </p:nvSpPr>
        <p:spPr>
          <a:xfrm>
            <a:off x="229212" y="263563"/>
            <a:ext cx="4650000" cy="40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1600"/>
              <a:buFont typeface="Arial"/>
              <a:buNone/>
            </a:pPr>
            <a:r>
              <a:rPr b="0" i="0" lang="en-US" sz="1600" u="none" cap="none" strike="noStrike">
                <a:solidFill>
                  <a:srgbClr val="F2F2F2"/>
                </a:solidFill>
                <a:latin typeface="Kdam Thmor Pro"/>
                <a:ea typeface="Kdam Thmor Pro"/>
                <a:cs typeface="Kdam Thmor Pro"/>
                <a:sym typeface="Kdam Thmor Pro"/>
              </a:rPr>
              <a:t>Module</a:t>
            </a:r>
            <a:r>
              <a:rPr b="0" i="0" lang="en-US" sz="1600" u="none" cap="none" strike="noStrike">
                <a:solidFill>
                  <a:srgbClr val="05FDFF"/>
                </a:solidFill>
                <a:latin typeface="Kdam Thmor Pro"/>
                <a:ea typeface="Kdam Thmor Pro"/>
                <a:cs typeface="Kdam Thmor Pro"/>
                <a:sym typeface="Kdam Thmor Pro"/>
              </a:rPr>
              <a:t>    </a:t>
            </a:r>
            <a:r>
              <a:rPr b="0" i="0" lang="en-US" sz="1600" u="none" cap="none" strike="noStrike">
                <a:solidFill>
                  <a:srgbClr val="F2F2F2"/>
                </a:solidFill>
                <a:latin typeface="Kdam Thmor Pro"/>
                <a:ea typeface="Kdam Thmor Pro"/>
                <a:cs typeface="Kdam Thmor Pro"/>
                <a:sym typeface="Kdam Thmor Pro"/>
              </a:rPr>
              <a:t>Unit</a:t>
            </a:r>
            <a:r>
              <a:rPr b="0" i="0" lang="en-US" sz="1600" u="none" cap="none" strike="noStrike">
                <a:solidFill>
                  <a:srgbClr val="05FDFF"/>
                </a:solidFill>
                <a:latin typeface="Kdam Thmor Pro"/>
                <a:ea typeface="Kdam Thmor Pro"/>
                <a:cs typeface="Kdam Thmor Pro"/>
                <a:sym typeface="Kdam Thmor Pro"/>
              </a:rPr>
              <a:t>    </a:t>
            </a:r>
            <a:r>
              <a:rPr b="0" i="0" lang="en-US" sz="1600" u="none" cap="none" strike="noStrike">
                <a:solidFill>
                  <a:srgbClr val="F2F2F2"/>
                </a:solidFill>
                <a:latin typeface="Kdam Thmor Pro"/>
                <a:ea typeface="Kdam Thmor Pro"/>
                <a:cs typeface="Kdam Thmor Pro"/>
                <a:sym typeface="Kdam Thmor Pro"/>
              </a:rPr>
              <a:t>lesson  </a:t>
            </a:r>
            <a:endParaRPr b="0" i="0" sz="2400" u="none" cap="none" strike="noStrike">
              <a:solidFill>
                <a:srgbClr val="FFFFFF"/>
              </a:solidFill>
              <a:latin typeface="Kdam Thmor Pro"/>
              <a:ea typeface="Kdam Thmor Pro"/>
              <a:cs typeface="Kdam Thmor Pro"/>
              <a:sym typeface="Kdam Thmor Pro"/>
            </a:endParaRPr>
          </a:p>
        </p:txBody>
      </p:sp>
      <p:sp>
        <p:nvSpPr>
          <p:cNvPr id="4108" name="Google Shape;4108;g38b88470f6c_3_2945"/>
          <p:cNvSpPr/>
          <p:nvPr/>
        </p:nvSpPr>
        <p:spPr>
          <a:xfrm>
            <a:off x="7238775" y="6313235"/>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09" name="Google Shape;4109;g38b88470f6c_3_2945"/>
          <p:cNvSpPr/>
          <p:nvPr/>
        </p:nvSpPr>
        <p:spPr>
          <a:xfrm>
            <a:off x="6087836" y="1171203"/>
            <a:ext cx="5370912" cy="5282593"/>
          </a:xfrm>
          <a:custGeom>
            <a:rect b="b" l="l" r="r" t="t"/>
            <a:pathLst>
              <a:path extrusionOk="0" h="2898542" w="3320502">
                <a:moveTo>
                  <a:pt x="0" y="0"/>
                </a:moveTo>
                <a:lnTo>
                  <a:pt x="3320502" y="9292"/>
                </a:lnTo>
                <a:lnTo>
                  <a:pt x="2545056" y="2898542"/>
                </a:lnTo>
                <a:lnTo>
                  <a:pt x="801981" y="2898542"/>
                </a:lnTo>
                <a:lnTo>
                  <a:pt x="0" y="0"/>
                </a:lnTo>
                <a:close/>
              </a:path>
            </a:pathLst>
          </a:custGeom>
          <a:gradFill>
            <a:gsLst>
              <a:gs pos="0">
                <a:srgbClr val="F1FEFE">
                  <a:alpha val="0"/>
                </a:srgbClr>
              </a:gs>
              <a:gs pos="100000">
                <a:srgbClr val="05FDFF">
                  <a:alpha val="47451"/>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10" name="Google Shape;4110;g38b88470f6c_3_2945"/>
          <p:cNvSpPr/>
          <p:nvPr/>
        </p:nvSpPr>
        <p:spPr>
          <a:xfrm>
            <a:off x="5948136" y="2046935"/>
            <a:ext cx="5653155" cy="4442016"/>
          </a:xfrm>
          <a:custGeom>
            <a:rect b="b" l="l" r="r" t="t"/>
            <a:pathLst>
              <a:path extrusionOk="0" h="2898542" w="3320502">
                <a:moveTo>
                  <a:pt x="0" y="0"/>
                </a:moveTo>
                <a:lnTo>
                  <a:pt x="3320502" y="9292"/>
                </a:lnTo>
                <a:lnTo>
                  <a:pt x="2545056" y="2898542"/>
                </a:lnTo>
                <a:lnTo>
                  <a:pt x="801981" y="2898542"/>
                </a:lnTo>
                <a:lnTo>
                  <a:pt x="0" y="0"/>
                </a:lnTo>
                <a:close/>
              </a:path>
            </a:pathLst>
          </a:custGeom>
          <a:gradFill>
            <a:gsLst>
              <a:gs pos="0">
                <a:srgbClr val="F1FEFE">
                  <a:alpha val="0"/>
                </a:srgbClr>
              </a:gs>
              <a:gs pos="100000">
                <a:srgbClr val="05FDFF">
                  <a:alpha val="47451"/>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11" name="Google Shape;4111;g38b88470f6c_3_2945"/>
          <p:cNvSpPr txBox="1"/>
          <p:nvPr>
            <p:ph idx="1" type="body"/>
          </p:nvPr>
        </p:nvSpPr>
        <p:spPr>
          <a:xfrm>
            <a:off x="943587" y="244152"/>
            <a:ext cx="294600" cy="302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112" name="Google Shape;4112;g38b88470f6c_3_2945"/>
          <p:cNvSpPr txBox="1"/>
          <p:nvPr>
            <p:ph idx="2" type="body"/>
          </p:nvPr>
        </p:nvSpPr>
        <p:spPr>
          <a:xfrm>
            <a:off x="1530962" y="244152"/>
            <a:ext cx="294600" cy="302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113" name="Google Shape;4113;g38b88470f6c_3_2945"/>
          <p:cNvSpPr txBox="1"/>
          <p:nvPr>
            <p:ph idx="3" type="body"/>
          </p:nvPr>
        </p:nvSpPr>
        <p:spPr>
          <a:xfrm>
            <a:off x="2323091" y="244152"/>
            <a:ext cx="483600" cy="302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114" name="Google Shape;4114;g38b88470f6c_3_2945"/>
          <p:cNvSpPr txBox="1"/>
          <p:nvPr>
            <p:ph idx="4" type="body"/>
          </p:nvPr>
        </p:nvSpPr>
        <p:spPr>
          <a:xfrm>
            <a:off x="229212" y="4876800"/>
            <a:ext cx="4230000" cy="1717500"/>
          </a:xfrm>
          <a:prstGeom prst="rect">
            <a:avLst/>
          </a:prstGeom>
          <a:noFill/>
          <a:ln>
            <a:noFill/>
          </a:ln>
        </p:spPr>
        <p:txBody>
          <a:bodyPr anchorCtr="0" anchor="b" bIns="45700" lIns="91425" spcFirstLastPara="1" rIns="91425" wrap="square" tIns="45700">
            <a:noAutofit/>
          </a:bodyPr>
          <a:lstStyle>
            <a:lvl1pPr indent="-304800" lvl="0" marL="457200" marR="0" algn="l">
              <a:lnSpc>
                <a:spcPct val="100000"/>
              </a:lnSpc>
              <a:spcBef>
                <a:spcPts val="0"/>
              </a:spcBef>
              <a:spcAft>
                <a:spcPts val="0"/>
              </a:spcAft>
              <a:buClr>
                <a:srgbClr val="05FDFF"/>
              </a:buClr>
              <a:buSzPts val="1200"/>
              <a:buFont typeface="Arial"/>
              <a:buChar char="•"/>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115" name="Google Shape;4115;g38b88470f6c_3_2945"/>
          <p:cNvSpPr txBox="1"/>
          <p:nvPr>
            <p:ph idx="5" type="body"/>
          </p:nvPr>
        </p:nvSpPr>
        <p:spPr>
          <a:xfrm>
            <a:off x="229212" y="703615"/>
            <a:ext cx="4914900" cy="1343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116" name="Google Shape;4116;g38b88470f6c_3_2945"/>
          <p:cNvSpPr/>
          <p:nvPr>
            <p:ph idx="6" type="pic"/>
          </p:nvPr>
        </p:nvSpPr>
        <p:spPr>
          <a:xfrm>
            <a:off x="7712642" y="2505468"/>
            <a:ext cx="2122500" cy="2090700"/>
          </a:xfrm>
          <a:prstGeom prst="ellipse">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08"/>
                                        </p:tgtEl>
                                        <p:attrNameLst>
                                          <p:attrName>style.visibility</p:attrName>
                                        </p:attrNameLst>
                                      </p:cBhvr>
                                      <p:to>
                                        <p:strVal val="visible"/>
                                      </p:to>
                                    </p:set>
                                    <p:animEffect filter="fade" transition="in">
                                      <p:cBhvr>
                                        <p:cTn dur="2000"/>
                                        <p:tgtEl>
                                          <p:spTgt spid="410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109"/>
                                        </p:tgtEl>
                                        <p:attrNameLst>
                                          <p:attrName>style.visibility</p:attrName>
                                        </p:attrNameLst>
                                      </p:cBhvr>
                                      <p:to>
                                        <p:strVal val="visible"/>
                                      </p:to>
                                    </p:set>
                                    <p:animEffect filter="fade" transition="in">
                                      <p:cBhvr>
                                        <p:cTn dur="500"/>
                                        <p:tgtEl>
                                          <p:spTgt spid="4109"/>
                                        </p:tgtEl>
                                      </p:cBhvr>
                                    </p:animEffect>
                                  </p:childTnLst>
                                </p:cTn>
                              </p:par>
                              <p:par>
                                <p:cTn fill="hold" nodeType="withEffect" presetClass="entr" presetID="10" presetSubtype="0">
                                  <p:stCondLst>
                                    <p:cond delay="0"/>
                                  </p:stCondLst>
                                  <p:childTnLst>
                                    <p:set>
                                      <p:cBhvr>
                                        <p:cTn dur="1" fill="hold">
                                          <p:stCondLst>
                                            <p:cond delay="0"/>
                                          </p:stCondLst>
                                        </p:cTn>
                                        <p:tgtEl>
                                          <p:spTgt spid="4110"/>
                                        </p:tgtEl>
                                        <p:attrNameLst>
                                          <p:attrName>style.visibility</p:attrName>
                                        </p:attrNameLst>
                                      </p:cBhvr>
                                      <p:to>
                                        <p:strVal val="visible"/>
                                      </p:to>
                                    </p:set>
                                    <p:animEffect filter="fade" transition="in">
                                      <p:cBhvr>
                                        <p:cTn dur="500"/>
                                        <p:tgtEl>
                                          <p:spTgt spid="4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6"/>
                                        </p:tgtEl>
                                        <p:attrNameLst>
                                          <p:attrName>style.visibility</p:attrName>
                                        </p:attrNameLst>
                                      </p:cBhvr>
                                      <p:to>
                                        <p:strVal val="visible"/>
                                      </p:to>
                                    </p:set>
                                    <p:animEffect filter="fade" transition="in">
                                      <p:cBhvr>
                                        <p:cTn dur="500"/>
                                        <p:tgtEl>
                                          <p:spTgt spid="41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4">
                                            <p:txEl>
                                              <p:pRg end="0" st="0"/>
                                            </p:txEl>
                                          </p:spTgt>
                                        </p:tgtEl>
                                        <p:attrNameLst>
                                          <p:attrName>style.visibility</p:attrName>
                                        </p:attrNameLst>
                                      </p:cBhvr>
                                      <p:to>
                                        <p:strVal val="visible"/>
                                      </p:to>
                                    </p:set>
                                    <p:animEffect filter="fade" transition="in">
                                      <p:cBhvr>
                                        <p:cTn dur="500"/>
                                        <p:tgtEl>
                                          <p:spTgt spid="41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4">
                                            <p:txEl>
                                              <p:pRg end="1" st="1"/>
                                            </p:txEl>
                                          </p:spTgt>
                                        </p:tgtEl>
                                        <p:attrNameLst>
                                          <p:attrName>style.visibility</p:attrName>
                                        </p:attrNameLst>
                                      </p:cBhvr>
                                      <p:to>
                                        <p:strVal val="visible"/>
                                      </p:to>
                                    </p:set>
                                    <p:animEffect filter="fade" transition="in">
                                      <p:cBhvr>
                                        <p:cTn dur="500"/>
                                        <p:tgtEl>
                                          <p:spTgt spid="41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4">
                                            <p:txEl>
                                              <p:pRg end="2" st="2"/>
                                            </p:txEl>
                                          </p:spTgt>
                                        </p:tgtEl>
                                        <p:attrNameLst>
                                          <p:attrName>style.visibility</p:attrName>
                                        </p:attrNameLst>
                                      </p:cBhvr>
                                      <p:to>
                                        <p:strVal val="visible"/>
                                      </p:to>
                                    </p:set>
                                    <p:animEffect filter="fade" transition="in">
                                      <p:cBhvr>
                                        <p:cTn dur="500"/>
                                        <p:tgtEl>
                                          <p:spTgt spid="41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4">
                                            <p:txEl>
                                              <p:pRg end="3" st="3"/>
                                            </p:txEl>
                                          </p:spTgt>
                                        </p:tgtEl>
                                        <p:attrNameLst>
                                          <p:attrName>style.visibility</p:attrName>
                                        </p:attrNameLst>
                                      </p:cBhvr>
                                      <p:to>
                                        <p:strVal val="visible"/>
                                      </p:to>
                                    </p:set>
                                    <p:animEffect filter="fade" transition="in">
                                      <p:cBhvr>
                                        <p:cTn dur="500"/>
                                        <p:tgtEl>
                                          <p:spTgt spid="41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4">
                                            <p:txEl>
                                              <p:pRg end="4" st="4"/>
                                            </p:txEl>
                                          </p:spTgt>
                                        </p:tgtEl>
                                        <p:attrNameLst>
                                          <p:attrName>style.visibility</p:attrName>
                                        </p:attrNameLst>
                                      </p:cBhvr>
                                      <p:to>
                                        <p:strVal val="visible"/>
                                      </p:to>
                                    </p:set>
                                    <p:animEffect filter="fade" transition="in">
                                      <p:cBhvr>
                                        <p:cTn dur="500"/>
                                        <p:tgtEl>
                                          <p:spTgt spid="411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4">
                                            <p:txEl>
                                              <p:pRg end="5" st="5"/>
                                            </p:txEl>
                                          </p:spTgt>
                                        </p:tgtEl>
                                        <p:attrNameLst>
                                          <p:attrName>style.visibility</p:attrName>
                                        </p:attrNameLst>
                                      </p:cBhvr>
                                      <p:to>
                                        <p:strVal val="visible"/>
                                      </p:to>
                                    </p:set>
                                    <p:animEffect filter="fade" transition="in">
                                      <p:cBhvr>
                                        <p:cTn dur="500"/>
                                        <p:tgtEl>
                                          <p:spTgt spid="411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4">
                                            <p:txEl>
                                              <p:pRg end="6" st="6"/>
                                            </p:txEl>
                                          </p:spTgt>
                                        </p:tgtEl>
                                        <p:attrNameLst>
                                          <p:attrName>style.visibility</p:attrName>
                                        </p:attrNameLst>
                                      </p:cBhvr>
                                      <p:to>
                                        <p:strVal val="visible"/>
                                      </p:to>
                                    </p:set>
                                    <p:animEffect filter="fade" transition="in">
                                      <p:cBhvr>
                                        <p:cTn dur="500"/>
                                        <p:tgtEl>
                                          <p:spTgt spid="411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4">
                                            <p:txEl>
                                              <p:pRg end="7" st="7"/>
                                            </p:txEl>
                                          </p:spTgt>
                                        </p:tgtEl>
                                        <p:attrNameLst>
                                          <p:attrName>style.visibility</p:attrName>
                                        </p:attrNameLst>
                                      </p:cBhvr>
                                      <p:to>
                                        <p:strVal val="visible"/>
                                      </p:to>
                                    </p:set>
                                    <p:animEffect filter="fade" transition="in">
                                      <p:cBhvr>
                                        <p:cTn dur="500"/>
                                        <p:tgtEl>
                                          <p:spTgt spid="411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4">
                                            <p:txEl>
                                              <p:pRg end="8" st="8"/>
                                            </p:txEl>
                                          </p:spTgt>
                                        </p:tgtEl>
                                        <p:attrNameLst>
                                          <p:attrName>style.visibility</p:attrName>
                                        </p:attrNameLst>
                                      </p:cBhvr>
                                      <p:to>
                                        <p:strVal val="visible"/>
                                      </p:to>
                                    </p:set>
                                    <p:animEffect filter="fade" transition="in">
                                      <p:cBhvr>
                                        <p:cTn dur="500"/>
                                        <p:tgtEl>
                                          <p:spTgt spid="4114">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Review">
  <p:cSld name="Task Review">
    <p:spTree>
      <p:nvGrpSpPr>
        <p:cNvPr id="4117" name="Shape 4117"/>
        <p:cNvGrpSpPr/>
        <p:nvPr/>
      </p:nvGrpSpPr>
      <p:grpSpPr>
        <a:xfrm>
          <a:off x="0" y="0"/>
          <a:ext cx="0" cy="0"/>
          <a:chOff x="0" y="0"/>
          <a:chExt cx="0" cy="0"/>
        </a:xfrm>
      </p:grpSpPr>
      <p:sp>
        <p:nvSpPr>
          <p:cNvPr id="4118" name="Google Shape;4118;g38b88470f6c_3_2956"/>
          <p:cNvSpPr/>
          <p:nvPr/>
        </p:nvSpPr>
        <p:spPr>
          <a:xfrm rot="5400000">
            <a:off x="-313698" y="-1313719"/>
            <a:ext cx="1110000" cy="5257800"/>
          </a:xfrm>
          <a:prstGeom prst="rect">
            <a:avLst/>
          </a:prstGeom>
          <a:gradFill>
            <a:gsLst>
              <a:gs pos="0">
                <a:srgbClr val="F1FEFE">
                  <a:alpha val="0"/>
                </a:srgbClr>
              </a:gs>
              <a:gs pos="100000">
                <a:srgbClr val="05FDFF">
                  <a:alpha val="1176"/>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4119" name="Google Shape;4119;g38b88470f6c_3_2956"/>
          <p:cNvGrpSpPr/>
          <p:nvPr/>
        </p:nvGrpSpPr>
        <p:grpSpPr>
          <a:xfrm>
            <a:off x="-86305" y="232839"/>
            <a:ext cx="2794159" cy="390024"/>
            <a:chOff x="948349" y="814223"/>
            <a:chExt cx="2794159" cy="390024"/>
          </a:xfrm>
        </p:grpSpPr>
        <p:sp>
          <p:nvSpPr>
            <p:cNvPr id="4120" name="Google Shape;4120;g38b88470f6c_3_2956"/>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21" name="Google Shape;4121;g38b88470f6c_3_2956"/>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4122" name="Google Shape;4122;g38b88470f6c_3_2956"/>
          <p:cNvGrpSpPr/>
          <p:nvPr/>
        </p:nvGrpSpPr>
        <p:grpSpPr>
          <a:xfrm flipH="1" rot="10800000">
            <a:off x="-86305" y="1933581"/>
            <a:ext cx="2794159" cy="390024"/>
            <a:chOff x="948349" y="814223"/>
            <a:chExt cx="2794159" cy="390024"/>
          </a:xfrm>
        </p:grpSpPr>
        <p:sp>
          <p:nvSpPr>
            <p:cNvPr id="4123" name="Google Shape;4123;g38b88470f6c_3_2956"/>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24" name="Google Shape;4124;g38b88470f6c_3_2956"/>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125" name="Google Shape;4125;g38b88470f6c_3_2956"/>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26" name="Google Shape;4126;g38b88470f6c_3_2956"/>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27" name="Google Shape;4127;g38b88470f6c_3_2956"/>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28" name="Google Shape;4128;g38b88470f6c_3_2956"/>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29" name="Google Shape;4129;g38b88470f6c_3_2956"/>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30" name="Google Shape;4130;g38b88470f6c_3_2956"/>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4131" name="Google Shape;4131;g38b88470f6c_3_2956"/>
          <p:cNvGrpSpPr/>
          <p:nvPr/>
        </p:nvGrpSpPr>
        <p:grpSpPr>
          <a:xfrm>
            <a:off x="7362778" y="2144139"/>
            <a:ext cx="4433002" cy="4433003"/>
            <a:chOff x="-413326" y="937285"/>
            <a:chExt cx="4433003" cy="4433003"/>
          </a:xfrm>
        </p:grpSpPr>
        <p:sp>
          <p:nvSpPr>
            <p:cNvPr id="4132" name="Google Shape;4132;g38b88470f6c_3_295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33" name="Google Shape;4133;g38b88470f6c_3_295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34" name="Google Shape;4134;g38b88470f6c_3_295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35" name="Google Shape;4135;g38b88470f6c_3_295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136" name="Google Shape;4136;g38b88470f6c_3_2956"/>
          <p:cNvSpPr txBox="1"/>
          <p:nvPr>
            <p:ph idx="1" type="body"/>
          </p:nvPr>
        </p:nvSpPr>
        <p:spPr>
          <a:xfrm>
            <a:off x="7899288" y="2357480"/>
            <a:ext cx="3396600" cy="4094100"/>
          </a:xfrm>
          <a:prstGeom prst="rect">
            <a:avLst/>
          </a:prstGeom>
          <a:noFill/>
          <a:ln>
            <a:noFill/>
          </a:ln>
        </p:spPr>
        <p:txBody>
          <a:bodyPr anchorCtr="0" anchor="ctr" bIns="45700" lIns="91425" spcFirstLastPara="1" rIns="91425" wrap="square" tIns="45700">
            <a:noAutofit/>
          </a:bodyPr>
          <a:lstStyle>
            <a:lvl1pPr indent="-457200" lvl="0" marL="457200" marR="0" algn="l">
              <a:lnSpc>
                <a:spcPct val="100000"/>
              </a:lnSpc>
              <a:spcBef>
                <a:spcPts val="0"/>
              </a:spcBef>
              <a:spcAft>
                <a:spcPts val="0"/>
              </a:spcAft>
              <a:buClr>
                <a:srgbClr val="05FDFF"/>
              </a:buClr>
              <a:buSzPts val="3600"/>
              <a:buFont typeface="Noto Sans Symbols"/>
              <a:buChar char="✔"/>
              <a:defRPr b="0" i="0" sz="18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137" name="Google Shape;4137;g38b88470f6c_3_2956"/>
          <p:cNvSpPr txBox="1"/>
          <p:nvPr/>
        </p:nvSpPr>
        <p:spPr>
          <a:xfrm>
            <a:off x="1108604" y="760181"/>
            <a:ext cx="2499900" cy="60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2400"/>
              <a:buFont typeface="Arial"/>
              <a:buNone/>
            </a:pPr>
            <a:r>
              <a:rPr b="0" i="0" lang="en-US" sz="2400" u="none" cap="none" strike="noStrike">
                <a:solidFill>
                  <a:srgbClr val="FFFFFF"/>
                </a:solidFill>
                <a:latin typeface="Kdam Thmor Pro"/>
                <a:ea typeface="Kdam Thmor Pro"/>
                <a:cs typeface="Kdam Thmor Pro"/>
                <a:sym typeface="Kdam Thmor Pro"/>
              </a:rPr>
              <a:t>Task</a:t>
            </a:r>
            <a:r>
              <a:rPr b="0" i="0" lang="en-US" sz="3600" u="none" cap="none" strike="noStrike">
                <a:solidFill>
                  <a:srgbClr val="FFFFFF"/>
                </a:solidFill>
                <a:latin typeface="Kdam Thmor Pro"/>
                <a:ea typeface="Kdam Thmor Pro"/>
                <a:cs typeface="Kdam Thmor Pro"/>
                <a:sym typeface="Kdam Thmor Pro"/>
              </a:rPr>
              <a:t> Review</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19"/>
                                        </p:tgtEl>
                                        <p:attrNameLst>
                                          <p:attrName>style.visibility</p:attrName>
                                        </p:attrNameLst>
                                      </p:cBhvr>
                                      <p:to>
                                        <p:strVal val="visible"/>
                                      </p:to>
                                    </p:set>
                                    <p:animEffect filter="fade" transition="in">
                                      <p:cBhvr>
                                        <p:cTn dur="500"/>
                                        <p:tgtEl>
                                          <p:spTgt spid="4119"/>
                                        </p:tgtEl>
                                      </p:cBhvr>
                                    </p:animEffect>
                                  </p:childTnLst>
                                </p:cTn>
                              </p:par>
                              <p:par>
                                <p:cTn fill="hold" nodeType="withEffect" presetClass="entr" presetID="10" presetSubtype="0">
                                  <p:stCondLst>
                                    <p:cond delay="0"/>
                                  </p:stCondLst>
                                  <p:childTnLst>
                                    <p:set>
                                      <p:cBhvr>
                                        <p:cTn dur="1" fill="hold">
                                          <p:stCondLst>
                                            <p:cond delay="0"/>
                                          </p:stCondLst>
                                        </p:cTn>
                                        <p:tgtEl>
                                          <p:spTgt spid="4122"/>
                                        </p:tgtEl>
                                        <p:attrNameLst>
                                          <p:attrName>style.visibility</p:attrName>
                                        </p:attrNameLst>
                                      </p:cBhvr>
                                      <p:to>
                                        <p:strVal val="visible"/>
                                      </p:to>
                                    </p:set>
                                    <p:animEffect filter="fade" transition="in">
                                      <p:cBhvr>
                                        <p:cTn dur="500"/>
                                        <p:tgtEl>
                                          <p:spTgt spid="412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118"/>
                                        </p:tgtEl>
                                        <p:attrNameLst>
                                          <p:attrName>style.visibility</p:attrName>
                                        </p:attrNameLst>
                                      </p:cBhvr>
                                      <p:to>
                                        <p:strVal val="visible"/>
                                      </p:to>
                                    </p:set>
                                    <p:animEffect filter="fade" transition="in">
                                      <p:cBhvr>
                                        <p:cTn dur="500"/>
                                        <p:tgtEl>
                                          <p:spTgt spid="4118"/>
                                        </p:tgtEl>
                                      </p:cBhvr>
                                    </p:animEffect>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4137"/>
                                        </p:tgtEl>
                                        <p:attrNameLst>
                                          <p:attrName>style.visibility</p:attrName>
                                        </p:attrNameLst>
                                      </p:cBhvr>
                                      <p:to>
                                        <p:strVal val="visible"/>
                                      </p:to>
                                    </p:set>
                                    <p:anim calcmode="lin" valueType="num">
                                      <p:cBhvr additive="base">
                                        <p:cTn dur="500"/>
                                        <p:tgtEl>
                                          <p:spTgt spid="4137"/>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4131"/>
                                        </p:tgtEl>
                                        <p:attrNameLst>
                                          <p:attrName>style.visibility</p:attrName>
                                        </p:attrNameLst>
                                      </p:cBhvr>
                                      <p:to>
                                        <p:strVal val="visible"/>
                                      </p:to>
                                    </p:set>
                                    <p:anim calcmode="lin" valueType="num">
                                      <p:cBhvr additive="base">
                                        <p:cTn dur="2250"/>
                                        <p:tgtEl>
                                          <p:spTgt spid="4131"/>
                                        </p:tgtEl>
                                        <p:attrNameLst>
                                          <p:attrName>ppt_w</p:attrName>
                                        </p:attrNameLst>
                                      </p:cBhvr>
                                      <p:tavLst>
                                        <p:tav fmla="" tm="0">
                                          <p:val>
                                            <p:strVal val="0"/>
                                          </p:val>
                                        </p:tav>
                                        <p:tav fmla="" tm="100000">
                                          <p:val>
                                            <p:strVal val="#ppt_w"/>
                                          </p:val>
                                        </p:tav>
                                      </p:tavLst>
                                    </p:anim>
                                    <p:anim calcmode="lin" valueType="num">
                                      <p:cBhvr additive="base">
                                        <p:cTn dur="2250"/>
                                        <p:tgtEl>
                                          <p:spTgt spid="4131"/>
                                        </p:tgtEl>
                                        <p:attrNameLst>
                                          <p:attrName>ppt_h</p:attrName>
                                        </p:attrNameLst>
                                      </p:cBhvr>
                                      <p:tavLst>
                                        <p:tav fmla="" tm="0">
                                          <p:val>
                                            <p:strVal val="0"/>
                                          </p:val>
                                        </p:tav>
                                        <p:tav fmla="" tm="100000">
                                          <p:val>
                                            <p:strVal val="#ppt_h"/>
                                          </p:val>
                                        </p:tav>
                                      </p:tavLst>
                                    </p:anim>
                                  </p:childTnLst>
                                </p:cTn>
                              </p:par>
                            </p:childTnLst>
                          </p:cTn>
                        </p:par>
                        <p:par>
                          <p:cTn fill="hold">
                            <p:stCondLst>
                              <p:cond delay="3250"/>
                            </p:stCondLst>
                            <p:childTnLst>
                              <p:par>
                                <p:cTn fill="hold" nodeType="afterEffect" presetClass="entr" presetID="10" presetSubtype="0">
                                  <p:stCondLst>
                                    <p:cond delay="0"/>
                                  </p:stCondLst>
                                  <p:childTnLst>
                                    <p:set>
                                      <p:cBhvr>
                                        <p:cTn dur="1" fill="hold">
                                          <p:stCondLst>
                                            <p:cond delay="0"/>
                                          </p:stCondLst>
                                        </p:cTn>
                                        <p:tgtEl>
                                          <p:spTgt spid="4136"/>
                                        </p:tgtEl>
                                        <p:attrNameLst>
                                          <p:attrName>style.visibility</p:attrName>
                                        </p:attrNameLst>
                                      </p:cBhvr>
                                      <p:to>
                                        <p:strVal val="visible"/>
                                      </p:to>
                                    </p:set>
                                    <p:animEffect filter="fade" transition="in">
                                      <p:cBhvr>
                                        <p:cTn dur="500"/>
                                        <p:tgtEl>
                                          <p:spTgt spid="41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section">
  <p:cSld name="Recap section">
    <p:spTree>
      <p:nvGrpSpPr>
        <p:cNvPr id="4138" name="Shape 4138"/>
        <p:cNvGrpSpPr/>
        <p:nvPr/>
      </p:nvGrpSpPr>
      <p:grpSpPr>
        <a:xfrm>
          <a:off x="0" y="0"/>
          <a:ext cx="0" cy="0"/>
          <a:chOff x="0" y="0"/>
          <a:chExt cx="0" cy="0"/>
        </a:xfrm>
      </p:grpSpPr>
      <p:sp>
        <p:nvSpPr>
          <p:cNvPr id="4139" name="Google Shape;4139;g38b88470f6c_3_2977"/>
          <p:cNvSpPr/>
          <p:nvPr/>
        </p:nvSpPr>
        <p:spPr>
          <a:xfrm rot="5400000">
            <a:off x="-313698" y="-1313719"/>
            <a:ext cx="1110000" cy="5257800"/>
          </a:xfrm>
          <a:prstGeom prst="rect">
            <a:avLst/>
          </a:prstGeom>
          <a:gradFill>
            <a:gsLst>
              <a:gs pos="0">
                <a:srgbClr val="F1FEFE">
                  <a:alpha val="0"/>
                </a:srgbClr>
              </a:gs>
              <a:gs pos="100000">
                <a:srgbClr val="05FDFF">
                  <a:alpha val="1176"/>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4140" name="Google Shape;4140;g38b88470f6c_3_2977"/>
          <p:cNvGrpSpPr/>
          <p:nvPr/>
        </p:nvGrpSpPr>
        <p:grpSpPr>
          <a:xfrm>
            <a:off x="-86305" y="232839"/>
            <a:ext cx="2794159" cy="390024"/>
            <a:chOff x="948349" y="814223"/>
            <a:chExt cx="2794159" cy="390024"/>
          </a:xfrm>
        </p:grpSpPr>
        <p:sp>
          <p:nvSpPr>
            <p:cNvPr id="4141" name="Google Shape;4141;g38b88470f6c_3_2977"/>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42" name="Google Shape;4142;g38b88470f6c_3_2977"/>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4143" name="Google Shape;4143;g38b88470f6c_3_2977"/>
          <p:cNvGrpSpPr/>
          <p:nvPr/>
        </p:nvGrpSpPr>
        <p:grpSpPr>
          <a:xfrm flipH="1" rot="10800000">
            <a:off x="-86305" y="1933581"/>
            <a:ext cx="2794159" cy="390024"/>
            <a:chOff x="948349" y="814223"/>
            <a:chExt cx="2794159" cy="390024"/>
          </a:xfrm>
        </p:grpSpPr>
        <p:sp>
          <p:nvSpPr>
            <p:cNvPr id="4144" name="Google Shape;4144;g38b88470f6c_3_2977"/>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45" name="Google Shape;4145;g38b88470f6c_3_2977"/>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146" name="Google Shape;4146;g38b88470f6c_3_2977"/>
          <p:cNvSpPr txBox="1"/>
          <p:nvPr/>
        </p:nvSpPr>
        <p:spPr>
          <a:xfrm>
            <a:off x="942856" y="987090"/>
            <a:ext cx="2152200" cy="60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4400"/>
              <a:buFont typeface="Arial"/>
              <a:buNone/>
            </a:pPr>
            <a:r>
              <a:rPr b="0" i="0" lang="en-US" sz="4400" u="none" cap="none" strike="noStrike">
                <a:solidFill>
                  <a:srgbClr val="FFFFFF"/>
                </a:solidFill>
                <a:latin typeface="Kdam Thmor Pro"/>
                <a:ea typeface="Kdam Thmor Pro"/>
                <a:cs typeface="Kdam Thmor Pro"/>
                <a:sym typeface="Kdam Thmor Pro"/>
              </a:rPr>
              <a:t>Recap</a:t>
            </a:r>
            <a:endParaRPr b="0" i="0" sz="1400" u="none" cap="none" strike="noStrike">
              <a:solidFill>
                <a:srgbClr val="000000"/>
              </a:solidFill>
              <a:latin typeface="Arial"/>
              <a:ea typeface="Arial"/>
              <a:cs typeface="Arial"/>
              <a:sym typeface="Arial"/>
            </a:endParaRPr>
          </a:p>
        </p:txBody>
      </p:sp>
      <p:sp>
        <p:nvSpPr>
          <p:cNvPr id="4147" name="Google Shape;4147;g38b88470f6c_3_2977"/>
          <p:cNvSpPr/>
          <p:nvPr/>
        </p:nvSpPr>
        <p:spPr>
          <a:xfrm>
            <a:off x="-1066665"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48" name="Google Shape;4148;g38b88470f6c_3_2977"/>
          <p:cNvSpPr/>
          <p:nvPr/>
        </p:nvSpPr>
        <p:spPr>
          <a:xfrm>
            <a:off x="-92350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49" name="Google Shape;4149;g38b88470f6c_3_2977"/>
          <p:cNvSpPr/>
          <p:nvPr/>
        </p:nvSpPr>
        <p:spPr>
          <a:xfrm>
            <a:off x="-780341"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50" name="Google Shape;4150;g38b88470f6c_3_2977"/>
          <p:cNvSpPr/>
          <p:nvPr/>
        </p:nvSpPr>
        <p:spPr>
          <a:xfrm>
            <a:off x="-637179"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51" name="Google Shape;4151;g38b88470f6c_3_2977"/>
          <p:cNvSpPr/>
          <p:nvPr/>
        </p:nvSpPr>
        <p:spPr>
          <a:xfrm>
            <a:off x="-494017"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52" name="Google Shape;4152;g38b88470f6c_3_2977"/>
          <p:cNvSpPr/>
          <p:nvPr/>
        </p:nvSpPr>
        <p:spPr>
          <a:xfrm>
            <a:off x="-350853" y="106808"/>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40"/>
                                        </p:tgtEl>
                                        <p:attrNameLst>
                                          <p:attrName>style.visibility</p:attrName>
                                        </p:attrNameLst>
                                      </p:cBhvr>
                                      <p:to>
                                        <p:strVal val="visible"/>
                                      </p:to>
                                    </p:set>
                                    <p:animEffect filter="fade" transition="in">
                                      <p:cBhvr>
                                        <p:cTn dur="500"/>
                                        <p:tgtEl>
                                          <p:spTgt spid="4140"/>
                                        </p:tgtEl>
                                      </p:cBhvr>
                                    </p:animEffect>
                                  </p:childTnLst>
                                </p:cTn>
                              </p:par>
                              <p:par>
                                <p:cTn fill="hold" nodeType="withEffect" presetClass="entr" presetID="10" presetSubtype="0">
                                  <p:stCondLst>
                                    <p:cond delay="0"/>
                                  </p:stCondLst>
                                  <p:childTnLst>
                                    <p:set>
                                      <p:cBhvr>
                                        <p:cTn dur="1" fill="hold">
                                          <p:stCondLst>
                                            <p:cond delay="0"/>
                                          </p:stCondLst>
                                        </p:cTn>
                                        <p:tgtEl>
                                          <p:spTgt spid="4143"/>
                                        </p:tgtEl>
                                        <p:attrNameLst>
                                          <p:attrName>style.visibility</p:attrName>
                                        </p:attrNameLst>
                                      </p:cBhvr>
                                      <p:to>
                                        <p:strVal val="visible"/>
                                      </p:to>
                                    </p:set>
                                    <p:animEffect filter="fade" transition="in">
                                      <p:cBhvr>
                                        <p:cTn dur="500"/>
                                        <p:tgtEl>
                                          <p:spTgt spid="414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139"/>
                                        </p:tgtEl>
                                        <p:attrNameLst>
                                          <p:attrName>style.visibility</p:attrName>
                                        </p:attrNameLst>
                                      </p:cBhvr>
                                      <p:to>
                                        <p:strVal val="visible"/>
                                      </p:to>
                                    </p:set>
                                    <p:animEffect filter="fade" transition="in">
                                      <p:cBhvr>
                                        <p:cTn dur="500"/>
                                        <p:tgtEl>
                                          <p:spTgt spid="4139"/>
                                        </p:tgtEl>
                                      </p:cBhvr>
                                    </p:animEffect>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4146"/>
                                        </p:tgtEl>
                                        <p:attrNameLst>
                                          <p:attrName>style.visibility</p:attrName>
                                        </p:attrNameLst>
                                      </p:cBhvr>
                                      <p:to>
                                        <p:strVal val="visible"/>
                                      </p:to>
                                    </p:set>
                                    <p:anim calcmode="lin" valueType="num">
                                      <p:cBhvr additive="base">
                                        <p:cTn dur="500"/>
                                        <p:tgtEl>
                                          <p:spTgt spid="414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st-recap">
  <p:cSld name="1st-recap">
    <p:spTree>
      <p:nvGrpSpPr>
        <p:cNvPr id="4153" name="Shape 4153"/>
        <p:cNvGrpSpPr/>
        <p:nvPr/>
      </p:nvGrpSpPr>
      <p:grpSpPr>
        <a:xfrm>
          <a:off x="0" y="0"/>
          <a:ext cx="0" cy="0"/>
          <a:chOff x="0" y="0"/>
          <a:chExt cx="0" cy="0"/>
        </a:xfrm>
      </p:grpSpPr>
      <p:sp>
        <p:nvSpPr>
          <p:cNvPr id="4154" name="Google Shape;4154;g38b88470f6c_3_2992"/>
          <p:cNvSpPr/>
          <p:nvPr/>
        </p:nvSpPr>
        <p:spPr>
          <a:xfrm>
            <a:off x="4567240" y="3250299"/>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55" name="Google Shape;4155;g38b88470f6c_3_2992"/>
          <p:cNvSpPr/>
          <p:nvPr/>
        </p:nvSpPr>
        <p:spPr>
          <a:xfrm flipH="1" rot="10800000">
            <a:off x="4567240" y="3250401"/>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56" name="Google Shape;4156;g38b88470f6c_3_2992"/>
          <p:cNvSpPr/>
          <p:nvPr/>
        </p:nvSpPr>
        <p:spPr>
          <a:xfrm>
            <a:off x="4560889" y="553356"/>
            <a:ext cx="3070200" cy="5752500"/>
          </a:xfrm>
          <a:prstGeom prst="rect">
            <a:avLst/>
          </a:prstGeom>
          <a:gradFill>
            <a:gsLst>
              <a:gs pos="0">
                <a:srgbClr val="F1FEFE">
                  <a:alpha val="0"/>
                </a:srgbClr>
              </a:gs>
              <a:gs pos="100000">
                <a:srgbClr val="05FDFF">
                  <a:alpha val="29412"/>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57" name="Google Shape;4157;g38b88470f6c_3_2992"/>
          <p:cNvSpPr txBox="1"/>
          <p:nvPr>
            <p:ph idx="1" type="body"/>
          </p:nvPr>
        </p:nvSpPr>
        <p:spPr>
          <a:xfrm>
            <a:off x="4805546" y="1038426"/>
            <a:ext cx="2580900" cy="7455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3200"/>
              <a:buFont typeface="Arial"/>
              <a:buNone/>
              <a:defRPr b="0" i="0" sz="3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158" name="Google Shape;4158;g38b88470f6c_3_2992"/>
          <p:cNvSpPr/>
          <p:nvPr>
            <p:ph idx="2" type="pic"/>
          </p:nvPr>
        </p:nvSpPr>
        <p:spPr>
          <a:xfrm>
            <a:off x="4677103" y="2577067"/>
            <a:ext cx="2837700" cy="2795400"/>
          </a:xfrm>
          <a:prstGeom prst="ellipse">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4"/>
                                        </p:tgtEl>
                                        <p:attrNameLst>
                                          <p:attrName>style.visibility</p:attrName>
                                        </p:attrNameLst>
                                      </p:cBhvr>
                                      <p:to>
                                        <p:strVal val="visible"/>
                                      </p:to>
                                    </p:set>
                                    <p:animEffect filter="fade" transition="in">
                                      <p:cBhvr>
                                        <p:cTn dur="750"/>
                                        <p:tgtEl>
                                          <p:spTgt spid="4154"/>
                                        </p:tgtEl>
                                      </p:cBhvr>
                                    </p:animEffect>
                                  </p:childTnLst>
                                </p:cTn>
                              </p:par>
                              <p:par>
                                <p:cTn fill="hold" nodeType="withEffect" presetClass="entr" presetID="10" presetSubtype="0">
                                  <p:stCondLst>
                                    <p:cond delay="0"/>
                                  </p:stCondLst>
                                  <p:childTnLst>
                                    <p:set>
                                      <p:cBhvr>
                                        <p:cTn dur="1" fill="hold">
                                          <p:stCondLst>
                                            <p:cond delay="0"/>
                                          </p:stCondLst>
                                        </p:cTn>
                                        <p:tgtEl>
                                          <p:spTgt spid="4155"/>
                                        </p:tgtEl>
                                        <p:attrNameLst>
                                          <p:attrName>style.visibility</p:attrName>
                                        </p:attrNameLst>
                                      </p:cBhvr>
                                      <p:to>
                                        <p:strVal val="visible"/>
                                      </p:to>
                                    </p:set>
                                    <p:animEffect filter="fade" transition="in">
                                      <p:cBhvr>
                                        <p:cTn dur="750"/>
                                        <p:tgtEl>
                                          <p:spTgt spid="4155"/>
                                        </p:tgtEl>
                                      </p:cBhvr>
                                    </p:animEffect>
                                  </p:childTnLst>
                                </p:cTn>
                              </p:par>
                            </p:childTnLst>
                          </p:cTn>
                        </p:par>
                        <p:par>
                          <p:cTn fill="hold">
                            <p:stCondLst>
                              <p:cond delay="750"/>
                            </p:stCondLst>
                            <p:childTnLst>
                              <p:par>
                                <p:cTn fill="hold" nodeType="afterEffect" presetClass="entr" presetID="10" presetSubtype="0">
                                  <p:stCondLst>
                                    <p:cond delay="100"/>
                                  </p:stCondLst>
                                  <p:childTnLst>
                                    <p:set>
                                      <p:cBhvr>
                                        <p:cTn dur="1" fill="hold">
                                          <p:stCondLst>
                                            <p:cond delay="0"/>
                                          </p:stCondLst>
                                        </p:cTn>
                                        <p:tgtEl>
                                          <p:spTgt spid="4156"/>
                                        </p:tgtEl>
                                        <p:attrNameLst>
                                          <p:attrName>style.visibility</p:attrName>
                                        </p:attrNameLst>
                                      </p:cBhvr>
                                      <p:to>
                                        <p:strVal val="visible"/>
                                      </p:to>
                                    </p:set>
                                    <p:animEffect filter="fade" transition="in">
                                      <p:cBhvr>
                                        <p:cTn dur="2000"/>
                                        <p:tgtEl>
                                          <p:spTgt spid="4156"/>
                                        </p:tgtEl>
                                      </p:cBhvr>
                                    </p:animEffect>
                                  </p:childTnLst>
                                </p:cTn>
                              </p:par>
                            </p:childTnLst>
                          </p:cTn>
                        </p:par>
                        <p:par>
                          <p:cTn fill="hold">
                            <p:stCondLst>
                              <p:cond delay="2750"/>
                            </p:stCondLst>
                            <p:childTnLst>
                              <p:par>
                                <p:cTn fill="hold" nodeType="afterEffect" presetClass="entr" presetID="10" presetSubtype="0">
                                  <p:stCondLst>
                                    <p:cond delay="0"/>
                                  </p:stCondLst>
                                  <p:childTnLst>
                                    <p:set>
                                      <p:cBhvr>
                                        <p:cTn dur="1" fill="hold">
                                          <p:stCondLst>
                                            <p:cond delay="0"/>
                                          </p:stCondLst>
                                        </p:cTn>
                                        <p:tgtEl>
                                          <p:spTgt spid="4157"/>
                                        </p:tgtEl>
                                        <p:attrNameLst>
                                          <p:attrName>style.visibility</p:attrName>
                                        </p:attrNameLst>
                                      </p:cBhvr>
                                      <p:to>
                                        <p:strVal val="visible"/>
                                      </p:to>
                                    </p:set>
                                    <p:animEffect filter="fade" transition="in">
                                      <p:cBhvr>
                                        <p:cTn dur="1000"/>
                                        <p:tgtEl>
                                          <p:spTgt spid="4157"/>
                                        </p:tgtEl>
                                      </p:cBhvr>
                                    </p:animEffect>
                                  </p:childTnLst>
                                </p:cTn>
                              </p:par>
                            </p:childTnLst>
                          </p:cTn>
                        </p:par>
                        <p:par>
                          <p:cTn fill="hold">
                            <p:stCondLst>
                              <p:cond delay="3750"/>
                            </p:stCondLst>
                            <p:childTnLst>
                              <p:par>
                                <p:cTn fill="hold" nodeType="afterEffect" presetClass="entr" presetID="10" presetSubtype="0">
                                  <p:stCondLst>
                                    <p:cond delay="0"/>
                                  </p:stCondLst>
                                  <p:childTnLst>
                                    <p:set>
                                      <p:cBhvr>
                                        <p:cTn dur="1" fill="hold">
                                          <p:stCondLst>
                                            <p:cond delay="0"/>
                                          </p:stCondLst>
                                        </p:cTn>
                                        <p:tgtEl>
                                          <p:spTgt spid="4158"/>
                                        </p:tgtEl>
                                        <p:attrNameLst>
                                          <p:attrName>style.visibility</p:attrName>
                                        </p:attrNameLst>
                                      </p:cBhvr>
                                      <p:to>
                                        <p:strVal val="visible"/>
                                      </p:to>
                                    </p:set>
                                    <p:animEffect filter="fade" transition="in">
                                      <p:cBhvr>
                                        <p:cTn dur="500"/>
                                        <p:tgtEl>
                                          <p:spTgt spid="41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Recap">
  <p:cSld name="+1 Recap">
    <p:spTree>
      <p:nvGrpSpPr>
        <p:cNvPr id="4159" name="Shape 4159"/>
        <p:cNvGrpSpPr/>
        <p:nvPr/>
      </p:nvGrpSpPr>
      <p:grpSpPr>
        <a:xfrm>
          <a:off x="0" y="0"/>
          <a:ext cx="0" cy="0"/>
          <a:chOff x="0" y="0"/>
          <a:chExt cx="0" cy="0"/>
        </a:xfrm>
      </p:grpSpPr>
      <p:sp>
        <p:nvSpPr>
          <p:cNvPr id="4160" name="Google Shape;4160;g38b88470f6c_3_2998"/>
          <p:cNvSpPr/>
          <p:nvPr/>
        </p:nvSpPr>
        <p:spPr>
          <a:xfrm>
            <a:off x="4560889" y="553356"/>
            <a:ext cx="3070200" cy="5752500"/>
          </a:xfrm>
          <a:prstGeom prst="rect">
            <a:avLst/>
          </a:prstGeom>
          <a:gradFill>
            <a:gsLst>
              <a:gs pos="0">
                <a:srgbClr val="F1FEFE">
                  <a:alpha val="0"/>
                </a:srgbClr>
              </a:gs>
              <a:gs pos="100000">
                <a:srgbClr val="05FDFF">
                  <a:alpha val="29412"/>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61" name="Google Shape;4161;g38b88470f6c_3_2998"/>
          <p:cNvSpPr/>
          <p:nvPr/>
        </p:nvSpPr>
        <p:spPr>
          <a:xfrm>
            <a:off x="4567240" y="6165288"/>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62" name="Google Shape;4162;g38b88470f6c_3_2998"/>
          <p:cNvSpPr/>
          <p:nvPr/>
        </p:nvSpPr>
        <p:spPr>
          <a:xfrm flipH="1" rot="10800000">
            <a:off x="4567240" y="411612"/>
            <a:ext cx="3070200" cy="281100"/>
          </a:xfrm>
          <a:prstGeom prst="ellipse">
            <a:avLst/>
          </a:prstGeom>
          <a:solidFill>
            <a:srgbClr val="05FDFF"/>
          </a:solidFill>
          <a:ln cap="rnd" cmpd="sng" w="19050">
            <a:solidFill>
              <a:srgbClr val="0027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63" name="Google Shape;4163;g38b88470f6c_3_2998"/>
          <p:cNvSpPr txBox="1"/>
          <p:nvPr>
            <p:ph idx="1" type="body"/>
          </p:nvPr>
        </p:nvSpPr>
        <p:spPr>
          <a:xfrm>
            <a:off x="4805546" y="1038426"/>
            <a:ext cx="2580900" cy="74550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3200"/>
              <a:buFont typeface="Arial"/>
              <a:buNone/>
              <a:defRPr b="0" i="0" sz="3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164" name="Google Shape;4164;g38b88470f6c_3_2998"/>
          <p:cNvSpPr/>
          <p:nvPr>
            <p:ph idx="2" type="pic"/>
          </p:nvPr>
        </p:nvSpPr>
        <p:spPr>
          <a:xfrm>
            <a:off x="4717720" y="2617076"/>
            <a:ext cx="2756700" cy="2715300"/>
          </a:xfrm>
          <a:prstGeom prst="ellipse">
            <a:avLst/>
          </a:prstGeom>
          <a:noFill/>
          <a:ln>
            <a:noFill/>
          </a:ln>
        </p:spPr>
      </p:sp>
    </p:spTree>
  </p:cSld>
  <p:clrMapOvr>
    <a:masterClrMapping/>
  </p:clrMapOvr>
</p:sldLayout>
</file>

<file path=ppt/slideLayouts/slideLayout3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p:cSld name="intro">
    <p:spTree>
      <p:nvGrpSpPr>
        <p:cNvPr id="4165" name="Shape 4165"/>
        <p:cNvGrpSpPr/>
        <p:nvPr/>
      </p:nvGrpSpPr>
      <p:grpSpPr>
        <a:xfrm>
          <a:off x="0" y="0"/>
          <a:ext cx="0" cy="0"/>
          <a:chOff x="0" y="0"/>
          <a:chExt cx="0" cy="0"/>
        </a:xfrm>
      </p:grpSpPr>
      <p:pic>
        <p:nvPicPr>
          <p:cNvPr id="4166" name="Google Shape;4166;g38b88470f6c_3_3004"/>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66"/>
                                        </p:tgtEl>
                                        <p:attrNameLst>
                                          <p:attrName>style.visibility</p:attrName>
                                        </p:attrNameLst>
                                      </p:cBhvr>
                                      <p:to>
                                        <p:strVal val="visible"/>
                                      </p:to>
                                    </p:set>
                                    <p:animEffect filter="fade" transition="in">
                                      <p:cBhvr>
                                        <p:cTn dur="5000"/>
                                        <p:tgtEl>
                                          <p:spTgt spid="4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tep (H+PIC+NO.+HINT) 2">
  <p:cSld name="3Step (H+PIC+NO.+HINT)_2">
    <p:spTree>
      <p:nvGrpSpPr>
        <p:cNvPr id="4167" name="Shape 4167"/>
        <p:cNvGrpSpPr/>
        <p:nvPr/>
      </p:nvGrpSpPr>
      <p:grpSpPr>
        <a:xfrm>
          <a:off x="0" y="0"/>
          <a:ext cx="0" cy="0"/>
          <a:chOff x="0" y="0"/>
          <a:chExt cx="0" cy="0"/>
        </a:xfrm>
      </p:grpSpPr>
      <p:grpSp>
        <p:nvGrpSpPr>
          <p:cNvPr id="4168" name="Google Shape;4168;g38b88470f6c_3_3006"/>
          <p:cNvGrpSpPr/>
          <p:nvPr/>
        </p:nvGrpSpPr>
        <p:grpSpPr>
          <a:xfrm>
            <a:off x="2148127" y="1620732"/>
            <a:ext cx="8449746" cy="4433003"/>
            <a:chOff x="-413326" y="937285"/>
            <a:chExt cx="4433003" cy="4433003"/>
          </a:xfrm>
        </p:grpSpPr>
        <p:sp>
          <p:nvSpPr>
            <p:cNvPr id="4169" name="Google Shape;4169;g38b88470f6c_3_300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70" name="Google Shape;4170;g38b88470f6c_3_300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71" name="Google Shape;4171;g38b88470f6c_3_300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72" name="Google Shape;4172;g38b88470f6c_3_300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173" name="Google Shape;4173;g38b88470f6c_3_3006"/>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4174" name="Google Shape;4174;g38b88470f6c_3_3006"/>
          <p:cNvSpPr/>
          <p:nvPr>
            <p:ph idx="2" type="pic"/>
          </p:nvPr>
        </p:nvSpPr>
        <p:spPr>
          <a:xfrm>
            <a:off x="2699657" y="1900415"/>
            <a:ext cx="7323300" cy="3913500"/>
          </a:xfrm>
          <a:prstGeom prst="rect">
            <a:avLst/>
          </a:prstGeom>
          <a:noFill/>
          <a:ln>
            <a:noFill/>
          </a:ln>
        </p:spPr>
      </p:sp>
      <p:sp>
        <p:nvSpPr>
          <p:cNvPr id="4175" name="Google Shape;4175;g38b88470f6c_3_3006"/>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176" name="Google Shape;4176;g38b88470f6c_3_3006"/>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4177" name="Google Shape;4177;g38b88470f6c_3_3006"/>
          <p:cNvGrpSpPr/>
          <p:nvPr/>
        </p:nvGrpSpPr>
        <p:grpSpPr>
          <a:xfrm>
            <a:off x="8589558" y="6331536"/>
            <a:ext cx="256344" cy="68100"/>
            <a:chOff x="781167" y="5836673"/>
            <a:chExt cx="256344" cy="68100"/>
          </a:xfrm>
        </p:grpSpPr>
        <p:sp>
          <p:nvSpPr>
            <p:cNvPr id="4178" name="Google Shape;4178;g38b88470f6c_3_3006"/>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4179" name="Google Shape;4179;g38b88470f6c_3_3006"/>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4180" name="Google Shape;4180;g38b88470f6c_3_3006"/>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4181" name="Google Shape;4181;g38b88470f6c_3_3006"/>
          <p:cNvGrpSpPr/>
          <p:nvPr/>
        </p:nvGrpSpPr>
        <p:grpSpPr>
          <a:xfrm>
            <a:off x="11722369" y="5812872"/>
            <a:ext cx="315939" cy="409183"/>
            <a:chOff x="11575262" y="5512453"/>
            <a:chExt cx="315939" cy="409183"/>
          </a:xfrm>
        </p:grpSpPr>
        <p:sp>
          <p:nvSpPr>
            <p:cNvPr id="4182" name="Google Shape;4182;g38b88470f6c_3_3006"/>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83" name="Google Shape;4183;g38b88470f6c_3_3006"/>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84" name="Google Shape;4184;g38b88470f6c_3_3006"/>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4168"/>
                                        </p:tgtEl>
                                        <p:attrNameLst>
                                          <p:attrName>style.visibility</p:attrName>
                                        </p:attrNameLst>
                                      </p:cBhvr>
                                      <p:to>
                                        <p:strVal val="visible"/>
                                      </p:to>
                                    </p:set>
                                    <p:anim calcmode="lin" valueType="num">
                                      <p:cBhvr additive="base">
                                        <p:cTn dur="2250"/>
                                        <p:tgtEl>
                                          <p:spTgt spid="4168"/>
                                        </p:tgtEl>
                                        <p:attrNameLst>
                                          <p:attrName>ppt_w</p:attrName>
                                        </p:attrNameLst>
                                      </p:cBhvr>
                                      <p:tavLst>
                                        <p:tav fmla="" tm="0">
                                          <p:val>
                                            <p:strVal val="0"/>
                                          </p:val>
                                        </p:tav>
                                        <p:tav fmla="" tm="100000">
                                          <p:val>
                                            <p:strVal val="#ppt_w"/>
                                          </p:val>
                                        </p:tav>
                                      </p:tavLst>
                                    </p:anim>
                                    <p:anim calcmode="lin" valueType="num">
                                      <p:cBhvr additive="base">
                                        <p:cTn dur="2250"/>
                                        <p:tgtEl>
                                          <p:spTgt spid="4168"/>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4174"/>
                                        </p:tgtEl>
                                        <p:attrNameLst>
                                          <p:attrName>style.visibility</p:attrName>
                                        </p:attrNameLst>
                                      </p:cBhvr>
                                      <p:to>
                                        <p:strVal val="visible"/>
                                      </p:to>
                                    </p:set>
                                    <p:animEffect filter="fade" transition="in">
                                      <p:cBhvr>
                                        <p:cTn dur="500"/>
                                        <p:tgtEl>
                                          <p:spTgt spid="41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7"/>
                                        </p:tgtEl>
                                        <p:attrNameLst>
                                          <p:attrName>style.visibility</p:attrName>
                                        </p:attrNameLst>
                                      </p:cBhvr>
                                      <p:to>
                                        <p:strVal val="visible"/>
                                      </p:to>
                                    </p:set>
                                    <p:animEffect filter="fade" transition="in">
                                      <p:cBhvr>
                                        <p:cTn dur="500"/>
                                        <p:tgtEl>
                                          <p:spTgt spid="417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180"/>
                                        </p:tgtEl>
                                        <p:attrNameLst>
                                          <p:attrName>style.visibility</p:attrName>
                                        </p:attrNameLst>
                                      </p:cBhvr>
                                      <p:to>
                                        <p:strVal val="visible"/>
                                      </p:to>
                                    </p:set>
                                    <p:animEffect filter="fade" transition="in">
                                      <p:cBhvr>
                                        <p:cTn dur="500"/>
                                        <p:tgtEl>
                                          <p:spTgt spid="41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2">
  <p:cSld name="WA_3Step (H+PIC+NO.+HINT)_2">
    <p:spTree>
      <p:nvGrpSpPr>
        <p:cNvPr id="4185" name="Shape 4185"/>
        <p:cNvGrpSpPr/>
        <p:nvPr/>
      </p:nvGrpSpPr>
      <p:grpSpPr>
        <a:xfrm>
          <a:off x="0" y="0"/>
          <a:ext cx="0" cy="0"/>
          <a:chOff x="0" y="0"/>
          <a:chExt cx="0" cy="0"/>
        </a:xfrm>
      </p:grpSpPr>
      <p:grpSp>
        <p:nvGrpSpPr>
          <p:cNvPr id="4186" name="Google Shape;4186;g38b88470f6c_3_3024"/>
          <p:cNvGrpSpPr/>
          <p:nvPr/>
        </p:nvGrpSpPr>
        <p:grpSpPr>
          <a:xfrm>
            <a:off x="2148127" y="1620732"/>
            <a:ext cx="8449746" cy="4433003"/>
            <a:chOff x="-413326" y="937285"/>
            <a:chExt cx="4433003" cy="4433003"/>
          </a:xfrm>
        </p:grpSpPr>
        <p:sp>
          <p:nvSpPr>
            <p:cNvPr id="4187" name="Google Shape;4187;g38b88470f6c_3_3024"/>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88" name="Google Shape;4188;g38b88470f6c_3_3024"/>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89" name="Google Shape;4189;g38b88470f6c_3_3024"/>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190" name="Google Shape;4190;g38b88470f6c_3_3024"/>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191" name="Google Shape;4191;g38b88470f6c_3_3024"/>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4192" name="Google Shape;4192;g38b88470f6c_3_3024"/>
          <p:cNvSpPr/>
          <p:nvPr>
            <p:ph idx="2" type="pic"/>
          </p:nvPr>
        </p:nvSpPr>
        <p:spPr>
          <a:xfrm>
            <a:off x="2699657" y="1900415"/>
            <a:ext cx="7323300" cy="3913500"/>
          </a:xfrm>
          <a:prstGeom prst="rect">
            <a:avLst/>
          </a:prstGeom>
          <a:noFill/>
          <a:ln>
            <a:noFill/>
          </a:ln>
        </p:spPr>
      </p:sp>
      <p:sp>
        <p:nvSpPr>
          <p:cNvPr id="4193" name="Google Shape;4193;g38b88470f6c_3_3024"/>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194" name="Google Shape;4194;g38b88470f6c_3_3024"/>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4195" name="Google Shape;4195;g38b88470f6c_3_3024"/>
          <p:cNvGrpSpPr/>
          <p:nvPr/>
        </p:nvGrpSpPr>
        <p:grpSpPr>
          <a:xfrm>
            <a:off x="8589558" y="6331536"/>
            <a:ext cx="256344" cy="68100"/>
            <a:chOff x="781167" y="5836673"/>
            <a:chExt cx="256344" cy="68100"/>
          </a:xfrm>
        </p:grpSpPr>
        <p:sp>
          <p:nvSpPr>
            <p:cNvPr id="4196" name="Google Shape;4196;g38b88470f6c_3_3024"/>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4197" name="Google Shape;4197;g38b88470f6c_3_3024"/>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4198" name="Google Shape;4198;g38b88470f6c_3_3024"/>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4199" name="Google Shape;4199;g38b88470f6c_3_3024"/>
          <p:cNvGrpSpPr/>
          <p:nvPr/>
        </p:nvGrpSpPr>
        <p:grpSpPr>
          <a:xfrm>
            <a:off x="11722369" y="5812872"/>
            <a:ext cx="315939" cy="409183"/>
            <a:chOff x="11575262" y="5512453"/>
            <a:chExt cx="315939" cy="409183"/>
          </a:xfrm>
        </p:grpSpPr>
        <p:sp>
          <p:nvSpPr>
            <p:cNvPr id="4200" name="Google Shape;4200;g38b88470f6c_3_3024"/>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01" name="Google Shape;4201;g38b88470f6c_3_3024"/>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02" name="Google Shape;4202;g38b88470f6c_3_3024"/>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5"/>
                                        </p:tgtEl>
                                        <p:attrNameLst>
                                          <p:attrName>style.visibility</p:attrName>
                                        </p:attrNameLst>
                                      </p:cBhvr>
                                      <p:to>
                                        <p:strVal val="visible"/>
                                      </p:to>
                                    </p:set>
                                    <p:animEffect filter="fade" transition="in">
                                      <p:cBhvr>
                                        <p:cTn dur="500"/>
                                        <p:tgtEl>
                                          <p:spTgt spid="419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198"/>
                                        </p:tgtEl>
                                        <p:attrNameLst>
                                          <p:attrName>style.visibility</p:attrName>
                                        </p:attrNameLst>
                                      </p:cBhvr>
                                      <p:to>
                                        <p:strVal val="visible"/>
                                      </p:to>
                                    </p:set>
                                    <p:animEffect filter="fade" transition="in">
                                      <p:cBhvr>
                                        <p:cTn dur="500"/>
                                        <p:tgtEl>
                                          <p:spTgt spid="41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3">
  <p:cSld name="Q&amp;A+HIELP BUTTON_3">
    <p:spTree>
      <p:nvGrpSpPr>
        <p:cNvPr id="4203" name="Shape 4203"/>
        <p:cNvGrpSpPr/>
        <p:nvPr/>
      </p:nvGrpSpPr>
      <p:grpSpPr>
        <a:xfrm>
          <a:off x="0" y="0"/>
          <a:ext cx="0" cy="0"/>
          <a:chOff x="0" y="0"/>
          <a:chExt cx="0" cy="0"/>
        </a:xfrm>
      </p:grpSpPr>
      <p:sp>
        <p:nvSpPr>
          <p:cNvPr id="4204" name="Google Shape;4204;g38b88470f6c_3_3042"/>
          <p:cNvSpPr/>
          <p:nvPr/>
        </p:nvSpPr>
        <p:spPr>
          <a:xfrm rot="5400000">
            <a:off x="-313698" y="-1313719"/>
            <a:ext cx="1110000" cy="5257800"/>
          </a:xfrm>
          <a:prstGeom prst="rect">
            <a:avLst/>
          </a:prstGeom>
          <a:gradFill>
            <a:gsLst>
              <a:gs pos="0">
                <a:srgbClr val="F1FEFE">
                  <a:alpha val="0"/>
                </a:srgbClr>
              </a:gs>
              <a:gs pos="100000">
                <a:srgbClr val="05FDFF">
                  <a:alpha val="1176"/>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4205" name="Google Shape;4205;g38b88470f6c_3_3042"/>
          <p:cNvGrpSpPr/>
          <p:nvPr/>
        </p:nvGrpSpPr>
        <p:grpSpPr>
          <a:xfrm>
            <a:off x="-86314" y="851932"/>
            <a:ext cx="324402" cy="390024"/>
            <a:chOff x="948349" y="814223"/>
            <a:chExt cx="2794159" cy="390024"/>
          </a:xfrm>
        </p:grpSpPr>
        <p:sp>
          <p:nvSpPr>
            <p:cNvPr id="4206" name="Google Shape;4206;g38b88470f6c_3_3042"/>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07" name="Google Shape;4207;g38b88470f6c_3_3042"/>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4208" name="Google Shape;4208;g38b88470f6c_3_3042"/>
          <p:cNvGrpSpPr/>
          <p:nvPr/>
        </p:nvGrpSpPr>
        <p:grpSpPr>
          <a:xfrm flipH="1" rot="10800000">
            <a:off x="-86314" y="2415356"/>
            <a:ext cx="324402" cy="390024"/>
            <a:chOff x="948349" y="814223"/>
            <a:chExt cx="2794159" cy="390024"/>
          </a:xfrm>
        </p:grpSpPr>
        <p:sp>
          <p:nvSpPr>
            <p:cNvPr id="4209" name="Google Shape;4209;g38b88470f6c_3_3042"/>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10" name="Google Shape;4210;g38b88470f6c_3_3042"/>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211" name="Google Shape;4211;g38b88470f6c_3_3042"/>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12" name="Google Shape;4212;g38b88470f6c_3_3042"/>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13" name="Google Shape;4213;g38b88470f6c_3_3042"/>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14" name="Google Shape;4214;g38b88470f6c_3_3042"/>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15" name="Google Shape;4215;g38b88470f6c_3_3042"/>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16" name="Google Shape;4216;g38b88470f6c_3_3042"/>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4217" name="Google Shape;4217;g38b88470f6c_3_3042"/>
          <p:cNvGrpSpPr/>
          <p:nvPr/>
        </p:nvGrpSpPr>
        <p:grpSpPr>
          <a:xfrm>
            <a:off x="11490140" y="6059615"/>
            <a:ext cx="315939" cy="409183"/>
            <a:chOff x="11575262" y="5512453"/>
            <a:chExt cx="315939" cy="409183"/>
          </a:xfrm>
        </p:grpSpPr>
        <p:sp>
          <p:nvSpPr>
            <p:cNvPr id="4218" name="Google Shape;4218;g38b88470f6c_3_3042"/>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19" name="Google Shape;4219;g38b88470f6c_3_3042"/>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20" name="Google Shape;4220;g38b88470f6c_3_3042"/>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4221" name="Google Shape;4221;g38b88470f6c_3_3042"/>
          <p:cNvGrpSpPr/>
          <p:nvPr/>
        </p:nvGrpSpPr>
        <p:grpSpPr>
          <a:xfrm>
            <a:off x="976070" y="2631155"/>
            <a:ext cx="256344" cy="68100"/>
            <a:chOff x="781167" y="5925573"/>
            <a:chExt cx="256344" cy="68100"/>
          </a:xfrm>
        </p:grpSpPr>
        <p:sp>
          <p:nvSpPr>
            <p:cNvPr id="4222" name="Google Shape;4222;g38b88470f6c_3_3042"/>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4223" name="Google Shape;4223;g38b88470f6c_3_3042"/>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4224" name="Google Shape;4224;g38b88470f6c_3_3042"/>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225" name="Google Shape;4225;g38b88470f6c_3_3042"/>
          <p:cNvSpPr/>
          <p:nvPr>
            <p:ph idx="2" type="pic"/>
          </p:nvPr>
        </p:nvSpPr>
        <p:spPr>
          <a:xfrm>
            <a:off x="6766850" y="2522830"/>
            <a:ext cx="4347900" cy="3970200"/>
          </a:xfrm>
          <a:prstGeom prst="rect">
            <a:avLst/>
          </a:prstGeom>
          <a:noFill/>
          <a:ln>
            <a:noFill/>
          </a:ln>
        </p:spPr>
      </p:sp>
      <p:sp>
        <p:nvSpPr>
          <p:cNvPr id="4226" name="Google Shape;4226;g38b88470f6c_3_3042"/>
          <p:cNvSpPr txBox="1"/>
          <p:nvPr>
            <p:ph idx="3"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227" name="Google Shape;4227;g38b88470f6c_3_3042"/>
          <p:cNvSpPr txBox="1"/>
          <p:nvPr/>
        </p:nvSpPr>
        <p:spPr>
          <a:xfrm>
            <a:off x="11154788" y="404846"/>
            <a:ext cx="5478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Q</a:t>
            </a:r>
            <a:endParaRPr b="0" i="0" sz="1400" u="none" cap="none" strike="noStrike">
              <a:solidFill>
                <a:srgbClr val="000000"/>
              </a:solidFill>
              <a:latin typeface="Arial"/>
              <a:ea typeface="Arial"/>
              <a:cs typeface="Arial"/>
              <a:sym typeface="Arial"/>
            </a:endParaRPr>
          </a:p>
        </p:txBody>
      </p:sp>
      <p:sp>
        <p:nvSpPr>
          <p:cNvPr id="4228" name="Google Shape;4228;g38b88470f6c_3_3042"/>
          <p:cNvSpPr txBox="1"/>
          <p:nvPr>
            <p:ph idx="4" type="body"/>
          </p:nvPr>
        </p:nvSpPr>
        <p:spPr>
          <a:xfrm>
            <a:off x="11644251" y="417511"/>
            <a:ext cx="547800" cy="383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1"/>
                                        </p:tgtEl>
                                        <p:attrNameLst>
                                          <p:attrName>style.visibility</p:attrName>
                                        </p:attrNameLst>
                                      </p:cBhvr>
                                      <p:to>
                                        <p:strVal val="visible"/>
                                      </p:to>
                                    </p:set>
                                    <p:animEffect filter="fade" transition="in">
                                      <p:cBhvr>
                                        <p:cTn dur="500"/>
                                        <p:tgtEl>
                                          <p:spTgt spid="4221"/>
                                        </p:tgtEl>
                                      </p:cBhvr>
                                    </p:animEffect>
                                  </p:childTnLst>
                                </p:cTn>
                              </p:par>
                              <p:par>
                                <p:cTn fill="hold" nodeType="withEffect" presetClass="entr" presetID="10" presetSubtype="0">
                                  <p:stCondLst>
                                    <p:cond delay="0"/>
                                  </p:stCondLst>
                                  <p:childTnLst>
                                    <p:set>
                                      <p:cBhvr>
                                        <p:cTn dur="1" fill="hold">
                                          <p:stCondLst>
                                            <p:cond delay="0"/>
                                          </p:stCondLst>
                                        </p:cTn>
                                        <p:tgtEl>
                                          <p:spTgt spid="4226">
                                            <p:txEl>
                                              <p:pRg end="0" st="0"/>
                                            </p:txEl>
                                          </p:spTgt>
                                        </p:tgtEl>
                                        <p:attrNameLst>
                                          <p:attrName>style.visibility</p:attrName>
                                        </p:attrNameLst>
                                      </p:cBhvr>
                                      <p:to>
                                        <p:strVal val="visible"/>
                                      </p:to>
                                    </p:set>
                                    <p:animEffect filter="fade" transition="in">
                                      <p:cBhvr>
                                        <p:cTn dur="500"/>
                                        <p:tgtEl>
                                          <p:spTgt spid="422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226">
                                            <p:txEl>
                                              <p:pRg end="1" st="1"/>
                                            </p:txEl>
                                          </p:spTgt>
                                        </p:tgtEl>
                                        <p:attrNameLst>
                                          <p:attrName>style.visibility</p:attrName>
                                        </p:attrNameLst>
                                      </p:cBhvr>
                                      <p:to>
                                        <p:strVal val="visible"/>
                                      </p:to>
                                    </p:set>
                                    <p:animEffect filter="fade" transition="in">
                                      <p:cBhvr>
                                        <p:cTn dur="500"/>
                                        <p:tgtEl>
                                          <p:spTgt spid="4226">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4226">
                                            <p:txEl>
                                              <p:pRg end="2" st="2"/>
                                            </p:txEl>
                                          </p:spTgt>
                                        </p:tgtEl>
                                        <p:attrNameLst>
                                          <p:attrName>style.visibility</p:attrName>
                                        </p:attrNameLst>
                                      </p:cBhvr>
                                      <p:to>
                                        <p:strVal val="visible"/>
                                      </p:to>
                                    </p:set>
                                    <p:animEffect filter="fade" transition="in">
                                      <p:cBhvr>
                                        <p:cTn dur="500"/>
                                        <p:tgtEl>
                                          <p:spTgt spid="4226">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4226">
                                            <p:txEl>
                                              <p:pRg end="3" st="3"/>
                                            </p:txEl>
                                          </p:spTgt>
                                        </p:tgtEl>
                                        <p:attrNameLst>
                                          <p:attrName>style.visibility</p:attrName>
                                        </p:attrNameLst>
                                      </p:cBhvr>
                                      <p:to>
                                        <p:strVal val="visible"/>
                                      </p:to>
                                    </p:set>
                                    <p:animEffect filter="fade" transition="in">
                                      <p:cBhvr>
                                        <p:cTn dur="500"/>
                                        <p:tgtEl>
                                          <p:spTgt spid="4226">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4226">
                                            <p:txEl>
                                              <p:pRg end="4" st="4"/>
                                            </p:txEl>
                                          </p:spTgt>
                                        </p:tgtEl>
                                        <p:attrNameLst>
                                          <p:attrName>style.visibility</p:attrName>
                                        </p:attrNameLst>
                                      </p:cBhvr>
                                      <p:to>
                                        <p:strVal val="visible"/>
                                      </p:to>
                                    </p:set>
                                    <p:animEffect filter="fade" transition="in">
                                      <p:cBhvr>
                                        <p:cTn dur="500"/>
                                        <p:tgtEl>
                                          <p:spTgt spid="4226">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4226">
                                            <p:txEl>
                                              <p:pRg end="5" st="5"/>
                                            </p:txEl>
                                          </p:spTgt>
                                        </p:tgtEl>
                                        <p:attrNameLst>
                                          <p:attrName>style.visibility</p:attrName>
                                        </p:attrNameLst>
                                      </p:cBhvr>
                                      <p:to>
                                        <p:strVal val="visible"/>
                                      </p:to>
                                    </p:set>
                                    <p:animEffect filter="fade" transition="in">
                                      <p:cBhvr>
                                        <p:cTn dur="500"/>
                                        <p:tgtEl>
                                          <p:spTgt spid="4226">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4226">
                                            <p:txEl>
                                              <p:pRg end="6" st="6"/>
                                            </p:txEl>
                                          </p:spTgt>
                                        </p:tgtEl>
                                        <p:attrNameLst>
                                          <p:attrName>style.visibility</p:attrName>
                                        </p:attrNameLst>
                                      </p:cBhvr>
                                      <p:to>
                                        <p:strVal val="visible"/>
                                      </p:to>
                                    </p:set>
                                    <p:animEffect filter="fade" transition="in">
                                      <p:cBhvr>
                                        <p:cTn dur="500"/>
                                        <p:tgtEl>
                                          <p:spTgt spid="4226">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4226">
                                            <p:txEl>
                                              <p:pRg end="7" st="7"/>
                                            </p:txEl>
                                          </p:spTgt>
                                        </p:tgtEl>
                                        <p:attrNameLst>
                                          <p:attrName>style.visibility</p:attrName>
                                        </p:attrNameLst>
                                      </p:cBhvr>
                                      <p:to>
                                        <p:strVal val="visible"/>
                                      </p:to>
                                    </p:set>
                                    <p:animEffect filter="fade" transition="in">
                                      <p:cBhvr>
                                        <p:cTn dur="500"/>
                                        <p:tgtEl>
                                          <p:spTgt spid="4226">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4226">
                                            <p:txEl>
                                              <p:pRg end="8" st="8"/>
                                            </p:txEl>
                                          </p:spTgt>
                                        </p:tgtEl>
                                        <p:attrNameLst>
                                          <p:attrName>style.visibility</p:attrName>
                                        </p:attrNameLst>
                                      </p:cBhvr>
                                      <p:to>
                                        <p:strVal val="visible"/>
                                      </p:to>
                                    </p:set>
                                    <p:animEffect filter="fade" transition="in">
                                      <p:cBhvr>
                                        <p:cTn dur="500"/>
                                        <p:tgtEl>
                                          <p:spTgt spid="4226">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4225"/>
                                        </p:tgtEl>
                                        <p:attrNameLst>
                                          <p:attrName>style.visibility</p:attrName>
                                        </p:attrNameLst>
                                      </p:cBhvr>
                                      <p:to>
                                        <p:strVal val="visible"/>
                                      </p:to>
                                    </p:set>
                                    <p:animEffect filter="fade" transition="in">
                                      <p:cBhvr>
                                        <p:cTn dur="500"/>
                                        <p:tgtEl>
                                          <p:spTgt spid="4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3">
  <p:cSld name="WA_3Step (H+PIC+NO.+HINT)_3">
    <p:spTree>
      <p:nvGrpSpPr>
        <p:cNvPr id="4229" name="Shape 4229"/>
        <p:cNvGrpSpPr/>
        <p:nvPr/>
      </p:nvGrpSpPr>
      <p:grpSpPr>
        <a:xfrm>
          <a:off x="0" y="0"/>
          <a:ext cx="0" cy="0"/>
          <a:chOff x="0" y="0"/>
          <a:chExt cx="0" cy="0"/>
        </a:xfrm>
      </p:grpSpPr>
      <p:grpSp>
        <p:nvGrpSpPr>
          <p:cNvPr id="4230" name="Google Shape;4230;g38b88470f6c_3_3068"/>
          <p:cNvGrpSpPr/>
          <p:nvPr/>
        </p:nvGrpSpPr>
        <p:grpSpPr>
          <a:xfrm>
            <a:off x="2148127" y="1620732"/>
            <a:ext cx="8449746" cy="4433003"/>
            <a:chOff x="-413326" y="937285"/>
            <a:chExt cx="4433003" cy="4433003"/>
          </a:xfrm>
        </p:grpSpPr>
        <p:sp>
          <p:nvSpPr>
            <p:cNvPr id="4231" name="Google Shape;4231;g38b88470f6c_3_3068"/>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32" name="Google Shape;4232;g38b88470f6c_3_3068"/>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33" name="Google Shape;4233;g38b88470f6c_3_3068"/>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34" name="Google Shape;4234;g38b88470f6c_3_3068"/>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235" name="Google Shape;4235;g38b88470f6c_3_3068"/>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4236" name="Google Shape;4236;g38b88470f6c_3_3068"/>
          <p:cNvSpPr/>
          <p:nvPr>
            <p:ph idx="2" type="pic"/>
          </p:nvPr>
        </p:nvSpPr>
        <p:spPr>
          <a:xfrm>
            <a:off x="2699657" y="1900415"/>
            <a:ext cx="7323300" cy="3913500"/>
          </a:xfrm>
          <a:prstGeom prst="rect">
            <a:avLst/>
          </a:prstGeom>
          <a:noFill/>
          <a:ln>
            <a:noFill/>
          </a:ln>
        </p:spPr>
      </p:sp>
      <p:sp>
        <p:nvSpPr>
          <p:cNvPr id="4237" name="Google Shape;4237;g38b88470f6c_3_3068"/>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238" name="Google Shape;4238;g38b88470f6c_3_3068"/>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4239" name="Google Shape;4239;g38b88470f6c_3_3068"/>
          <p:cNvGrpSpPr/>
          <p:nvPr/>
        </p:nvGrpSpPr>
        <p:grpSpPr>
          <a:xfrm>
            <a:off x="8589558" y="6331536"/>
            <a:ext cx="256344" cy="68100"/>
            <a:chOff x="781167" y="5836673"/>
            <a:chExt cx="256344" cy="68100"/>
          </a:xfrm>
        </p:grpSpPr>
        <p:sp>
          <p:nvSpPr>
            <p:cNvPr id="4240" name="Google Shape;4240;g38b88470f6c_3_3068"/>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4241" name="Google Shape;4241;g38b88470f6c_3_3068"/>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4242" name="Google Shape;4242;g38b88470f6c_3_3068"/>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4243" name="Google Shape;4243;g38b88470f6c_3_3068"/>
          <p:cNvGrpSpPr/>
          <p:nvPr/>
        </p:nvGrpSpPr>
        <p:grpSpPr>
          <a:xfrm>
            <a:off x="11722369" y="5812872"/>
            <a:ext cx="315939" cy="409183"/>
            <a:chOff x="11575262" y="5512453"/>
            <a:chExt cx="315939" cy="409183"/>
          </a:xfrm>
        </p:grpSpPr>
        <p:sp>
          <p:nvSpPr>
            <p:cNvPr id="4244" name="Google Shape;4244;g38b88470f6c_3_3068"/>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45" name="Google Shape;4245;g38b88470f6c_3_3068"/>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46" name="Google Shape;4246;g38b88470f6c_3_3068"/>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9"/>
                                        </p:tgtEl>
                                        <p:attrNameLst>
                                          <p:attrName>style.visibility</p:attrName>
                                        </p:attrNameLst>
                                      </p:cBhvr>
                                      <p:to>
                                        <p:strVal val="visible"/>
                                      </p:to>
                                    </p:set>
                                    <p:animEffect filter="fade" transition="in">
                                      <p:cBhvr>
                                        <p:cTn dur="500"/>
                                        <p:tgtEl>
                                          <p:spTgt spid="423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242"/>
                                        </p:tgtEl>
                                        <p:attrNameLst>
                                          <p:attrName>style.visibility</p:attrName>
                                        </p:attrNameLst>
                                      </p:cBhvr>
                                      <p:to>
                                        <p:strVal val="visible"/>
                                      </p:to>
                                    </p:set>
                                    <p:animEffect filter="fade" transition="in">
                                      <p:cBhvr>
                                        <p:cTn dur="500"/>
                                        <p:tgtEl>
                                          <p:spTgt spid="4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2 1">
  <p:cSld name="Q&amp;A+HIELP BUTTON_2_1">
    <p:spTree>
      <p:nvGrpSpPr>
        <p:cNvPr id="4247" name="Shape 4247"/>
        <p:cNvGrpSpPr/>
        <p:nvPr/>
      </p:nvGrpSpPr>
      <p:grpSpPr>
        <a:xfrm>
          <a:off x="0" y="0"/>
          <a:ext cx="0" cy="0"/>
          <a:chOff x="0" y="0"/>
          <a:chExt cx="0" cy="0"/>
        </a:xfrm>
      </p:grpSpPr>
      <p:sp>
        <p:nvSpPr>
          <p:cNvPr id="4248" name="Google Shape;4248;g38b88470f6c_3_3086"/>
          <p:cNvSpPr/>
          <p:nvPr/>
        </p:nvSpPr>
        <p:spPr>
          <a:xfrm rot="5400000">
            <a:off x="-313698" y="-1313719"/>
            <a:ext cx="1110000" cy="5257800"/>
          </a:xfrm>
          <a:prstGeom prst="rect">
            <a:avLst/>
          </a:prstGeom>
          <a:gradFill>
            <a:gsLst>
              <a:gs pos="0">
                <a:srgbClr val="F1FEFE">
                  <a:alpha val="0"/>
                </a:srgbClr>
              </a:gs>
              <a:gs pos="100000">
                <a:srgbClr val="05FDFF">
                  <a:alpha val="1176"/>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4249" name="Google Shape;4249;g38b88470f6c_3_3086"/>
          <p:cNvGrpSpPr/>
          <p:nvPr/>
        </p:nvGrpSpPr>
        <p:grpSpPr>
          <a:xfrm>
            <a:off x="-86314" y="851932"/>
            <a:ext cx="324402" cy="390024"/>
            <a:chOff x="948349" y="814223"/>
            <a:chExt cx="2794159" cy="390024"/>
          </a:xfrm>
        </p:grpSpPr>
        <p:sp>
          <p:nvSpPr>
            <p:cNvPr id="4250" name="Google Shape;4250;g38b88470f6c_3_3086"/>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51" name="Google Shape;4251;g38b88470f6c_3_3086"/>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4252" name="Google Shape;4252;g38b88470f6c_3_3086"/>
          <p:cNvGrpSpPr/>
          <p:nvPr/>
        </p:nvGrpSpPr>
        <p:grpSpPr>
          <a:xfrm flipH="1" rot="10800000">
            <a:off x="-86314" y="2415356"/>
            <a:ext cx="324402" cy="390024"/>
            <a:chOff x="948349" y="814223"/>
            <a:chExt cx="2794159" cy="390024"/>
          </a:xfrm>
        </p:grpSpPr>
        <p:sp>
          <p:nvSpPr>
            <p:cNvPr id="4253" name="Google Shape;4253;g38b88470f6c_3_3086"/>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54" name="Google Shape;4254;g38b88470f6c_3_3086"/>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255" name="Google Shape;4255;g38b88470f6c_3_3086"/>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56" name="Google Shape;4256;g38b88470f6c_3_3086"/>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57" name="Google Shape;4257;g38b88470f6c_3_3086"/>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58" name="Google Shape;4258;g38b88470f6c_3_3086"/>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59" name="Google Shape;4259;g38b88470f6c_3_3086"/>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60" name="Google Shape;4260;g38b88470f6c_3_3086"/>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4261" name="Google Shape;4261;g38b88470f6c_3_3086"/>
          <p:cNvGrpSpPr/>
          <p:nvPr/>
        </p:nvGrpSpPr>
        <p:grpSpPr>
          <a:xfrm>
            <a:off x="976070" y="2631155"/>
            <a:ext cx="256344" cy="68100"/>
            <a:chOff x="781167" y="5925573"/>
            <a:chExt cx="256344" cy="68100"/>
          </a:xfrm>
        </p:grpSpPr>
        <p:sp>
          <p:nvSpPr>
            <p:cNvPr id="4262" name="Google Shape;4262;g38b88470f6c_3_3086"/>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4263" name="Google Shape;4263;g38b88470f6c_3_3086"/>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4264" name="Google Shape;4264;g38b88470f6c_3_3086"/>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265" name="Google Shape;4265;g38b88470f6c_3_3086"/>
          <p:cNvSpPr/>
          <p:nvPr>
            <p:ph idx="2" type="pic"/>
          </p:nvPr>
        </p:nvSpPr>
        <p:spPr>
          <a:xfrm>
            <a:off x="6766850" y="2522830"/>
            <a:ext cx="4347900" cy="3970200"/>
          </a:xfrm>
          <a:prstGeom prst="rect">
            <a:avLst/>
          </a:prstGeom>
          <a:noFill/>
          <a:ln>
            <a:noFill/>
          </a:ln>
        </p:spPr>
      </p:sp>
      <p:sp>
        <p:nvSpPr>
          <p:cNvPr id="4266" name="Google Shape;4266;g38b88470f6c_3_3086"/>
          <p:cNvSpPr txBox="1"/>
          <p:nvPr>
            <p:ph idx="3"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61"/>
                                        </p:tgtEl>
                                        <p:attrNameLst>
                                          <p:attrName>style.visibility</p:attrName>
                                        </p:attrNameLst>
                                      </p:cBhvr>
                                      <p:to>
                                        <p:strVal val="visible"/>
                                      </p:to>
                                    </p:set>
                                    <p:animEffect filter="fade" transition="in">
                                      <p:cBhvr>
                                        <p:cTn dur="500"/>
                                        <p:tgtEl>
                                          <p:spTgt spid="4261"/>
                                        </p:tgtEl>
                                      </p:cBhvr>
                                    </p:animEffect>
                                  </p:childTnLst>
                                </p:cTn>
                              </p:par>
                              <p:par>
                                <p:cTn fill="hold" nodeType="withEffect" presetClass="entr" presetID="10" presetSubtype="0">
                                  <p:stCondLst>
                                    <p:cond delay="0"/>
                                  </p:stCondLst>
                                  <p:childTnLst>
                                    <p:set>
                                      <p:cBhvr>
                                        <p:cTn dur="1" fill="hold">
                                          <p:stCondLst>
                                            <p:cond delay="0"/>
                                          </p:stCondLst>
                                        </p:cTn>
                                        <p:tgtEl>
                                          <p:spTgt spid="4266">
                                            <p:txEl>
                                              <p:pRg end="0" st="0"/>
                                            </p:txEl>
                                          </p:spTgt>
                                        </p:tgtEl>
                                        <p:attrNameLst>
                                          <p:attrName>style.visibility</p:attrName>
                                        </p:attrNameLst>
                                      </p:cBhvr>
                                      <p:to>
                                        <p:strVal val="visible"/>
                                      </p:to>
                                    </p:set>
                                    <p:animEffect filter="fade" transition="in">
                                      <p:cBhvr>
                                        <p:cTn dur="500"/>
                                        <p:tgtEl>
                                          <p:spTgt spid="426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266">
                                            <p:txEl>
                                              <p:pRg end="1" st="1"/>
                                            </p:txEl>
                                          </p:spTgt>
                                        </p:tgtEl>
                                        <p:attrNameLst>
                                          <p:attrName>style.visibility</p:attrName>
                                        </p:attrNameLst>
                                      </p:cBhvr>
                                      <p:to>
                                        <p:strVal val="visible"/>
                                      </p:to>
                                    </p:set>
                                    <p:animEffect filter="fade" transition="in">
                                      <p:cBhvr>
                                        <p:cTn dur="500"/>
                                        <p:tgtEl>
                                          <p:spTgt spid="4266">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4266">
                                            <p:txEl>
                                              <p:pRg end="2" st="2"/>
                                            </p:txEl>
                                          </p:spTgt>
                                        </p:tgtEl>
                                        <p:attrNameLst>
                                          <p:attrName>style.visibility</p:attrName>
                                        </p:attrNameLst>
                                      </p:cBhvr>
                                      <p:to>
                                        <p:strVal val="visible"/>
                                      </p:to>
                                    </p:set>
                                    <p:animEffect filter="fade" transition="in">
                                      <p:cBhvr>
                                        <p:cTn dur="500"/>
                                        <p:tgtEl>
                                          <p:spTgt spid="4266">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4266">
                                            <p:txEl>
                                              <p:pRg end="3" st="3"/>
                                            </p:txEl>
                                          </p:spTgt>
                                        </p:tgtEl>
                                        <p:attrNameLst>
                                          <p:attrName>style.visibility</p:attrName>
                                        </p:attrNameLst>
                                      </p:cBhvr>
                                      <p:to>
                                        <p:strVal val="visible"/>
                                      </p:to>
                                    </p:set>
                                    <p:animEffect filter="fade" transition="in">
                                      <p:cBhvr>
                                        <p:cTn dur="500"/>
                                        <p:tgtEl>
                                          <p:spTgt spid="4266">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4266">
                                            <p:txEl>
                                              <p:pRg end="4" st="4"/>
                                            </p:txEl>
                                          </p:spTgt>
                                        </p:tgtEl>
                                        <p:attrNameLst>
                                          <p:attrName>style.visibility</p:attrName>
                                        </p:attrNameLst>
                                      </p:cBhvr>
                                      <p:to>
                                        <p:strVal val="visible"/>
                                      </p:to>
                                    </p:set>
                                    <p:animEffect filter="fade" transition="in">
                                      <p:cBhvr>
                                        <p:cTn dur="500"/>
                                        <p:tgtEl>
                                          <p:spTgt spid="4266">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4266">
                                            <p:txEl>
                                              <p:pRg end="5" st="5"/>
                                            </p:txEl>
                                          </p:spTgt>
                                        </p:tgtEl>
                                        <p:attrNameLst>
                                          <p:attrName>style.visibility</p:attrName>
                                        </p:attrNameLst>
                                      </p:cBhvr>
                                      <p:to>
                                        <p:strVal val="visible"/>
                                      </p:to>
                                    </p:set>
                                    <p:animEffect filter="fade" transition="in">
                                      <p:cBhvr>
                                        <p:cTn dur="500"/>
                                        <p:tgtEl>
                                          <p:spTgt spid="4266">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4266">
                                            <p:txEl>
                                              <p:pRg end="6" st="6"/>
                                            </p:txEl>
                                          </p:spTgt>
                                        </p:tgtEl>
                                        <p:attrNameLst>
                                          <p:attrName>style.visibility</p:attrName>
                                        </p:attrNameLst>
                                      </p:cBhvr>
                                      <p:to>
                                        <p:strVal val="visible"/>
                                      </p:to>
                                    </p:set>
                                    <p:animEffect filter="fade" transition="in">
                                      <p:cBhvr>
                                        <p:cTn dur="500"/>
                                        <p:tgtEl>
                                          <p:spTgt spid="4266">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4266">
                                            <p:txEl>
                                              <p:pRg end="7" st="7"/>
                                            </p:txEl>
                                          </p:spTgt>
                                        </p:tgtEl>
                                        <p:attrNameLst>
                                          <p:attrName>style.visibility</p:attrName>
                                        </p:attrNameLst>
                                      </p:cBhvr>
                                      <p:to>
                                        <p:strVal val="visible"/>
                                      </p:to>
                                    </p:set>
                                    <p:animEffect filter="fade" transition="in">
                                      <p:cBhvr>
                                        <p:cTn dur="500"/>
                                        <p:tgtEl>
                                          <p:spTgt spid="4266">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4266">
                                            <p:txEl>
                                              <p:pRg end="8" st="8"/>
                                            </p:txEl>
                                          </p:spTgt>
                                        </p:tgtEl>
                                        <p:attrNameLst>
                                          <p:attrName>style.visibility</p:attrName>
                                        </p:attrNameLst>
                                      </p:cBhvr>
                                      <p:to>
                                        <p:strVal val="visible"/>
                                      </p:to>
                                    </p:set>
                                    <p:animEffect filter="fade" transition="in">
                                      <p:cBhvr>
                                        <p:cTn dur="500"/>
                                        <p:tgtEl>
                                          <p:spTgt spid="4266">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4265"/>
                                        </p:tgtEl>
                                        <p:attrNameLst>
                                          <p:attrName>style.visibility</p:attrName>
                                        </p:attrNameLst>
                                      </p:cBhvr>
                                      <p:to>
                                        <p:strVal val="visible"/>
                                      </p:to>
                                    </p:set>
                                    <p:animEffect filter="fade" transition="in">
                                      <p:cBhvr>
                                        <p:cTn dur="500"/>
                                        <p:tgtEl>
                                          <p:spTgt spid="42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without grid background">
  <p:cSld name="1_Comparison without grid background">
    <p:spTree>
      <p:nvGrpSpPr>
        <p:cNvPr id="4267" name="Shape 4267"/>
        <p:cNvGrpSpPr/>
        <p:nvPr/>
      </p:nvGrpSpPr>
      <p:grpSpPr>
        <a:xfrm>
          <a:off x="0" y="0"/>
          <a:ext cx="0" cy="0"/>
          <a:chOff x="0" y="0"/>
          <a:chExt cx="0" cy="0"/>
        </a:xfrm>
      </p:grpSpPr>
      <p:cxnSp>
        <p:nvCxnSpPr>
          <p:cNvPr id="4268" name="Google Shape;4268;g38b88470f6c_3_3106"/>
          <p:cNvCxnSpPr/>
          <p:nvPr/>
        </p:nvCxnSpPr>
        <p:spPr>
          <a:xfrm>
            <a:off x="6076950" y="0"/>
            <a:ext cx="0" cy="6858000"/>
          </a:xfrm>
          <a:prstGeom prst="straightConnector1">
            <a:avLst/>
          </a:prstGeom>
          <a:noFill/>
          <a:ln cap="rnd" cmpd="sng" w="9525">
            <a:solidFill>
              <a:srgbClr val="05FDFF"/>
            </a:solidFill>
            <a:prstDash val="solid"/>
            <a:round/>
            <a:headEnd len="sm" w="sm" type="none"/>
            <a:tailEnd len="sm" w="sm" type="none"/>
          </a:ln>
        </p:spPr>
      </p:cxnSp>
      <p:grpSp>
        <p:nvGrpSpPr>
          <p:cNvPr id="4269" name="Google Shape;4269;g38b88470f6c_3_3106"/>
          <p:cNvGrpSpPr/>
          <p:nvPr/>
        </p:nvGrpSpPr>
        <p:grpSpPr>
          <a:xfrm>
            <a:off x="820245" y="1832091"/>
            <a:ext cx="4380250" cy="4397982"/>
            <a:chOff x="-413326" y="937285"/>
            <a:chExt cx="4433003" cy="4433003"/>
          </a:xfrm>
        </p:grpSpPr>
        <p:sp>
          <p:nvSpPr>
            <p:cNvPr id="4270" name="Google Shape;4270;g38b88470f6c_3_310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71" name="Google Shape;4271;g38b88470f6c_3_310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72" name="Google Shape;4272;g38b88470f6c_3_310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73" name="Google Shape;4273;g38b88470f6c_3_310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4274" name="Google Shape;4274;g38b88470f6c_3_3106"/>
          <p:cNvGrpSpPr/>
          <p:nvPr/>
        </p:nvGrpSpPr>
        <p:grpSpPr>
          <a:xfrm>
            <a:off x="7114933" y="1832091"/>
            <a:ext cx="4380250" cy="4397982"/>
            <a:chOff x="-413326" y="937285"/>
            <a:chExt cx="4433003" cy="4433003"/>
          </a:xfrm>
        </p:grpSpPr>
        <p:sp>
          <p:nvSpPr>
            <p:cNvPr id="4275" name="Google Shape;4275;g38b88470f6c_3_310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76" name="Google Shape;4276;g38b88470f6c_3_310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77" name="Google Shape;4277;g38b88470f6c_3_310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78" name="Google Shape;4278;g38b88470f6c_3_310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279" name="Google Shape;4279;g38b88470f6c_3_3106"/>
          <p:cNvSpPr txBox="1"/>
          <p:nvPr>
            <p:ph idx="1" type="body"/>
          </p:nvPr>
        </p:nvSpPr>
        <p:spPr>
          <a:xfrm>
            <a:off x="517788" y="627903"/>
            <a:ext cx="4953900" cy="7734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280" name="Google Shape;4280;g38b88470f6c_3_3106"/>
          <p:cNvSpPr txBox="1"/>
          <p:nvPr>
            <p:ph idx="2" type="body"/>
          </p:nvPr>
        </p:nvSpPr>
        <p:spPr>
          <a:xfrm>
            <a:off x="6720350" y="627903"/>
            <a:ext cx="4953900" cy="7734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281" name="Google Shape;4281;g38b88470f6c_3_3106"/>
          <p:cNvSpPr txBox="1"/>
          <p:nvPr>
            <p:ph idx="3" type="body"/>
          </p:nvPr>
        </p:nvSpPr>
        <p:spPr>
          <a:xfrm>
            <a:off x="1157569" y="2160071"/>
            <a:ext cx="3717000" cy="37422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282" name="Google Shape;4282;g38b88470f6c_3_3106"/>
          <p:cNvSpPr txBox="1"/>
          <p:nvPr>
            <p:ph idx="4" type="body"/>
          </p:nvPr>
        </p:nvSpPr>
        <p:spPr>
          <a:xfrm>
            <a:off x="7446690" y="2160071"/>
            <a:ext cx="3717000" cy="37422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4279"/>
                                        </p:tgtEl>
                                        <p:attrNameLst>
                                          <p:attrName>style.visibility</p:attrName>
                                        </p:attrNameLst>
                                      </p:cBhvr>
                                      <p:to>
                                        <p:strVal val="visible"/>
                                      </p:to>
                                    </p:set>
                                    <p:anim calcmode="lin" valueType="num">
                                      <p:cBhvr additive="base">
                                        <p:cTn dur="500"/>
                                        <p:tgtEl>
                                          <p:spTgt spid="427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4280"/>
                                        </p:tgtEl>
                                        <p:attrNameLst>
                                          <p:attrName>style.visibility</p:attrName>
                                        </p:attrNameLst>
                                      </p:cBhvr>
                                      <p:to>
                                        <p:strVal val="visible"/>
                                      </p:to>
                                    </p:set>
                                    <p:anim calcmode="lin" valueType="num">
                                      <p:cBhvr additive="base">
                                        <p:cTn dur="500"/>
                                        <p:tgtEl>
                                          <p:spTgt spid="4280"/>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4269"/>
                                        </p:tgtEl>
                                        <p:attrNameLst>
                                          <p:attrName>style.visibility</p:attrName>
                                        </p:attrNameLst>
                                      </p:cBhvr>
                                      <p:to>
                                        <p:strVal val="visible"/>
                                      </p:to>
                                    </p:set>
                                    <p:anim calcmode="lin" valueType="num">
                                      <p:cBhvr additive="base">
                                        <p:cTn dur="2250"/>
                                        <p:tgtEl>
                                          <p:spTgt spid="4269"/>
                                        </p:tgtEl>
                                        <p:attrNameLst>
                                          <p:attrName>ppt_w</p:attrName>
                                        </p:attrNameLst>
                                      </p:cBhvr>
                                      <p:tavLst>
                                        <p:tav fmla="" tm="0">
                                          <p:val>
                                            <p:strVal val="0"/>
                                          </p:val>
                                        </p:tav>
                                        <p:tav fmla="" tm="100000">
                                          <p:val>
                                            <p:strVal val="#ppt_w"/>
                                          </p:val>
                                        </p:tav>
                                      </p:tavLst>
                                    </p:anim>
                                    <p:anim calcmode="lin" valueType="num">
                                      <p:cBhvr additive="base">
                                        <p:cTn dur="2250"/>
                                        <p:tgtEl>
                                          <p:spTgt spid="426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274"/>
                                        </p:tgtEl>
                                        <p:attrNameLst>
                                          <p:attrName>style.visibility</p:attrName>
                                        </p:attrNameLst>
                                      </p:cBhvr>
                                      <p:to>
                                        <p:strVal val="visible"/>
                                      </p:to>
                                    </p:set>
                                    <p:anim calcmode="lin" valueType="num">
                                      <p:cBhvr additive="base">
                                        <p:cTn dur="2250"/>
                                        <p:tgtEl>
                                          <p:spTgt spid="4274"/>
                                        </p:tgtEl>
                                        <p:attrNameLst>
                                          <p:attrName>ppt_w</p:attrName>
                                        </p:attrNameLst>
                                      </p:cBhvr>
                                      <p:tavLst>
                                        <p:tav fmla="" tm="0">
                                          <p:val>
                                            <p:strVal val="0"/>
                                          </p:val>
                                        </p:tav>
                                        <p:tav fmla="" tm="100000">
                                          <p:val>
                                            <p:strVal val="#ppt_w"/>
                                          </p:val>
                                        </p:tav>
                                      </p:tavLst>
                                    </p:anim>
                                    <p:anim calcmode="lin" valueType="num">
                                      <p:cBhvr additive="base">
                                        <p:cTn dur="2250"/>
                                        <p:tgtEl>
                                          <p:spTgt spid="4274"/>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4281"/>
                                        </p:tgtEl>
                                        <p:attrNameLst>
                                          <p:attrName>style.visibility</p:attrName>
                                        </p:attrNameLst>
                                      </p:cBhvr>
                                      <p:to>
                                        <p:strVal val="visible"/>
                                      </p:to>
                                    </p:set>
                                    <p:animEffect filter="fade" transition="in">
                                      <p:cBhvr>
                                        <p:cTn dur="500"/>
                                        <p:tgtEl>
                                          <p:spTgt spid="4281"/>
                                        </p:tgtEl>
                                      </p:cBhvr>
                                    </p:animEffect>
                                  </p:childTnLst>
                                </p:cTn>
                              </p:par>
                              <p:par>
                                <p:cTn fill="hold" nodeType="withEffect" presetClass="entr" presetID="10" presetSubtype="0">
                                  <p:stCondLst>
                                    <p:cond delay="0"/>
                                  </p:stCondLst>
                                  <p:childTnLst>
                                    <p:set>
                                      <p:cBhvr>
                                        <p:cTn dur="1" fill="hold">
                                          <p:stCondLst>
                                            <p:cond delay="0"/>
                                          </p:stCondLst>
                                        </p:cTn>
                                        <p:tgtEl>
                                          <p:spTgt spid="4282"/>
                                        </p:tgtEl>
                                        <p:attrNameLst>
                                          <p:attrName>style.visibility</p:attrName>
                                        </p:attrNameLst>
                                      </p:cBhvr>
                                      <p:to>
                                        <p:strVal val="visible"/>
                                      </p:to>
                                    </p:set>
                                    <p:animEffect filter="fade" transition="in">
                                      <p:cBhvr>
                                        <p:cTn dur="500"/>
                                        <p:tgtEl>
                                          <p:spTgt spid="42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4">
  <p:cSld name="WA_3Step (H+PIC+NO.+HINT)_4">
    <p:spTree>
      <p:nvGrpSpPr>
        <p:cNvPr id="4283" name="Shape 4283"/>
        <p:cNvGrpSpPr/>
        <p:nvPr/>
      </p:nvGrpSpPr>
      <p:grpSpPr>
        <a:xfrm>
          <a:off x="0" y="0"/>
          <a:ext cx="0" cy="0"/>
          <a:chOff x="0" y="0"/>
          <a:chExt cx="0" cy="0"/>
        </a:xfrm>
      </p:grpSpPr>
      <p:grpSp>
        <p:nvGrpSpPr>
          <p:cNvPr id="4284" name="Google Shape;4284;g38b88470f6c_3_3122"/>
          <p:cNvGrpSpPr/>
          <p:nvPr/>
        </p:nvGrpSpPr>
        <p:grpSpPr>
          <a:xfrm>
            <a:off x="2148127" y="1620732"/>
            <a:ext cx="8449746" cy="4433003"/>
            <a:chOff x="-413326" y="937285"/>
            <a:chExt cx="4433003" cy="4433003"/>
          </a:xfrm>
        </p:grpSpPr>
        <p:sp>
          <p:nvSpPr>
            <p:cNvPr id="4285" name="Google Shape;4285;g38b88470f6c_3_3122"/>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86" name="Google Shape;4286;g38b88470f6c_3_3122"/>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87" name="Google Shape;4287;g38b88470f6c_3_3122"/>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88" name="Google Shape;4288;g38b88470f6c_3_3122"/>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289" name="Google Shape;4289;g38b88470f6c_3_3122"/>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4290" name="Google Shape;4290;g38b88470f6c_3_3122"/>
          <p:cNvSpPr/>
          <p:nvPr>
            <p:ph idx="2" type="pic"/>
          </p:nvPr>
        </p:nvSpPr>
        <p:spPr>
          <a:xfrm>
            <a:off x="2699657" y="1900415"/>
            <a:ext cx="7323300" cy="3913500"/>
          </a:xfrm>
          <a:prstGeom prst="rect">
            <a:avLst/>
          </a:prstGeom>
          <a:noFill/>
          <a:ln>
            <a:noFill/>
          </a:ln>
        </p:spPr>
      </p:sp>
      <p:sp>
        <p:nvSpPr>
          <p:cNvPr id="4291" name="Google Shape;4291;g38b88470f6c_3_3122"/>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292" name="Google Shape;4292;g38b88470f6c_3_3122"/>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4293" name="Google Shape;4293;g38b88470f6c_3_3122"/>
          <p:cNvGrpSpPr/>
          <p:nvPr/>
        </p:nvGrpSpPr>
        <p:grpSpPr>
          <a:xfrm>
            <a:off x="8589558" y="6331536"/>
            <a:ext cx="256344" cy="68100"/>
            <a:chOff x="781167" y="5836673"/>
            <a:chExt cx="256344" cy="68100"/>
          </a:xfrm>
        </p:grpSpPr>
        <p:sp>
          <p:nvSpPr>
            <p:cNvPr id="4294" name="Google Shape;4294;g38b88470f6c_3_3122"/>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4295" name="Google Shape;4295;g38b88470f6c_3_3122"/>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4296" name="Google Shape;4296;g38b88470f6c_3_3122"/>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4297" name="Google Shape;4297;g38b88470f6c_3_3122"/>
          <p:cNvGrpSpPr/>
          <p:nvPr/>
        </p:nvGrpSpPr>
        <p:grpSpPr>
          <a:xfrm>
            <a:off x="11722369" y="5812872"/>
            <a:ext cx="315939" cy="409183"/>
            <a:chOff x="11575262" y="5512453"/>
            <a:chExt cx="315939" cy="409183"/>
          </a:xfrm>
        </p:grpSpPr>
        <p:sp>
          <p:nvSpPr>
            <p:cNvPr id="4298" name="Google Shape;4298;g38b88470f6c_3_3122"/>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299" name="Google Shape;4299;g38b88470f6c_3_3122"/>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300" name="Google Shape;4300;g38b88470f6c_3_3122"/>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3"/>
                                        </p:tgtEl>
                                        <p:attrNameLst>
                                          <p:attrName>style.visibility</p:attrName>
                                        </p:attrNameLst>
                                      </p:cBhvr>
                                      <p:to>
                                        <p:strVal val="visible"/>
                                      </p:to>
                                    </p:set>
                                    <p:animEffect filter="fade" transition="in">
                                      <p:cBhvr>
                                        <p:cTn dur="500"/>
                                        <p:tgtEl>
                                          <p:spTgt spid="429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296"/>
                                        </p:tgtEl>
                                        <p:attrNameLst>
                                          <p:attrName>style.visibility</p:attrName>
                                        </p:attrNameLst>
                                      </p:cBhvr>
                                      <p:to>
                                        <p:strVal val="visible"/>
                                      </p:to>
                                    </p:set>
                                    <p:animEffect filter="fade" transition="in">
                                      <p:cBhvr>
                                        <p:cTn dur="500"/>
                                        <p:tgtEl>
                                          <p:spTgt spid="42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4">
  <p:cSld name="Q&amp;A+HIELP BUTTON_4">
    <p:spTree>
      <p:nvGrpSpPr>
        <p:cNvPr id="4301" name="Shape 4301"/>
        <p:cNvGrpSpPr/>
        <p:nvPr/>
      </p:nvGrpSpPr>
      <p:grpSpPr>
        <a:xfrm>
          <a:off x="0" y="0"/>
          <a:ext cx="0" cy="0"/>
          <a:chOff x="0" y="0"/>
          <a:chExt cx="0" cy="0"/>
        </a:xfrm>
      </p:grpSpPr>
      <p:sp>
        <p:nvSpPr>
          <p:cNvPr id="4302" name="Google Shape;4302;g38b88470f6c_3_3140"/>
          <p:cNvSpPr/>
          <p:nvPr/>
        </p:nvSpPr>
        <p:spPr>
          <a:xfrm rot="5400000">
            <a:off x="-313698" y="-1313719"/>
            <a:ext cx="1110000" cy="5257800"/>
          </a:xfrm>
          <a:prstGeom prst="rect">
            <a:avLst/>
          </a:prstGeom>
          <a:gradFill>
            <a:gsLst>
              <a:gs pos="0">
                <a:srgbClr val="F1FEFE">
                  <a:alpha val="0"/>
                </a:srgbClr>
              </a:gs>
              <a:gs pos="100000">
                <a:srgbClr val="05FDFF">
                  <a:alpha val="1176"/>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4303" name="Google Shape;4303;g38b88470f6c_3_3140"/>
          <p:cNvGrpSpPr/>
          <p:nvPr/>
        </p:nvGrpSpPr>
        <p:grpSpPr>
          <a:xfrm>
            <a:off x="-86314" y="851932"/>
            <a:ext cx="324402" cy="390024"/>
            <a:chOff x="948349" y="814223"/>
            <a:chExt cx="2794159" cy="390024"/>
          </a:xfrm>
        </p:grpSpPr>
        <p:sp>
          <p:nvSpPr>
            <p:cNvPr id="4304" name="Google Shape;4304;g38b88470f6c_3_3140"/>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305" name="Google Shape;4305;g38b88470f6c_3_3140"/>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4306" name="Google Shape;4306;g38b88470f6c_3_3140"/>
          <p:cNvGrpSpPr/>
          <p:nvPr/>
        </p:nvGrpSpPr>
        <p:grpSpPr>
          <a:xfrm flipH="1" rot="10800000">
            <a:off x="-86314" y="2415356"/>
            <a:ext cx="324402" cy="390024"/>
            <a:chOff x="948349" y="814223"/>
            <a:chExt cx="2794159" cy="390024"/>
          </a:xfrm>
        </p:grpSpPr>
        <p:sp>
          <p:nvSpPr>
            <p:cNvPr id="4307" name="Google Shape;4307;g38b88470f6c_3_3140"/>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308" name="Google Shape;4308;g38b88470f6c_3_3140"/>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F1FEFE">
                  <a:alpha val="863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309" name="Google Shape;4309;g38b88470f6c_3_3140"/>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310" name="Google Shape;4310;g38b88470f6c_3_3140"/>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311" name="Google Shape;4311;g38b88470f6c_3_3140"/>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312" name="Google Shape;4312;g38b88470f6c_3_3140"/>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313" name="Google Shape;4313;g38b88470f6c_3_3140"/>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314" name="Google Shape;4314;g38b88470f6c_3_3140"/>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F1FEFE">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nvGrpSpPr>
          <p:cNvPr id="4315" name="Google Shape;4315;g38b88470f6c_3_3140"/>
          <p:cNvGrpSpPr/>
          <p:nvPr/>
        </p:nvGrpSpPr>
        <p:grpSpPr>
          <a:xfrm>
            <a:off x="11490140" y="6059615"/>
            <a:ext cx="315939" cy="409183"/>
            <a:chOff x="11575262" y="5512453"/>
            <a:chExt cx="315939" cy="409183"/>
          </a:xfrm>
        </p:grpSpPr>
        <p:sp>
          <p:nvSpPr>
            <p:cNvPr id="4316" name="Google Shape;4316;g38b88470f6c_3_3140"/>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317" name="Google Shape;4317;g38b88470f6c_3_3140"/>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318" name="Google Shape;4318;g38b88470f6c_3_3140"/>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grpSp>
        <p:nvGrpSpPr>
          <p:cNvPr id="4319" name="Google Shape;4319;g38b88470f6c_3_3140"/>
          <p:cNvGrpSpPr/>
          <p:nvPr/>
        </p:nvGrpSpPr>
        <p:grpSpPr>
          <a:xfrm>
            <a:off x="976070" y="2631155"/>
            <a:ext cx="256344" cy="68100"/>
            <a:chOff x="781167" y="5925573"/>
            <a:chExt cx="256344" cy="68100"/>
          </a:xfrm>
        </p:grpSpPr>
        <p:sp>
          <p:nvSpPr>
            <p:cNvPr id="4320" name="Google Shape;4320;g38b88470f6c_3_3140"/>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4321" name="Google Shape;4321;g38b88470f6c_3_3140"/>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4322" name="Google Shape;4322;g38b88470f6c_3_3140"/>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323" name="Google Shape;4323;g38b88470f6c_3_3140"/>
          <p:cNvSpPr/>
          <p:nvPr>
            <p:ph idx="2" type="pic"/>
          </p:nvPr>
        </p:nvSpPr>
        <p:spPr>
          <a:xfrm>
            <a:off x="6766850" y="2522830"/>
            <a:ext cx="4347900" cy="3970200"/>
          </a:xfrm>
          <a:prstGeom prst="rect">
            <a:avLst/>
          </a:prstGeom>
          <a:noFill/>
          <a:ln>
            <a:noFill/>
          </a:ln>
        </p:spPr>
      </p:sp>
      <p:sp>
        <p:nvSpPr>
          <p:cNvPr id="4324" name="Google Shape;4324;g38b88470f6c_3_3140"/>
          <p:cNvSpPr txBox="1"/>
          <p:nvPr>
            <p:ph idx="3"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325" name="Google Shape;4325;g38b88470f6c_3_3140"/>
          <p:cNvSpPr txBox="1"/>
          <p:nvPr/>
        </p:nvSpPr>
        <p:spPr>
          <a:xfrm>
            <a:off x="11154788" y="404846"/>
            <a:ext cx="5478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Q</a:t>
            </a:r>
            <a:endParaRPr b="0" i="0" sz="1400" u="none" cap="none" strike="noStrike">
              <a:solidFill>
                <a:srgbClr val="000000"/>
              </a:solidFill>
              <a:latin typeface="Arial"/>
              <a:ea typeface="Arial"/>
              <a:cs typeface="Arial"/>
              <a:sym typeface="Arial"/>
            </a:endParaRPr>
          </a:p>
        </p:txBody>
      </p:sp>
      <p:sp>
        <p:nvSpPr>
          <p:cNvPr id="4326" name="Google Shape;4326;g38b88470f6c_3_3140"/>
          <p:cNvSpPr txBox="1"/>
          <p:nvPr>
            <p:ph idx="4" type="body"/>
          </p:nvPr>
        </p:nvSpPr>
        <p:spPr>
          <a:xfrm>
            <a:off x="11644251" y="417511"/>
            <a:ext cx="547800" cy="383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9"/>
                                        </p:tgtEl>
                                        <p:attrNameLst>
                                          <p:attrName>style.visibility</p:attrName>
                                        </p:attrNameLst>
                                      </p:cBhvr>
                                      <p:to>
                                        <p:strVal val="visible"/>
                                      </p:to>
                                    </p:set>
                                    <p:animEffect filter="fade" transition="in">
                                      <p:cBhvr>
                                        <p:cTn dur="500"/>
                                        <p:tgtEl>
                                          <p:spTgt spid="4319"/>
                                        </p:tgtEl>
                                      </p:cBhvr>
                                    </p:animEffect>
                                  </p:childTnLst>
                                </p:cTn>
                              </p:par>
                              <p:par>
                                <p:cTn fill="hold" nodeType="withEffect" presetClass="entr" presetID="10" presetSubtype="0">
                                  <p:stCondLst>
                                    <p:cond delay="0"/>
                                  </p:stCondLst>
                                  <p:childTnLst>
                                    <p:set>
                                      <p:cBhvr>
                                        <p:cTn dur="1" fill="hold">
                                          <p:stCondLst>
                                            <p:cond delay="0"/>
                                          </p:stCondLst>
                                        </p:cTn>
                                        <p:tgtEl>
                                          <p:spTgt spid="4324">
                                            <p:txEl>
                                              <p:pRg end="0" st="0"/>
                                            </p:txEl>
                                          </p:spTgt>
                                        </p:tgtEl>
                                        <p:attrNameLst>
                                          <p:attrName>style.visibility</p:attrName>
                                        </p:attrNameLst>
                                      </p:cBhvr>
                                      <p:to>
                                        <p:strVal val="visible"/>
                                      </p:to>
                                    </p:set>
                                    <p:animEffect filter="fade" transition="in">
                                      <p:cBhvr>
                                        <p:cTn dur="500"/>
                                        <p:tgtEl>
                                          <p:spTgt spid="432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324">
                                            <p:txEl>
                                              <p:pRg end="1" st="1"/>
                                            </p:txEl>
                                          </p:spTgt>
                                        </p:tgtEl>
                                        <p:attrNameLst>
                                          <p:attrName>style.visibility</p:attrName>
                                        </p:attrNameLst>
                                      </p:cBhvr>
                                      <p:to>
                                        <p:strVal val="visible"/>
                                      </p:to>
                                    </p:set>
                                    <p:animEffect filter="fade" transition="in">
                                      <p:cBhvr>
                                        <p:cTn dur="500"/>
                                        <p:tgtEl>
                                          <p:spTgt spid="4324">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4324">
                                            <p:txEl>
                                              <p:pRg end="2" st="2"/>
                                            </p:txEl>
                                          </p:spTgt>
                                        </p:tgtEl>
                                        <p:attrNameLst>
                                          <p:attrName>style.visibility</p:attrName>
                                        </p:attrNameLst>
                                      </p:cBhvr>
                                      <p:to>
                                        <p:strVal val="visible"/>
                                      </p:to>
                                    </p:set>
                                    <p:animEffect filter="fade" transition="in">
                                      <p:cBhvr>
                                        <p:cTn dur="500"/>
                                        <p:tgtEl>
                                          <p:spTgt spid="4324">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4324">
                                            <p:txEl>
                                              <p:pRg end="3" st="3"/>
                                            </p:txEl>
                                          </p:spTgt>
                                        </p:tgtEl>
                                        <p:attrNameLst>
                                          <p:attrName>style.visibility</p:attrName>
                                        </p:attrNameLst>
                                      </p:cBhvr>
                                      <p:to>
                                        <p:strVal val="visible"/>
                                      </p:to>
                                    </p:set>
                                    <p:animEffect filter="fade" transition="in">
                                      <p:cBhvr>
                                        <p:cTn dur="500"/>
                                        <p:tgtEl>
                                          <p:spTgt spid="4324">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4324">
                                            <p:txEl>
                                              <p:pRg end="4" st="4"/>
                                            </p:txEl>
                                          </p:spTgt>
                                        </p:tgtEl>
                                        <p:attrNameLst>
                                          <p:attrName>style.visibility</p:attrName>
                                        </p:attrNameLst>
                                      </p:cBhvr>
                                      <p:to>
                                        <p:strVal val="visible"/>
                                      </p:to>
                                    </p:set>
                                    <p:animEffect filter="fade" transition="in">
                                      <p:cBhvr>
                                        <p:cTn dur="500"/>
                                        <p:tgtEl>
                                          <p:spTgt spid="4324">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4324">
                                            <p:txEl>
                                              <p:pRg end="5" st="5"/>
                                            </p:txEl>
                                          </p:spTgt>
                                        </p:tgtEl>
                                        <p:attrNameLst>
                                          <p:attrName>style.visibility</p:attrName>
                                        </p:attrNameLst>
                                      </p:cBhvr>
                                      <p:to>
                                        <p:strVal val="visible"/>
                                      </p:to>
                                    </p:set>
                                    <p:animEffect filter="fade" transition="in">
                                      <p:cBhvr>
                                        <p:cTn dur="500"/>
                                        <p:tgtEl>
                                          <p:spTgt spid="4324">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4324">
                                            <p:txEl>
                                              <p:pRg end="6" st="6"/>
                                            </p:txEl>
                                          </p:spTgt>
                                        </p:tgtEl>
                                        <p:attrNameLst>
                                          <p:attrName>style.visibility</p:attrName>
                                        </p:attrNameLst>
                                      </p:cBhvr>
                                      <p:to>
                                        <p:strVal val="visible"/>
                                      </p:to>
                                    </p:set>
                                    <p:animEffect filter="fade" transition="in">
                                      <p:cBhvr>
                                        <p:cTn dur="500"/>
                                        <p:tgtEl>
                                          <p:spTgt spid="4324">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4324">
                                            <p:txEl>
                                              <p:pRg end="7" st="7"/>
                                            </p:txEl>
                                          </p:spTgt>
                                        </p:tgtEl>
                                        <p:attrNameLst>
                                          <p:attrName>style.visibility</p:attrName>
                                        </p:attrNameLst>
                                      </p:cBhvr>
                                      <p:to>
                                        <p:strVal val="visible"/>
                                      </p:to>
                                    </p:set>
                                    <p:animEffect filter="fade" transition="in">
                                      <p:cBhvr>
                                        <p:cTn dur="500"/>
                                        <p:tgtEl>
                                          <p:spTgt spid="4324">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4324">
                                            <p:txEl>
                                              <p:pRg end="8" st="8"/>
                                            </p:txEl>
                                          </p:spTgt>
                                        </p:tgtEl>
                                        <p:attrNameLst>
                                          <p:attrName>style.visibility</p:attrName>
                                        </p:attrNameLst>
                                      </p:cBhvr>
                                      <p:to>
                                        <p:strVal val="visible"/>
                                      </p:to>
                                    </p:set>
                                    <p:animEffect filter="fade" transition="in">
                                      <p:cBhvr>
                                        <p:cTn dur="500"/>
                                        <p:tgtEl>
                                          <p:spTgt spid="4324">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4323"/>
                                        </p:tgtEl>
                                        <p:attrNameLst>
                                          <p:attrName>style.visibility</p:attrName>
                                        </p:attrNameLst>
                                      </p:cBhvr>
                                      <p:to>
                                        <p:strVal val="visible"/>
                                      </p:to>
                                    </p:set>
                                    <p:animEffect filter="fade" transition="in">
                                      <p:cBhvr>
                                        <p:cTn dur="500"/>
                                        <p:tgtEl>
                                          <p:spTgt spid="43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1 3">
  <p:cSld name="WA_3Step (H+PIC+NO.+HINT)_1_3">
    <p:spTree>
      <p:nvGrpSpPr>
        <p:cNvPr id="4327" name="Shape 4327"/>
        <p:cNvGrpSpPr/>
        <p:nvPr/>
      </p:nvGrpSpPr>
      <p:grpSpPr>
        <a:xfrm>
          <a:off x="0" y="0"/>
          <a:ext cx="0" cy="0"/>
          <a:chOff x="0" y="0"/>
          <a:chExt cx="0" cy="0"/>
        </a:xfrm>
      </p:grpSpPr>
      <p:grpSp>
        <p:nvGrpSpPr>
          <p:cNvPr id="4328" name="Google Shape;4328;g38b88470f6c_3_3166"/>
          <p:cNvGrpSpPr/>
          <p:nvPr/>
        </p:nvGrpSpPr>
        <p:grpSpPr>
          <a:xfrm>
            <a:off x="1843327" y="1239732"/>
            <a:ext cx="8449746" cy="4433003"/>
            <a:chOff x="-413326" y="937285"/>
            <a:chExt cx="4433003" cy="4433003"/>
          </a:xfrm>
        </p:grpSpPr>
        <p:sp>
          <p:nvSpPr>
            <p:cNvPr id="4329" name="Google Shape;4329;g38b88470f6c_3_316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330" name="Google Shape;4330;g38b88470f6c_3_316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331" name="Google Shape;4331;g38b88470f6c_3_316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332" name="Google Shape;4332;g38b88470f6c_3_316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333" name="Google Shape;4333;g38b88470f6c_3_3166"/>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4334" name="Google Shape;4334;g38b88470f6c_3_3166"/>
          <p:cNvSpPr/>
          <p:nvPr>
            <p:ph idx="2" type="pic"/>
          </p:nvPr>
        </p:nvSpPr>
        <p:spPr>
          <a:xfrm>
            <a:off x="2394857" y="1519415"/>
            <a:ext cx="7323300" cy="3913500"/>
          </a:xfrm>
          <a:prstGeom prst="rect">
            <a:avLst/>
          </a:prstGeom>
          <a:noFill/>
          <a:ln>
            <a:noFill/>
          </a:ln>
        </p:spPr>
      </p:sp>
      <p:sp>
        <p:nvSpPr>
          <p:cNvPr id="4335" name="Google Shape;4335;g38b88470f6c_3_3166"/>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336" name="Google Shape;4336;g38b88470f6c_3_3166"/>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H+NO.+TEXT) 1">
  <p:cSld name="Step (H+NO.+TEXT)_1">
    <p:spTree>
      <p:nvGrpSpPr>
        <p:cNvPr id="4337" name="Shape 4337"/>
        <p:cNvGrpSpPr/>
        <p:nvPr/>
      </p:nvGrpSpPr>
      <p:grpSpPr>
        <a:xfrm>
          <a:off x="0" y="0"/>
          <a:ext cx="0" cy="0"/>
          <a:chOff x="0" y="0"/>
          <a:chExt cx="0" cy="0"/>
        </a:xfrm>
      </p:grpSpPr>
      <p:grpSp>
        <p:nvGrpSpPr>
          <p:cNvPr id="4338" name="Google Shape;4338;g38b88470f6c_3_3176"/>
          <p:cNvGrpSpPr/>
          <p:nvPr/>
        </p:nvGrpSpPr>
        <p:grpSpPr>
          <a:xfrm>
            <a:off x="1901128" y="1620732"/>
            <a:ext cx="8944026" cy="4433003"/>
            <a:chOff x="-413326" y="937285"/>
            <a:chExt cx="4433003" cy="4433003"/>
          </a:xfrm>
        </p:grpSpPr>
        <p:sp>
          <p:nvSpPr>
            <p:cNvPr id="4339" name="Google Shape;4339;g38b88470f6c_3_317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340" name="Google Shape;4340;g38b88470f6c_3_317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341" name="Google Shape;4341;g38b88470f6c_3_317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342" name="Google Shape;4342;g38b88470f6c_3_317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343" name="Google Shape;4343;g38b88470f6c_3_3176"/>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2000"/>
              <a:buFont typeface="Arial"/>
              <a:buNone/>
            </a:pPr>
            <a:r>
              <a:rPr b="0" i="0" lang="en-US" sz="2000" u="none" cap="none" strike="noStrike">
                <a:solidFill>
                  <a:schemeClr val="dk1"/>
                </a:solidFill>
                <a:latin typeface="Kdam Thmor Pro"/>
                <a:ea typeface="Kdam Thmor Pro"/>
                <a:cs typeface="Kdam Thmor Pro"/>
                <a:sym typeface="Kdam Thmor Pro"/>
              </a:rPr>
              <a:t>Step  </a:t>
            </a:r>
            <a:endParaRPr b="0" i="0" sz="2000" u="none" cap="none" strike="noStrike">
              <a:solidFill>
                <a:schemeClr val="dk1"/>
              </a:solidFill>
              <a:latin typeface="Kdam Thmor Pro"/>
              <a:ea typeface="Kdam Thmor Pro"/>
              <a:cs typeface="Kdam Thmor Pro"/>
              <a:sym typeface="Kdam Thmor Pro"/>
            </a:endParaRPr>
          </a:p>
        </p:txBody>
      </p:sp>
      <p:sp>
        <p:nvSpPr>
          <p:cNvPr id="4344" name="Google Shape;4344;g38b88470f6c_3_3176"/>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345" name="Google Shape;4345;g38b88470f6c_3_3176"/>
          <p:cNvSpPr txBox="1"/>
          <p:nvPr>
            <p:ph idx="2"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4346" name="Google Shape;4346;g38b88470f6c_3_3176"/>
          <p:cNvGrpSpPr/>
          <p:nvPr/>
        </p:nvGrpSpPr>
        <p:grpSpPr>
          <a:xfrm>
            <a:off x="2678536" y="2168828"/>
            <a:ext cx="595974" cy="158326"/>
            <a:chOff x="781167" y="5836673"/>
            <a:chExt cx="256344" cy="68100"/>
          </a:xfrm>
        </p:grpSpPr>
        <p:sp>
          <p:nvSpPr>
            <p:cNvPr id="4347" name="Google Shape;4347;g38b88470f6c_3_3176"/>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4348" name="Google Shape;4348;g38b88470f6c_3_3176"/>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4349" name="Google Shape;4349;g38b88470f6c_3_3176"/>
          <p:cNvSpPr txBox="1"/>
          <p:nvPr>
            <p:ph idx="3" type="body"/>
          </p:nvPr>
        </p:nvSpPr>
        <p:spPr>
          <a:xfrm>
            <a:off x="3274493" y="2107274"/>
            <a:ext cx="6453600" cy="10515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4350" name="Google Shape;4350;g38b88470f6c_3_3176"/>
          <p:cNvGrpSpPr/>
          <p:nvPr/>
        </p:nvGrpSpPr>
        <p:grpSpPr>
          <a:xfrm>
            <a:off x="2678536" y="3499662"/>
            <a:ext cx="595974" cy="158326"/>
            <a:chOff x="781167" y="5836673"/>
            <a:chExt cx="256344" cy="68100"/>
          </a:xfrm>
        </p:grpSpPr>
        <p:sp>
          <p:nvSpPr>
            <p:cNvPr id="4351" name="Google Shape;4351;g38b88470f6c_3_3176"/>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4352" name="Google Shape;4352;g38b88470f6c_3_3176"/>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4353" name="Google Shape;4353;g38b88470f6c_3_3176"/>
          <p:cNvSpPr txBox="1"/>
          <p:nvPr>
            <p:ph idx="4" type="body"/>
          </p:nvPr>
        </p:nvSpPr>
        <p:spPr>
          <a:xfrm>
            <a:off x="3274493" y="3438108"/>
            <a:ext cx="6453600" cy="10515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4354" name="Google Shape;4354;g38b88470f6c_3_3176"/>
          <p:cNvGrpSpPr/>
          <p:nvPr/>
        </p:nvGrpSpPr>
        <p:grpSpPr>
          <a:xfrm>
            <a:off x="2678536" y="4830496"/>
            <a:ext cx="595974" cy="158326"/>
            <a:chOff x="781167" y="5836673"/>
            <a:chExt cx="256344" cy="68100"/>
          </a:xfrm>
        </p:grpSpPr>
        <p:sp>
          <p:nvSpPr>
            <p:cNvPr id="4355" name="Google Shape;4355;g38b88470f6c_3_3176"/>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4356" name="Google Shape;4356;g38b88470f6c_3_3176"/>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4357" name="Google Shape;4357;g38b88470f6c_3_3176"/>
          <p:cNvSpPr txBox="1"/>
          <p:nvPr>
            <p:ph idx="5" type="body"/>
          </p:nvPr>
        </p:nvSpPr>
        <p:spPr>
          <a:xfrm>
            <a:off x="3274493" y="4768942"/>
            <a:ext cx="6453600" cy="10515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4338"/>
                                        </p:tgtEl>
                                        <p:attrNameLst>
                                          <p:attrName>style.visibility</p:attrName>
                                        </p:attrNameLst>
                                      </p:cBhvr>
                                      <p:to>
                                        <p:strVal val="visible"/>
                                      </p:to>
                                    </p:set>
                                    <p:anim calcmode="lin" valueType="num">
                                      <p:cBhvr additive="base">
                                        <p:cTn dur="2250"/>
                                        <p:tgtEl>
                                          <p:spTgt spid="4338"/>
                                        </p:tgtEl>
                                        <p:attrNameLst>
                                          <p:attrName>ppt_w</p:attrName>
                                        </p:attrNameLst>
                                      </p:cBhvr>
                                      <p:tavLst>
                                        <p:tav fmla="" tm="0">
                                          <p:val>
                                            <p:strVal val="0"/>
                                          </p:val>
                                        </p:tav>
                                        <p:tav fmla="" tm="100000">
                                          <p:val>
                                            <p:strVal val="#ppt_w"/>
                                          </p:val>
                                        </p:tav>
                                      </p:tavLst>
                                    </p:anim>
                                    <p:anim calcmode="lin" valueType="num">
                                      <p:cBhvr additive="base">
                                        <p:cTn dur="2250"/>
                                        <p:tgtEl>
                                          <p:spTgt spid="4338"/>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4346"/>
                                        </p:tgtEl>
                                        <p:attrNameLst>
                                          <p:attrName>style.visibility</p:attrName>
                                        </p:attrNameLst>
                                      </p:cBhvr>
                                      <p:to>
                                        <p:strVal val="visible"/>
                                      </p:to>
                                    </p:set>
                                    <p:animEffect filter="fade" transition="in">
                                      <p:cBhvr>
                                        <p:cTn dur="500"/>
                                        <p:tgtEl>
                                          <p:spTgt spid="4346"/>
                                        </p:tgtEl>
                                      </p:cBhvr>
                                    </p:animEffect>
                                  </p:childTnLst>
                                </p:cTn>
                              </p:par>
                            </p:childTnLst>
                          </p:cTn>
                        </p:par>
                        <p:par>
                          <p:cTn fill="hold">
                            <p:stCondLst>
                              <p:cond delay="2750"/>
                            </p:stCondLst>
                            <p:childTnLst>
                              <p:par>
                                <p:cTn fill="hold" nodeType="afterEffect" presetClass="entr" presetID="10" presetSubtype="0">
                                  <p:stCondLst>
                                    <p:cond delay="0"/>
                                  </p:stCondLst>
                                  <p:childTnLst>
                                    <p:set>
                                      <p:cBhvr>
                                        <p:cTn dur="1" fill="hold">
                                          <p:stCondLst>
                                            <p:cond delay="0"/>
                                          </p:stCondLst>
                                        </p:cTn>
                                        <p:tgtEl>
                                          <p:spTgt spid="4349"/>
                                        </p:tgtEl>
                                        <p:attrNameLst>
                                          <p:attrName>style.visibility</p:attrName>
                                        </p:attrNameLst>
                                      </p:cBhvr>
                                      <p:to>
                                        <p:strVal val="visible"/>
                                      </p:to>
                                    </p:set>
                                    <p:animEffect filter="fade" transition="in">
                                      <p:cBhvr>
                                        <p:cTn dur="500"/>
                                        <p:tgtEl>
                                          <p:spTgt spid="4349"/>
                                        </p:tgtEl>
                                      </p:cBhvr>
                                    </p:animEffect>
                                  </p:childTnLst>
                                </p:cTn>
                              </p:par>
                            </p:childTnLst>
                          </p:cTn>
                        </p:par>
                        <p:par>
                          <p:cTn fill="hold">
                            <p:stCondLst>
                              <p:cond delay="3250"/>
                            </p:stCondLst>
                            <p:childTnLst>
                              <p:par>
                                <p:cTn fill="hold" nodeType="afterEffect" presetClass="entr" presetID="10" presetSubtype="0">
                                  <p:stCondLst>
                                    <p:cond delay="0"/>
                                  </p:stCondLst>
                                  <p:childTnLst>
                                    <p:set>
                                      <p:cBhvr>
                                        <p:cTn dur="1" fill="hold">
                                          <p:stCondLst>
                                            <p:cond delay="0"/>
                                          </p:stCondLst>
                                        </p:cTn>
                                        <p:tgtEl>
                                          <p:spTgt spid="4350"/>
                                        </p:tgtEl>
                                        <p:attrNameLst>
                                          <p:attrName>style.visibility</p:attrName>
                                        </p:attrNameLst>
                                      </p:cBhvr>
                                      <p:to>
                                        <p:strVal val="visible"/>
                                      </p:to>
                                    </p:set>
                                    <p:animEffect filter="fade" transition="in">
                                      <p:cBhvr>
                                        <p:cTn dur="500"/>
                                        <p:tgtEl>
                                          <p:spTgt spid="4350"/>
                                        </p:tgtEl>
                                      </p:cBhvr>
                                    </p:animEffect>
                                  </p:childTnLst>
                                </p:cTn>
                              </p:par>
                            </p:childTnLst>
                          </p:cTn>
                        </p:par>
                        <p:par>
                          <p:cTn fill="hold">
                            <p:stCondLst>
                              <p:cond delay="3750"/>
                            </p:stCondLst>
                            <p:childTnLst>
                              <p:par>
                                <p:cTn fill="hold" nodeType="afterEffect" presetClass="entr" presetID="10" presetSubtype="0">
                                  <p:stCondLst>
                                    <p:cond delay="0"/>
                                  </p:stCondLst>
                                  <p:childTnLst>
                                    <p:set>
                                      <p:cBhvr>
                                        <p:cTn dur="1" fill="hold">
                                          <p:stCondLst>
                                            <p:cond delay="0"/>
                                          </p:stCondLst>
                                        </p:cTn>
                                        <p:tgtEl>
                                          <p:spTgt spid="4353"/>
                                        </p:tgtEl>
                                        <p:attrNameLst>
                                          <p:attrName>style.visibility</p:attrName>
                                        </p:attrNameLst>
                                      </p:cBhvr>
                                      <p:to>
                                        <p:strVal val="visible"/>
                                      </p:to>
                                    </p:set>
                                    <p:animEffect filter="fade" transition="in">
                                      <p:cBhvr>
                                        <p:cTn dur="500"/>
                                        <p:tgtEl>
                                          <p:spTgt spid="4353"/>
                                        </p:tgtEl>
                                      </p:cBhvr>
                                    </p:animEffect>
                                  </p:childTnLst>
                                </p:cTn>
                              </p:par>
                            </p:childTnLst>
                          </p:cTn>
                        </p:par>
                        <p:par>
                          <p:cTn fill="hold">
                            <p:stCondLst>
                              <p:cond delay="4250"/>
                            </p:stCondLst>
                            <p:childTnLst>
                              <p:par>
                                <p:cTn fill="hold" nodeType="afterEffect" presetClass="entr" presetID="10" presetSubtype="0">
                                  <p:stCondLst>
                                    <p:cond delay="0"/>
                                  </p:stCondLst>
                                  <p:childTnLst>
                                    <p:set>
                                      <p:cBhvr>
                                        <p:cTn dur="1" fill="hold">
                                          <p:stCondLst>
                                            <p:cond delay="0"/>
                                          </p:stCondLst>
                                        </p:cTn>
                                        <p:tgtEl>
                                          <p:spTgt spid="4354"/>
                                        </p:tgtEl>
                                        <p:attrNameLst>
                                          <p:attrName>style.visibility</p:attrName>
                                        </p:attrNameLst>
                                      </p:cBhvr>
                                      <p:to>
                                        <p:strVal val="visible"/>
                                      </p:to>
                                    </p:set>
                                    <p:animEffect filter="fade" transition="in">
                                      <p:cBhvr>
                                        <p:cTn dur="500"/>
                                        <p:tgtEl>
                                          <p:spTgt spid="4354"/>
                                        </p:tgtEl>
                                      </p:cBhvr>
                                    </p:animEffect>
                                  </p:childTnLst>
                                </p:cTn>
                              </p:par>
                            </p:childTnLst>
                          </p:cTn>
                        </p:par>
                        <p:par>
                          <p:cTn fill="hold">
                            <p:stCondLst>
                              <p:cond delay="4750"/>
                            </p:stCondLst>
                            <p:childTnLst>
                              <p:par>
                                <p:cTn fill="hold" nodeType="afterEffect" presetClass="entr" presetID="10" presetSubtype="0">
                                  <p:stCondLst>
                                    <p:cond delay="0"/>
                                  </p:stCondLst>
                                  <p:childTnLst>
                                    <p:set>
                                      <p:cBhvr>
                                        <p:cTn dur="1" fill="hold">
                                          <p:stCondLst>
                                            <p:cond delay="0"/>
                                          </p:stCondLst>
                                        </p:cTn>
                                        <p:tgtEl>
                                          <p:spTgt spid="4357"/>
                                        </p:tgtEl>
                                        <p:attrNameLst>
                                          <p:attrName>style.visibility</p:attrName>
                                        </p:attrNameLst>
                                      </p:cBhvr>
                                      <p:to>
                                        <p:strVal val="visible"/>
                                      </p:to>
                                    </p:set>
                                    <p:animEffect filter="fade" transition="in">
                                      <p:cBhvr>
                                        <p:cTn dur="500"/>
                                        <p:tgtEl>
                                          <p:spTgt spid="43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5">
  <p:cSld name="WA_3Step (H+PIC+NO.+HINT)_5">
    <p:spTree>
      <p:nvGrpSpPr>
        <p:cNvPr id="4358" name="Shape 4358"/>
        <p:cNvGrpSpPr/>
        <p:nvPr/>
      </p:nvGrpSpPr>
      <p:grpSpPr>
        <a:xfrm>
          <a:off x="0" y="0"/>
          <a:ext cx="0" cy="0"/>
          <a:chOff x="0" y="0"/>
          <a:chExt cx="0" cy="0"/>
        </a:xfrm>
      </p:grpSpPr>
      <p:grpSp>
        <p:nvGrpSpPr>
          <p:cNvPr id="4359" name="Google Shape;4359;g38b88470f6c_3_3197"/>
          <p:cNvGrpSpPr/>
          <p:nvPr/>
        </p:nvGrpSpPr>
        <p:grpSpPr>
          <a:xfrm>
            <a:off x="2148127" y="1620732"/>
            <a:ext cx="8449746" cy="4433003"/>
            <a:chOff x="-413326" y="937285"/>
            <a:chExt cx="4433003" cy="4433003"/>
          </a:xfrm>
        </p:grpSpPr>
        <p:sp>
          <p:nvSpPr>
            <p:cNvPr id="4360" name="Google Shape;4360;g38b88470f6c_3_3197"/>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361" name="Google Shape;4361;g38b88470f6c_3_3197"/>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362" name="Google Shape;4362;g38b88470f6c_3_3197"/>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363" name="Google Shape;4363;g38b88470f6c_3_3197"/>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364" name="Google Shape;4364;g38b88470f6c_3_3197"/>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2000"/>
              <a:buFont typeface="Arial"/>
              <a:buNone/>
            </a:pPr>
            <a:r>
              <a:rPr b="0" i="0" lang="en-US" sz="2000" u="none" cap="none" strike="noStrike">
                <a:solidFill>
                  <a:schemeClr val="dk1"/>
                </a:solidFill>
                <a:latin typeface="Kdam Thmor Pro"/>
                <a:ea typeface="Kdam Thmor Pro"/>
                <a:cs typeface="Kdam Thmor Pro"/>
                <a:sym typeface="Kdam Thmor Pro"/>
              </a:rPr>
              <a:t>Step  </a:t>
            </a:r>
            <a:endParaRPr b="0" i="0" sz="2000" u="none" cap="none" strike="noStrike">
              <a:solidFill>
                <a:schemeClr val="dk1"/>
              </a:solidFill>
              <a:latin typeface="Kdam Thmor Pro"/>
              <a:ea typeface="Kdam Thmor Pro"/>
              <a:cs typeface="Kdam Thmor Pro"/>
              <a:sym typeface="Kdam Thmor Pro"/>
            </a:endParaRPr>
          </a:p>
        </p:txBody>
      </p:sp>
      <p:sp>
        <p:nvSpPr>
          <p:cNvPr id="4365" name="Google Shape;4365;g38b88470f6c_3_3197"/>
          <p:cNvSpPr/>
          <p:nvPr>
            <p:ph idx="2" type="pic"/>
          </p:nvPr>
        </p:nvSpPr>
        <p:spPr>
          <a:xfrm>
            <a:off x="2699657" y="1900415"/>
            <a:ext cx="7323300" cy="3913500"/>
          </a:xfrm>
          <a:prstGeom prst="rect">
            <a:avLst/>
          </a:prstGeom>
          <a:noFill/>
          <a:ln>
            <a:noFill/>
          </a:ln>
        </p:spPr>
      </p:sp>
      <p:sp>
        <p:nvSpPr>
          <p:cNvPr id="4366" name="Google Shape;4366;g38b88470f6c_3_3197"/>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367" name="Google Shape;4367;g38b88470f6c_3_3197"/>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4368" name="Google Shape;4368;g38b88470f6c_3_3197"/>
          <p:cNvGrpSpPr/>
          <p:nvPr/>
        </p:nvGrpSpPr>
        <p:grpSpPr>
          <a:xfrm>
            <a:off x="8589558" y="6331536"/>
            <a:ext cx="256344" cy="68100"/>
            <a:chOff x="781167" y="5836673"/>
            <a:chExt cx="256344" cy="68100"/>
          </a:xfrm>
        </p:grpSpPr>
        <p:sp>
          <p:nvSpPr>
            <p:cNvPr id="4369" name="Google Shape;4369;g38b88470f6c_3_3197"/>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4370" name="Google Shape;4370;g38b88470f6c_3_3197"/>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4371" name="Google Shape;4371;g38b88470f6c_3_3197"/>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4372" name="Google Shape;4372;g38b88470f6c_3_3197"/>
          <p:cNvGrpSpPr/>
          <p:nvPr/>
        </p:nvGrpSpPr>
        <p:grpSpPr>
          <a:xfrm>
            <a:off x="11722369" y="5812872"/>
            <a:ext cx="315939" cy="409183"/>
            <a:chOff x="11575262" y="5512453"/>
            <a:chExt cx="315939" cy="409183"/>
          </a:xfrm>
        </p:grpSpPr>
        <p:sp>
          <p:nvSpPr>
            <p:cNvPr id="4373" name="Google Shape;4373;g38b88470f6c_3_3197"/>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374" name="Google Shape;4374;g38b88470f6c_3_3197"/>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375" name="Google Shape;4375;g38b88470f6c_3_3197"/>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68"/>
                                        </p:tgtEl>
                                        <p:attrNameLst>
                                          <p:attrName>style.visibility</p:attrName>
                                        </p:attrNameLst>
                                      </p:cBhvr>
                                      <p:to>
                                        <p:strVal val="visible"/>
                                      </p:to>
                                    </p:set>
                                    <p:animEffect filter="fade" transition="in">
                                      <p:cBhvr>
                                        <p:cTn dur="500"/>
                                        <p:tgtEl>
                                          <p:spTgt spid="436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371"/>
                                        </p:tgtEl>
                                        <p:attrNameLst>
                                          <p:attrName>style.visibility</p:attrName>
                                        </p:attrNameLst>
                                      </p:cBhvr>
                                      <p:to>
                                        <p:strVal val="visible"/>
                                      </p:to>
                                    </p:set>
                                    <p:animEffect filter="fade" transition="in">
                                      <p:cBhvr>
                                        <p:cTn dur="500"/>
                                        <p:tgtEl>
                                          <p:spTgt spid="43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Step (H+NO.+TEXT) 1">
  <p:cSld name="WA_Step (H+NO.+TEXT)_1">
    <p:spTree>
      <p:nvGrpSpPr>
        <p:cNvPr id="4376" name="Shape 4376"/>
        <p:cNvGrpSpPr/>
        <p:nvPr/>
      </p:nvGrpSpPr>
      <p:grpSpPr>
        <a:xfrm>
          <a:off x="0" y="0"/>
          <a:ext cx="0" cy="0"/>
          <a:chOff x="0" y="0"/>
          <a:chExt cx="0" cy="0"/>
        </a:xfrm>
      </p:grpSpPr>
      <p:grpSp>
        <p:nvGrpSpPr>
          <p:cNvPr id="4377" name="Google Shape;4377;g38b88470f6c_3_3215"/>
          <p:cNvGrpSpPr/>
          <p:nvPr/>
        </p:nvGrpSpPr>
        <p:grpSpPr>
          <a:xfrm>
            <a:off x="1901128" y="1620732"/>
            <a:ext cx="8944026" cy="4433003"/>
            <a:chOff x="-413326" y="937285"/>
            <a:chExt cx="4433003" cy="4433003"/>
          </a:xfrm>
        </p:grpSpPr>
        <p:sp>
          <p:nvSpPr>
            <p:cNvPr id="4378" name="Google Shape;4378;g38b88470f6c_3_3215"/>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379" name="Google Shape;4379;g38b88470f6c_3_3215"/>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380" name="Google Shape;4380;g38b88470f6c_3_3215"/>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381" name="Google Shape;4381;g38b88470f6c_3_3215"/>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382" name="Google Shape;4382;g38b88470f6c_3_3215"/>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2000"/>
              <a:buFont typeface="Arial"/>
              <a:buNone/>
            </a:pPr>
            <a:r>
              <a:rPr b="0" i="0" lang="en-US" sz="2000" u="none" cap="none" strike="noStrike">
                <a:solidFill>
                  <a:schemeClr val="dk1"/>
                </a:solidFill>
                <a:latin typeface="Kdam Thmor Pro"/>
                <a:ea typeface="Kdam Thmor Pro"/>
                <a:cs typeface="Kdam Thmor Pro"/>
                <a:sym typeface="Kdam Thmor Pro"/>
              </a:rPr>
              <a:t>Step  </a:t>
            </a:r>
            <a:endParaRPr b="0" i="0" sz="2000" u="none" cap="none" strike="noStrike">
              <a:solidFill>
                <a:schemeClr val="dk1"/>
              </a:solidFill>
              <a:latin typeface="Kdam Thmor Pro"/>
              <a:ea typeface="Kdam Thmor Pro"/>
              <a:cs typeface="Kdam Thmor Pro"/>
              <a:sym typeface="Kdam Thmor Pro"/>
            </a:endParaRPr>
          </a:p>
        </p:txBody>
      </p:sp>
      <p:sp>
        <p:nvSpPr>
          <p:cNvPr id="4383" name="Google Shape;4383;g38b88470f6c_3_3215"/>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384" name="Google Shape;4384;g38b88470f6c_3_3215"/>
          <p:cNvSpPr txBox="1"/>
          <p:nvPr>
            <p:ph idx="2"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4385" name="Google Shape;4385;g38b88470f6c_3_3215"/>
          <p:cNvGrpSpPr/>
          <p:nvPr/>
        </p:nvGrpSpPr>
        <p:grpSpPr>
          <a:xfrm>
            <a:off x="2678536" y="2168828"/>
            <a:ext cx="595974" cy="158326"/>
            <a:chOff x="781167" y="5836673"/>
            <a:chExt cx="256344" cy="68100"/>
          </a:xfrm>
        </p:grpSpPr>
        <p:sp>
          <p:nvSpPr>
            <p:cNvPr id="4386" name="Google Shape;4386;g38b88470f6c_3_3215"/>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4387" name="Google Shape;4387;g38b88470f6c_3_3215"/>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4388" name="Google Shape;4388;g38b88470f6c_3_3215"/>
          <p:cNvSpPr txBox="1"/>
          <p:nvPr>
            <p:ph idx="3" type="body"/>
          </p:nvPr>
        </p:nvSpPr>
        <p:spPr>
          <a:xfrm>
            <a:off x="3274493" y="2107274"/>
            <a:ext cx="6453600" cy="10515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4389" name="Google Shape;4389;g38b88470f6c_3_3215"/>
          <p:cNvGrpSpPr/>
          <p:nvPr/>
        </p:nvGrpSpPr>
        <p:grpSpPr>
          <a:xfrm>
            <a:off x="2678536" y="3499662"/>
            <a:ext cx="595974" cy="158326"/>
            <a:chOff x="781167" y="5836673"/>
            <a:chExt cx="256344" cy="68100"/>
          </a:xfrm>
        </p:grpSpPr>
        <p:sp>
          <p:nvSpPr>
            <p:cNvPr id="4390" name="Google Shape;4390;g38b88470f6c_3_3215"/>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4391" name="Google Shape;4391;g38b88470f6c_3_3215"/>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4392" name="Google Shape;4392;g38b88470f6c_3_3215"/>
          <p:cNvSpPr txBox="1"/>
          <p:nvPr>
            <p:ph idx="4" type="body"/>
          </p:nvPr>
        </p:nvSpPr>
        <p:spPr>
          <a:xfrm>
            <a:off x="3274493" y="3438108"/>
            <a:ext cx="6453600" cy="10515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grpSp>
        <p:nvGrpSpPr>
          <p:cNvPr id="4393" name="Google Shape;4393;g38b88470f6c_3_3215"/>
          <p:cNvGrpSpPr/>
          <p:nvPr/>
        </p:nvGrpSpPr>
        <p:grpSpPr>
          <a:xfrm>
            <a:off x="2678536" y="4830496"/>
            <a:ext cx="595974" cy="158326"/>
            <a:chOff x="781167" y="5836673"/>
            <a:chExt cx="256344" cy="68100"/>
          </a:xfrm>
        </p:grpSpPr>
        <p:sp>
          <p:nvSpPr>
            <p:cNvPr id="4394" name="Google Shape;4394;g38b88470f6c_3_3215"/>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4395" name="Google Shape;4395;g38b88470f6c_3_3215"/>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4396" name="Google Shape;4396;g38b88470f6c_3_3215"/>
          <p:cNvSpPr txBox="1"/>
          <p:nvPr>
            <p:ph idx="5" type="body"/>
          </p:nvPr>
        </p:nvSpPr>
        <p:spPr>
          <a:xfrm>
            <a:off x="3274493" y="4768942"/>
            <a:ext cx="6453600" cy="10515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85"/>
                                        </p:tgtEl>
                                        <p:attrNameLst>
                                          <p:attrName>style.visibility</p:attrName>
                                        </p:attrNameLst>
                                      </p:cBhvr>
                                      <p:to>
                                        <p:strVal val="visible"/>
                                      </p:to>
                                    </p:set>
                                    <p:animEffect filter="fade" transition="in">
                                      <p:cBhvr>
                                        <p:cTn dur="500"/>
                                        <p:tgtEl>
                                          <p:spTgt spid="438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388"/>
                                        </p:tgtEl>
                                        <p:attrNameLst>
                                          <p:attrName>style.visibility</p:attrName>
                                        </p:attrNameLst>
                                      </p:cBhvr>
                                      <p:to>
                                        <p:strVal val="visible"/>
                                      </p:to>
                                    </p:set>
                                    <p:animEffect filter="fade" transition="in">
                                      <p:cBhvr>
                                        <p:cTn dur="500"/>
                                        <p:tgtEl>
                                          <p:spTgt spid="438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89"/>
                                        </p:tgtEl>
                                        <p:attrNameLst>
                                          <p:attrName>style.visibility</p:attrName>
                                        </p:attrNameLst>
                                      </p:cBhvr>
                                      <p:to>
                                        <p:strVal val="visible"/>
                                      </p:to>
                                    </p:set>
                                    <p:animEffect filter="fade" transition="in">
                                      <p:cBhvr>
                                        <p:cTn dur="500"/>
                                        <p:tgtEl>
                                          <p:spTgt spid="438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392"/>
                                        </p:tgtEl>
                                        <p:attrNameLst>
                                          <p:attrName>style.visibility</p:attrName>
                                        </p:attrNameLst>
                                      </p:cBhvr>
                                      <p:to>
                                        <p:strVal val="visible"/>
                                      </p:to>
                                    </p:set>
                                    <p:animEffect filter="fade" transition="in">
                                      <p:cBhvr>
                                        <p:cTn dur="500"/>
                                        <p:tgtEl>
                                          <p:spTgt spid="439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393"/>
                                        </p:tgtEl>
                                        <p:attrNameLst>
                                          <p:attrName>style.visibility</p:attrName>
                                        </p:attrNameLst>
                                      </p:cBhvr>
                                      <p:to>
                                        <p:strVal val="visible"/>
                                      </p:to>
                                    </p:set>
                                    <p:animEffect filter="fade" transition="in">
                                      <p:cBhvr>
                                        <p:cTn dur="500"/>
                                        <p:tgtEl>
                                          <p:spTgt spid="4393"/>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396"/>
                                        </p:tgtEl>
                                        <p:attrNameLst>
                                          <p:attrName>style.visibility</p:attrName>
                                        </p:attrNameLst>
                                      </p:cBhvr>
                                      <p:to>
                                        <p:strVal val="visible"/>
                                      </p:to>
                                    </p:set>
                                    <p:animEffect filter="fade" transition="in">
                                      <p:cBhvr>
                                        <p:cTn dur="500"/>
                                        <p:tgtEl>
                                          <p:spTgt spid="43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llenge+Text+pic2">
  <p:cSld name="Challenge+Text+pic2">
    <p:spTree>
      <p:nvGrpSpPr>
        <p:cNvPr id="4397" name="Shape 4397"/>
        <p:cNvGrpSpPr/>
        <p:nvPr/>
      </p:nvGrpSpPr>
      <p:grpSpPr>
        <a:xfrm>
          <a:off x="0" y="0"/>
          <a:ext cx="0" cy="0"/>
          <a:chOff x="0" y="0"/>
          <a:chExt cx="0" cy="0"/>
        </a:xfrm>
      </p:grpSpPr>
      <p:grpSp>
        <p:nvGrpSpPr>
          <p:cNvPr id="4398" name="Google Shape;4398;g38b88470f6c_3_3236"/>
          <p:cNvGrpSpPr/>
          <p:nvPr/>
        </p:nvGrpSpPr>
        <p:grpSpPr>
          <a:xfrm>
            <a:off x="1901128" y="1620732"/>
            <a:ext cx="8944026" cy="4433003"/>
            <a:chOff x="-413326" y="937285"/>
            <a:chExt cx="4433003" cy="4433003"/>
          </a:xfrm>
        </p:grpSpPr>
        <p:sp>
          <p:nvSpPr>
            <p:cNvPr id="4399" name="Google Shape;4399;g38b88470f6c_3_323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400" name="Google Shape;4400;g38b88470f6c_3_323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401" name="Google Shape;4401;g38b88470f6c_3_323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402" name="Google Shape;4402;g38b88470f6c_3_323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403" name="Google Shape;4403;g38b88470f6c_3_3236"/>
          <p:cNvSpPr txBox="1"/>
          <p:nvPr>
            <p:ph idx="1" type="body"/>
          </p:nvPr>
        </p:nvSpPr>
        <p:spPr>
          <a:xfrm>
            <a:off x="2410308" y="2009761"/>
            <a:ext cx="3181200" cy="3654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404" name="Google Shape;4404;g38b88470f6c_3_3236"/>
          <p:cNvSpPr/>
          <p:nvPr>
            <p:ph idx="2" type="pic"/>
          </p:nvPr>
        </p:nvSpPr>
        <p:spPr>
          <a:xfrm>
            <a:off x="6011918" y="2009761"/>
            <a:ext cx="4278900" cy="3654900"/>
          </a:xfrm>
          <a:prstGeom prst="rect">
            <a:avLst/>
          </a:prstGeom>
          <a:noFill/>
          <a:ln>
            <a:noFill/>
          </a:ln>
        </p:spPr>
      </p:sp>
      <p:sp>
        <p:nvSpPr>
          <p:cNvPr id="4405" name="Google Shape;4405;g38b88470f6c_3_3236"/>
          <p:cNvSpPr txBox="1"/>
          <p:nvPr>
            <p:ph idx="3" type="body"/>
          </p:nvPr>
        </p:nvSpPr>
        <p:spPr>
          <a:xfrm>
            <a:off x="2799191" y="235804"/>
            <a:ext cx="37647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406" name="Google Shape;4406;g38b88470f6c_3_3236"/>
          <p:cNvSpPr txBox="1"/>
          <p:nvPr/>
        </p:nvSpPr>
        <p:spPr>
          <a:xfrm>
            <a:off x="482600" y="314232"/>
            <a:ext cx="47244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3600"/>
              <a:buFont typeface="Arial"/>
              <a:buNone/>
            </a:pPr>
            <a:r>
              <a:rPr b="0" i="0" lang="en-US" sz="3600" u="none" cap="none" strike="noStrike">
                <a:solidFill>
                  <a:srgbClr val="05FDFF"/>
                </a:solidFill>
                <a:latin typeface="Kdam Thmor Pro"/>
                <a:ea typeface="Kdam Thmor Pro"/>
                <a:cs typeface="Kdam Thmor Pro"/>
                <a:sym typeface="Kdam Thmor Pro"/>
              </a:rPr>
              <a:t>Challenge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4398"/>
                                        </p:tgtEl>
                                        <p:attrNameLst>
                                          <p:attrName>style.visibility</p:attrName>
                                        </p:attrNameLst>
                                      </p:cBhvr>
                                      <p:to>
                                        <p:strVal val="visible"/>
                                      </p:to>
                                    </p:set>
                                    <p:anim calcmode="lin" valueType="num">
                                      <p:cBhvr additive="base">
                                        <p:cTn dur="2250"/>
                                        <p:tgtEl>
                                          <p:spTgt spid="4398"/>
                                        </p:tgtEl>
                                        <p:attrNameLst>
                                          <p:attrName>ppt_w</p:attrName>
                                        </p:attrNameLst>
                                      </p:cBhvr>
                                      <p:tavLst>
                                        <p:tav fmla="" tm="0">
                                          <p:val>
                                            <p:strVal val="0"/>
                                          </p:val>
                                        </p:tav>
                                        <p:tav fmla="" tm="100000">
                                          <p:val>
                                            <p:strVal val="#ppt_w"/>
                                          </p:val>
                                        </p:tav>
                                      </p:tavLst>
                                    </p:anim>
                                    <p:anim calcmode="lin" valueType="num">
                                      <p:cBhvr additive="base">
                                        <p:cTn dur="2250"/>
                                        <p:tgtEl>
                                          <p:spTgt spid="4398"/>
                                        </p:tgtEl>
                                        <p:attrNameLst>
                                          <p:attrName>ppt_h</p:attrName>
                                        </p:attrNameLst>
                                      </p:cBhvr>
                                      <p:tavLst>
                                        <p:tav fmla="" tm="0">
                                          <p:val>
                                            <p:strVal val="0"/>
                                          </p:val>
                                        </p:tav>
                                        <p:tav fmla="" tm="100000">
                                          <p:val>
                                            <p:strVal val="#ppt_h"/>
                                          </p:val>
                                        </p:tav>
                                      </p:tavLst>
                                    </p:anim>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4403">
                                            <p:txEl>
                                              <p:pRg end="0" st="0"/>
                                            </p:txEl>
                                          </p:spTgt>
                                        </p:tgtEl>
                                        <p:attrNameLst>
                                          <p:attrName>style.visibility</p:attrName>
                                        </p:attrNameLst>
                                      </p:cBhvr>
                                      <p:to>
                                        <p:strVal val="visible"/>
                                      </p:to>
                                    </p:set>
                                    <p:animEffect filter="fade" transition="in">
                                      <p:cBhvr>
                                        <p:cTn dur="500"/>
                                        <p:tgtEl>
                                          <p:spTgt spid="4403">
                                            <p:txEl>
                                              <p:pRg end="0" st="0"/>
                                            </p:txEl>
                                          </p:spTgt>
                                        </p:tgtEl>
                                      </p:cBhvr>
                                    </p:animEffect>
                                  </p:childTnLst>
                                </p:cTn>
                              </p:par>
                            </p:childTnLst>
                          </p:cTn>
                        </p:par>
                        <p:par>
                          <p:cTn fill="hold">
                            <p:stCondLst>
                              <p:cond delay="2750"/>
                            </p:stCondLst>
                            <p:childTnLst>
                              <p:par>
                                <p:cTn fill="hold" nodeType="afterEffect" presetClass="entr" presetID="10" presetSubtype="0">
                                  <p:stCondLst>
                                    <p:cond delay="0"/>
                                  </p:stCondLst>
                                  <p:childTnLst>
                                    <p:set>
                                      <p:cBhvr>
                                        <p:cTn dur="1" fill="hold">
                                          <p:stCondLst>
                                            <p:cond delay="0"/>
                                          </p:stCondLst>
                                        </p:cTn>
                                        <p:tgtEl>
                                          <p:spTgt spid="4403">
                                            <p:txEl>
                                              <p:pRg end="1" st="1"/>
                                            </p:txEl>
                                          </p:spTgt>
                                        </p:tgtEl>
                                        <p:attrNameLst>
                                          <p:attrName>style.visibility</p:attrName>
                                        </p:attrNameLst>
                                      </p:cBhvr>
                                      <p:to>
                                        <p:strVal val="visible"/>
                                      </p:to>
                                    </p:set>
                                    <p:animEffect filter="fade" transition="in">
                                      <p:cBhvr>
                                        <p:cTn dur="500"/>
                                        <p:tgtEl>
                                          <p:spTgt spid="4403">
                                            <p:txEl>
                                              <p:pRg end="1" st="1"/>
                                            </p:txEl>
                                          </p:spTgt>
                                        </p:tgtEl>
                                      </p:cBhvr>
                                    </p:animEffect>
                                  </p:childTnLst>
                                </p:cTn>
                              </p:par>
                            </p:childTnLst>
                          </p:cTn>
                        </p:par>
                        <p:par>
                          <p:cTn fill="hold">
                            <p:stCondLst>
                              <p:cond delay="3250"/>
                            </p:stCondLst>
                            <p:childTnLst>
                              <p:par>
                                <p:cTn fill="hold" nodeType="afterEffect" presetClass="entr" presetID="10" presetSubtype="0">
                                  <p:stCondLst>
                                    <p:cond delay="0"/>
                                  </p:stCondLst>
                                  <p:childTnLst>
                                    <p:set>
                                      <p:cBhvr>
                                        <p:cTn dur="1" fill="hold">
                                          <p:stCondLst>
                                            <p:cond delay="0"/>
                                          </p:stCondLst>
                                        </p:cTn>
                                        <p:tgtEl>
                                          <p:spTgt spid="4403">
                                            <p:txEl>
                                              <p:pRg end="2" st="2"/>
                                            </p:txEl>
                                          </p:spTgt>
                                        </p:tgtEl>
                                        <p:attrNameLst>
                                          <p:attrName>style.visibility</p:attrName>
                                        </p:attrNameLst>
                                      </p:cBhvr>
                                      <p:to>
                                        <p:strVal val="visible"/>
                                      </p:to>
                                    </p:set>
                                    <p:animEffect filter="fade" transition="in">
                                      <p:cBhvr>
                                        <p:cTn dur="500"/>
                                        <p:tgtEl>
                                          <p:spTgt spid="4403">
                                            <p:txEl>
                                              <p:pRg end="2" st="2"/>
                                            </p:txEl>
                                          </p:spTgt>
                                        </p:tgtEl>
                                      </p:cBhvr>
                                    </p:animEffect>
                                  </p:childTnLst>
                                </p:cTn>
                              </p:par>
                            </p:childTnLst>
                          </p:cTn>
                        </p:par>
                        <p:par>
                          <p:cTn fill="hold">
                            <p:stCondLst>
                              <p:cond delay="3750"/>
                            </p:stCondLst>
                            <p:childTnLst>
                              <p:par>
                                <p:cTn fill="hold" nodeType="afterEffect" presetClass="entr" presetID="10" presetSubtype="0">
                                  <p:stCondLst>
                                    <p:cond delay="0"/>
                                  </p:stCondLst>
                                  <p:childTnLst>
                                    <p:set>
                                      <p:cBhvr>
                                        <p:cTn dur="1" fill="hold">
                                          <p:stCondLst>
                                            <p:cond delay="0"/>
                                          </p:stCondLst>
                                        </p:cTn>
                                        <p:tgtEl>
                                          <p:spTgt spid="4403">
                                            <p:txEl>
                                              <p:pRg end="3" st="3"/>
                                            </p:txEl>
                                          </p:spTgt>
                                        </p:tgtEl>
                                        <p:attrNameLst>
                                          <p:attrName>style.visibility</p:attrName>
                                        </p:attrNameLst>
                                      </p:cBhvr>
                                      <p:to>
                                        <p:strVal val="visible"/>
                                      </p:to>
                                    </p:set>
                                    <p:animEffect filter="fade" transition="in">
                                      <p:cBhvr>
                                        <p:cTn dur="500"/>
                                        <p:tgtEl>
                                          <p:spTgt spid="4403">
                                            <p:txEl>
                                              <p:pRg end="3" st="3"/>
                                            </p:txEl>
                                          </p:spTgt>
                                        </p:tgtEl>
                                      </p:cBhvr>
                                    </p:animEffect>
                                  </p:childTnLst>
                                </p:cTn>
                              </p:par>
                            </p:childTnLst>
                          </p:cTn>
                        </p:par>
                        <p:par>
                          <p:cTn fill="hold">
                            <p:stCondLst>
                              <p:cond delay="4250"/>
                            </p:stCondLst>
                            <p:childTnLst>
                              <p:par>
                                <p:cTn fill="hold" nodeType="afterEffect" presetClass="entr" presetID="10" presetSubtype="0">
                                  <p:stCondLst>
                                    <p:cond delay="0"/>
                                  </p:stCondLst>
                                  <p:childTnLst>
                                    <p:set>
                                      <p:cBhvr>
                                        <p:cTn dur="1" fill="hold">
                                          <p:stCondLst>
                                            <p:cond delay="0"/>
                                          </p:stCondLst>
                                        </p:cTn>
                                        <p:tgtEl>
                                          <p:spTgt spid="4403">
                                            <p:txEl>
                                              <p:pRg end="4" st="4"/>
                                            </p:txEl>
                                          </p:spTgt>
                                        </p:tgtEl>
                                        <p:attrNameLst>
                                          <p:attrName>style.visibility</p:attrName>
                                        </p:attrNameLst>
                                      </p:cBhvr>
                                      <p:to>
                                        <p:strVal val="visible"/>
                                      </p:to>
                                    </p:set>
                                    <p:animEffect filter="fade" transition="in">
                                      <p:cBhvr>
                                        <p:cTn dur="500"/>
                                        <p:tgtEl>
                                          <p:spTgt spid="4403">
                                            <p:txEl>
                                              <p:pRg end="4" st="4"/>
                                            </p:txEl>
                                          </p:spTgt>
                                        </p:tgtEl>
                                      </p:cBhvr>
                                    </p:animEffect>
                                  </p:childTnLst>
                                </p:cTn>
                              </p:par>
                            </p:childTnLst>
                          </p:cTn>
                        </p:par>
                        <p:par>
                          <p:cTn fill="hold">
                            <p:stCondLst>
                              <p:cond delay="4750"/>
                            </p:stCondLst>
                            <p:childTnLst>
                              <p:par>
                                <p:cTn fill="hold" nodeType="afterEffect" presetClass="entr" presetID="10" presetSubtype="0">
                                  <p:stCondLst>
                                    <p:cond delay="0"/>
                                  </p:stCondLst>
                                  <p:childTnLst>
                                    <p:set>
                                      <p:cBhvr>
                                        <p:cTn dur="1" fill="hold">
                                          <p:stCondLst>
                                            <p:cond delay="0"/>
                                          </p:stCondLst>
                                        </p:cTn>
                                        <p:tgtEl>
                                          <p:spTgt spid="4403">
                                            <p:txEl>
                                              <p:pRg end="5" st="5"/>
                                            </p:txEl>
                                          </p:spTgt>
                                        </p:tgtEl>
                                        <p:attrNameLst>
                                          <p:attrName>style.visibility</p:attrName>
                                        </p:attrNameLst>
                                      </p:cBhvr>
                                      <p:to>
                                        <p:strVal val="visible"/>
                                      </p:to>
                                    </p:set>
                                    <p:animEffect filter="fade" transition="in">
                                      <p:cBhvr>
                                        <p:cTn dur="500"/>
                                        <p:tgtEl>
                                          <p:spTgt spid="4403">
                                            <p:txEl>
                                              <p:pRg end="5" st="5"/>
                                            </p:txEl>
                                          </p:spTgt>
                                        </p:tgtEl>
                                      </p:cBhvr>
                                    </p:animEffect>
                                  </p:childTnLst>
                                </p:cTn>
                              </p:par>
                            </p:childTnLst>
                          </p:cTn>
                        </p:par>
                        <p:par>
                          <p:cTn fill="hold">
                            <p:stCondLst>
                              <p:cond delay="5250"/>
                            </p:stCondLst>
                            <p:childTnLst>
                              <p:par>
                                <p:cTn fill="hold" nodeType="afterEffect" presetClass="entr" presetID="10" presetSubtype="0">
                                  <p:stCondLst>
                                    <p:cond delay="0"/>
                                  </p:stCondLst>
                                  <p:childTnLst>
                                    <p:set>
                                      <p:cBhvr>
                                        <p:cTn dur="1" fill="hold">
                                          <p:stCondLst>
                                            <p:cond delay="0"/>
                                          </p:stCondLst>
                                        </p:cTn>
                                        <p:tgtEl>
                                          <p:spTgt spid="4403">
                                            <p:txEl>
                                              <p:pRg end="6" st="6"/>
                                            </p:txEl>
                                          </p:spTgt>
                                        </p:tgtEl>
                                        <p:attrNameLst>
                                          <p:attrName>style.visibility</p:attrName>
                                        </p:attrNameLst>
                                      </p:cBhvr>
                                      <p:to>
                                        <p:strVal val="visible"/>
                                      </p:to>
                                    </p:set>
                                    <p:animEffect filter="fade" transition="in">
                                      <p:cBhvr>
                                        <p:cTn dur="500"/>
                                        <p:tgtEl>
                                          <p:spTgt spid="4403">
                                            <p:txEl>
                                              <p:pRg end="6" st="6"/>
                                            </p:txEl>
                                          </p:spTgt>
                                        </p:tgtEl>
                                      </p:cBhvr>
                                    </p:animEffect>
                                  </p:childTnLst>
                                </p:cTn>
                              </p:par>
                            </p:childTnLst>
                          </p:cTn>
                        </p:par>
                        <p:par>
                          <p:cTn fill="hold">
                            <p:stCondLst>
                              <p:cond delay="5750"/>
                            </p:stCondLst>
                            <p:childTnLst>
                              <p:par>
                                <p:cTn fill="hold" nodeType="afterEffect" presetClass="entr" presetID="10" presetSubtype="0">
                                  <p:stCondLst>
                                    <p:cond delay="0"/>
                                  </p:stCondLst>
                                  <p:childTnLst>
                                    <p:set>
                                      <p:cBhvr>
                                        <p:cTn dur="1" fill="hold">
                                          <p:stCondLst>
                                            <p:cond delay="0"/>
                                          </p:stCondLst>
                                        </p:cTn>
                                        <p:tgtEl>
                                          <p:spTgt spid="4403">
                                            <p:txEl>
                                              <p:pRg end="7" st="7"/>
                                            </p:txEl>
                                          </p:spTgt>
                                        </p:tgtEl>
                                        <p:attrNameLst>
                                          <p:attrName>style.visibility</p:attrName>
                                        </p:attrNameLst>
                                      </p:cBhvr>
                                      <p:to>
                                        <p:strVal val="visible"/>
                                      </p:to>
                                    </p:set>
                                    <p:animEffect filter="fade" transition="in">
                                      <p:cBhvr>
                                        <p:cTn dur="500"/>
                                        <p:tgtEl>
                                          <p:spTgt spid="4403">
                                            <p:txEl>
                                              <p:pRg end="7" st="7"/>
                                            </p:txEl>
                                          </p:spTgt>
                                        </p:tgtEl>
                                      </p:cBhvr>
                                    </p:animEffect>
                                  </p:childTnLst>
                                </p:cTn>
                              </p:par>
                            </p:childTnLst>
                          </p:cTn>
                        </p:par>
                        <p:par>
                          <p:cTn fill="hold">
                            <p:stCondLst>
                              <p:cond delay="6250"/>
                            </p:stCondLst>
                            <p:childTnLst>
                              <p:par>
                                <p:cTn fill="hold" nodeType="afterEffect" presetClass="entr" presetID="10" presetSubtype="0">
                                  <p:stCondLst>
                                    <p:cond delay="0"/>
                                  </p:stCondLst>
                                  <p:childTnLst>
                                    <p:set>
                                      <p:cBhvr>
                                        <p:cTn dur="1" fill="hold">
                                          <p:stCondLst>
                                            <p:cond delay="0"/>
                                          </p:stCondLst>
                                        </p:cTn>
                                        <p:tgtEl>
                                          <p:spTgt spid="4403">
                                            <p:txEl>
                                              <p:pRg end="8" st="8"/>
                                            </p:txEl>
                                          </p:spTgt>
                                        </p:tgtEl>
                                        <p:attrNameLst>
                                          <p:attrName>style.visibility</p:attrName>
                                        </p:attrNameLst>
                                      </p:cBhvr>
                                      <p:to>
                                        <p:strVal val="visible"/>
                                      </p:to>
                                    </p:set>
                                    <p:animEffect filter="fade" transition="in">
                                      <p:cBhvr>
                                        <p:cTn dur="500"/>
                                        <p:tgtEl>
                                          <p:spTgt spid="4403">
                                            <p:txEl>
                                              <p:pRg end="8" st="8"/>
                                            </p:txEl>
                                          </p:spTgt>
                                        </p:tgtEl>
                                      </p:cBhvr>
                                    </p:animEffect>
                                  </p:childTnLst>
                                </p:cTn>
                              </p:par>
                            </p:childTnLst>
                          </p:cTn>
                        </p:par>
                        <p:par>
                          <p:cTn fill="hold">
                            <p:stCondLst>
                              <p:cond delay="6750"/>
                            </p:stCondLst>
                            <p:childTnLst>
                              <p:par>
                                <p:cTn fill="hold" nodeType="afterEffect" presetClass="entr" presetID="10" presetSubtype="0">
                                  <p:stCondLst>
                                    <p:cond delay="0"/>
                                  </p:stCondLst>
                                  <p:childTnLst>
                                    <p:set>
                                      <p:cBhvr>
                                        <p:cTn dur="1" fill="hold">
                                          <p:stCondLst>
                                            <p:cond delay="0"/>
                                          </p:stCondLst>
                                        </p:cTn>
                                        <p:tgtEl>
                                          <p:spTgt spid="4404"/>
                                        </p:tgtEl>
                                        <p:attrNameLst>
                                          <p:attrName>style.visibility</p:attrName>
                                        </p:attrNameLst>
                                      </p:cBhvr>
                                      <p:to>
                                        <p:strVal val="visible"/>
                                      </p:to>
                                    </p:set>
                                    <p:animEffect filter="fade" transition="in">
                                      <p:cBhvr>
                                        <p:cTn dur="500"/>
                                        <p:tgtEl>
                                          <p:spTgt spid="44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P/V">
  <p:cSld name="Section+P/V">
    <p:spTree>
      <p:nvGrpSpPr>
        <p:cNvPr id="4407" name="Shape 4407"/>
        <p:cNvGrpSpPr/>
        <p:nvPr/>
      </p:nvGrpSpPr>
      <p:grpSpPr>
        <a:xfrm>
          <a:off x="0" y="0"/>
          <a:ext cx="0" cy="0"/>
          <a:chOff x="0" y="0"/>
          <a:chExt cx="0" cy="0"/>
        </a:xfrm>
      </p:grpSpPr>
      <p:sp>
        <p:nvSpPr>
          <p:cNvPr id="4408" name="Google Shape;4408;g38b88470f6c_3_3246"/>
          <p:cNvSpPr/>
          <p:nvPr/>
        </p:nvSpPr>
        <p:spPr>
          <a:xfrm>
            <a:off x="-15279338" y="-6822541"/>
            <a:ext cx="0" cy="25658117"/>
          </a:xfrm>
          <a:custGeom>
            <a:rect b="b" l="l" r="r" t="t"/>
            <a:pathLst>
              <a:path extrusionOk="0" h="13191834" w="120000">
                <a:moveTo>
                  <a:pt x="0" y="0"/>
                </a:moveTo>
                <a:lnTo>
                  <a:pt x="0" y="13191834"/>
                </a:lnTo>
              </a:path>
            </a:pathLst>
          </a:custGeom>
          <a:noFill/>
          <a:ln cap="rnd" cmpd="sng" w="44450">
            <a:solidFill>
              <a:schemeClr val="dk1"/>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409" name="Google Shape;4409;g38b88470f6c_3_3246"/>
          <p:cNvSpPr/>
          <p:nvPr/>
        </p:nvSpPr>
        <p:spPr>
          <a:xfrm>
            <a:off x="-13303054" y="-11895986"/>
            <a:ext cx="0" cy="25658117"/>
          </a:xfrm>
          <a:custGeom>
            <a:rect b="b" l="l" r="r" t="t"/>
            <a:pathLst>
              <a:path extrusionOk="0" h="13191834" w="120000">
                <a:moveTo>
                  <a:pt x="0" y="0"/>
                </a:moveTo>
                <a:lnTo>
                  <a:pt x="0" y="13191834"/>
                </a:lnTo>
              </a:path>
            </a:pathLst>
          </a:custGeom>
          <a:noFill/>
          <a:ln cap="rnd" cmpd="sng" w="44450">
            <a:solidFill>
              <a:schemeClr val="dk1"/>
            </a:solidFill>
            <a:prstDash val="lg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410" name="Google Shape;4410;g38b88470f6c_3_3246"/>
          <p:cNvSpPr txBox="1"/>
          <p:nvPr>
            <p:ph idx="1" type="body"/>
          </p:nvPr>
        </p:nvSpPr>
        <p:spPr>
          <a:xfrm>
            <a:off x="2712963" y="1958474"/>
            <a:ext cx="6766200" cy="30225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410"/>
                                        </p:tgtEl>
                                        <p:attrNameLst>
                                          <p:attrName>style.visibility</p:attrName>
                                        </p:attrNameLst>
                                      </p:cBhvr>
                                      <p:to>
                                        <p:strVal val="visible"/>
                                      </p:to>
                                    </p:set>
                                    <p:animEffect filter="fade" transition="in">
                                      <p:cBhvr>
                                        <p:cTn dur="500"/>
                                        <p:tgtEl>
                                          <p:spTgt spid="44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HIELP BUTTON 5">
  <p:cSld name="Q&amp;A+HIELP BUTTON_5">
    <p:spTree>
      <p:nvGrpSpPr>
        <p:cNvPr id="4411" name="Shape 4411"/>
        <p:cNvGrpSpPr/>
        <p:nvPr/>
      </p:nvGrpSpPr>
      <p:grpSpPr>
        <a:xfrm>
          <a:off x="0" y="0"/>
          <a:ext cx="0" cy="0"/>
          <a:chOff x="0" y="0"/>
          <a:chExt cx="0" cy="0"/>
        </a:xfrm>
      </p:grpSpPr>
      <p:sp>
        <p:nvSpPr>
          <p:cNvPr id="4412" name="Google Shape;4412;g38b88470f6c_3_3250"/>
          <p:cNvSpPr/>
          <p:nvPr/>
        </p:nvSpPr>
        <p:spPr>
          <a:xfrm rot="5400000">
            <a:off x="-313698" y="-1313719"/>
            <a:ext cx="1110000" cy="5257800"/>
          </a:xfrm>
          <a:prstGeom prst="rect">
            <a:avLst/>
          </a:prstGeom>
          <a:gradFill>
            <a:gsLst>
              <a:gs pos="0">
                <a:srgbClr val="EEF5FF">
                  <a:alpha val="0"/>
                </a:srgbClr>
              </a:gs>
              <a:gs pos="100000">
                <a:srgbClr val="05FDFF">
                  <a:alpha val="1569"/>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413" name="Google Shape;4413;g38b88470f6c_3_3250"/>
          <p:cNvGrpSpPr/>
          <p:nvPr/>
        </p:nvGrpSpPr>
        <p:grpSpPr>
          <a:xfrm>
            <a:off x="-86314" y="851932"/>
            <a:ext cx="324402" cy="390024"/>
            <a:chOff x="948349" y="814223"/>
            <a:chExt cx="2794159" cy="390024"/>
          </a:xfrm>
        </p:grpSpPr>
        <p:sp>
          <p:nvSpPr>
            <p:cNvPr id="4414" name="Google Shape;4414;g38b88470f6c_3_3250"/>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EEF5FF">
                  <a:alpha val="902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415" name="Google Shape;4415;g38b88470f6c_3_3250"/>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EEF5FF">
                  <a:alpha val="902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4416" name="Google Shape;4416;g38b88470f6c_3_3250"/>
          <p:cNvGrpSpPr/>
          <p:nvPr/>
        </p:nvGrpSpPr>
        <p:grpSpPr>
          <a:xfrm flipH="1" rot="10800000">
            <a:off x="-86314" y="2415356"/>
            <a:ext cx="324402" cy="390024"/>
            <a:chOff x="948349" y="814223"/>
            <a:chExt cx="2794159" cy="390024"/>
          </a:xfrm>
        </p:grpSpPr>
        <p:sp>
          <p:nvSpPr>
            <p:cNvPr id="4417" name="Google Shape;4417;g38b88470f6c_3_3250"/>
            <p:cNvSpPr/>
            <p:nvPr/>
          </p:nvSpPr>
          <p:spPr>
            <a:xfrm rot="10800000">
              <a:off x="1024549" y="814223"/>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EEF5FF">
                  <a:alpha val="902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418" name="Google Shape;4418;g38b88470f6c_3_3250"/>
            <p:cNvSpPr/>
            <p:nvPr/>
          </p:nvSpPr>
          <p:spPr>
            <a:xfrm rot="10800000">
              <a:off x="948349" y="921697"/>
              <a:ext cx="2717959" cy="282550"/>
            </a:xfrm>
            <a:custGeom>
              <a:rect b="b" l="l" r="r" t="t"/>
              <a:pathLst>
                <a:path extrusionOk="0" h="548640" w="2717959">
                  <a:moveTo>
                    <a:pt x="0" y="0"/>
                  </a:moveTo>
                  <a:lnTo>
                    <a:pt x="1228376" y="7144"/>
                  </a:lnTo>
                  <a:lnTo>
                    <a:pt x="1611408" y="540544"/>
                  </a:lnTo>
                  <a:lnTo>
                    <a:pt x="2717959" y="548640"/>
                  </a:lnTo>
                </a:path>
              </a:pathLst>
            </a:custGeom>
            <a:noFill/>
            <a:ln cap="rnd" cmpd="sng" w="19050">
              <a:solidFill>
                <a:srgbClr val="EEF5FF">
                  <a:alpha val="902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sp>
        <p:nvSpPr>
          <p:cNvPr id="4419" name="Google Shape;4419;g38b88470f6c_3_3250"/>
          <p:cNvSpPr/>
          <p:nvPr/>
        </p:nvSpPr>
        <p:spPr>
          <a:xfrm>
            <a:off x="-1066665"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420" name="Google Shape;4420;g38b88470f6c_3_3250"/>
          <p:cNvSpPr/>
          <p:nvPr/>
        </p:nvSpPr>
        <p:spPr>
          <a:xfrm>
            <a:off x="-92350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421" name="Google Shape;4421;g38b88470f6c_3_3250"/>
          <p:cNvSpPr/>
          <p:nvPr/>
        </p:nvSpPr>
        <p:spPr>
          <a:xfrm>
            <a:off x="-780341"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422" name="Google Shape;4422;g38b88470f6c_3_3250"/>
          <p:cNvSpPr/>
          <p:nvPr/>
        </p:nvSpPr>
        <p:spPr>
          <a:xfrm>
            <a:off x="-637179"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423" name="Google Shape;4423;g38b88470f6c_3_3250"/>
          <p:cNvSpPr/>
          <p:nvPr/>
        </p:nvSpPr>
        <p:spPr>
          <a:xfrm>
            <a:off x="-494017"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424" name="Google Shape;4424;g38b88470f6c_3_3250"/>
          <p:cNvSpPr/>
          <p:nvPr/>
        </p:nvSpPr>
        <p:spPr>
          <a:xfrm>
            <a:off x="-350853" y="588584"/>
            <a:ext cx="2377440" cy="2234794"/>
          </a:xfrm>
          <a:custGeom>
            <a:rect b="b" l="l" r="r" t="t"/>
            <a:pathLst>
              <a:path extrusionOk="0" h="2377440" w="2377440">
                <a:moveTo>
                  <a:pt x="1188720" y="0"/>
                </a:moveTo>
                <a:cubicBezTo>
                  <a:pt x="1845232" y="0"/>
                  <a:pt x="2377440" y="532208"/>
                  <a:pt x="2377440" y="1188720"/>
                </a:cubicBezTo>
                <a:cubicBezTo>
                  <a:pt x="2377440" y="1845232"/>
                  <a:pt x="1845232" y="2377440"/>
                  <a:pt x="1188720" y="2377440"/>
                </a:cubicBezTo>
                <a:cubicBezTo>
                  <a:pt x="532208" y="2377440"/>
                  <a:pt x="0" y="1845232"/>
                  <a:pt x="0" y="1188720"/>
                </a:cubicBezTo>
                <a:cubicBezTo>
                  <a:pt x="0" y="532208"/>
                  <a:pt x="532208" y="0"/>
                  <a:pt x="1188720" y="0"/>
                </a:cubicBezTo>
                <a:close/>
                <a:moveTo>
                  <a:pt x="1188721" y="264697"/>
                </a:moveTo>
                <a:cubicBezTo>
                  <a:pt x="678396" y="264697"/>
                  <a:pt x="264696" y="678397"/>
                  <a:pt x="264696" y="1188721"/>
                </a:cubicBezTo>
                <a:cubicBezTo>
                  <a:pt x="264696" y="1699045"/>
                  <a:pt x="678396" y="2112745"/>
                  <a:pt x="1188721" y="2112745"/>
                </a:cubicBezTo>
                <a:cubicBezTo>
                  <a:pt x="1699046" y="2112745"/>
                  <a:pt x="2112746" y="1699045"/>
                  <a:pt x="2112746" y="1188721"/>
                </a:cubicBezTo>
                <a:cubicBezTo>
                  <a:pt x="2112746" y="678397"/>
                  <a:pt x="1699046" y="264697"/>
                  <a:pt x="1188721" y="264697"/>
                </a:cubicBezTo>
                <a:close/>
              </a:path>
            </a:pathLst>
          </a:custGeom>
          <a:gradFill>
            <a:gsLst>
              <a:gs pos="0">
                <a:srgbClr val="EEF5FF">
                  <a:alpha val="0"/>
                </a:srgbClr>
              </a:gs>
              <a:gs pos="100000">
                <a:srgbClr val="05FDFF">
                  <a:alpha val="20000"/>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nvGrpSpPr>
          <p:cNvPr id="4425" name="Google Shape;4425;g38b88470f6c_3_3250"/>
          <p:cNvGrpSpPr/>
          <p:nvPr/>
        </p:nvGrpSpPr>
        <p:grpSpPr>
          <a:xfrm>
            <a:off x="11490140" y="6059615"/>
            <a:ext cx="315939" cy="409183"/>
            <a:chOff x="11575262" y="5512453"/>
            <a:chExt cx="315939" cy="409183"/>
          </a:xfrm>
        </p:grpSpPr>
        <p:sp>
          <p:nvSpPr>
            <p:cNvPr id="4426" name="Google Shape;4426;g38b88470f6c_3_3250"/>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427" name="Google Shape;4427;g38b88470f6c_3_3250"/>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sp>
          <p:nvSpPr>
            <p:cNvPr id="4428" name="Google Shape;4428;g38b88470f6c_3_3250"/>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grpSp>
      <p:grpSp>
        <p:nvGrpSpPr>
          <p:cNvPr id="4429" name="Google Shape;4429;g38b88470f6c_3_3250"/>
          <p:cNvGrpSpPr/>
          <p:nvPr/>
        </p:nvGrpSpPr>
        <p:grpSpPr>
          <a:xfrm>
            <a:off x="976070" y="2631155"/>
            <a:ext cx="256344" cy="68100"/>
            <a:chOff x="781167" y="5925573"/>
            <a:chExt cx="256344" cy="68100"/>
          </a:xfrm>
        </p:grpSpPr>
        <p:sp>
          <p:nvSpPr>
            <p:cNvPr id="4430" name="Google Shape;4430;g38b88470f6c_3_3250"/>
            <p:cNvSpPr/>
            <p:nvPr/>
          </p:nvSpPr>
          <p:spPr>
            <a:xfrm>
              <a:off x="781167" y="5925573"/>
              <a:ext cx="68100" cy="68100"/>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icksand"/>
                <a:ea typeface="Quicksand"/>
                <a:cs typeface="Quicksand"/>
                <a:sym typeface="Quicksand"/>
              </a:endParaRPr>
            </a:p>
          </p:txBody>
        </p:sp>
        <p:cxnSp>
          <p:nvCxnSpPr>
            <p:cNvPr id="4431" name="Google Shape;4431;g38b88470f6c_3_3250"/>
            <p:cNvCxnSpPr/>
            <p:nvPr/>
          </p:nvCxnSpPr>
          <p:spPr>
            <a:xfrm>
              <a:off x="882411" y="5959579"/>
              <a:ext cx="155100" cy="0"/>
            </a:xfrm>
            <a:prstGeom prst="straightConnector1">
              <a:avLst/>
            </a:prstGeom>
            <a:noFill/>
            <a:ln cap="rnd" cmpd="sng" w="9525">
              <a:solidFill>
                <a:schemeClr val="dk1"/>
              </a:solidFill>
              <a:prstDash val="solid"/>
              <a:round/>
              <a:headEnd len="sm" w="sm" type="none"/>
              <a:tailEnd len="sm" w="sm" type="none"/>
            </a:ln>
          </p:spPr>
        </p:cxnSp>
      </p:grpSp>
      <p:sp>
        <p:nvSpPr>
          <p:cNvPr id="4432" name="Google Shape;4432;g38b88470f6c_3_3250"/>
          <p:cNvSpPr txBox="1"/>
          <p:nvPr>
            <p:ph idx="1" type="body"/>
          </p:nvPr>
        </p:nvSpPr>
        <p:spPr>
          <a:xfrm>
            <a:off x="694703" y="1434582"/>
            <a:ext cx="109080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4400"/>
              <a:buFont typeface="Arial"/>
              <a:buNone/>
              <a:defRPr b="0" i="0" sz="4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433" name="Google Shape;4433;g38b88470f6c_3_3250"/>
          <p:cNvSpPr/>
          <p:nvPr>
            <p:ph idx="2" type="pic"/>
          </p:nvPr>
        </p:nvSpPr>
        <p:spPr>
          <a:xfrm>
            <a:off x="6766850" y="2522830"/>
            <a:ext cx="4347900" cy="3970200"/>
          </a:xfrm>
          <a:prstGeom prst="rect">
            <a:avLst/>
          </a:prstGeom>
          <a:noFill/>
          <a:ln>
            <a:noFill/>
          </a:ln>
        </p:spPr>
      </p:sp>
      <p:sp>
        <p:nvSpPr>
          <p:cNvPr id="4434" name="Google Shape;4434;g38b88470f6c_3_3250"/>
          <p:cNvSpPr txBox="1"/>
          <p:nvPr>
            <p:ph idx="3" type="body"/>
          </p:nvPr>
        </p:nvSpPr>
        <p:spPr>
          <a:xfrm>
            <a:off x="1319622" y="2530531"/>
            <a:ext cx="5009100" cy="9321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800"/>
              <a:buFont typeface="Arial"/>
              <a:buNone/>
              <a:defRPr b="0" i="0" sz="18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
        <p:nvSpPr>
          <p:cNvPr id="4435" name="Google Shape;4435;g38b88470f6c_3_3250"/>
          <p:cNvSpPr txBox="1"/>
          <p:nvPr/>
        </p:nvSpPr>
        <p:spPr>
          <a:xfrm>
            <a:off x="11154788" y="404846"/>
            <a:ext cx="5478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2000"/>
              <a:buFont typeface="Arial"/>
              <a:buNone/>
            </a:pPr>
            <a:r>
              <a:rPr b="0" i="0" lang="en-US" sz="2000" u="none" cap="none" strike="noStrike">
                <a:solidFill>
                  <a:schemeClr val="dk1"/>
                </a:solidFill>
                <a:latin typeface="Kdam Thmor Pro"/>
                <a:ea typeface="Kdam Thmor Pro"/>
                <a:cs typeface="Kdam Thmor Pro"/>
                <a:sym typeface="Kdam Thmor Pro"/>
              </a:rPr>
              <a:t>Q</a:t>
            </a:r>
            <a:endParaRPr b="0" i="0" sz="1400" u="none" cap="none" strike="noStrike">
              <a:solidFill>
                <a:srgbClr val="000000"/>
              </a:solidFill>
              <a:latin typeface="Arial"/>
              <a:ea typeface="Arial"/>
              <a:cs typeface="Arial"/>
              <a:sym typeface="Arial"/>
            </a:endParaRPr>
          </a:p>
        </p:txBody>
      </p:sp>
      <p:sp>
        <p:nvSpPr>
          <p:cNvPr id="4436" name="Google Shape;4436;g38b88470f6c_3_3250"/>
          <p:cNvSpPr txBox="1"/>
          <p:nvPr>
            <p:ph idx="4" type="body"/>
          </p:nvPr>
        </p:nvSpPr>
        <p:spPr>
          <a:xfrm>
            <a:off x="11644251" y="417511"/>
            <a:ext cx="547800" cy="3834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b="0" i="0" sz="2000" u="none" cap="none" strike="noStrike">
                <a:solidFill>
                  <a:srgbClr val="A6EDED"/>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Quicksand"/>
                <a:ea typeface="Quicksand"/>
                <a:cs typeface="Quicksand"/>
                <a:sym typeface="Quicksand"/>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Quicksand"/>
                <a:ea typeface="Quicksand"/>
                <a:cs typeface="Quicksand"/>
                <a:sym typeface="Quicksand"/>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Quicksand"/>
                <a:ea typeface="Quicksand"/>
                <a:cs typeface="Quicksand"/>
                <a:sym typeface="Quicksand"/>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9"/>
                                        </p:tgtEl>
                                        <p:attrNameLst>
                                          <p:attrName>style.visibility</p:attrName>
                                        </p:attrNameLst>
                                      </p:cBhvr>
                                      <p:to>
                                        <p:strVal val="visible"/>
                                      </p:to>
                                    </p:set>
                                    <p:animEffect filter="fade" transition="in">
                                      <p:cBhvr>
                                        <p:cTn dur="500"/>
                                        <p:tgtEl>
                                          <p:spTgt spid="4429"/>
                                        </p:tgtEl>
                                      </p:cBhvr>
                                    </p:animEffect>
                                  </p:childTnLst>
                                </p:cTn>
                              </p:par>
                              <p:par>
                                <p:cTn fill="hold" nodeType="withEffect" presetClass="entr" presetID="10" presetSubtype="0">
                                  <p:stCondLst>
                                    <p:cond delay="0"/>
                                  </p:stCondLst>
                                  <p:childTnLst>
                                    <p:set>
                                      <p:cBhvr>
                                        <p:cTn dur="1" fill="hold">
                                          <p:stCondLst>
                                            <p:cond delay="0"/>
                                          </p:stCondLst>
                                        </p:cTn>
                                        <p:tgtEl>
                                          <p:spTgt spid="4434">
                                            <p:txEl>
                                              <p:pRg end="0" st="0"/>
                                            </p:txEl>
                                          </p:spTgt>
                                        </p:tgtEl>
                                        <p:attrNameLst>
                                          <p:attrName>style.visibility</p:attrName>
                                        </p:attrNameLst>
                                      </p:cBhvr>
                                      <p:to>
                                        <p:strVal val="visible"/>
                                      </p:to>
                                    </p:set>
                                    <p:animEffect filter="fade" transition="in">
                                      <p:cBhvr>
                                        <p:cTn dur="500"/>
                                        <p:tgtEl>
                                          <p:spTgt spid="443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34">
                                            <p:txEl>
                                              <p:pRg end="1" st="1"/>
                                            </p:txEl>
                                          </p:spTgt>
                                        </p:tgtEl>
                                        <p:attrNameLst>
                                          <p:attrName>style.visibility</p:attrName>
                                        </p:attrNameLst>
                                      </p:cBhvr>
                                      <p:to>
                                        <p:strVal val="visible"/>
                                      </p:to>
                                    </p:set>
                                    <p:animEffect filter="fade" transition="in">
                                      <p:cBhvr>
                                        <p:cTn dur="500"/>
                                        <p:tgtEl>
                                          <p:spTgt spid="4434">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34">
                                            <p:txEl>
                                              <p:pRg end="2" st="2"/>
                                            </p:txEl>
                                          </p:spTgt>
                                        </p:tgtEl>
                                        <p:attrNameLst>
                                          <p:attrName>style.visibility</p:attrName>
                                        </p:attrNameLst>
                                      </p:cBhvr>
                                      <p:to>
                                        <p:strVal val="visible"/>
                                      </p:to>
                                    </p:set>
                                    <p:animEffect filter="fade" transition="in">
                                      <p:cBhvr>
                                        <p:cTn dur="500"/>
                                        <p:tgtEl>
                                          <p:spTgt spid="4434">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34">
                                            <p:txEl>
                                              <p:pRg end="3" st="3"/>
                                            </p:txEl>
                                          </p:spTgt>
                                        </p:tgtEl>
                                        <p:attrNameLst>
                                          <p:attrName>style.visibility</p:attrName>
                                        </p:attrNameLst>
                                      </p:cBhvr>
                                      <p:to>
                                        <p:strVal val="visible"/>
                                      </p:to>
                                    </p:set>
                                    <p:animEffect filter="fade" transition="in">
                                      <p:cBhvr>
                                        <p:cTn dur="500"/>
                                        <p:tgtEl>
                                          <p:spTgt spid="4434">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34">
                                            <p:txEl>
                                              <p:pRg end="4" st="4"/>
                                            </p:txEl>
                                          </p:spTgt>
                                        </p:tgtEl>
                                        <p:attrNameLst>
                                          <p:attrName>style.visibility</p:attrName>
                                        </p:attrNameLst>
                                      </p:cBhvr>
                                      <p:to>
                                        <p:strVal val="visible"/>
                                      </p:to>
                                    </p:set>
                                    <p:animEffect filter="fade" transition="in">
                                      <p:cBhvr>
                                        <p:cTn dur="500"/>
                                        <p:tgtEl>
                                          <p:spTgt spid="4434">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34">
                                            <p:txEl>
                                              <p:pRg end="5" st="5"/>
                                            </p:txEl>
                                          </p:spTgt>
                                        </p:tgtEl>
                                        <p:attrNameLst>
                                          <p:attrName>style.visibility</p:attrName>
                                        </p:attrNameLst>
                                      </p:cBhvr>
                                      <p:to>
                                        <p:strVal val="visible"/>
                                      </p:to>
                                    </p:set>
                                    <p:animEffect filter="fade" transition="in">
                                      <p:cBhvr>
                                        <p:cTn dur="500"/>
                                        <p:tgtEl>
                                          <p:spTgt spid="4434">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34">
                                            <p:txEl>
                                              <p:pRg end="6" st="6"/>
                                            </p:txEl>
                                          </p:spTgt>
                                        </p:tgtEl>
                                        <p:attrNameLst>
                                          <p:attrName>style.visibility</p:attrName>
                                        </p:attrNameLst>
                                      </p:cBhvr>
                                      <p:to>
                                        <p:strVal val="visible"/>
                                      </p:to>
                                    </p:set>
                                    <p:animEffect filter="fade" transition="in">
                                      <p:cBhvr>
                                        <p:cTn dur="500"/>
                                        <p:tgtEl>
                                          <p:spTgt spid="4434">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34">
                                            <p:txEl>
                                              <p:pRg end="7" st="7"/>
                                            </p:txEl>
                                          </p:spTgt>
                                        </p:tgtEl>
                                        <p:attrNameLst>
                                          <p:attrName>style.visibility</p:attrName>
                                        </p:attrNameLst>
                                      </p:cBhvr>
                                      <p:to>
                                        <p:strVal val="visible"/>
                                      </p:to>
                                    </p:set>
                                    <p:animEffect filter="fade" transition="in">
                                      <p:cBhvr>
                                        <p:cTn dur="500"/>
                                        <p:tgtEl>
                                          <p:spTgt spid="4434">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34">
                                            <p:txEl>
                                              <p:pRg end="8" st="8"/>
                                            </p:txEl>
                                          </p:spTgt>
                                        </p:tgtEl>
                                        <p:attrNameLst>
                                          <p:attrName>style.visibility</p:attrName>
                                        </p:attrNameLst>
                                      </p:cBhvr>
                                      <p:to>
                                        <p:strVal val="visible"/>
                                      </p:to>
                                    </p:set>
                                    <p:animEffect filter="fade" transition="in">
                                      <p:cBhvr>
                                        <p:cTn dur="500"/>
                                        <p:tgtEl>
                                          <p:spTgt spid="4434">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33"/>
                                        </p:tgtEl>
                                        <p:attrNameLst>
                                          <p:attrName>style.visibility</p:attrName>
                                        </p:attrNameLst>
                                      </p:cBhvr>
                                      <p:to>
                                        <p:strVal val="visible"/>
                                      </p:to>
                                    </p:set>
                                    <p:animEffect filter="fade" transition="in">
                                      <p:cBhvr>
                                        <p:cTn dur="500"/>
                                        <p:tgtEl>
                                          <p:spTgt spid="4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Challenge+Text+pic">
  <p:cSld name="WA_Challenge+Text+pic">
    <p:spTree>
      <p:nvGrpSpPr>
        <p:cNvPr id="4437" name="Shape 4437"/>
        <p:cNvGrpSpPr/>
        <p:nvPr/>
      </p:nvGrpSpPr>
      <p:grpSpPr>
        <a:xfrm>
          <a:off x="0" y="0"/>
          <a:ext cx="0" cy="0"/>
          <a:chOff x="0" y="0"/>
          <a:chExt cx="0" cy="0"/>
        </a:xfrm>
      </p:grpSpPr>
      <p:grpSp>
        <p:nvGrpSpPr>
          <p:cNvPr id="4438" name="Google Shape;4438;g38b88470f6c_3_3276"/>
          <p:cNvGrpSpPr/>
          <p:nvPr/>
        </p:nvGrpSpPr>
        <p:grpSpPr>
          <a:xfrm>
            <a:off x="1901128" y="1620732"/>
            <a:ext cx="8944026" cy="4433003"/>
            <a:chOff x="-413326" y="937285"/>
            <a:chExt cx="4433003" cy="4433003"/>
          </a:xfrm>
        </p:grpSpPr>
        <p:sp>
          <p:nvSpPr>
            <p:cNvPr id="4439" name="Google Shape;4439;g38b88470f6c_3_327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440" name="Google Shape;4440;g38b88470f6c_3_327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441" name="Google Shape;4441;g38b88470f6c_3_327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442" name="Google Shape;4442;g38b88470f6c_3_327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443" name="Google Shape;4443;g38b88470f6c_3_3276"/>
          <p:cNvSpPr txBox="1"/>
          <p:nvPr>
            <p:ph idx="1" type="body"/>
          </p:nvPr>
        </p:nvSpPr>
        <p:spPr>
          <a:xfrm>
            <a:off x="2799191" y="1915534"/>
            <a:ext cx="7147800" cy="141630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chemeClr val="lt1"/>
              </a:buClr>
              <a:buSzPts val="2400"/>
              <a:buFont typeface="Arial"/>
              <a:buNone/>
              <a:defRPr b="0" i="0" sz="24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444" name="Google Shape;4444;g38b88470f6c_3_3276"/>
          <p:cNvSpPr/>
          <p:nvPr>
            <p:ph idx="2" type="pic"/>
          </p:nvPr>
        </p:nvSpPr>
        <p:spPr>
          <a:xfrm>
            <a:off x="2596055" y="3428999"/>
            <a:ext cx="7694700" cy="2455500"/>
          </a:xfrm>
          <a:prstGeom prst="rect">
            <a:avLst/>
          </a:prstGeom>
          <a:noFill/>
          <a:ln>
            <a:noFill/>
          </a:ln>
        </p:spPr>
      </p:sp>
      <p:sp>
        <p:nvSpPr>
          <p:cNvPr id="4445" name="Google Shape;4445;g38b88470f6c_3_3276"/>
          <p:cNvSpPr txBox="1"/>
          <p:nvPr>
            <p:ph idx="3" type="body"/>
          </p:nvPr>
        </p:nvSpPr>
        <p:spPr>
          <a:xfrm>
            <a:off x="2799191" y="235804"/>
            <a:ext cx="37647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rgbClr val="05FDFF"/>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446" name="Google Shape;4446;g38b88470f6c_3_3276"/>
          <p:cNvSpPr txBox="1"/>
          <p:nvPr/>
        </p:nvSpPr>
        <p:spPr>
          <a:xfrm>
            <a:off x="482600" y="314232"/>
            <a:ext cx="4724400" cy="79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11229"/>
              </a:buClr>
              <a:buSzPts val="3600"/>
              <a:buFont typeface="Arial"/>
              <a:buNone/>
            </a:pPr>
            <a:r>
              <a:rPr b="0" i="0" lang="en-US" sz="3600" u="none" cap="none" strike="noStrike">
                <a:solidFill>
                  <a:srgbClr val="05FDFF"/>
                </a:solidFill>
                <a:latin typeface="Kdam Thmor Pro"/>
                <a:ea typeface="Kdam Thmor Pro"/>
                <a:cs typeface="Kdam Thmor Pro"/>
                <a:sym typeface="Kdam Thmor Pro"/>
              </a:rPr>
              <a:t>Challenge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_3Step (H+PIC+NO.+HINT) 6">
  <p:cSld name="WA_3Step (H+PIC+NO.+HINT)_6">
    <p:spTree>
      <p:nvGrpSpPr>
        <p:cNvPr id="4447" name="Shape 4447"/>
        <p:cNvGrpSpPr/>
        <p:nvPr/>
      </p:nvGrpSpPr>
      <p:grpSpPr>
        <a:xfrm>
          <a:off x="0" y="0"/>
          <a:ext cx="0" cy="0"/>
          <a:chOff x="0" y="0"/>
          <a:chExt cx="0" cy="0"/>
        </a:xfrm>
      </p:grpSpPr>
      <p:grpSp>
        <p:nvGrpSpPr>
          <p:cNvPr id="4448" name="Google Shape;4448;g38b88470f6c_3_3286"/>
          <p:cNvGrpSpPr/>
          <p:nvPr/>
        </p:nvGrpSpPr>
        <p:grpSpPr>
          <a:xfrm>
            <a:off x="2148127" y="1620732"/>
            <a:ext cx="8449746" cy="4433003"/>
            <a:chOff x="-413326" y="937285"/>
            <a:chExt cx="4433003" cy="4433003"/>
          </a:xfrm>
        </p:grpSpPr>
        <p:sp>
          <p:nvSpPr>
            <p:cNvPr id="4449" name="Google Shape;4449;g38b88470f6c_3_3286"/>
            <p:cNvSpPr/>
            <p:nvPr/>
          </p:nvSpPr>
          <p:spPr>
            <a:xfrm rot="5400000">
              <a:off x="-413327" y="937286"/>
              <a:ext cx="617171" cy="617169"/>
            </a:xfrm>
            <a:custGeom>
              <a:rect b="b" l="l" r="r" t="t"/>
              <a:pathLst>
                <a:path extrusionOk="0" h="617169" w="617171">
                  <a:moveTo>
                    <a:pt x="617171" y="617169"/>
                  </a:moveTo>
                  <a:lnTo>
                    <a:pt x="0" y="617169"/>
                  </a:lnTo>
                  <a:lnTo>
                    <a:pt x="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450" name="Google Shape;4450;g38b88470f6c_3_3286"/>
            <p:cNvSpPr/>
            <p:nvPr/>
          </p:nvSpPr>
          <p:spPr>
            <a:xfrm rot="5400000">
              <a:off x="3402507" y="937287"/>
              <a:ext cx="617170" cy="617168"/>
            </a:xfrm>
            <a:custGeom>
              <a:rect b="b" l="l" r="r" t="t"/>
              <a:pathLst>
                <a:path extrusionOk="0" h="617168" w="617170">
                  <a:moveTo>
                    <a:pt x="0" y="617168"/>
                  </a:moveTo>
                  <a:lnTo>
                    <a:pt x="0" y="0"/>
                  </a:lnTo>
                  <a:lnTo>
                    <a:pt x="617170" y="0"/>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451" name="Google Shape;4451;g38b88470f6c_3_3286"/>
            <p:cNvSpPr/>
            <p:nvPr/>
          </p:nvSpPr>
          <p:spPr>
            <a:xfrm rot="5400000">
              <a:off x="-413325" y="4753120"/>
              <a:ext cx="617167" cy="617169"/>
            </a:xfrm>
            <a:custGeom>
              <a:rect b="b" l="l" r="r" t="t"/>
              <a:pathLst>
                <a:path extrusionOk="0" h="617169" w="617167">
                  <a:moveTo>
                    <a:pt x="617167" y="0"/>
                  </a:moveTo>
                  <a:lnTo>
                    <a:pt x="617167" y="617169"/>
                  </a:lnTo>
                  <a:lnTo>
                    <a:pt x="0" y="617169"/>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452" name="Google Shape;4452;g38b88470f6c_3_3286"/>
            <p:cNvSpPr/>
            <p:nvPr/>
          </p:nvSpPr>
          <p:spPr>
            <a:xfrm rot="5400000">
              <a:off x="3402509" y="4753120"/>
              <a:ext cx="617167" cy="617168"/>
            </a:xfrm>
            <a:custGeom>
              <a:rect b="b" l="l" r="r" t="t"/>
              <a:pathLst>
                <a:path extrusionOk="0" h="617168" w="617167">
                  <a:moveTo>
                    <a:pt x="0" y="0"/>
                  </a:moveTo>
                  <a:lnTo>
                    <a:pt x="617167" y="0"/>
                  </a:lnTo>
                  <a:lnTo>
                    <a:pt x="617167" y="617168"/>
                  </a:lnTo>
                </a:path>
              </a:pathLst>
            </a:custGeom>
            <a:no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
        <p:nvSpPr>
          <p:cNvPr id="4453" name="Google Shape;4453;g38b88470f6c_3_3286"/>
          <p:cNvSpPr txBox="1"/>
          <p:nvPr/>
        </p:nvSpPr>
        <p:spPr>
          <a:xfrm>
            <a:off x="7719261" y="426851"/>
            <a:ext cx="3337200" cy="396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111229"/>
              </a:buClr>
              <a:buSzPts val="2000"/>
              <a:buFont typeface="Arial"/>
              <a:buNone/>
            </a:pPr>
            <a:r>
              <a:rPr b="0" i="0" lang="en-US" sz="2000" u="none" cap="none" strike="noStrike">
                <a:solidFill>
                  <a:srgbClr val="FFFFFF"/>
                </a:solidFill>
                <a:latin typeface="Kdam Thmor Pro"/>
                <a:ea typeface="Kdam Thmor Pro"/>
                <a:cs typeface="Kdam Thmor Pro"/>
                <a:sym typeface="Kdam Thmor Pro"/>
              </a:rPr>
              <a:t>Step  </a:t>
            </a:r>
            <a:endParaRPr b="0" i="0" sz="1400" u="none" cap="none" strike="noStrike">
              <a:solidFill>
                <a:srgbClr val="000000"/>
              </a:solidFill>
              <a:latin typeface="Arial"/>
              <a:ea typeface="Arial"/>
              <a:cs typeface="Arial"/>
              <a:sym typeface="Arial"/>
            </a:endParaRPr>
          </a:p>
        </p:txBody>
      </p:sp>
      <p:sp>
        <p:nvSpPr>
          <p:cNvPr id="4454" name="Google Shape;4454;g38b88470f6c_3_3286"/>
          <p:cNvSpPr/>
          <p:nvPr>
            <p:ph idx="2" type="pic"/>
          </p:nvPr>
        </p:nvSpPr>
        <p:spPr>
          <a:xfrm>
            <a:off x="2699657" y="1900415"/>
            <a:ext cx="7323300" cy="3913500"/>
          </a:xfrm>
          <a:prstGeom prst="rect">
            <a:avLst/>
          </a:prstGeom>
          <a:noFill/>
          <a:ln>
            <a:noFill/>
          </a:ln>
        </p:spPr>
      </p:sp>
      <p:sp>
        <p:nvSpPr>
          <p:cNvPr id="4455" name="Google Shape;4455;g38b88470f6c_3_3286"/>
          <p:cNvSpPr txBox="1"/>
          <p:nvPr>
            <p:ph idx="1" type="body"/>
          </p:nvPr>
        </p:nvSpPr>
        <p:spPr>
          <a:xfrm>
            <a:off x="467859" y="235804"/>
            <a:ext cx="4578900" cy="870900"/>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3600"/>
              <a:buFont typeface="Arial"/>
              <a:buNone/>
              <a:defRPr b="0" i="0" sz="36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sp>
        <p:nvSpPr>
          <p:cNvPr id="4456" name="Google Shape;4456;g38b88470f6c_3_3286"/>
          <p:cNvSpPr txBox="1"/>
          <p:nvPr>
            <p:ph idx="3" type="body"/>
          </p:nvPr>
        </p:nvSpPr>
        <p:spPr>
          <a:xfrm>
            <a:off x="10998200" y="439516"/>
            <a:ext cx="908100" cy="38340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chemeClr val="lt1"/>
              </a:buClr>
              <a:buSzPts val="2000"/>
              <a:buFont typeface="Arial"/>
              <a:buNone/>
              <a:defRPr b="0" i="0" sz="20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4457" name="Google Shape;4457;g38b88470f6c_3_3286"/>
          <p:cNvGrpSpPr/>
          <p:nvPr/>
        </p:nvGrpSpPr>
        <p:grpSpPr>
          <a:xfrm>
            <a:off x="8589558" y="6331536"/>
            <a:ext cx="256344" cy="68100"/>
            <a:chOff x="781167" y="5836673"/>
            <a:chExt cx="256344" cy="68100"/>
          </a:xfrm>
        </p:grpSpPr>
        <p:sp>
          <p:nvSpPr>
            <p:cNvPr id="4458" name="Google Shape;4458;g38b88470f6c_3_3286"/>
            <p:cNvSpPr/>
            <p:nvPr/>
          </p:nvSpPr>
          <p:spPr>
            <a:xfrm>
              <a:off x="781167" y="5836673"/>
              <a:ext cx="68100" cy="681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cxnSp>
          <p:nvCxnSpPr>
            <p:cNvPr id="4459" name="Google Shape;4459;g38b88470f6c_3_3286"/>
            <p:cNvCxnSpPr/>
            <p:nvPr/>
          </p:nvCxnSpPr>
          <p:spPr>
            <a:xfrm>
              <a:off x="882411" y="5870679"/>
              <a:ext cx="155100" cy="0"/>
            </a:xfrm>
            <a:prstGeom prst="straightConnector1">
              <a:avLst/>
            </a:prstGeom>
            <a:noFill/>
            <a:ln cap="rnd" cmpd="sng" w="9525">
              <a:solidFill>
                <a:srgbClr val="05FDFF"/>
              </a:solidFill>
              <a:prstDash val="solid"/>
              <a:round/>
              <a:headEnd len="sm" w="sm" type="none"/>
              <a:tailEnd len="sm" w="sm" type="none"/>
            </a:ln>
          </p:spPr>
        </p:cxnSp>
      </p:grpSp>
      <p:sp>
        <p:nvSpPr>
          <p:cNvPr id="4460" name="Google Shape;4460;g38b88470f6c_3_3286"/>
          <p:cNvSpPr txBox="1"/>
          <p:nvPr>
            <p:ph idx="4" type="body"/>
          </p:nvPr>
        </p:nvSpPr>
        <p:spPr>
          <a:xfrm>
            <a:off x="8845909" y="6270108"/>
            <a:ext cx="3060300" cy="58800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1200"/>
              <a:buFont typeface="Arial"/>
              <a:buNone/>
              <a:defRPr b="0" i="0" sz="1200" u="none" cap="none" strike="noStrike">
                <a:solidFill>
                  <a:schemeClr val="dk1"/>
                </a:solidFill>
                <a:latin typeface="Kdam Thmor Pro"/>
                <a:ea typeface="Kdam Thmor Pro"/>
                <a:cs typeface="Kdam Thmor Pro"/>
                <a:sym typeface="Kdam Thmor Pro"/>
              </a:defRPr>
            </a:lvl1pPr>
            <a:lvl2pPr indent="-330200" lvl="1" marL="914400" marR="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Kdam Thmor Pro"/>
                <a:ea typeface="Kdam Thmor Pro"/>
                <a:cs typeface="Kdam Thmor Pro"/>
                <a:sym typeface="Kdam Thmor Pro"/>
              </a:defRPr>
            </a:lvl2pPr>
            <a:lvl3pPr indent="-317500" lvl="2" marL="1371600" marR="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Kdam Thmor Pro"/>
                <a:ea typeface="Kdam Thmor Pro"/>
                <a:cs typeface="Kdam Thmor Pro"/>
                <a:sym typeface="Kdam Thmor Pro"/>
              </a:defRPr>
            </a:lvl3pPr>
            <a:lvl4pPr indent="-304800" lvl="3" marL="18288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4pPr>
            <a:lvl5pPr indent="-304800" lvl="4" marL="22860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5pPr>
            <a:lvl6pPr indent="-304800" lvl="5" marL="27432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6pPr>
            <a:lvl7pPr indent="-304800" lvl="6" marL="32004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7pPr>
            <a:lvl8pPr indent="-304800" lvl="7" marL="3657600" marR="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8pPr>
            <a:lvl9pPr indent="-304800" lvl="8" marL="4114800" marR="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Kdam Thmor Pro"/>
                <a:ea typeface="Kdam Thmor Pro"/>
                <a:cs typeface="Kdam Thmor Pro"/>
                <a:sym typeface="Kdam Thmor Pro"/>
              </a:defRPr>
            </a:lvl9pPr>
          </a:lstStyle>
          <a:p/>
        </p:txBody>
      </p:sp>
      <p:grpSp>
        <p:nvGrpSpPr>
          <p:cNvPr id="4461" name="Google Shape;4461;g38b88470f6c_3_3286"/>
          <p:cNvGrpSpPr/>
          <p:nvPr/>
        </p:nvGrpSpPr>
        <p:grpSpPr>
          <a:xfrm>
            <a:off x="11722369" y="5812872"/>
            <a:ext cx="315939" cy="409183"/>
            <a:chOff x="11575262" y="5512453"/>
            <a:chExt cx="315939" cy="409183"/>
          </a:xfrm>
        </p:grpSpPr>
        <p:sp>
          <p:nvSpPr>
            <p:cNvPr id="4462" name="Google Shape;4462;g38b88470f6c_3_3286"/>
            <p:cNvSpPr/>
            <p:nvPr/>
          </p:nvSpPr>
          <p:spPr>
            <a:xfrm>
              <a:off x="11589701" y="5608436"/>
              <a:ext cx="301500" cy="313200"/>
            </a:xfrm>
            <a:prstGeom prst="ellipse">
              <a:avLst/>
            </a:prstGeom>
            <a:solidFill>
              <a:srgbClr val="05F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463" name="Google Shape;4463;g38b88470f6c_3_3286"/>
            <p:cNvSpPr/>
            <p:nvPr/>
          </p:nvSpPr>
          <p:spPr>
            <a:xfrm>
              <a:off x="11584939" y="5513432"/>
              <a:ext cx="182975" cy="340518"/>
            </a:xfrm>
            <a:custGeom>
              <a:rect b="b" l="l" r="r" t="t"/>
              <a:pathLst>
                <a:path extrusionOk="0" h="340518" w="182975">
                  <a:moveTo>
                    <a:pt x="102013" y="340519"/>
                  </a:moveTo>
                  <a:lnTo>
                    <a:pt x="76200" y="340519"/>
                  </a:lnTo>
                  <a:lnTo>
                    <a:pt x="76200" y="281464"/>
                  </a:lnTo>
                  <a:lnTo>
                    <a:pt x="102394" y="281464"/>
                  </a:lnTo>
                  <a:close/>
                  <a:moveTo>
                    <a:pt x="78200" y="338138"/>
                  </a:moveTo>
                  <a:lnTo>
                    <a:pt x="99632" y="338138"/>
                  </a:lnTo>
                  <a:lnTo>
                    <a:pt x="99632" y="283845"/>
                  </a:lnTo>
                  <a:lnTo>
                    <a:pt x="78200" y="283845"/>
                  </a:lnTo>
                  <a:close/>
                  <a:moveTo>
                    <a:pt x="102013" y="242888"/>
                  </a:moveTo>
                  <a:lnTo>
                    <a:pt x="76200" y="242888"/>
                  </a:lnTo>
                  <a:lnTo>
                    <a:pt x="76200" y="235553"/>
                  </a:lnTo>
                  <a:cubicBezTo>
                    <a:pt x="76200" y="215456"/>
                    <a:pt x="79534" y="190976"/>
                    <a:pt x="119920" y="155067"/>
                  </a:cubicBezTo>
                  <a:cubicBezTo>
                    <a:pt x="152972" y="125444"/>
                    <a:pt x="155734" y="103727"/>
                    <a:pt x="155734" y="84106"/>
                  </a:cubicBezTo>
                  <a:cubicBezTo>
                    <a:pt x="156702" y="52242"/>
                    <a:pt x="131656" y="25626"/>
                    <a:pt x="99792" y="24658"/>
                  </a:cubicBezTo>
                  <a:cubicBezTo>
                    <a:pt x="97897" y="24600"/>
                    <a:pt x="96000" y="24636"/>
                    <a:pt x="94107" y="24765"/>
                  </a:cubicBezTo>
                  <a:cubicBezTo>
                    <a:pt x="56007" y="24765"/>
                    <a:pt x="33338" y="45720"/>
                    <a:pt x="26289" y="87154"/>
                  </a:cubicBezTo>
                  <a:lnTo>
                    <a:pt x="26289" y="88106"/>
                  </a:lnTo>
                  <a:lnTo>
                    <a:pt x="0" y="88106"/>
                  </a:lnTo>
                  <a:lnTo>
                    <a:pt x="0" y="86868"/>
                  </a:lnTo>
                  <a:cubicBezTo>
                    <a:pt x="0" y="83344"/>
                    <a:pt x="6763" y="0"/>
                    <a:pt x="94583" y="0"/>
                  </a:cubicBezTo>
                  <a:cubicBezTo>
                    <a:pt x="155353" y="0"/>
                    <a:pt x="182975" y="43339"/>
                    <a:pt x="182975" y="83630"/>
                  </a:cubicBezTo>
                  <a:cubicBezTo>
                    <a:pt x="182975" y="119825"/>
                    <a:pt x="171069" y="142589"/>
                    <a:pt x="135922" y="174022"/>
                  </a:cubicBezTo>
                  <a:cubicBezTo>
                    <a:pt x="110871" y="196310"/>
                    <a:pt x="102013" y="213169"/>
                    <a:pt x="102013" y="238411"/>
                  </a:cubicBezTo>
                  <a:close/>
                  <a:moveTo>
                    <a:pt x="78200" y="240506"/>
                  </a:moveTo>
                  <a:lnTo>
                    <a:pt x="99632" y="240506"/>
                  </a:lnTo>
                  <a:lnTo>
                    <a:pt x="99632" y="238125"/>
                  </a:lnTo>
                  <a:cubicBezTo>
                    <a:pt x="99632" y="212122"/>
                    <a:pt x="108680" y="194786"/>
                    <a:pt x="134303" y="171450"/>
                  </a:cubicBezTo>
                  <a:cubicBezTo>
                    <a:pt x="168878" y="141351"/>
                    <a:pt x="180975" y="118967"/>
                    <a:pt x="180975" y="83630"/>
                  </a:cubicBezTo>
                  <a:cubicBezTo>
                    <a:pt x="180975" y="44482"/>
                    <a:pt x="154115" y="2381"/>
                    <a:pt x="95250" y="2381"/>
                  </a:cubicBezTo>
                  <a:cubicBezTo>
                    <a:pt x="13716" y="2381"/>
                    <a:pt x="3620" y="74771"/>
                    <a:pt x="2572" y="85725"/>
                  </a:cubicBezTo>
                  <a:lnTo>
                    <a:pt x="24098" y="85725"/>
                  </a:lnTo>
                  <a:cubicBezTo>
                    <a:pt x="31528" y="43720"/>
                    <a:pt x="55150" y="22384"/>
                    <a:pt x="94107" y="22384"/>
                  </a:cubicBezTo>
                  <a:cubicBezTo>
                    <a:pt x="127187" y="20369"/>
                    <a:pt x="155637" y="45553"/>
                    <a:pt x="157651" y="78633"/>
                  </a:cubicBezTo>
                  <a:cubicBezTo>
                    <a:pt x="157762" y="80455"/>
                    <a:pt x="157789" y="82281"/>
                    <a:pt x="157734" y="84106"/>
                  </a:cubicBezTo>
                  <a:cubicBezTo>
                    <a:pt x="157734" y="104299"/>
                    <a:pt x="154877" y="126587"/>
                    <a:pt x="121158" y="156877"/>
                  </a:cubicBezTo>
                  <a:cubicBezTo>
                    <a:pt x="81534" y="192119"/>
                    <a:pt x="78200" y="215932"/>
                    <a:pt x="78200" y="235553"/>
                  </a:cubicBezTo>
                  <a:close/>
                </a:path>
              </a:pathLst>
            </a:custGeom>
            <a:solidFill>
              <a:srgbClr val="05FDFF"/>
            </a:solidFill>
            <a:ln cap="flat"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sp>
          <p:nvSpPr>
            <p:cNvPr id="4464" name="Google Shape;4464;g38b88470f6c_3_3286"/>
            <p:cNvSpPr/>
            <p:nvPr/>
          </p:nvSpPr>
          <p:spPr>
            <a:xfrm>
              <a:off x="11575262" y="5512453"/>
              <a:ext cx="180498" cy="338137"/>
            </a:xfrm>
            <a:custGeom>
              <a:rect b="b" l="l" r="r" t="t"/>
              <a:pathLst>
                <a:path extrusionOk="0" h="338137" w="180498">
                  <a:moveTo>
                    <a:pt x="75724" y="240506"/>
                  </a:moveTo>
                  <a:lnTo>
                    <a:pt x="75724" y="234315"/>
                  </a:lnTo>
                  <a:cubicBezTo>
                    <a:pt x="75724" y="213360"/>
                    <a:pt x="80010" y="189548"/>
                    <a:pt x="119063" y="154781"/>
                  </a:cubicBezTo>
                  <a:cubicBezTo>
                    <a:pt x="151448" y="126206"/>
                    <a:pt x="155258" y="104299"/>
                    <a:pt x="155258" y="82868"/>
                  </a:cubicBezTo>
                  <a:cubicBezTo>
                    <a:pt x="156152" y="50265"/>
                    <a:pt x="130447" y="23110"/>
                    <a:pt x="97845" y="22215"/>
                  </a:cubicBezTo>
                  <a:cubicBezTo>
                    <a:pt x="96185" y="22170"/>
                    <a:pt x="94525" y="22194"/>
                    <a:pt x="92869" y="22289"/>
                  </a:cubicBezTo>
                  <a:cubicBezTo>
                    <a:pt x="51911" y="22289"/>
                    <a:pt x="30480" y="46387"/>
                    <a:pt x="23813" y="85725"/>
                  </a:cubicBezTo>
                  <a:lnTo>
                    <a:pt x="0" y="85725"/>
                  </a:lnTo>
                  <a:cubicBezTo>
                    <a:pt x="1429" y="63818"/>
                    <a:pt x="17145" y="0"/>
                    <a:pt x="93345" y="0"/>
                  </a:cubicBezTo>
                  <a:cubicBezTo>
                    <a:pt x="157162" y="0"/>
                    <a:pt x="180499" y="46673"/>
                    <a:pt x="180499" y="82487"/>
                  </a:cubicBezTo>
                  <a:cubicBezTo>
                    <a:pt x="180499" y="118301"/>
                    <a:pt x="169069" y="140589"/>
                    <a:pt x="133826" y="172022"/>
                  </a:cubicBezTo>
                  <a:cubicBezTo>
                    <a:pt x="107633" y="195358"/>
                    <a:pt x="99536" y="212503"/>
                    <a:pt x="99536" y="237268"/>
                  </a:cubicBezTo>
                  <a:lnTo>
                    <a:pt x="99536" y="240602"/>
                  </a:lnTo>
                  <a:close/>
                  <a:moveTo>
                    <a:pt x="75724" y="338138"/>
                  </a:moveTo>
                  <a:lnTo>
                    <a:pt x="75724" y="280988"/>
                  </a:lnTo>
                  <a:lnTo>
                    <a:pt x="99536" y="280988"/>
                  </a:lnTo>
                  <a:lnTo>
                    <a:pt x="99536" y="338138"/>
                  </a:lnTo>
                  <a:close/>
                </a:path>
              </a:pathLst>
            </a:custGeom>
            <a:solidFill>
              <a:srgbClr val="05FD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Kdam Thmor Pro"/>
                <a:buNone/>
              </a:pPr>
              <a:r>
                <a:t/>
              </a:r>
              <a:endParaRPr b="0" i="0" sz="1800" u="none" cap="none" strike="noStrike">
                <a:solidFill>
                  <a:srgbClr val="111229"/>
                </a:solidFill>
                <a:latin typeface="Kdam Thmor Pro"/>
                <a:ea typeface="Kdam Thmor Pro"/>
                <a:cs typeface="Kdam Thmor Pro"/>
                <a:sym typeface="Kdam Thmor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7"/>
                                        </p:tgtEl>
                                        <p:attrNameLst>
                                          <p:attrName>style.visibility</p:attrName>
                                        </p:attrNameLst>
                                      </p:cBhvr>
                                      <p:to>
                                        <p:strVal val="visible"/>
                                      </p:to>
                                    </p:set>
                                    <p:animEffect filter="fade" transition="in">
                                      <p:cBhvr>
                                        <p:cTn dur="500"/>
                                        <p:tgtEl>
                                          <p:spTgt spid="445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460"/>
                                        </p:tgtEl>
                                        <p:attrNameLst>
                                          <p:attrName>style.visibility</p:attrName>
                                        </p:attrNameLst>
                                      </p:cBhvr>
                                      <p:to>
                                        <p:strVal val="visible"/>
                                      </p:to>
                                    </p:set>
                                    <p:animEffect filter="fade" transition="in">
                                      <p:cBhvr>
                                        <p:cTn dur="500"/>
                                        <p:tgtEl>
                                          <p:spTgt spid="44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7.xml"/><Relationship Id="rId42" Type="http://schemas.openxmlformats.org/officeDocument/2006/relationships/slideLayout" Target="../slideLayouts/slideLayout39.xml"/><Relationship Id="rId41" Type="http://schemas.openxmlformats.org/officeDocument/2006/relationships/slideLayout" Target="../slideLayouts/slideLayout38.xml"/><Relationship Id="rId44" Type="http://schemas.openxmlformats.org/officeDocument/2006/relationships/slideLayout" Target="../slideLayouts/slideLayout41.xml"/><Relationship Id="rId43" Type="http://schemas.openxmlformats.org/officeDocument/2006/relationships/slideLayout" Target="../slideLayouts/slideLayout40.xml"/><Relationship Id="rId46" Type="http://schemas.openxmlformats.org/officeDocument/2006/relationships/slideLayout" Target="../slideLayouts/slideLayout43.xml"/><Relationship Id="rId45" Type="http://schemas.openxmlformats.org/officeDocument/2006/relationships/slideLayout" Target="../slideLayouts/slideLayout42.xml"/><Relationship Id="rId107" Type="http://schemas.openxmlformats.org/officeDocument/2006/relationships/slideLayout" Target="../slideLayouts/slideLayout104.xml"/><Relationship Id="rId106" Type="http://schemas.openxmlformats.org/officeDocument/2006/relationships/slideLayout" Target="../slideLayouts/slideLayout103.xml"/><Relationship Id="rId105" Type="http://schemas.openxmlformats.org/officeDocument/2006/relationships/slideLayout" Target="../slideLayouts/slideLayout102.xml"/><Relationship Id="rId104" Type="http://schemas.openxmlformats.org/officeDocument/2006/relationships/slideLayout" Target="../slideLayouts/slideLayout101.xml"/><Relationship Id="rId109" Type="http://schemas.openxmlformats.org/officeDocument/2006/relationships/slideLayout" Target="../slideLayouts/slideLayout106.xml"/><Relationship Id="rId108" Type="http://schemas.openxmlformats.org/officeDocument/2006/relationships/slideLayout" Target="../slideLayouts/slideLayout105.xml"/><Relationship Id="rId48" Type="http://schemas.openxmlformats.org/officeDocument/2006/relationships/slideLayout" Target="../slideLayouts/slideLayout45.xml"/><Relationship Id="rId47" Type="http://schemas.openxmlformats.org/officeDocument/2006/relationships/slideLayout" Target="../slideLayouts/slideLayout44.xml"/><Relationship Id="rId49" Type="http://schemas.openxmlformats.org/officeDocument/2006/relationships/slideLayout" Target="../slideLayouts/slideLayout46.xml"/><Relationship Id="rId103" Type="http://schemas.openxmlformats.org/officeDocument/2006/relationships/slideLayout" Target="../slideLayouts/slideLayout100.xml"/><Relationship Id="rId102" Type="http://schemas.openxmlformats.org/officeDocument/2006/relationships/slideLayout" Target="../slideLayouts/slideLayout99.xml"/><Relationship Id="rId101" Type="http://schemas.openxmlformats.org/officeDocument/2006/relationships/slideLayout" Target="../slideLayouts/slideLayout98.xml"/><Relationship Id="rId100" Type="http://schemas.openxmlformats.org/officeDocument/2006/relationships/slideLayout" Target="../slideLayouts/slideLayout97.xml"/><Relationship Id="rId31" Type="http://schemas.openxmlformats.org/officeDocument/2006/relationships/slideLayout" Target="../slideLayouts/slideLayout28.xml"/><Relationship Id="rId30" Type="http://schemas.openxmlformats.org/officeDocument/2006/relationships/slideLayout" Target="../slideLayouts/slideLayout27.xml"/><Relationship Id="rId33" Type="http://schemas.openxmlformats.org/officeDocument/2006/relationships/slideLayout" Target="../slideLayouts/slideLayout30.xml"/><Relationship Id="rId32" Type="http://schemas.openxmlformats.org/officeDocument/2006/relationships/slideLayout" Target="../slideLayouts/slideLayout29.xml"/><Relationship Id="rId35" Type="http://schemas.openxmlformats.org/officeDocument/2006/relationships/slideLayout" Target="../slideLayouts/slideLayout32.xml"/><Relationship Id="rId34" Type="http://schemas.openxmlformats.org/officeDocument/2006/relationships/slideLayout" Target="../slideLayouts/slideLayout31.xml"/><Relationship Id="rId37" Type="http://schemas.openxmlformats.org/officeDocument/2006/relationships/slideLayout" Target="../slideLayouts/slideLayout34.xml"/><Relationship Id="rId36" Type="http://schemas.openxmlformats.org/officeDocument/2006/relationships/slideLayout" Target="../slideLayouts/slideLayout33.xml"/><Relationship Id="rId39" Type="http://schemas.openxmlformats.org/officeDocument/2006/relationships/slideLayout" Target="../slideLayouts/slideLayout36.xml"/><Relationship Id="rId38" Type="http://schemas.openxmlformats.org/officeDocument/2006/relationships/slideLayout" Target="../slideLayouts/slideLayout35.xml"/><Relationship Id="rId20" Type="http://schemas.openxmlformats.org/officeDocument/2006/relationships/slideLayout" Target="../slideLayouts/slideLayout17.xml"/><Relationship Id="rId22" Type="http://schemas.openxmlformats.org/officeDocument/2006/relationships/slideLayout" Target="../slideLayouts/slideLayout19.xml"/><Relationship Id="rId21" Type="http://schemas.openxmlformats.org/officeDocument/2006/relationships/slideLayout" Target="../slideLayouts/slideLayout18.xml"/><Relationship Id="rId24" Type="http://schemas.openxmlformats.org/officeDocument/2006/relationships/slideLayout" Target="../slideLayouts/slideLayout21.xml"/><Relationship Id="rId23" Type="http://schemas.openxmlformats.org/officeDocument/2006/relationships/slideLayout" Target="../slideLayouts/slideLayout20.xml"/><Relationship Id="rId129" Type="http://schemas.openxmlformats.org/officeDocument/2006/relationships/theme" Target="../theme/theme3.xml"/><Relationship Id="rId128" Type="http://schemas.openxmlformats.org/officeDocument/2006/relationships/slideLayout" Target="../slideLayouts/slideLayout125.xml"/><Relationship Id="rId127" Type="http://schemas.openxmlformats.org/officeDocument/2006/relationships/slideLayout" Target="../slideLayouts/slideLayout124.xml"/><Relationship Id="rId126" Type="http://schemas.openxmlformats.org/officeDocument/2006/relationships/slideLayout" Target="../slideLayouts/slideLayout123.xml"/><Relationship Id="rId26" Type="http://schemas.openxmlformats.org/officeDocument/2006/relationships/slideLayout" Target="../slideLayouts/slideLayout23.xml"/><Relationship Id="rId121" Type="http://schemas.openxmlformats.org/officeDocument/2006/relationships/slideLayout" Target="../slideLayouts/slideLayout118.xml"/><Relationship Id="rId25" Type="http://schemas.openxmlformats.org/officeDocument/2006/relationships/slideLayout" Target="../slideLayouts/slideLayout22.xml"/><Relationship Id="rId120" Type="http://schemas.openxmlformats.org/officeDocument/2006/relationships/slideLayout" Target="../slideLayouts/slideLayout117.xml"/><Relationship Id="rId28" Type="http://schemas.openxmlformats.org/officeDocument/2006/relationships/slideLayout" Target="../slideLayouts/slideLayout25.xml"/><Relationship Id="rId27" Type="http://schemas.openxmlformats.org/officeDocument/2006/relationships/slideLayout" Target="../slideLayouts/slideLayout24.xml"/><Relationship Id="rId125" Type="http://schemas.openxmlformats.org/officeDocument/2006/relationships/slideLayout" Target="../slideLayouts/slideLayout122.xml"/><Relationship Id="rId29" Type="http://schemas.openxmlformats.org/officeDocument/2006/relationships/slideLayout" Target="../slideLayouts/slideLayout26.xml"/><Relationship Id="rId124" Type="http://schemas.openxmlformats.org/officeDocument/2006/relationships/slideLayout" Target="../slideLayouts/slideLayout121.xml"/><Relationship Id="rId123" Type="http://schemas.openxmlformats.org/officeDocument/2006/relationships/slideLayout" Target="../slideLayouts/slideLayout120.xml"/><Relationship Id="rId122" Type="http://schemas.openxmlformats.org/officeDocument/2006/relationships/slideLayout" Target="../slideLayouts/slideLayout119.xml"/><Relationship Id="rId95" Type="http://schemas.openxmlformats.org/officeDocument/2006/relationships/slideLayout" Target="../slideLayouts/slideLayout92.xml"/><Relationship Id="rId94" Type="http://schemas.openxmlformats.org/officeDocument/2006/relationships/slideLayout" Target="../slideLayouts/slideLayout91.xml"/><Relationship Id="rId97" Type="http://schemas.openxmlformats.org/officeDocument/2006/relationships/slideLayout" Target="../slideLayouts/slideLayout94.xml"/><Relationship Id="rId96" Type="http://schemas.openxmlformats.org/officeDocument/2006/relationships/slideLayout" Target="../slideLayouts/slideLayout93.xml"/><Relationship Id="rId11" Type="http://schemas.openxmlformats.org/officeDocument/2006/relationships/slideLayout" Target="../slideLayouts/slideLayout8.xml"/><Relationship Id="rId99" Type="http://schemas.openxmlformats.org/officeDocument/2006/relationships/slideLayout" Target="../slideLayouts/slideLayout96.xml"/><Relationship Id="rId10" Type="http://schemas.openxmlformats.org/officeDocument/2006/relationships/slideLayout" Target="../slideLayouts/slideLayout7.xml"/><Relationship Id="rId98" Type="http://schemas.openxmlformats.org/officeDocument/2006/relationships/slideLayout" Target="../slideLayouts/slideLayout95.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91" Type="http://schemas.openxmlformats.org/officeDocument/2006/relationships/slideLayout" Target="../slideLayouts/slideLayout88.xml"/><Relationship Id="rId90" Type="http://schemas.openxmlformats.org/officeDocument/2006/relationships/slideLayout" Target="../slideLayouts/slideLayout87.xml"/><Relationship Id="rId93" Type="http://schemas.openxmlformats.org/officeDocument/2006/relationships/slideLayout" Target="../slideLayouts/slideLayout90.xml"/><Relationship Id="rId92" Type="http://schemas.openxmlformats.org/officeDocument/2006/relationships/slideLayout" Target="../slideLayouts/slideLayout89.xml"/><Relationship Id="rId118" Type="http://schemas.openxmlformats.org/officeDocument/2006/relationships/slideLayout" Target="../slideLayouts/slideLayout115.xml"/><Relationship Id="rId117" Type="http://schemas.openxmlformats.org/officeDocument/2006/relationships/slideLayout" Target="../slideLayouts/slideLayout114.xml"/><Relationship Id="rId116" Type="http://schemas.openxmlformats.org/officeDocument/2006/relationships/slideLayout" Target="../slideLayouts/slideLayout113.xml"/><Relationship Id="rId115" Type="http://schemas.openxmlformats.org/officeDocument/2006/relationships/slideLayout" Target="../slideLayouts/slideLayout112.xml"/><Relationship Id="rId119" Type="http://schemas.openxmlformats.org/officeDocument/2006/relationships/slideLayout" Target="../slideLayouts/slideLayout116.xml"/><Relationship Id="rId15" Type="http://schemas.openxmlformats.org/officeDocument/2006/relationships/slideLayout" Target="../slideLayouts/slideLayout12.xml"/><Relationship Id="rId110" Type="http://schemas.openxmlformats.org/officeDocument/2006/relationships/slideLayout" Target="../slideLayouts/slideLayout107.xml"/><Relationship Id="rId14" Type="http://schemas.openxmlformats.org/officeDocument/2006/relationships/slideLayout" Target="../slideLayouts/slideLayout11.xml"/><Relationship Id="rId17" Type="http://schemas.openxmlformats.org/officeDocument/2006/relationships/slideLayout" Target="../slideLayouts/slideLayout14.xml"/><Relationship Id="rId16" Type="http://schemas.openxmlformats.org/officeDocument/2006/relationships/slideLayout" Target="../slideLayouts/slideLayout13.xml"/><Relationship Id="rId19" Type="http://schemas.openxmlformats.org/officeDocument/2006/relationships/slideLayout" Target="../slideLayouts/slideLayout16.xml"/><Relationship Id="rId114" Type="http://schemas.openxmlformats.org/officeDocument/2006/relationships/slideLayout" Target="../slideLayouts/slideLayout111.xml"/><Relationship Id="rId18" Type="http://schemas.openxmlformats.org/officeDocument/2006/relationships/slideLayout" Target="../slideLayouts/slideLayout15.xml"/><Relationship Id="rId113" Type="http://schemas.openxmlformats.org/officeDocument/2006/relationships/slideLayout" Target="../slideLayouts/slideLayout110.xml"/><Relationship Id="rId112" Type="http://schemas.openxmlformats.org/officeDocument/2006/relationships/slideLayout" Target="../slideLayouts/slideLayout109.xml"/><Relationship Id="rId111" Type="http://schemas.openxmlformats.org/officeDocument/2006/relationships/slideLayout" Target="../slideLayouts/slideLayout108.xml"/><Relationship Id="rId84" Type="http://schemas.openxmlformats.org/officeDocument/2006/relationships/slideLayout" Target="../slideLayouts/slideLayout81.xml"/><Relationship Id="rId83" Type="http://schemas.openxmlformats.org/officeDocument/2006/relationships/slideLayout" Target="../slideLayouts/slideLayout80.xml"/><Relationship Id="rId86" Type="http://schemas.openxmlformats.org/officeDocument/2006/relationships/slideLayout" Target="../slideLayouts/slideLayout83.xml"/><Relationship Id="rId85" Type="http://schemas.openxmlformats.org/officeDocument/2006/relationships/slideLayout" Target="../slideLayouts/slideLayout82.xml"/><Relationship Id="rId88" Type="http://schemas.openxmlformats.org/officeDocument/2006/relationships/slideLayout" Target="../slideLayouts/slideLayout85.xml"/><Relationship Id="rId87" Type="http://schemas.openxmlformats.org/officeDocument/2006/relationships/slideLayout" Target="../slideLayouts/slideLayout84.xml"/><Relationship Id="rId89" Type="http://schemas.openxmlformats.org/officeDocument/2006/relationships/slideLayout" Target="../slideLayouts/slideLayout86.xml"/><Relationship Id="rId80" Type="http://schemas.openxmlformats.org/officeDocument/2006/relationships/slideLayout" Target="../slideLayouts/slideLayout77.xml"/><Relationship Id="rId82" Type="http://schemas.openxmlformats.org/officeDocument/2006/relationships/slideLayout" Target="../slideLayouts/slideLayout79.xml"/><Relationship Id="rId81" Type="http://schemas.openxmlformats.org/officeDocument/2006/relationships/slideLayout" Target="../slideLayouts/slideLayout78.xml"/><Relationship Id="rId1" Type="http://schemas.openxmlformats.org/officeDocument/2006/relationships/image" Target="../media/image5.png"/><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slideLayout" Target="../slideLayouts/slideLayout1.xml"/><Relationship Id="rId9" Type="http://schemas.openxmlformats.org/officeDocument/2006/relationships/slideLayout" Target="../slideLayouts/slideLayout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73" Type="http://schemas.openxmlformats.org/officeDocument/2006/relationships/slideLayout" Target="../slideLayouts/slideLayout70.xml"/><Relationship Id="rId72" Type="http://schemas.openxmlformats.org/officeDocument/2006/relationships/slideLayout" Target="../slideLayouts/slideLayout69.xml"/><Relationship Id="rId75" Type="http://schemas.openxmlformats.org/officeDocument/2006/relationships/slideLayout" Target="../slideLayouts/slideLayout72.xml"/><Relationship Id="rId74" Type="http://schemas.openxmlformats.org/officeDocument/2006/relationships/slideLayout" Target="../slideLayouts/slideLayout71.xml"/><Relationship Id="rId77" Type="http://schemas.openxmlformats.org/officeDocument/2006/relationships/slideLayout" Target="../slideLayouts/slideLayout74.xml"/><Relationship Id="rId76" Type="http://schemas.openxmlformats.org/officeDocument/2006/relationships/slideLayout" Target="../slideLayouts/slideLayout73.xml"/><Relationship Id="rId79" Type="http://schemas.openxmlformats.org/officeDocument/2006/relationships/slideLayout" Target="../slideLayouts/slideLayout76.xml"/><Relationship Id="rId78" Type="http://schemas.openxmlformats.org/officeDocument/2006/relationships/slideLayout" Target="../slideLayouts/slideLayout75.xml"/><Relationship Id="rId71" Type="http://schemas.openxmlformats.org/officeDocument/2006/relationships/slideLayout" Target="../slideLayouts/slideLayout68.xml"/><Relationship Id="rId70" Type="http://schemas.openxmlformats.org/officeDocument/2006/relationships/slideLayout" Target="../slideLayouts/slideLayout67.xml"/><Relationship Id="rId62" Type="http://schemas.openxmlformats.org/officeDocument/2006/relationships/slideLayout" Target="../slideLayouts/slideLayout59.xml"/><Relationship Id="rId61" Type="http://schemas.openxmlformats.org/officeDocument/2006/relationships/slideLayout" Target="../slideLayouts/slideLayout58.xml"/><Relationship Id="rId64" Type="http://schemas.openxmlformats.org/officeDocument/2006/relationships/slideLayout" Target="../slideLayouts/slideLayout61.xml"/><Relationship Id="rId63" Type="http://schemas.openxmlformats.org/officeDocument/2006/relationships/slideLayout" Target="../slideLayouts/slideLayout60.xml"/><Relationship Id="rId66" Type="http://schemas.openxmlformats.org/officeDocument/2006/relationships/slideLayout" Target="../slideLayouts/slideLayout63.xml"/><Relationship Id="rId65" Type="http://schemas.openxmlformats.org/officeDocument/2006/relationships/slideLayout" Target="../slideLayouts/slideLayout62.xml"/><Relationship Id="rId68" Type="http://schemas.openxmlformats.org/officeDocument/2006/relationships/slideLayout" Target="../slideLayouts/slideLayout65.xml"/><Relationship Id="rId67" Type="http://schemas.openxmlformats.org/officeDocument/2006/relationships/slideLayout" Target="../slideLayouts/slideLayout64.xml"/><Relationship Id="rId60" Type="http://schemas.openxmlformats.org/officeDocument/2006/relationships/slideLayout" Target="../slideLayouts/slideLayout57.xml"/><Relationship Id="rId69" Type="http://schemas.openxmlformats.org/officeDocument/2006/relationships/slideLayout" Target="../slideLayouts/slideLayout66.xml"/><Relationship Id="rId51" Type="http://schemas.openxmlformats.org/officeDocument/2006/relationships/slideLayout" Target="../slideLayouts/slideLayout48.xml"/><Relationship Id="rId50" Type="http://schemas.openxmlformats.org/officeDocument/2006/relationships/slideLayout" Target="../slideLayouts/slideLayout47.xml"/><Relationship Id="rId53" Type="http://schemas.openxmlformats.org/officeDocument/2006/relationships/slideLayout" Target="../slideLayouts/slideLayout50.xml"/><Relationship Id="rId52" Type="http://schemas.openxmlformats.org/officeDocument/2006/relationships/slideLayout" Target="../slideLayouts/slideLayout49.xml"/><Relationship Id="rId55" Type="http://schemas.openxmlformats.org/officeDocument/2006/relationships/slideLayout" Target="../slideLayouts/slideLayout52.xml"/><Relationship Id="rId54" Type="http://schemas.openxmlformats.org/officeDocument/2006/relationships/slideLayout" Target="../slideLayouts/slideLayout51.xml"/><Relationship Id="rId57" Type="http://schemas.openxmlformats.org/officeDocument/2006/relationships/slideLayout" Target="../slideLayouts/slideLayout54.xml"/><Relationship Id="rId56" Type="http://schemas.openxmlformats.org/officeDocument/2006/relationships/slideLayout" Target="../slideLayouts/slideLayout53.xml"/><Relationship Id="rId59" Type="http://schemas.openxmlformats.org/officeDocument/2006/relationships/slideLayout" Target="../slideLayouts/slideLayout56.xml"/><Relationship Id="rId58" Type="http://schemas.openxmlformats.org/officeDocument/2006/relationships/slideLayout" Target="../slideLayouts/slideLayout55.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162.xml"/><Relationship Id="rId42" Type="http://schemas.openxmlformats.org/officeDocument/2006/relationships/slideLayout" Target="../slideLayouts/slideLayout164.xml"/><Relationship Id="rId41" Type="http://schemas.openxmlformats.org/officeDocument/2006/relationships/slideLayout" Target="../slideLayouts/slideLayout163.xml"/><Relationship Id="rId44" Type="http://schemas.openxmlformats.org/officeDocument/2006/relationships/slideLayout" Target="../slideLayouts/slideLayout166.xml"/><Relationship Id="rId43" Type="http://schemas.openxmlformats.org/officeDocument/2006/relationships/slideLayout" Target="../slideLayouts/slideLayout165.xml"/><Relationship Id="rId46" Type="http://schemas.openxmlformats.org/officeDocument/2006/relationships/slideLayout" Target="../slideLayouts/slideLayout168.xml"/><Relationship Id="rId45" Type="http://schemas.openxmlformats.org/officeDocument/2006/relationships/slideLayout" Target="../slideLayouts/slideLayout167.xml"/><Relationship Id="rId48" Type="http://schemas.openxmlformats.org/officeDocument/2006/relationships/slideLayout" Target="../slideLayouts/slideLayout170.xml"/><Relationship Id="rId47" Type="http://schemas.openxmlformats.org/officeDocument/2006/relationships/slideLayout" Target="../slideLayouts/slideLayout169.xml"/><Relationship Id="rId49" Type="http://schemas.openxmlformats.org/officeDocument/2006/relationships/slideLayout" Target="../slideLayouts/slideLayout171.xml"/><Relationship Id="rId31" Type="http://schemas.openxmlformats.org/officeDocument/2006/relationships/slideLayout" Target="../slideLayouts/slideLayout153.xml"/><Relationship Id="rId30" Type="http://schemas.openxmlformats.org/officeDocument/2006/relationships/slideLayout" Target="../slideLayouts/slideLayout152.xml"/><Relationship Id="rId33" Type="http://schemas.openxmlformats.org/officeDocument/2006/relationships/slideLayout" Target="../slideLayouts/slideLayout155.xml"/><Relationship Id="rId32" Type="http://schemas.openxmlformats.org/officeDocument/2006/relationships/slideLayout" Target="../slideLayouts/slideLayout154.xml"/><Relationship Id="rId35" Type="http://schemas.openxmlformats.org/officeDocument/2006/relationships/slideLayout" Target="../slideLayouts/slideLayout157.xml"/><Relationship Id="rId34" Type="http://schemas.openxmlformats.org/officeDocument/2006/relationships/slideLayout" Target="../slideLayouts/slideLayout156.xml"/><Relationship Id="rId37" Type="http://schemas.openxmlformats.org/officeDocument/2006/relationships/slideLayout" Target="../slideLayouts/slideLayout159.xml"/><Relationship Id="rId36" Type="http://schemas.openxmlformats.org/officeDocument/2006/relationships/slideLayout" Target="../slideLayouts/slideLayout158.xml"/><Relationship Id="rId39" Type="http://schemas.openxmlformats.org/officeDocument/2006/relationships/slideLayout" Target="../slideLayouts/slideLayout161.xml"/><Relationship Id="rId38" Type="http://schemas.openxmlformats.org/officeDocument/2006/relationships/slideLayout" Target="../slideLayouts/slideLayout160.xml"/><Relationship Id="rId20" Type="http://schemas.openxmlformats.org/officeDocument/2006/relationships/slideLayout" Target="../slideLayouts/slideLayout142.xml"/><Relationship Id="rId22" Type="http://schemas.openxmlformats.org/officeDocument/2006/relationships/slideLayout" Target="../slideLayouts/slideLayout144.xml"/><Relationship Id="rId21" Type="http://schemas.openxmlformats.org/officeDocument/2006/relationships/slideLayout" Target="../slideLayouts/slideLayout143.xml"/><Relationship Id="rId24" Type="http://schemas.openxmlformats.org/officeDocument/2006/relationships/slideLayout" Target="../slideLayouts/slideLayout146.xml"/><Relationship Id="rId23" Type="http://schemas.openxmlformats.org/officeDocument/2006/relationships/slideLayout" Target="../slideLayouts/slideLayout145.xml"/><Relationship Id="rId26" Type="http://schemas.openxmlformats.org/officeDocument/2006/relationships/slideLayout" Target="../slideLayouts/slideLayout148.xml"/><Relationship Id="rId25" Type="http://schemas.openxmlformats.org/officeDocument/2006/relationships/slideLayout" Target="../slideLayouts/slideLayout147.xml"/><Relationship Id="rId28" Type="http://schemas.openxmlformats.org/officeDocument/2006/relationships/slideLayout" Target="../slideLayouts/slideLayout150.xml"/><Relationship Id="rId27" Type="http://schemas.openxmlformats.org/officeDocument/2006/relationships/slideLayout" Target="../slideLayouts/slideLayout149.xml"/><Relationship Id="rId29" Type="http://schemas.openxmlformats.org/officeDocument/2006/relationships/slideLayout" Target="../slideLayouts/slideLayout151.xml"/><Relationship Id="rId11" Type="http://schemas.openxmlformats.org/officeDocument/2006/relationships/slideLayout" Target="../slideLayouts/slideLayout133.xml"/><Relationship Id="rId10" Type="http://schemas.openxmlformats.org/officeDocument/2006/relationships/slideLayout" Target="../slideLayouts/slideLayout132.xml"/><Relationship Id="rId13" Type="http://schemas.openxmlformats.org/officeDocument/2006/relationships/slideLayout" Target="../slideLayouts/slideLayout135.xml"/><Relationship Id="rId12" Type="http://schemas.openxmlformats.org/officeDocument/2006/relationships/slideLayout" Target="../slideLayouts/slideLayout134.xml"/><Relationship Id="rId15" Type="http://schemas.openxmlformats.org/officeDocument/2006/relationships/slideLayout" Target="../slideLayouts/slideLayout137.xml"/><Relationship Id="rId14" Type="http://schemas.openxmlformats.org/officeDocument/2006/relationships/slideLayout" Target="../slideLayouts/slideLayout136.xml"/><Relationship Id="rId17" Type="http://schemas.openxmlformats.org/officeDocument/2006/relationships/slideLayout" Target="../slideLayouts/slideLayout139.xml"/><Relationship Id="rId16" Type="http://schemas.openxmlformats.org/officeDocument/2006/relationships/slideLayout" Target="../slideLayouts/slideLayout138.xml"/><Relationship Id="rId19" Type="http://schemas.openxmlformats.org/officeDocument/2006/relationships/slideLayout" Target="../slideLayouts/slideLayout141.xml"/><Relationship Id="rId18" Type="http://schemas.openxmlformats.org/officeDocument/2006/relationships/slideLayout" Target="../slideLayouts/slideLayout140.xml"/><Relationship Id="rId1" Type="http://schemas.openxmlformats.org/officeDocument/2006/relationships/image" Target="../media/image5.png"/><Relationship Id="rId2" Type="http://schemas.openxmlformats.org/officeDocument/2006/relationships/image" Target="../media/image33.png"/><Relationship Id="rId3" Type="http://schemas.openxmlformats.org/officeDocument/2006/relationships/image" Target="../media/image32.png"/><Relationship Id="rId4" Type="http://schemas.openxmlformats.org/officeDocument/2006/relationships/slideLayout" Target="../slideLayouts/slideLayout126.xml"/><Relationship Id="rId9" Type="http://schemas.openxmlformats.org/officeDocument/2006/relationships/slideLayout" Target="../slideLayouts/slideLayout131.xml"/><Relationship Id="rId5" Type="http://schemas.openxmlformats.org/officeDocument/2006/relationships/slideLayout" Target="../slideLayouts/slideLayout127.xml"/><Relationship Id="rId6" Type="http://schemas.openxmlformats.org/officeDocument/2006/relationships/slideLayout" Target="../slideLayouts/slideLayout128.xml"/><Relationship Id="rId7" Type="http://schemas.openxmlformats.org/officeDocument/2006/relationships/slideLayout" Target="../slideLayouts/slideLayout129.xml"/><Relationship Id="rId8" Type="http://schemas.openxmlformats.org/officeDocument/2006/relationships/slideLayout" Target="../slideLayouts/slideLayout130.xml"/><Relationship Id="rId51" Type="http://schemas.openxmlformats.org/officeDocument/2006/relationships/slideLayout" Target="../slideLayouts/slideLayout173.xml"/><Relationship Id="rId50" Type="http://schemas.openxmlformats.org/officeDocument/2006/relationships/slideLayout" Target="../slideLayouts/slideLayout172.xml"/><Relationship Id="rId53" Type="http://schemas.openxmlformats.org/officeDocument/2006/relationships/slideLayout" Target="../slideLayouts/slideLayout175.xml"/><Relationship Id="rId52" Type="http://schemas.openxmlformats.org/officeDocument/2006/relationships/slideLayout" Target="../slideLayouts/slideLayout174.xml"/><Relationship Id="rId55" Type="http://schemas.openxmlformats.org/officeDocument/2006/relationships/slideLayout" Target="../slideLayouts/slideLayout177.xml"/><Relationship Id="rId54" Type="http://schemas.openxmlformats.org/officeDocument/2006/relationships/slideLayout" Target="../slideLayouts/slideLayout176.xml"/><Relationship Id="rId56"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40" Type="http://schemas.openxmlformats.org/officeDocument/2006/relationships/theme" Target="../theme/theme1.xml"/><Relationship Id="rId31" Type="http://schemas.openxmlformats.org/officeDocument/2006/relationships/slideLayout" Target="../slideLayouts/slideLayout205.xml"/><Relationship Id="rId30" Type="http://schemas.openxmlformats.org/officeDocument/2006/relationships/slideLayout" Target="../slideLayouts/slideLayout204.xml"/><Relationship Id="rId33" Type="http://schemas.openxmlformats.org/officeDocument/2006/relationships/slideLayout" Target="../slideLayouts/slideLayout207.xml"/><Relationship Id="rId32" Type="http://schemas.openxmlformats.org/officeDocument/2006/relationships/slideLayout" Target="../slideLayouts/slideLayout206.xml"/><Relationship Id="rId35" Type="http://schemas.openxmlformats.org/officeDocument/2006/relationships/slideLayout" Target="../slideLayouts/slideLayout209.xml"/><Relationship Id="rId34" Type="http://schemas.openxmlformats.org/officeDocument/2006/relationships/slideLayout" Target="../slideLayouts/slideLayout208.xml"/><Relationship Id="rId37" Type="http://schemas.openxmlformats.org/officeDocument/2006/relationships/slideLayout" Target="../slideLayouts/slideLayout211.xml"/><Relationship Id="rId36" Type="http://schemas.openxmlformats.org/officeDocument/2006/relationships/slideLayout" Target="../slideLayouts/slideLayout210.xml"/><Relationship Id="rId39" Type="http://schemas.openxmlformats.org/officeDocument/2006/relationships/slideLayout" Target="../slideLayouts/slideLayout213.xml"/><Relationship Id="rId38" Type="http://schemas.openxmlformats.org/officeDocument/2006/relationships/slideLayout" Target="../slideLayouts/slideLayout212.xml"/><Relationship Id="rId20" Type="http://schemas.openxmlformats.org/officeDocument/2006/relationships/slideLayout" Target="../slideLayouts/slideLayout194.xml"/><Relationship Id="rId22" Type="http://schemas.openxmlformats.org/officeDocument/2006/relationships/slideLayout" Target="../slideLayouts/slideLayout196.xml"/><Relationship Id="rId21" Type="http://schemas.openxmlformats.org/officeDocument/2006/relationships/slideLayout" Target="../slideLayouts/slideLayout195.xml"/><Relationship Id="rId24" Type="http://schemas.openxmlformats.org/officeDocument/2006/relationships/slideLayout" Target="../slideLayouts/slideLayout198.xml"/><Relationship Id="rId23" Type="http://schemas.openxmlformats.org/officeDocument/2006/relationships/slideLayout" Target="../slideLayouts/slideLayout197.xml"/><Relationship Id="rId26" Type="http://schemas.openxmlformats.org/officeDocument/2006/relationships/slideLayout" Target="../slideLayouts/slideLayout200.xml"/><Relationship Id="rId25" Type="http://schemas.openxmlformats.org/officeDocument/2006/relationships/slideLayout" Target="../slideLayouts/slideLayout199.xml"/><Relationship Id="rId28" Type="http://schemas.openxmlformats.org/officeDocument/2006/relationships/slideLayout" Target="../slideLayouts/slideLayout202.xml"/><Relationship Id="rId27" Type="http://schemas.openxmlformats.org/officeDocument/2006/relationships/slideLayout" Target="../slideLayouts/slideLayout201.xml"/><Relationship Id="rId29" Type="http://schemas.openxmlformats.org/officeDocument/2006/relationships/slideLayout" Target="../slideLayouts/slideLayout203.xml"/><Relationship Id="rId11" Type="http://schemas.openxmlformats.org/officeDocument/2006/relationships/slideLayout" Target="../slideLayouts/slideLayout185.xml"/><Relationship Id="rId10" Type="http://schemas.openxmlformats.org/officeDocument/2006/relationships/slideLayout" Target="../slideLayouts/slideLayout184.xml"/><Relationship Id="rId13" Type="http://schemas.openxmlformats.org/officeDocument/2006/relationships/slideLayout" Target="../slideLayouts/slideLayout187.xml"/><Relationship Id="rId12" Type="http://schemas.openxmlformats.org/officeDocument/2006/relationships/slideLayout" Target="../slideLayouts/slideLayout186.xml"/><Relationship Id="rId15" Type="http://schemas.openxmlformats.org/officeDocument/2006/relationships/slideLayout" Target="../slideLayouts/slideLayout189.xml"/><Relationship Id="rId14" Type="http://schemas.openxmlformats.org/officeDocument/2006/relationships/slideLayout" Target="../slideLayouts/slideLayout188.xml"/><Relationship Id="rId17" Type="http://schemas.openxmlformats.org/officeDocument/2006/relationships/slideLayout" Target="../slideLayouts/slideLayout191.xml"/><Relationship Id="rId16" Type="http://schemas.openxmlformats.org/officeDocument/2006/relationships/slideLayout" Target="../slideLayouts/slideLayout190.xml"/><Relationship Id="rId19" Type="http://schemas.openxmlformats.org/officeDocument/2006/relationships/slideLayout" Target="../slideLayouts/slideLayout193.xml"/><Relationship Id="rId18" Type="http://schemas.openxmlformats.org/officeDocument/2006/relationships/slideLayout" Target="../slideLayouts/slideLayout192.xml"/><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78.xml"/><Relationship Id="rId9" Type="http://schemas.openxmlformats.org/officeDocument/2006/relationships/slideLayout" Target="../slideLayouts/slideLayout183.xml"/><Relationship Id="rId5" Type="http://schemas.openxmlformats.org/officeDocument/2006/relationships/slideLayout" Target="../slideLayouts/slideLayout179.xml"/><Relationship Id="rId6" Type="http://schemas.openxmlformats.org/officeDocument/2006/relationships/slideLayout" Target="../slideLayouts/slideLayout180.xml"/><Relationship Id="rId7" Type="http://schemas.openxmlformats.org/officeDocument/2006/relationships/slideLayout" Target="../slideLayouts/slideLayout181.xml"/><Relationship Id="rId8" Type="http://schemas.openxmlformats.org/officeDocument/2006/relationships/slideLayout" Target="../slideLayouts/slideLayout182.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250.xml"/><Relationship Id="rId42" Type="http://schemas.openxmlformats.org/officeDocument/2006/relationships/slideLayout" Target="../slideLayouts/slideLayout252.xml"/><Relationship Id="rId41" Type="http://schemas.openxmlformats.org/officeDocument/2006/relationships/slideLayout" Target="../slideLayouts/slideLayout251.xml"/><Relationship Id="rId44" Type="http://schemas.openxmlformats.org/officeDocument/2006/relationships/slideLayout" Target="../slideLayouts/slideLayout254.xml"/><Relationship Id="rId43" Type="http://schemas.openxmlformats.org/officeDocument/2006/relationships/slideLayout" Target="../slideLayouts/slideLayout253.xml"/><Relationship Id="rId46" Type="http://schemas.openxmlformats.org/officeDocument/2006/relationships/slideLayout" Target="../slideLayouts/slideLayout256.xml"/><Relationship Id="rId45" Type="http://schemas.openxmlformats.org/officeDocument/2006/relationships/slideLayout" Target="../slideLayouts/slideLayout255.xml"/><Relationship Id="rId107" Type="http://schemas.openxmlformats.org/officeDocument/2006/relationships/slideLayout" Target="../slideLayouts/slideLayout317.xml"/><Relationship Id="rId106" Type="http://schemas.openxmlformats.org/officeDocument/2006/relationships/slideLayout" Target="../slideLayouts/slideLayout316.xml"/><Relationship Id="rId105" Type="http://schemas.openxmlformats.org/officeDocument/2006/relationships/slideLayout" Target="../slideLayouts/slideLayout315.xml"/><Relationship Id="rId104" Type="http://schemas.openxmlformats.org/officeDocument/2006/relationships/slideLayout" Target="../slideLayouts/slideLayout314.xml"/><Relationship Id="rId109" Type="http://schemas.openxmlformats.org/officeDocument/2006/relationships/slideLayout" Target="../slideLayouts/slideLayout319.xml"/><Relationship Id="rId108" Type="http://schemas.openxmlformats.org/officeDocument/2006/relationships/slideLayout" Target="../slideLayouts/slideLayout318.xml"/><Relationship Id="rId48" Type="http://schemas.openxmlformats.org/officeDocument/2006/relationships/slideLayout" Target="../slideLayouts/slideLayout258.xml"/><Relationship Id="rId47" Type="http://schemas.openxmlformats.org/officeDocument/2006/relationships/slideLayout" Target="../slideLayouts/slideLayout257.xml"/><Relationship Id="rId49" Type="http://schemas.openxmlformats.org/officeDocument/2006/relationships/slideLayout" Target="../slideLayouts/slideLayout259.xml"/><Relationship Id="rId103" Type="http://schemas.openxmlformats.org/officeDocument/2006/relationships/slideLayout" Target="../slideLayouts/slideLayout313.xml"/><Relationship Id="rId102" Type="http://schemas.openxmlformats.org/officeDocument/2006/relationships/slideLayout" Target="../slideLayouts/slideLayout312.xml"/><Relationship Id="rId101" Type="http://schemas.openxmlformats.org/officeDocument/2006/relationships/slideLayout" Target="../slideLayouts/slideLayout311.xml"/><Relationship Id="rId100" Type="http://schemas.openxmlformats.org/officeDocument/2006/relationships/slideLayout" Target="../slideLayouts/slideLayout310.xml"/><Relationship Id="rId31" Type="http://schemas.openxmlformats.org/officeDocument/2006/relationships/slideLayout" Target="../slideLayouts/slideLayout241.xml"/><Relationship Id="rId30" Type="http://schemas.openxmlformats.org/officeDocument/2006/relationships/slideLayout" Target="../slideLayouts/slideLayout240.xml"/><Relationship Id="rId33" Type="http://schemas.openxmlformats.org/officeDocument/2006/relationships/slideLayout" Target="../slideLayouts/slideLayout243.xml"/><Relationship Id="rId32" Type="http://schemas.openxmlformats.org/officeDocument/2006/relationships/slideLayout" Target="../slideLayouts/slideLayout242.xml"/><Relationship Id="rId35" Type="http://schemas.openxmlformats.org/officeDocument/2006/relationships/slideLayout" Target="../slideLayouts/slideLayout245.xml"/><Relationship Id="rId34" Type="http://schemas.openxmlformats.org/officeDocument/2006/relationships/slideLayout" Target="../slideLayouts/slideLayout244.xml"/><Relationship Id="rId37" Type="http://schemas.openxmlformats.org/officeDocument/2006/relationships/slideLayout" Target="../slideLayouts/slideLayout247.xml"/><Relationship Id="rId36" Type="http://schemas.openxmlformats.org/officeDocument/2006/relationships/slideLayout" Target="../slideLayouts/slideLayout246.xml"/><Relationship Id="rId39" Type="http://schemas.openxmlformats.org/officeDocument/2006/relationships/slideLayout" Target="../slideLayouts/slideLayout249.xml"/><Relationship Id="rId38" Type="http://schemas.openxmlformats.org/officeDocument/2006/relationships/slideLayout" Target="../slideLayouts/slideLayout248.xml"/><Relationship Id="rId20" Type="http://schemas.openxmlformats.org/officeDocument/2006/relationships/slideLayout" Target="../slideLayouts/slideLayout230.xml"/><Relationship Id="rId22" Type="http://schemas.openxmlformats.org/officeDocument/2006/relationships/slideLayout" Target="../slideLayouts/slideLayout232.xml"/><Relationship Id="rId21" Type="http://schemas.openxmlformats.org/officeDocument/2006/relationships/slideLayout" Target="../slideLayouts/slideLayout231.xml"/><Relationship Id="rId24" Type="http://schemas.openxmlformats.org/officeDocument/2006/relationships/slideLayout" Target="../slideLayouts/slideLayout234.xml"/><Relationship Id="rId23" Type="http://schemas.openxmlformats.org/officeDocument/2006/relationships/slideLayout" Target="../slideLayouts/slideLayout233.xml"/><Relationship Id="rId129" Type="http://schemas.openxmlformats.org/officeDocument/2006/relationships/theme" Target="../theme/theme4.xml"/><Relationship Id="rId128" Type="http://schemas.openxmlformats.org/officeDocument/2006/relationships/slideLayout" Target="../slideLayouts/slideLayout338.xml"/><Relationship Id="rId127" Type="http://schemas.openxmlformats.org/officeDocument/2006/relationships/slideLayout" Target="../slideLayouts/slideLayout337.xml"/><Relationship Id="rId126" Type="http://schemas.openxmlformats.org/officeDocument/2006/relationships/slideLayout" Target="../slideLayouts/slideLayout336.xml"/><Relationship Id="rId26" Type="http://schemas.openxmlformats.org/officeDocument/2006/relationships/slideLayout" Target="../slideLayouts/slideLayout236.xml"/><Relationship Id="rId121" Type="http://schemas.openxmlformats.org/officeDocument/2006/relationships/slideLayout" Target="../slideLayouts/slideLayout331.xml"/><Relationship Id="rId25" Type="http://schemas.openxmlformats.org/officeDocument/2006/relationships/slideLayout" Target="../slideLayouts/slideLayout235.xml"/><Relationship Id="rId120" Type="http://schemas.openxmlformats.org/officeDocument/2006/relationships/slideLayout" Target="../slideLayouts/slideLayout330.xml"/><Relationship Id="rId28" Type="http://schemas.openxmlformats.org/officeDocument/2006/relationships/slideLayout" Target="../slideLayouts/slideLayout238.xml"/><Relationship Id="rId27" Type="http://schemas.openxmlformats.org/officeDocument/2006/relationships/slideLayout" Target="../slideLayouts/slideLayout237.xml"/><Relationship Id="rId125" Type="http://schemas.openxmlformats.org/officeDocument/2006/relationships/slideLayout" Target="../slideLayouts/slideLayout335.xml"/><Relationship Id="rId29" Type="http://schemas.openxmlformats.org/officeDocument/2006/relationships/slideLayout" Target="../slideLayouts/slideLayout239.xml"/><Relationship Id="rId124" Type="http://schemas.openxmlformats.org/officeDocument/2006/relationships/slideLayout" Target="../slideLayouts/slideLayout334.xml"/><Relationship Id="rId123" Type="http://schemas.openxmlformats.org/officeDocument/2006/relationships/slideLayout" Target="../slideLayouts/slideLayout333.xml"/><Relationship Id="rId122" Type="http://schemas.openxmlformats.org/officeDocument/2006/relationships/slideLayout" Target="../slideLayouts/slideLayout332.xml"/><Relationship Id="rId95" Type="http://schemas.openxmlformats.org/officeDocument/2006/relationships/slideLayout" Target="../slideLayouts/slideLayout305.xml"/><Relationship Id="rId94" Type="http://schemas.openxmlformats.org/officeDocument/2006/relationships/slideLayout" Target="../slideLayouts/slideLayout304.xml"/><Relationship Id="rId97" Type="http://schemas.openxmlformats.org/officeDocument/2006/relationships/slideLayout" Target="../slideLayouts/slideLayout307.xml"/><Relationship Id="rId96" Type="http://schemas.openxmlformats.org/officeDocument/2006/relationships/slideLayout" Target="../slideLayouts/slideLayout306.xml"/><Relationship Id="rId11" Type="http://schemas.openxmlformats.org/officeDocument/2006/relationships/slideLayout" Target="../slideLayouts/slideLayout221.xml"/><Relationship Id="rId99" Type="http://schemas.openxmlformats.org/officeDocument/2006/relationships/slideLayout" Target="../slideLayouts/slideLayout309.xml"/><Relationship Id="rId10" Type="http://schemas.openxmlformats.org/officeDocument/2006/relationships/slideLayout" Target="../slideLayouts/slideLayout220.xml"/><Relationship Id="rId98" Type="http://schemas.openxmlformats.org/officeDocument/2006/relationships/slideLayout" Target="../slideLayouts/slideLayout308.xml"/><Relationship Id="rId13" Type="http://schemas.openxmlformats.org/officeDocument/2006/relationships/slideLayout" Target="../slideLayouts/slideLayout223.xml"/><Relationship Id="rId12" Type="http://schemas.openxmlformats.org/officeDocument/2006/relationships/slideLayout" Target="../slideLayouts/slideLayout222.xml"/><Relationship Id="rId91" Type="http://schemas.openxmlformats.org/officeDocument/2006/relationships/slideLayout" Target="../slideLayouts/slideLayout301.xml"/><Relationship Id="rId90" Type="http://schemas.openxmlformats.org/officeDocument/2006/relationships/slideLayout" Target="../slideLayouts/slideLayout300.xml"/><Relationship Id="rId93" Type="http://schemas.openxmlformats.org/officeDocument/2006/relationships/slideLayout" Target="../slideLayouts/slideLayout303.xml"/><Relationship Id="rId92" Type="http://schemas.openxmlformats.org/officeDocument/2006/relationships/slideLayout" Target="../slideLayouts/slideLayout302.xml"/><Relationship Id="rId118" Type="http://schemas.openxmlformats.org/officeDocument/2006/relationships/slideLayout" Target="../slideLayouts/slideLayout328.xml"/><Relationship Id="rId117" Type="http://schemas.openxmlformats.org/officeDocument/2006/relationships/slideLayout" Target="../slideLayouts/slideLayout327.xml"/><Relationship Id="rId116" Type="http://schemas.openxmlformats.org/officeDocument/2006/relationships/slideLayout" Target="../slideLayouts/slideLayout326.xml"/><Relationship Id="rId115" Type="http://schemas.openxmlformats.org/officeDocument/2006/relationships/slideLayout" Target="../slideLayouts/slideLayout325.xml"/><Relationship Id="rId119" Type="http://schemas.openxmlformats.org/officeDocument/2006/relationships/slideLayout" Target="../slideLayouts/slideLayout329.xml"/><Relationship Id="rId15" Type="http://schemas.openxmlformats.org/officeDocument/2006/relationships/slideLayout" Target="../slideLayouts/slideLayout225.xml"/><Relationship Id="rId110" Type="http://schemas.openxmlformats.org/officeDocument/2006/relationships/slideLayout" Target="../slideLayouts/slideLayout320.xml"/><Relationship Id="rId14" Type="http://schemas.openxmlformats.org/officeDocument/2006/relationships/slideLayout" Target="../slideLayouts/slideLayout224.xml"/><Relationship Id="rId17" Type="http://schemas.openxmlformats.org/officeDocument/2006/relationships/slideLayout" Target="../slideLayouts/slideLayout227.xml"/><Relationship Id="rId16" Type="http://schemas.openxmlformats.org/officeDocument/2006/relationships/slideLayout" Target="../slideLayouts/slideLayout226.xml"/><Relationship Id="rId19" Type="http://schemas.openxmlformats.org/officeDocument/2006/relationships/slideLayout" Target="../slideLayouts/slideLayout229.xml"/><Relationship Id="rId114" Type="http://schemas.openxmlformats.org/officeDocument/2006/relationships/slideLayout" Target="../slideLayouts/slideLayout324.xml"/><Relationship Id="rId18" Type="http://schemas.openxmlformats.org/officeDocument/2006/relationships/slideLayout" Target="../slideLayouts/slideLayout228.xml"/><Relationship Id="rId113" Type="http://schemas.openxmlformats.org/officeDocument/2006/relationships/slideLayout" Target="../slideLayouts/slideLayout323.xml"/><Relationship Id="rId112" Type="http://schemas.openxmlformats.org/officeDocument/2006/relationships/slideLayout" Target="../slideLayouts/slideLayout322.xml"/><Relationship Id="rId111" Type="http://schemas.openxmlformats.org/officeDocument/2006/relationships/slideLayout" Target="../slideLayouts/slideLayout321.xml"/><Relationship Id="rId84" Type="http://schemas.openxmlformats.org/officeDocument/2006/relationships/slideLayout" Target="../slideLayouts/slideLayout294.xml"/><Relationship Id="rId83" Type="http://schemas.openxmlformats.org/officeDocument/2006/relationships/slideLayout" Target="../slideLayouts/slideLayout293.xml"/><Relationship Id="rId86" Type="http://schemas.openxmlformats.org/officeDocument/2006/relationships/slideLayout" Target="../slideLayouts/slideLayout296.xml"/><Relationship Id="rId85" Type="http://schemas.openxmlformats.org/officeDocument/2006/relationships/slideLayout" Target="../slideLayouts/slideLayout295.xml"/><Relationship Id="rId88" Type="http://schemas.openxmlformats.org/officeDocument/2006/relationships/slideLayout" Target="../slideLayouts/slideLayout298.xml"/><Relationship Id="rId87" Type="http://schemas.openxmlformats.org/officeDocument/2006/relationships/slideLayout" Target="../slideLayouts/slideLayout297.xml"/><Relationship Id="rId89" Type="http://schemas.openxmlformats.org/officeDocument/2006/relationships/slideLayout" Target="../slideLayouts/slideLayout299.xml"/><Relationship Id="rId80" Type="http://schemas.openxmlformats.org/officeDocument/2006/relationships/slideLayout" Target="../slideLayouts/slideLayout290.xml"/><Relationship Id="rId82" Type="http://schemas.openxmlformats.org/officeDocument/2006/relationships/slideLayout" Target="../slideLayouts/slideLayout292.xml"/><Relationship Id="rId81" Type="http://schemas.openxmlformats.org/officeDocument/2006/relationships/slideLayout" Target="../slideLayouts/slideLayout291.xml"/><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image" Target="../media/image33.png"/><Relationship Id="rId4" Type="http://schemas.openxmlformats.org/officeDocument/2006/relationships/slideLayout" Target="../slideLayouts/slideLayout214.xml"/><Relationship Id="rId9" Type="http://schemas.openxmlformats.org/officeDocument/2006/relationships/slideLayout" Target="../slideLayouts/slideLayout219.xml"/><Relationship Id="rId5" Type="http://schemas.openxmlformats.org/officeDocument/2006/relationships/slideLayout" Target="../slideLayouts/slideLayout215.xml"/><Relationship Id="rId6" Type="http://schemas.openxmlformats.org/officeDocument/2006/relationships/slideLayout" Target="../slideLayouts/slideLayout216.xml"/><Relationship Id="rId7" Type="http://schemas.openxmlformats.org/officeDocument/2006/relationships/slideLayout" Target="../slideLayouts/slideLayout217.xml"/><Relationship Id="rId8" Type="http://schemas.openxmlformats.org/officeDocument/2006/relationships/slideLayout" Target="../slideLayouts/slideLayout218.xml"/><Relationship Id="rId73" Type="http://schemas.openxmlformats.org/officeDocument/2006/relationships/slideLayout" Target="../slideLayouts/slideLayout283.xml"/><Relationship Id="rId72" Type="http://schemas.openxmlformats.org/officeDocument/2006/relationships/slideLayout" Target="../slideLayouts/slideLayout282.xml"/><Relationship Id="rId75" Type="http://schemas.openxmlformats.org/officeDocument/2006/relationships/slideLayout" Target="../slideLayouts/slideLayout285.xml"/><Relationship Id="rId74" Type="http://schemas.openxmlformats.org/officeDocument/2006/relationships/slideLayout" Target="../slideLayouts/slideLayout284.xml"/><Relationship Id="rId77" Type="http://schemas.openxmlformats.org/officeDocument/2006/relationships/slideLayout" Target="../slideLayouts/slideLayout287.xml"/><Relationship Id="rId76" Type="http://schemas.openxmlformats.org/officeDocument/2006/relationships/slideLayout" Target="../slideLayouts/slideLayout286.xml"/><Relationship Id="rId79" Type="http://schemas.openxmlformats.org/officeDocument/2006/relationships/slideLayout" Target="../slideLayouts/slideLayout289.xml"/><Relationship Id="rId78" Type="http://schemas.openxmlformats.org/officeDocument/2006/relationships/slideLayout" Target="../slideLayouts/slideLayout288.xml"/><Relationship Id="rId71" Type="http://schemas.openxmlformats.org/officeDocument/2006/relationships/slideLayout" Target="../slideLayouts/slideLayout281.xml"/><Relationship Id="rId70" Type="http://schemas.openxmlformats.org/officeDocument/2006/relationships/slideLayout" Target="../slideLayouts/slideLayout280.xml"/><Relationship Id="rId62" Type="http://schemas.openxmlformats.org/officeDocument/2006/relationships/slideLayout" Target="../slideLayouts/slideLayout272.xml"/><Relationship Id="rId61" Type="http://schemas.openxmlformats.org/officeDocument/2006/relationships/slideLayout" Target="../slideLayouts/slideLayout271.xml"/><Relationship Id="rId64" Type="http://schemas.openxmlformats.org/officeDocument/2006/relationships/slideLayout" Target="../slideLayouts/slideLayout274.xml"/><Relationship Id="rId63" Type="http://schemas.openxmlformats.org/officeDocument/2006/relationships/slideLayout" Target="../slideLayouts/slideLayout273.xml"/><Relationship Id="rId66" Type="http://schemas.openxmlformats.org/officeDocument/2006/relationships/slideLayout" Target="../slideLayouts/slideLayout276.xml"/><Relationship Id="rId65" Type="http://schemas.openxmlformats.org/officeDocument/2006/relationships/slideLayout" Target="../slideLayouts/slideLayout275.xml"/><Relationship Id="rId68" Type="http://schemas.openxmlformats.org/officeDocument/2006/relationships/slideLayout" Target="../slideLayouts/slideLayout278.xml"/><Relationship Id="rId67" Type="http://schemas.openxmlformats.org/officeDocument/2006/relationships/slideLayout" Target="../slideLayouts/slideLayout277.xml"/><Relationship Id="rId60" Type="http://schemas.openxmlformats.org/officeDocument/2006/relationships/slideLayout" Target="../slideLayouts/slideLayout270.xml"/><Relationship Id="rId69" Type="http://schemas.openxmlformats.org/officeDocument/2006/relationships/slideLayout" Target="../slideLayouts/slideLayout279.xml"/><Relationship Id="rId51" Type="http://schemas.openxmlformats.org/officeDocument/2006/relationships/slideLayout" Target="../slideLayouts/slideLayout261.xml"/><Relationship Id="rId50" Type="http://schemas.openxmlformats.org/officeDocument/2006/relationships/slideLayout" Target="../slideLayouts/slideLayout260.xml"/><Relationship Id="rId53" Type="http://schemas.openxmlformats.org/officeDocument/2006/relationships/slideLayout" Target="../slideLayouts/slideLayout263.xml"/><Relationship Id="rId52" Type="http://schemas.openxmlformats.org/officeDocument/2006/relationships/slideLayout" Target="../slideLayouts/slideLayout262.xml"/><Relationship Id="rId55" Type="http://schemas.openxmlformats.org/officeDocument/2006/relationships/slideLayout" Target="../slideLayouts/slideLayout265.xml"/><Relationship Id="rId54" Type="http://schemas.openxmlformats.org/officeDocument/2006/relationships/slideLayout" Target="../slideLayouts/slideLayout264.xml"/><Relationship Id="rId57" Type="http://schemas.openxmlformats.org/officeDocument/2006/relationships/slideLayout" Target="../slideLayouts/slideLayout267.xml"/><Relationship Id="rId56" Type="http://schemas.openxmlformats.org/officeDocument/2006/relationships/slideLayout" Target="../slideLayouts/slideLayout266.xml"/><Relationship Id="rId59" Type="http://schemas.openxmlformats.org/officeDocument/2006/relationships/slideLayout" Target="../slideLayouts/slideLayout269.xml"/><Relationship Id="rId58" Type="http://schemas.openxmlformats.org/officeDocument/2006/relationships/slideLayout" Target="../slideLayouts/slideLayout26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9" name="Shape 9"/>
        <p:cNvGrpSpPr/>
        <p:nvPr/>
      </p:nvGrpSpPr>
      <p:grpSpPr>
        <a:xfrm>
          <a:off x="0" y="0"/>
          <a:ext cx="0" cy="0"/>
          <a:chOff x="0" y="0"/>
          <a:chExt cx="0" cy="0"/>
        </a:xfrm>
      </p:grpSpPr>
      <p:grpSp>
        <p:nvGrpSpPr>
          <p:cNvPr id="10" name="Google Shape;10;g3b3a45db5ed_1_3048"/>
          <p:cNvGrpSpPr/>
          <p:nvPr/>
        </p:nvGrpSpPr>
        <p:grpSpPr>
          <a:xfrm>
            <a:off x="203223" y="172511"/>
            <a:ext cx="11785981" cy="6512924"/>
            <a:chOff x="795129" y="433904"/>
            <a:chExt cx="10608444" cy="6115996"/>
          </a:xfrm>
        </p:grpSpPr>
        <p:sp>
          <p:nvSpPr>
            <p:cNvPr id="11" name="Google Shape;11;g3b3a45db5ed_1_3048"/>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2" name="Google Shape;12;g3b3a45db5ed_1_3048"/>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13" name="Google Shape;13;g3b3a45db5ed_1_3048"/>
          <p:cNvGrpSpPr/>
          <p:nvPr/>
        </p:nvGrpSpPr>
        <p:grpSpPr>
          <a:xfrm>
            <a:off x="203223" y="172511"/>
            <a:ext cx="11785981" cy="6512924"/>
            <a:chOff x="795129" y="433904"/>
            <a:chExt cx="10608444" cy="6115996"/>
          </a:xfrm>
        </p:grpSpPr>
        <p:sp>
          <p:nvSpPr>
            <p:cNvPr id="14" name="Google Shape;14;g3b3a45db5ed_1_3048"/>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5" name="Google Shape;15;g3b3a45db5ed_1_3048"/>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16" name="Google Shape;16;g3b3a45db5ed_1_3048"/>
          <p:cNvGrpSpPr/>
          <p:nvPr/>
        </p:nvGrpSpPr>
        <p:grpSpPr>
          <a:xfrm>
            <a:off x="203223" y="172511"/>
            <a:ext cx="11785981" cy="6512924"/>
            <a:chOff x="795129" y="433904"/>
            <a:chExt cx="10608444" cy="6115996"/>
          </a:xfrm>
        </p:grpSpPr>
        <p:sp>
          <p:nvSpPr>
            <p:cNvPr id="17" name="Google Shape;17;g3b3a45db5ed_1_3048"/>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18" name="Google Shape;18;g3b3a45db5ed_1_3048"/>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19" name="Google Shape;19;g3b3a45db5ed_1_3048"/>
          <p:cNvGrpSpPr/>
          <p:nvPr/>
        </p:nvGrpSpPr>
        <p:grpSpPr>
          <a:xfrm>
            <a:off x="203223" y="172511"/>
            <a:ext cx="11785981" cy="6512924"/>
            <a:chOff x="795129" y="433904"/>
            <a:chExt cx="10608444" cy="6115996"/>
          </a:xfrm>
        </p:grpSpPr>
        <p:sp>
          <p:nvSpPr>
            <p:cNvPr id="20" name="Google Shape;20;g3b3a45db5ed_1_3048"/>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 name="Google Shape;21;g3b3a45db5ed_1_3048"/>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2" name="Google Shape;22;g3b3a45db5ed_1_3048"/>
          <p:cNvSpPr txBox="1"/>
          <p:nvPr/>
        </p:nvSpPr>
        <p:spPr>
          <a:xfrm>
            <a:off x="11167684" y="76212"/>
            <a:ext cx="719700" cy="53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66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fld id="{00000000-1234-1234-1234-123412341234}" type="slidenum">
              <a:rPr b="1" i="0" lang="en-US" sz="1800" u="none" cap="none" strike="noStrike">
                <a:solidFill>
                  <a:srgbClr val="000000"/>
                </a:solidFill>
                <a:latin typeface="Arial"/>
                <a:ea typeface="Arial"/>
                <a:cs typeface="Arial"/>
                <a:sym typeface="Arial"/>
              </a:rPr>
              <a:t>‹#›</a:t>
            </a:fld>
            <a:endParaRPr b="1" i="0" sz="1800" u="none" cap="none" strike="noStrike">
              <a:solidFill>
                <a:srgbClr val="000000"/>
              </a:solidFill>
              <a:latin typeface="Arial"/>
              <a:ea typeface="Arial"/>
              <a:cs typeface="Arial"/>
              <a:sym typeface="Arial"/>
            </a:endParaRPr>
          </a:p>
        </p:txBody>
      </p:sp>
      <p:pic>
        <p:nvPicPr>
          <p:cNvPr id="23" name="Google Shape;23;g3b3a45db5ed_1_3048"/>
          <p:cNvPicPr preferRelativeResize="0"/>
          <p:nvPr/>
        </p:nvPicPr>
        <p:blipFill rotWithShape="1">
          <a:blip r:embed="rId1">
            <a:alphaModFix/>
          </a:blip>
          <a:srcRect b="36792" l="26109" r="26760" t="35127"/>
          <a:stretch/>
        </p:blipFill>
        <p:spPr>
          <a:xfrm>
            <a:off x="9645379" y="5911053"/>
            <a:ext cx="900763" cy="473969"/>
          </a:xfrm>
          <a:prstGeom prst="rect">
            <a:avLst/>
          </a:prstGeom>
          <a:noFill/>
          <a:ln>
            <a:noFill/>
          </a:ln>
        </p:spPr>
      </p:pic>
      <p:pic>
        <p:nvPicPr>
          <p:cNvPr id="24" name="Google Shape;24;g3b3a45db5ed_1_3048"/>
          <p:cNvPicPr preferRelativeResize="0"/>
          <p:nvPr/>
        </p:nvPicPr>
        <p:blipFill rotWithShape="1">
          <a:blip r:embed="rId2">
            <a:alphaModFix/>
          </a:blip>
          <a:srcRect b="0" l="0" r="0" t="0"/>
          <a:stretch/>
        </p:blipFill>
        <p:spPr>
          <a:xfrm>
            <a:off x="290280" y="5601600"/>
            <a:ext cx="1773356" cy="859819"/>
          </a:xfrm>
          <a:prstGeom prst="rect">
            <a:avLst/>
          </a:prstGeom>
          <a:noFill/>
          <a:ln>
            <a:noFill/>
          </a:ln>
        </p:spPr>
      </p:pic>
      <p:pic>
        <p:nvPicPr>
          <p:cNvPr id="25" name="Google Shape;25;g3b3a45db5ed_1_3048"/>
          <p:cNvPicPr preferRelativeResize="0"/>
          <p:nvPr/>
        </p:nvPicPr>
        <p:blipFill rotWithShape="1">
          <a:blip r:embed="rId3">
            <a:alphaModFix/>
          </a:blip>
          <a:srcRect b="0" l="0" r="0" t="0"/>
          <a:stretch/>
        </p:blipFill>
        <p:spPr>
          <a:xfrm>
            <a:off x="10712433" y="6055741"/>
            <a:ext cx="1037972" cy="298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 id="2147483666" r:id="rId21"/>
    <p:sldLayoutId id="2147483667" r:id="rId22"/>
    <p:sldLayoutId id="2147483668" r:id="rId23"/>
    <p:sldLayoutId id="2147483669" r:id="rId24"/>
    <p:sldLayoutId id="2147483670" r:id="rId25"/>
    <p:sldLayoutId id="2147483671" r:id="rId26"/>
    <p:sldLayoutId id="2147483672" r:id="rId27"/>
    <p:sldLayoutId id="2147483673" r:id="rId28"/>
    <p:sldLayoutId id="2147483674" r:id="rId29"/>
    <p:sldLayoutId id="2147483675" r:id="rId30"/>
    <p:sldLayoutId id="2147483676" r:id="rId31"/>
    <p:sldLayoutId id="2147483677" r:id="rId32"/>
    <p:sldLayoutId id="2147483678" r:id="rId33"/>
    <p:sldLayoutId id="2147483679" r:id="rId34"/>
    <p:sldLayoutId id="2147483680" r:id="rId35"/>
    <p:sldLayoutId id="2147483681" r:id="rId36"/>
    <p:sldLayoutId id="2147483682" r:id="rId37"/>
    <p:sldLayoutId id="2147483683" r:id="rId38"/>
    <p:sldLayoutId id="2147483684" r:id="rId39"/>
    <p:sldLayoutId id="2147483685" r:id="rId40"/>
    <p:sldLayoutId id="2147483686" r:id="rId41"/>
    <p:sldLayoutId id="2147483687" r:id="rId42"/>
    <p:sldLayoutId id="2147483688" r:id="rId43"/>
    <p:sldLayoutId id="2147483689" r:id="rId44"/>
    <p:sldLayoutId id="2147483690" r:id="rId45"/>
    <p:sldLayoutId id="2147483691" r:id="rId46"/>
    <p:sldLayoutId id="2147483692" r:id="rId47"/>
    <p:sldLayoutId id="2147483693" r:id="rId48"/>
    <p:sldLayoutId id="2147483694" r:id="rId49"/>
    <p:sldLayoutId id="2147483695" r:id="rId50"/>
    <p:sldLayoutId id="2147483696" r:id="rId51"/>
    <p:sldLayoutId id="2147483697" r:id="rId52"/>
    <p:sldLayoutId id="2147483698" r:id="rId53"/>
    <p:sldLayoutId id="2147483699" r:id="rId54"/>
    <p:sldLayoutId id="2147483700" r:id="rId55"/>
    <p:sldLayoutId id="2147483701" r:id="rId56"/>
    <p:sldLayoutId id="2147483702" r:id="rId57"/>
    <p:sldLayoutId id="2147483703" r:id="rId58"/>
    <p:sldLayoutId id="2147483704" r:id="rId59"/>
    <p:sldLayoutId id="2147483705" r:id="rId60"/>
    <p:sldLayoutId id="2147483706" r:id="rId61"/>
    <p:sldLayoutId id="2147483707" r:id="rId62"/>
    <p:sldLayoutId id="2147483708" r:id="rId63"/>
    <p:sldLayoutId id="2147483709" r:id="rId64"/>
    <p:sldLayoutId id="2147483710" r:id="rId65"/>
    <p:sldLayoutId id="2147483711" r:id="rId66"/>
    <p:sldLayoutId id="2147483712" r:id="rId67"/>
    <p:sldLayoutId id="2147483713" r:id="rId68"/>
    <p:sldLayoutId id="2147483714" r:id="rId69"/>
    <p:sldLayoutId id="2147483715" r:id="rId70"/>
    <p:sldLayoutId id="2147483716" r:id="rId71"/>
    <p:sldLayoutId id="2147483717" r:id="rId72"/>
    <p:sldLayoutId id="2147483718" r:id="rId73"/>
    <p:sldLayoutId id="2147483719" r:id="rId74"/>
    <p:sldLayoutId id="2147483720" r:id="rId75"/>
    <p:sldLayoutId id="2147483721" r:id="rId76"/>
    <p:sldLayoutId id="2147483722" r:id="rId77"/>
    <p:sldLayoutId id="2147483723" r:id="rId78"/>
    <p:sldLayoutId id="2147483724" r:id="rId79"/>
    <p:sldLayoutId id="2147483725" r:id="rId80"/>
    <p:sldLayoutId id="2147483726" r:id="rId81"/>
    <p:sldLayoutId id="2147483727" r:id="rId82"/>
    <p:sldLayoutId id="2147483728" r:id="rId83"/>
    <p:sldLayoutId id="2147483729" r:id="rId84"/>
    <p:sldLayoutId id="2147483730" r:id="rId85"/>
    <p:sldLayoutId id="2147483731" r:id="rId86"/>
    <p:sldLayoutId id="2147483732" r:id="rId87"/>
    <p:sldLayoutId id="2147483733" r:id="rId88"/>
    <p:sldLayoutId id="2147483734" r:id="rId89"/>
    <p:sldLayoutId id="2147483735" r:id="rId90"/>
    <p:sldLayoutId id="2147483736" r:id="rId91"/>
    <p:sldLayoutId id="2147483737" r:id="rId92"/>
    <p:sldLayoutId id="2147483738" r:id="rId93"/>
    <p:sldLayoutId id="2147483739" r:id="rId94"/>
    <p:sldLayoutId id="2147483740" r:id="rId95"/>
    <p:sldLayoutId id="2147483741" r:id="rId96"/>
    <p:sldLayoutId id="2147483742" r:id="rId97"/>
    <p:sldLayoutId id="2147483743" r:id="rId98"/>
    <p:sldLayoutId id="2147483744" r:id="rId99"/>
    <p:sldLayoutId id="2147483745" r:id="rId100"/>
    <p:sldLayoutId id="2147483746" r:id="rId101"/>
    <p:sldLayoutId id="2147483747" r:id="rId102"/>
    <p:sldLayoutId id="2147483748" r:id="rId103"/>
    <p:sldLayoutId id="2147483749" r:id="rId104"/>
    <p:sldLayoutId id="2147483750" r:id="rId105"/>
    <p:sldLayoutId id="2147483751" r:id="rId106"/>
    <p:sldLayoutId id="2147483752" r:id="rId107"/>
    <p:sldLayoutId id="2147483753" r:id="rId108"/>
    <p:sldLayoutId id="2147483754" r:id="rId109"/>
    <p:sldLayoutId id="2147483755" r:id="rId110"/>
    <p:sldLayoutId id="2147483756" r:id="rId111"/>
    <p:sldLayoutId id="2147483757" r:id="rId112"/>
    <p:sldLayoutId id="2147483758" r:id="rId113"/>
    <p:sldLayoutId id="2147483759" r:id="rId114"/>
    <p:sldLayoutId id="2147483760" r:id="rId115"/>
    <p:sldLayoutId id="2147483761" r:id="rId116"/>
    <p:sldLayoutId id="2147483762" r:id="rId117"/>
    <p:sldLayoutId id="2147483763" r:id="rId118"/>
    <p:sldLayoutId id="2147483764" r:id="rId119"/>
    <p:sldLayoutId id="2147483765" r:id="rId120"/>
    <p:sldLayoutId id="2147483766" r:id="rId121"/>
    <p:sldLayoutId id="2147483767" r:id="rId122"/>
    <p:sldLayoutId id="2147483768" r:id="rId123"/>
    <p:sldLayoutId id="2147483769" r:id="rId124"/>
    <p:sldLayoutId id="2147483770" r:id="rId125"/>
    <p:sldLayoutId id="2147483771" r:id="rId126"/>
    <p:sldLayoutId id="2147483772" r:id="rId127"/>
    <p:sldLayoutId id="2147483773" r:id="rId1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B74B"/>
        </a:solidFill>
      </p:bgPr>
    </p:bg>
    <p:spTree>
      <p:nvGrpSpPr>
        <p:cNvPr id="1656" name="Shape 1656"/>
        <p:cNvGrpSpPr/>
        <p:nvPr/>
      </p:nvGrpSpPr>
      <p:grpSpPr>
        <a:xfrm>
          <a:off x="0" y="0"/>
          <a:ext cx="0" cy="0"/>
          <a:chOff x="0" y="0"/>
          <a:chExt cx="0" cy="0"/>
        </a:xfrm>
      </p:grpSpPr>
      <p:sp>
        <p:nvSpPr>
          <p:cNvPr id="1657" name="Google Shape;1657;g38b88470f6c_2_1822"/>
          <p:cNvSpPr txBox="1"/>
          <p:nvPr/>
        </p:nvSpPr>
        <p:spPr>
          <a:xfrm>
            <a:off x="11577309" y="-129063"/>
            <a:ext cx="719700" cy="53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66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fld id="{00000000-1234-1234-1234-123412341234}" type="slidenum">
              <a:rPr b="1" i="0" lang="en-US" sz="1800" u="none" cap="none" strike="noStrike">
                <a:solidFill>
                  <a:srgbClr val="FFFFFF"/>
                </a:solidFill>
                <a:latin typeface="Arial"/>
                <a:ea typeface="Arial"/>
                <a:cs typeface="Arial"/>
                <a:sym typeface="Arial"/>
              </a:rPr>
              <a:t>‹#›</a:t>
            </a:fld>
            <a:endParaRPr b="1" i="0" sz="1800" u="none" cap="none" strike="noStrike">
              <a:solidFill>
                <a:srgbClr val="FFFFFF"/>
              </a:solidFill>
              <a:latin typeface="Arial"/>
              <a:ea typeface="Arial"/>
              <a:cs typeface="Arial"/>
              <a:sym typeface="Arial"/>
            </a:endParaRPr>
          </a:p>
        </p:txBody>
      </p:sp>
      <p:pic>
        <p:nvPicPr>
          <p:cNvPr id="1658" name="Google Shape;1658;g38b88470f6c_2_1822"/>
          <p:cNvPicPr preferRelativeResize="0"/>
          <p:nvPr/>
        </p:nvPicPr>
        <p:blipFill rotWithShape="1">
          <a:blip r:embed="rId1">
            <a:alphaModFix/>
          </a:blip>
          <a:srcRect b="36712" l="25391" r="21590" t="33535"/>
          <a:stretch/>
        </p:blipFill>
        <p:spPr>
          <a:xfrm>
            <a:off x="9427542" y="6181150"/>
            <a:ext cx="1077882" cy="676850"/>
          </a:xfrm>
          <a:prstGeom prst="rect">
            <a:avLst/>
          </a:prstGeom>
          <a:noFill/>
          <a:ln>
            <a:noFill/>
          </a:ln>
        </p:spPr>
      </p:pic>
      <p:pic>
        <p:nvPicPr>
          <p:cNvPr id="1659" name="Google Shape;1659;g38b88470f6c_2_1822"/>
          <p:cNvPicPr preferRelativeResize="0"/>
          <p:nvPr/>
        </p:nvPicPr>
        <p:blipFill rotWithShape="1">
          <a:blip r:embed="rId2">
            <a:alphaModFix/>
          </a:blip>
          <a:srcRect b="0" l="0" r="0" t="0"/>
          <a:stretch/>
        </p:blipFill>
        <p:spPr>
          <a:xfrm>
            <a:off x="100850" y="6115850"/>
            <a:ext cx="1824247" cy="676850"/>
          </a:xfrm>
          <a:prstGeom prst="rect">
            <a:avLst/>
          </a:prstGeom>
          <a:noFill/>
          <a:ln>
            <a:noFill/>
          </a:ln>
        </p:spPr>
      </p:pic>
      <p:pic>
        <p:nvPicPr>
          <p:cNvPr id="1660" name="Google Shape;1660;g38b88470f6c_2_1822"/>
          <p:cNvPicPr preferRelativeResize="0"/>
          <p:nvPr/>
        </p:nvPicPr>
        <p:blipFill rotWithShape="1">
          <a:blip r:embed="rId3">
            <a:alphaModFix/>
          </a:blip>
          <a:srcRect b="0" l="0" r="0" t="0"/>
          <a:stretch/>
        </p:blipFill>
        <p:spPr>
          <a:xfrm>
            <a:off x="10505425" y="6299401"/>
            <a:ext cx="1609800" cy="4621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 id="2147483788" r:id="rId17"/>
    <p:sldLayoutId id="2147483789" r:id="rId18"/>
    <p:sldLayoutId id="2147483790" r:id="rId19"/>
    <p:sldLayoutId id="2147483791" r:id="rId20"/>
    <p:sldLayoutId id="2147483792" r:id="rId21"/>
    <p:sldLayoutId id="2147483793" r:id="rId22"/>
    <p:sldLayoutId id="2147483794" r:id="rId23"/>
    <p:sldLayoutId id="2147483795" r:id="rId24"/>
    <p:sldLayoutId id="2147483796" r:id="rId25"/>
    <p:sldLayoutId id="2147483797" r:id="rId26"/>
    <p:sldLayoutId id="2147483798" r:id="rId27"/>
    <p:sldLayoutId id="2147483799" r:id="rId28"/>
    <p:sldLayoutId id="2147483800" r:id="rId29"/>
    <p:sldLayoutId id="2147483801" r:id="rId30"/>
    <p:sldLayoutId id="2147483802" r:id="rId31"/>
    <p:sldLayoutId id="2147483803" r:id="rId32"/>
    <p:sldLayoutId id="2147483804" r:id="rId33"/>
    <p:sldLayoutId id="2147483805" r:id="rId34"/>
    <p:sldLayoutId id="2147483806" r:id="rId35"/>
    <p:sldLayoutId id="2147483807" r:id="rId36"/>
    <p:sldLayoutId id="2147483808" r:id="rId37"/>
    <p:sldLayoutId id="2147483809" r:id="rId38"/>
    <p:sldLayoutId id="2147483810" r:id="rId39"/>
    <p:sldLayoutId id="2147483811" r:id="rId40"/>
    <p:sldLayoutId id="2147483812" r:id="rId41"/>
    <p:sldLayoutId id="2147483813" r:id="rId42"/>
    <p:sldLayoutId id="2147483814" r:id="rId43"/>
    <p:sldLayoutId id="2147483815" r:id="rId44"/>
    <p:sldLayoutId id="2147483816" r:id="rId45"/>
    <p:sldLayoutId id="2147483817" r:id="rId46"/>
    <p:sldLayoutId id="2147483818" r:id="rId47"/>
    <p:sldLayoutId id="2147483819" r:id="rId48"/>
    <p:sldLayoutId id="2147483820" r:id="rId49"/>
    <p:sldLayoutId id="2147483821" r:id="rId50"/>
    <p:sldLayoutId id="2147483822" r:id="rId51"/>
    <p:sldLayoutId id="2147483823" r:id="rId52"/>
    <p:sldLayoutId id="2147483824" r:id="rId53"/>
    <p:sldLayoutId id="2147483825" r:id="rId54"/>
    <p:sldLayoutId id="2147483826" r:id="rId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2188" name="Shape 2188"/>
        <p:cNvGrpSpPr/>
        <p:nvPr/>
      </p:nvGrpSpPr>
      <p:grpSpPr>
        <a:xfrm>
          <a:off x="0" y="0"/>
          <a:ext cx="0" cy="0"/>
          <a:chOff x="0" y="0"/>
          <a:chExt cx="0" cy="0"/>
        </a:xfrm>
      </p:grpSpPr>
      <p:grpSp>
        <p:nvGrpSpPr>
          <p:cNvPr id="2189" name="Google Shape;2189;g38b88470f6c_2_3002"/>
          <p:cNvGrpSpPr/>
          <p:nvPr/>
        </p:nvGrpSpPr>
        <p:grpSpPr>
          <a:xfrm>
            <a:off x="203223" y="172511"/>
            <a:ext cx="11785981" cy="6512924"/>
            <a:chOff x="795129" y="433904"/>
            <a:chExt cx="10608444" cy="6115996"/>
          </a:xfrm>
        </p:grpSpPr>
        <p:sp>
          <p:nvSpPr>
            <p:cNvPr id="2190" name="Google Shape;2190;g38b88470f6c_2_3002"/>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91" name="Google Shape;2191;g38b88470f6c_2_3002"/>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192" name="Google Shape;2192;g38b88470f6c_2_3002"/>
          <p:cNvGrpSpPr/>
          <p:nvPr/>
        </p:nvGrpSpPr>
        <p:grpSpPr>
          <a:xfrm>
            <a:off x="203223" y="172511"/>
            <a:ext cx="11785981" cy="6512924"/>
            <a:chOff x="795129" y="433904"/>
            <a:chExt cx="10608444" cy="6115996"/>
          </a:xfrm>
        </p:grpSpPr>
        <p:sp>
          <p:nvSpPr>
            <p:cNvPr id="2193" name="Google Shape;2193;g38b88470f6c_2_3002"/>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94" name="Google Shape;2194;g38b88470f6c_2_3002"/>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195" name="Google Shape;2195;g38b88470f6c_2_3002"/>
          <p:cNvGrpSpPr/>
          <p:nvPr/>
        </p:nvGrpSpPr>
        <p:grpSpPr>
          <a:xfrm>
            <a:off x="203223" y="172511"/>
            <a:ext cx="11785981" cy="6512924"/>
            <a:chOff x="795129" y="433904"/>
            <a:chExt cx="10608444" cy="6115996"/>
          </a:xfrm>
        </p:grpSpPr>
        <p:sp>
          <p:nvSpPr>
            <p:cNvPr id="2196" name="Google Shape;2196;g38b88470f6c_2_3002"/>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197" name="Google Shape;2197;g38b88470f6c_2_3002"/>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198" name="Google Shape;2198;g38b88470f6c_2_3002"/>
          <p:cNvGrpSpPr/>
          <p:nvPr/>
        </p:nvGrpSpPr>
        <p:grpSpPr>
          <a:xfrm>
            <a:off x="203223" y="172511"/>
            <a:ext cx="11785981" cy="6512924"/>
            <a:chOff x="795129" y="433904"/>
            <a:chExt cx="10608444" cy="6115996"/>
          </a:xfrm>
        </p:grpSpPr>
        <p:sp>
          <p:nvSpPr>
            <p:cNvPr id="2199" name="Google Shape;2199;g38b88470f6c_2_3002"/>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200" name="Google Shape;2200;g38b88470f6c_2_3002"/>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201" name="Google Shape;2201;g38b88470f6c_2_3002"/>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202" name="Google Shape;2202;g38b88470f6c_2_3002"/>
          <p:cNvSpPr txBox="1"/>
          <p:nvPr/>
        </p:nvSpPr>
        <p:spPr>
          <a:xfrm>
            <a:off x="11167684" y="76212"/>
            <a:ext cx="719700" cy="53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66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fld id="{00000000-1234-1234-1234-123412341234}" type="slidenum">
              <a:rPr b="1" i="0" lang="en-US" sz="1800" u="none" cap="none" strike="noStrike">
                <a:solidFill>
                  <a:srgbClr val="000000"/>
                </a:solidFill>
                <a:latin typeface="Arial"/>
                <a:ea typeface="Arial"/>
                <a:cs typeface="Arial"/>
                <a:sym typeface="Arial"/>
              </a:rPr>
              <a:t>‹#›</a:t>
            </a:fld>
            <a:endParaRPr b="1" i="0" sz="1800" u="none" cap="none" strike="noStrike">
              <a:solidFill>
                <a:srgbClr val="000000"/>
              </a:solidFill>
              <a:latin typeface="Arial"/>
              <a:ea typeface="Arial"/>
              <a:cs typeface="Arial"/>
              <a:sym typeface="Arial"/>
            </a:endParaRPr>
          </a:p>
        </p:txBody>
      </p:sp>
      <p:pic>
        <p:nvPicPr>
          <p:cNvPr id="2203" name="Google Shape;2203;g38b88470f6c_2_3002"/>
          <p:cNvPicPr preferRelativeResize="0"/>
          <p:nvPr/>
        </p:nvPicPr>
        <p:blipFill rotWithShape="1">
          <a:blip r:embed="rId1">
            <a:alphaModFix/>
          </a:blip>
          <a:srcRect b="36792" l="26111" r="26757" t="35127"/>
          <a:stretch/>
        </p:blipFill>
        <p:spPr>
          <a:xfrm>
            <a:off x="9613675" y="5969825"/>
            <a:ext cx="898355" cy="472699"/>
          </a:xfrm>
          <a:prstGeom prst="rect">
            <a:avLst/>
          </a:prstGeom>
          <a:noFill/>
          <a:ln>
            <a:noFill/>
          </a:ln>
        </p:spPr>
      </p:pic>
      <p:pic>
        <p:nvPicPr>
          <p:cNvPr id="2204" name="Google Shape;2204;g38b88470f6c_2_3002"/>
          <p:cNvPicPr preferRelativeResize="0"/>
          <p:nvPr/>
        </p:nvPicPr>
        <p:blipFill rotWithShape="1">
          <a:blip r:embed="rId2">
            <a:alphaModFix/>
          </a:blip>
          <a:srcRect b="0" l="0" r="0" t="0"/>
          <a:stretch/>
        </p:blipFill>
        <p:spPr>
          <a:xfrm>
            <a:off x="10677875" y="6114125"/>
            <a:ext cx="1035203" cy="297225"/>
          </a:xfrm>
          <a:prstGeom prst="rect">
            <a:avLst/>
          </a:prstGeom>
          <a:noFill/>
          <a:ln>
            <a:noFill/>
          </a:ln>
        </p:spPr>
      </p:pic>
      <p:pic>
        <p:nvPicPr>
          <p:cNvPr id="2205" name="Google Shape;2205;g38b88470f6c_2_3002"/>
          <p:cNvPicPr preferRelativeResize="0"/>
          <p:nvPr/>
        </p:nvPicPr>
        <p:blipFill rotWithShape="1">
          <a:blip r:embed="rId3">
            <a:alphaModFix/>
          </a:blip>
          <a:srcRect b="0" l="0" r="0" t="0"/>
          <a:stretch/>
        </p:blipFill>
        <p:spPr>
          <a:xfrm>
            <a:off x="337375" y="5661200"/>
            <a:ext cx="1768625" cy="8575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 id="2147483838" r:id="rId14"/>
    <p:sldLayoutId id="2147483839" r:id="rId15"/>
    <p:sldLayoutId id="2147483840" r:id="rId16"/>
    <p:sldLayoutId id="2147483841" r:id="rId17"/>
    <p:sldLayoutId id="2147483842" r:id="rId18"/>
    <p:sldLayoutId id="2147483843" r:id="rId19"/>
    <p:sldLayoutId id="2147483844" r:id="rId20"/>
    <p:sldLayoutId id="2147483845" r:id="rId21"/>
    <p:sldLayoutId id="2147483846" r:id="rId22"/>
    <p:sldLayoutId id="2147483847" r:id="rId23"/>
    <p:sldLayoutId id="2147483848" r:id="rId24"/>
    <p:sldLayoutId id="2147483849" r:id="rId25"/>
    <p:sldLayoutId id="2147483850" r:id="rId26"/>
    <p:sldLayoutId id="2147483851" r:id="rId27"/>
    <p:sldLayoutId id="2147483852" r:id="rId28"/>
    <p:sldLayoutId id="2147483853" r:id="rId29"/>
    <p:sldLayoutId id="2147483854" r:id="rId30"/>
    <p:sldLayoutId id="2147483855" r:id="rId31"/>
    <p:sldLayoutId id="2147483856" r:id="rId32"/>
    <p:sldLayoutId id="2147483857" r:id="rId33"/>
    <p:sldLayoutId id="2147483858" r:id="rId34"/>
    <p:sldLayoutId id="2147483859" r:id="rId35"/>
    <p:sldLayoutId id="2147483860" r:id="rId36"/>
    <p:sldLayoutId id="2147483861" r:id="rId37"/>
    <p:sldLayoutId id="2147483862" r:id="rId38"/>
    <p:sldLayoutId id="2147483863"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060"/>
        </a:solidFill>
      </p:bgPr>
    </p:bg>
    <p:spTree>
      <p:nvGrpSpPr>
        <p:cNvPr id="2818" name="Shape 2818"/>
        <p:cNvGrpSpPr/>
        <p:nvPr/>
      </p:nvGrpSpPr>
      <p:grpSpPr>
        <a:xfrm>
          <a:off x="0" y="0"/>
          <a:ext cx="0" cy="0"/>
          <a:chOff x="0" y="0"/>
          <a:chExt cx="0" cy="0"/>
        </a:xfrm>
      </p:grpSpPr>
      <p:grpSp>
        <p:nvGrpSpPr>
          <p:cNvPr id="2819" name="Google Shape;2819;g38b88470f6c_3_1657"/>
          <p:cNvGrpSpPr/>
          <p:nvPr/>
        </p:nvGrpSpPr>
        <p:grpSpPr>
          <a:xfrm>
            <a:off x="203223" y="172511"/>
            <a:ext cx="11785981" cy="6512924"/>
            <a:chOff x="795129" y="433904"/>
            <a:chExt cx="10608444" cy="6115996"/>
          </a:xfrm>
        </p:grpSpPr>
        <p:sp>
          <p:nvSpPr>
            <p:cNvPr id="2820" name="Google Shape;2820;g38b88470f6c_3_1657"/>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21" name="Google Shape;2821;g38b88470f6c_3_1657"/>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822" name="Google Shape;2822;g38b88470f6c_3_1657"/>
          <p:cNvGrpSpPr/>
          <p:nvPr/>
        </p:nvGrpSpPr>
        <p:grpSpPr>
          <a:xfrm>
            <a:off x="203223" y="172511"/>
            <a:ext cx="11785981" cy="6512924"/>
            <a:chOff x="795129" y="433904"/>
            <a:chExt cx="10608444" cy="6115996"/>
          </a:xfrm>
        </p:grpSpPr>
        <p:sp>
          <p:nvSpPr>
            <p:cNvPr id="2823" name="Google Shape;2823;g38b88470f6c_3_1657"/>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24" name="Google Shape;2824;g38b88470f6c_3_1657"/>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825" name="Google Shape;2825;g38b88470f6c_3_1657"/>
          <p:cNvGrpSpPr/>
          <p:nvPr/>
        </p:nvGrpSpPr>
        <p:grpSpPr>
          <a:xfrm>
            <a:off x="203223" y="172511"/>
            <a:ext cx="11785981" cy="6512924"/>
            <a:chOff x="795129" y="433904"/>
            <a:chExt cx="10608444" cy="6115996"/>
          </a:xfrm>
        </p:grpSpPr>
        <p:sp>
          <p:nvSpPr>
            <p:cNvPr id="2826" name="Google Shape;2826;g38b88470f6c_3_1657"/>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27" name="Google Shape;2827;g38b88470f6c_3_1657"/>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grpSp>
        <p:nvGrpSpPr>
          <p:cNvPr id="2828" name="Google Shape;2828;g38b88470f6c_3_1657"/>
          <p:cNvGrpSpPr/>
          <p:nvPr/>
        </p:nvGrpSpPr>
        <p:grpSpPr>
          <a:xfrm>
            <a:off x="203223" y="172511"/>
            <a:ext cx="11785981" cy="6512924"/>
            <a:chOff x="795129" y="433904"/>
            <a:chExt cx="10608444" cy="6115996"/>
          </a:xfrm>
        </p:grpSpPr>
        <p:sp>
          <p:nvSpPr>
            <p:cNvPr id="2829" name="Google Shape;2829;g38b88470f6c_3_1657"/>
            <p:cNvSpPr/>
            <p:nvPr/>
          </p:nvSpPr>
          <p:spPr>
            <a:xfrm>
              <a:off x="907773" y="559800"/>
              <a:ext cx="10495800" cy="5990100"/>
            </a:xfrm>
            <a:prstGeom prst="rect">
              <a:avLst/>
            </a:prstGeom>
            <a:solidFill>
              <a:srgbClr val="FC7C00"/>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sp>
          <p:nvSpPr>
            <p:cNvPr id="2830" name="Google Shape;2830;g38b88470f6c_3_1657"/>
            <p:cNvSpPr/>
            <p:nvPr/>
          </p:nvSpPr>
          <p:spPr>
            <a:xfrm>
              <a:off x="795129" y="433904"/>
              <a:ext cx="10495800" cy="5990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icksand"/>
                <a:ea typeface="Quicksand"/>
                <a:cs typeface="Quicksand"/>
                <a:sym typeface="Quicksand"/>
              </a:endParaRPr>
            </a:p>
          </p:txBody>
        </p:sp>
      </p:grpSp>
      <p:sp>
        <p:nvSpPr>
          <p:cNvPr id="2831" name="Google Shape;2831;g38b88470f6c_3_1657"/>
          <p:cNvSpPr txBox="1"/>
          <p:nvPr/>
        </p:nvSpPr>
        <p:spPr>
          <a:xfrm>
            <a:off x="11167684" y="76212"/>
            <a:ext cx="719700" cy="53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66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fld id="{00000000-1234-1234-1234-123412341234}" type="slidenum">
              <a:rPr b="1" i="0" lang="en-US" sz="1800" u="none" cap="none" strike="noStrike">
                <a:solidFill>
                  <a:srgbClr val="000000"/>
                </a:solidFill>
                <a:latin typeface="Arial"/>
                <a:ea typeface="Arial"/>
                <a:cs typeface="Arial"/>
                <a:sym typeface="Arial"/>
              </a:rPr>
              <a:t>‹#›</a:t>
            </a:fld>
            <a:endParaRPr b="1" i="0" sz="1800" u="none" cap="none" strike="noStrike">
              <a:solidFill>
                <a:srgbClr val="000000"/>
              </a:solidFill>
              <a:latin typeface="Arial"/>
              <a:ea typeface="Arial"/>
              <a:cs typeface="Arial"/>
              <a:sym typeface="Arial"/>
            </a:endParaRPr>
          </a:p>
        </p:txBody>
      </p:sp>
      <p:pic>
        <p:nvPicPr>
          <p:cNvPr id="2832" name="Google Shape;2832;g38b88470f6c_3_1657"/>
          <p:cNvPicPr preferRelativeResize="0"/>
          <p:nvPr/>
        </p:nvPicPr>
        <p:blipFill rotWithShape="1">
          <a:blip r:embed="rId1">
            <a:alphaModFix/>
          </a:blip>
          <a:srcRect b="36712" l="25391" r="21590" t="33535"/>
          <a:stretch/>
        </p:blipFill>
        <p:spPr>
          <a:xfrm>
            <a:off x="9574585" y="5958375"/>
            <a:ext cx="978515" cy="594824"/>
          </a:xfrm>
          <a:prstGeom prst="rect">
            <a:avLst/>
          </a:prstGeom>
          <a:noFill/>
          <a:ln>
            <a:noFill/>
          </a:ln>
        </p:spPr>
      </p:pic>
      <p:pic>
        <p:nvPicPr>
          <p:cNvPr id="2833" name="Google Shape;2833;g38b88470f6c_3_1657"/>
          <p:cNvPicPr preferRelativeResize="0"/>
          <p:nvPr/>
        </p:nvPicPr>
        <p:blipFill rotWithShape="1">
          <a:blip r:embed="rId2">
            <a:alphaModFix/>
          </a:blip>
          <a:srcRect b="10" l="0" r="0" t="0"/>
          <a:stretch/>
        </p:blipFill>
        <p:spPr>
          <a:xfrm>
            <a:off x="10476900" y="6088310"/>
            <a:ext cx="1288448" cy="399215"/>
          </a:xfrm>
          <a:prstGeom prst="rect">
            <a:avLst/>
          </a:prstGeom>
          <a:noFill/>
          <a:ln>
            <a:noFill/>
          </a:ln>
        </p:spPr>
      </p:pic>
      <p:pic>
        <p:nvPicPr>
          <p:cNvPr id="2834" name="Google Shape;2834;g38b88470f6c_3_1657"/>
          <p:cNvPicPr preferRelativeResize="0"/>
          <p:nvPr/>
        </p:nvPicPr>
        <p:blipFill rotWithShape="1">
          <a:blip r:embed="rId3">
            <a:alphaModFix/>
          </a:blip>
          <a:srcRect b="0" l="0" r="0" t="0"/>
          <a:stretch/>
        </p:blipFill>
        <p:spPr>
          <a:xfrm>
            <a:off x="284625" y="5764275"/>
            <a:ext cx="2012275" cy="7466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 id="2147483873" r:id="rId12"/>
    <p:sldLayoutId id="2147483874" r:id="rId13"/>
    <p:sldLayoutId id="2147483875" r:id="rId14"/>
    <p:sldLayoutId id="2147483876" r:id="rId15"/>
    <p:sldLayoutId id="2147483877" r:id="rId16"/>
    <p:sldLayoutId id="2147483878" r:id="rId17"/>
    <p:sldLayoutId id="2147483879" r:id="rId18"/>
    <p:sldLayoutId id="2147483880" r:id="rId19"/>
    <p:sldLayoutId id="2147483881" r:id="rId20"/>
    <p:sldLayoutId id="2147483882" r:id="rId21"/>
    <p:sldLayoutId id="2147483883" r:id="rId22"/>
    <p:sldLayoutId id="2147483884" r:id="rId23"/>
    <p:sldLayoutId id="2147483885" r:id="rId24"/>
    <p:sldLayoutId id="2147483886" r:id="rId25"/>
    <p:sldLayoutId id="2147483887" r:id="rId26"/>
    <p:sldLayoutId id="2147483888" r:id="rId27"/>
    <p:sldLayoutId id="2147483889" r:id="rId28"/>
    <p:sldLayoutId id="2147483890" r:id="rId29"/>
    <p:sldLayoutId id="2147483891" r:id="rId30"/>
    <p:sldLayoutId id="2147483892" r:id="rId31"/>
    <p:sldLayoutId id="2147483893" r:id="rId32"/>
    <p:sldLayoutId id="2147483894" r:id="rId33"/>
    <p:sldLayoutId id="2147483895" r:id="rId34"/>
    <p:sldLayoutId id="2147483896" r:id="rId35"/>
    <p:sldLayoutId id="2147483897" r:id="rId36"/>
    <p:sldLayoutId id="2147483898" r:id="rId37"/>
    <p:sldLayoutId id="2147483899" r:id="rId38"/>
    <p:sldLayoutId id="2147483900" r:id="rId39"/>
    <p:sldLayoutId id="2147483901" r:id="rId40"/>
    <p:sldLayoutId id="2147483902" r:id="rId41"/>
    <p:sldLayoutId id="2147483903" r:id="rId42"/>
    <p:sldLayoutId id="2147483904" r:id="rId43"/>
    <p:sldLayoutId id="2147483905" r:id="rId44"/>
    <p:sldLayoutId id="2147483906" r:id="rId45"/>
    <p:sldLayoutId id="2147483907" r:id="rId46"/>
    <p:sldLayoutId id="2147483908" r:id="rId47"/>
    <p:sldLayoutId id="2147483909" r:id="rId48"/>
    <p:sldLayoutId id="2147483910" r:id="rId49"/>
    <p:sldLayoutId id="2147483911" r:id="rId50"/>
    <p:sldLayoutId id="2147483912" r:id="rId51"/>
    <p:sldLayoutId id="2147483913" r:id="rId52"/>
    <p:sldLayoutId id="2147483914" r:id="rId53"/>
    <p:sldLayoutId id="2147483915" r:id="rId54"/>
    <p:sldLayoutId id="2147483916" r:id="rId55"/>
    <p:sldLayoutId id="2147483917" r:id="rId56"/>
    <p:sldLayoutId id="2147483918" r:id="rId57"/>
    <p:sldLayoutId id="2147483919" r:id="rId58"/>
    <p:sldLayoutId id="2147483920" r:id="rId59"/>
    <p:sldLayoutId id="2147483921" r:id="rId60"/>
    <p:sldLayoutId id="2147483922" r:id="rId61"/>
    <p:sldLayoutId id="2147483923" r:id="rId62"/>
    <p:sldLayoutId id="2147483924" r:id="rId63"/>
    <p:sldLayoutId id="2147483925" r:id="rId64"/>
    <p:sldLayoutId id="2147483926" r:id="rId65"/>
    <p:sldLayoutId id="2147483927" r:id="rId66"/>
    <p:sldLayoutId id="2147483928" r:id="rId67"/>
    <p:sldLayoutId id="2147483929" r:id="rId68"/>
    <p:sldLayoutId id="2147483930" r:id="rId69"/>
    <p:sldLayoutId id="2147483931" r:id="rId70"/>
    <p:sldLayoutId id="2147483932" r:id="rId71"/>
    <p:sldLayoutId id="2147483933" r:id="rId72"/>
    <p:sldLayoutId id="2147483934" r:id="rId73"/>
    <p:sldLayoutId id="2147483935" r:id="rId74"/>
    <p:sldLayoutId id="2147483936" r:id="rId75"/>
    <p:sldLayoutId id="2147483937" r:id="rId76"/>
    <p:sldLayoutId id="2147483938" r:id="rId77"/>
    <p:sldLayoutId id="2147483939" r:id="rId78"/>
    <p:sldLayoutId id="2147483940" r:id="rId79"/>
    <p:sldLayoutId id="2147483941" r:id="rId80"/>
    <p:sldLayoutId id="2147483942" r:id="rId81"/>
    <p:sldLayoutId id="2147483943" r:id="rId82"/>
    <p:sldLayoutId id="2147483944" r:id="rId83"/>
    <p:sldLayoutId id="2147483945" r:id="rId84"/>
    <p:sldLayoutId id="2147483946" r:id="rId85"/>
    <p:sldLayoutId id="2147483947" r:id="rId86"/>
    <p:sldLayoutId id="2147483948" r:id="rId87"/>
    <p:sldLayoutId id="2147483949" r:id="rId88"/>
    <p:sldLayoutId id="2147483950" r:id="rId89"/>
    <p:sldLayoutId id="2147483951" r:id="rId90"/>
    <p:sldLayoutId id="2147483952" r:id="rId91"/>
    <p:sldLayoutId id="2147483953" r:id="rId92"/>
    <p:sldLayoutId id="2147483954" r:id="rId93"/>
    <p:sldLayoutId id="2147483955" r:id="rId94"/>
    <p:sldLayoutId id="2147483956" r:id="rId95"/>
    <p:sldLayoutId id="2147483957" r:id="rId96"/>
    <p:sldLayoutId id="2147483958" r:id="rId97"/>
    <p:sldLayoutId id="2147483959" r:id="rId98"/>
    <p:sldLayoutId id="2147483960" r:id="rId99"/>
    <p:sldLayoutId id="2147483961" r:id="rId100"/>
    <p:sldLayoutId id="2147483962" r:id="rId101"/>
    <p:sldLayoutId id="2147483963" r:id="rId102"/>
    <p:sldLayoutId id="2147483964" r:id="rId103"/>
    <p:sldLayoutId id="2147483965" r:id="rId104"/>
    <p:sldLayoutId id="2147483966" r:id="rId105"/>
    <p:sldLayoutId id="2147483967" r:id="rId106"/>
    <p:sldLayoutId id="2147483968" r:id="rId107"/>
    <p:sldLayoutId id="2147483969" r:id="rId108"/>
    <p:sldLayoutId id="2147483970" r:id="rId109"/>
    <p:sldLayoutId id="2147483971" r:id="rId110"/>
    <p:sldLayoutId id="2147483972" r:id="rId111"/>
    <p:sldLayoutId id="2147483973" r:id="rId112"/>
    <p:sldLayoutId id="2147483974" r:id="rId113"/>
    <p:sldLayoutId id="2147483975" r:id="rId114"/>
    <p:sldLayoutId id="2147483976" r:id="rId115"/>
    <p:sldLayoutId id="2147483977" r:id="rId116"/>
    <p:sldLayoutId id="2147483978" r:id="rId117"/>
    <p:sldLayoutId id="2147483979" r:id="rId118"/>
    <p:sldLayoutId id="2147483980" r:id="rId119"/>
    <p:sldLayoutId id="2147483981" r:id="rId120"/>
    <p:sldLayoutId id="2147483982" r:id="rId121"/>
    <p:sldLayoutId id="2147483983" r:id="rId122"/>
    <p:sldLayoutId id="2147483984" r:id="rId123"/>
    <p:sldLayoutId id="2147483985" r:id="rId124"/>
    <p:sldLayoutId id="2147483986" r:id="rId125"/>
    <p:sldLayoutId id="2147483987" r:id="rId126"/>
    <p:sldLayoutId id="2147483988" r:id="rId127"/>
    <p:sldLayoutId id="2147483989" r:id="rId1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8.xml"/><Relationship Id="rId2" Type="http://schemas.openxmlformats.org/officeDocument/2006/relationships/notesSlide" Target="../notesSlides/notesSlide1.xml"/><Relationship Id="rId3" Type="http://schemas.openxmlformats.org/officeDocument/2006/relationships/image" Target="../media/image7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5.xml"/><Relationship Id="rId2" Type="http://schemas.openxmlformats.org/officeDocument/2006/relationships/notesSlide" Target="../notesSlides/notesSlide3.xml"/><Relationship Id="rId3" Type="http://schemas.openxmlformats.org/officeDocument/2006/relationships/hyperlink" Target="https://wheelofnames.com/6r4-9jv"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84.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4.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1.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3.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7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7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7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0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0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82.png"/><Relationship Id="rId4" Type="http://schemas.openxmlformats.org/officeDocument/2006/relationships/image" Target="../media/image81.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8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8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8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8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93.png"/><Relationship Id="rId4" Type="http://schemas.openxmlformats.org/officeDocument/2006/relationships/image" Target="../media/image8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8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06.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94.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05.gi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9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10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38.xml"/><Relationship Id="rId3" Type="http://schemas.openxmlformats.org/officeDocument/2006/relationships/image" Target="../media/image9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8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84.gi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9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90.png"/><Relationship Id="rId4" Type="http://schemas.openxmlformats.org/officeDocument/2006/relationships/image" Target="../media/image92.png"/><Relationship Id="rId5" Type="http://schemas.openxmlformats.org/officeDocument/2006/relationships/image" Target="../media/image9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9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28.xml"/><Relationship Id="rId2" Type="http://schemas.openxmlformats.org/officeDocument/2006/relationships/notesSlide" Target="../notesSlides/notesSlide47.xml"/><Relationship Id="rId3" Type="http://schemas.openxmlformats.org/officeDocument/2006/relationships/image" Target="../media/image9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8" name="Shape 4468"/>
        <p:cNvGrpSpPr/>
        <p:nvPr/>
      </p:nvGrpSpPr>
      <p:grpSpPr>
        <a:xfrm>
          <a:off x="0" y="0"/>
          <a:ext cx="0" cy="0"/>
          <a:chOff x="0" y="0"/>
          <a:chExt cx="0" cy="0"/>
        </a:xfrm>
      </p:grpSpPr>
      <p:sp>
        <p:nvSpPr>
          <p:cNvPr id="4469" name="Google Shape;4469;g38b88470f6c_2_2993"/>
          <p:cNvSpPr txBox="1"/>
          <p:nvPr>
            <p:ph idx="1" type="body"/>
          </p:nvPr>
        </p:nvSpPr>
        <p:spPr>
          <a:xfrm>
            <a:off x="838200" y="3077083"/>
            <a:ext cx="7752600" cy="543000"/>
          </a:xfrm>
          <a:prstGeom prst="rect">
            <a:avLst/>
          </a:prstGeom>
          <a:noFill/>
          <a:ln>
            <a:noFill/>
          </a:ln>
          <a:effectLst>
            <a:outerShdw blurRad="76200" rotWithShape="0" algn="tl" dir="2700000" dist="139700">
              <a:schemeClr val="dk1">
                <a:alpha val="14510"/>
              </a:schemeClr>
            </a:outerShdw>
          </a:effectLst>
        </p:spPr>
        <p:txBody>
          <a:bodyPr anchorCtr="0" anchor="t" bIns="0" lIns="0" spcFirstLastPara="1" rIns="0" wrap="square" tIns="91425">
            <a:noAutofit/>
          </a:bodyPr>
          <a:lstStyle/>
          <a:p>
            <a:pPr indent="0" lvl="0" marL="0" rtl="0" algn="l">
              <a:lnSpc>
                <a:spcPct val="90000"/>
              </a:lnSpc>
              <a:spcBef>
                <a:spcPts val="0"/>
              </a:spcBef>
              <a:spcAft>
                <a:spcPts val="0"/>
              </a:spcAft>
              <a:buClr>
                <a:schemeClr val="accent2"/>
              </a:buClr>
              <a:buSzPts val="2000"/>
              <a:buNone/>
            </a:pPr>
            <a:r>
              <a:rPr lang="en-US"/>
              <a:t>DEMI  G4S1-Lesson 3–Sprites in Action (Events).</a:t>
            </a:r>
            <a:endParaRPr/>
          </a:p>
        </p:txBody>
      </p:sp>
      <p:sp>
        <p:nvSpPr>
          <p:cNvPr id="4470" name="Google Shape;4470;g38b88470f6c_2_2993"/>
          <p:cNvSpPr txBox="1"/>
          <p:nvPr>
            <p:ph idx="12" type="sldNum"/>
          </p:nvPr>
        </p:nvSpPr>
        <p:spPr>
          <a:xfrm>
            <a:off x="11409045" y="6333134"/>
            <a:ext cx="731700" cy="5250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en-US"/>
              <a:t>‹#›</a:t>
            </a:fld>
            <a:endParaRPr/>
          </a:p>
        </p:txBody>
      </p:sp>
      <p:sp>
        <p:nvSpPr>
          <p:cNvPr id="4471" name="Google Shape;4471;g38b88470f6c_2_2993"/>
          <p:cNvSpPr txBox="1"/>
          <p:nvPr/>
        </p:nvSpPr>
        <p:spPr>
          <a:xfrm>
            <a:off x="838200" y="2523046"/>
            <a:ext cx="7754700" cy="682500"/>
          </a:xfrm>
          <a:prstGeom prst="rect">
            <a:avLst/>
          </a:prstGeom>
          <a:noFill/>
          <a:ln>
            <a:noFill/>
          </a:ln>
          <a:effectLst>
            <a:outerShdw blurRad="76200" rotWithShape="0" algn="tl" dir="2700000" dist="50800">
              <a:srgbClr val="000000">
                <a:alpha val="23530"/>
              </a:srgbClr>
            </a:outerShdw>
          </a:effectLst>
        </p:spPr>
        <p:txBody>
          <a:bodyPr anchorCtr="0" anchor="t" bIns="45700" lIns="0" spcFirstLastPara="1" rIns="91425" wrap="square" tIns="45700">
            <a:noAutofit/>
          </a:bodyPr>
          <a:lstStyle/>
          <a:p>
            <a:pPr indent="0" lvl="0" marL="0" marR="0" rtl="0" algn="l">
              <a:lnSpc>
                <a:spcPct val="90000"/>
              </a:lnSpc>
              <a:spcBef>
                <a:spcPts val="0"/>
              </a:spcBef>
              <a:spcAft>
                <a:spcPts val="0"/>
              </a:spcAft>
              <a:buClr>
                <a:srgbClr val="000000"/>
              </a:buClr>
              <a:buSzPts val="4400"/>
              <a:buFont typeface="Arial"/>
              <a:buNone/>
            </a:pPr>
            <a:r>
              <a:rPr b="0" i="0" lang="en-US" sz="4400" u="none" cap="none" strike="noStrike">
                <a:solidFill>
                  <a:srgbClr val="00337F"/>
                </a:solidFill>
                <a:latin typeface="Fredoka"/>
                <a:ea typeface="Fredoka"/>
                <a:cs typeface="Fredoka"/>
                <a:sym typeface="Fredoka"/>
              </a:rPr>
              <a:t>Intro to Computer Science </a:t>
            </a:r>
            <a:br>
              <a:rPr b="0" i="0" lang="en-US" sz="4400" u="none" cap="none" strike="noStrike">
                <a:solidFill>
                  <a:srgbClr val="00337F"/>
                </a:solidFill>
                <a:latin typeface="Fredoka"/>
                <a:ea typeface="Fredoka"/>
                <a:cs typeface="Fredoka"/>
                <a:sym typeface="Fredoka"/>
              </a:rPr>
            </a:br>
            <a:endParaRPr b="1" i="0" sz="4400" u="none" cap="none" strike="noStrike">
              <a:solidFill>
                <a:srgbClr val="00337F"/>
              </a:solidFill>
              <a:latin typeface="Fredoka"/>
              <a:ea typeface="Fredoka"/>
              <a:cs typeface="Fredoka"/>
              <a:sym typeface="Fredoka"/>
            </a:endParaRPr>
          </a:p>
        </p:txBody>
      </p:sp>
      <p:pic>
        <p:nvPicPr>
          <p:cNvPr id="4472" name="Google Shape;4472;g38b88470f6c_2_2993" title="WhatsApp Image 2026-04-09 at 8.02.26 PM (1).jpeg"/>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473" name="Google Shape;4473;g38b88470f6c_2_2993"/>
          <p:cNvSpPr/>
          <p:nvPr/>
        </p:nvSpPr>
        <p:spPr>
          <a:xfrm>
            <a:off x="4216050" y="4129050"/>
            <a:ext cx="3939300" cy="1336800"/>
          </a:xfrm>
          <a:prstGeom prst="rect">
            <a:avLst/>
          </a:prstGeom>
          <a:solidFill>
            <a:srgbClr val="03AD5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4" name="Google Shape;4474;g38b88470f6c_2_2993"/>
          <p:cNvSpPr txBox="1"/>
          <p:nvPr/>
        </p:nvSpPr>
        <p:spPr>
          <a:xfrm>
            <a:off x="1983375" y="4129050"/>
            <a:ext cx="8150100" cy="1177500"/>
          </a:xfrm>
          <a:prstGeom prst="rect">
            <a:avLst/>
          </a:prstGeom>
          <a:noFill/>
          <a:ln>
            <a:noFill/>
          </a:ln>
        </p:spPr>
        <p:txBody>
          <a:bodyPr anchorCtr="0" anchor="t" bIns="91425" lIns="91425" spcFirstLastPara="1" rIns="91425" wrap="square" tIns="91425">
            <a:spAutoFit/>
          </a:bodyPr>
          <a:lstStyle/>
          <a:p>
            <a:pPr indent="0" lvl="0" marL="0" marR="0" rtl="1" algn="ctr">
              <a:lnSpc>
                <a:spcPct val="115000"/>
              </a:lnSpc>
              <a:spcBef>
                <a:spcPts val="0"/>
              </a:spcBef>
              <a:spcAft>
                <a:spcPts val="0"/>
              </a:spcAft>
              <a:buClr>
                <a:srgbClr val="000000"/>
              </a:buClr>
              <a:buSzPts val="3000"/>
              <a:buFont typeface="Arial"/>
              <a:buNone/>
            </a:pPr>
            <a:r>
              <a:rPr b="1" i="0" lang="en-US" sz="3000" u="none" cap="none" strike="noStrike">
                <a:solidFill>
                  <a:schemeClr val="lt1"/>
                </a:solidFill>
                <a:latin typeface="Arial"/>
                <a:ea typeface="Arial"/>
                <a:cs typeface="Arial"/>
                <a:sym typeface="Arial"/>
              </a:rPr>
              <a:t>الجلسة التطبيقية: الثا</a:t>
            </a:r>
            <a:r>
              <a:rPr b="1" lang="en-US" sz="3000">
                <a:solidFill>
                  <a:schemeClr val="lt1"/>
                </a:solidFill>
              </a:rPr>
              <a:t>لثة</a:t>
            </a:r>
            <a:endParaRPr b="1" i="0" sz="3000" u="none" cap="none" strike="noStrike">
              <a:solidFill>
                <a:schemeClr val="lt1"/>
              </a:solidFill>
              <a:latin typeface="Arial"/>
              <a:ea typeface="Arial"/>
              <a:cs typeface="Arial"/>
              <a:sym typeface="Arial"/>
            </a:endParaRPr>
          </a:p>
          <a:p>
            <a:pPr indent="0" lvl="0" marL="0" marR="0" rtl="1" algn="ctr">
              <a:lnSpc>
                <a:spcPct val="115000"/>
              </a:lnSpc>
              <a:spcBef>
                <a:spcPts val="0"/>
              </a:spcBef>
              <a:spcAft>
                <a:spcPts val="0"/>
              </a:spcAft>
              <a:buClr>
                <a:srgbClr val="000000"/>
              </a:buClr>
              <a:buSzPts val="3000"/>
              <a:buFont typeface="Arial"/>
              <a:buNone/>
            </a:pPr>
            <a:r>
              <a:rPr b="1" i="0" lang="en-US" sz="3000" u="none" cap="none" strike="noStrike">
                <a:solidFill>
                  <a:schemeClr val="lt1"/>
                </a:solidFill>
                <a:latin typeface="Arial"/>
                <a:ea typeface="Arial"/>
                <a:cs typeface="Arial"/>
                <a:sym typeface="Arial"/>
              </a:rPr>
              <a:t>المستوى: الثالث</a:t>
            </a:r>
            <a:endParaRPr b="1" i="0" sz="3000" u="none" cap="none" strike="noStrik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8" name="Shape 4478"/>
        <p:cNvGrpSpPr/>
        <p:nvPr/>
      </p:nvGrpSpPr>
      <p:grpSpPr>
        <a:xfrm>
          <a:off x="0" y="0"/>
          <a:ext cx="0" cy="0"/>
          <a:chOff x="0" y="0"/>
          <a:chExt cx="0" cy="0"/>
        </a:xfrm>
      </p:grpSpPr>
      <p:sp>
        <p:nvSpPr>
          <p:cNvPr id="4479" name="Google Shape;4479;g3b3a45db5ed_1_2349"/>
          <p:cNvSpPr txBox="1"/>
          <p:nvPr>
            <p:ph idx="1" type="body"/>
          </p:nvPr>
        </p:nvSpPr>
        <p:spPr>
          <a:xfrm>
            <a:off x="650975" y="3490925"/>
            <a:ext cx="8285400" cy="715800"/>
          </a:xfrm>
          <a:prstGeom prst="rect">
            <a:avLst/>
          </a:prstGeom>
          <a:noFill/>
          <a:ln>
            <a:noFill/>
          </a:ln>
          <a:effectLst>
            <a:outerShdw blurRad="76200" rotWithShape="0" algn="tl" dir="2700000" dist="139700">
              <a:schemeClr val="dk1">
                <a:alpha val="9020"/>
              </a:schemeClr>
            </a:outerShdw>
          </a:effectLst>
        </p:spPr>
        <p:txBody>
          <a:bodyPr anchorCtr="0" anchor="b" bIns="45700" lIns="91425" spcFirstLastPara="1" rIns="91425" wrap="square" tIns="45700">
            <a:noAutofit/>
          </a:bodyPr>
          <a:lstStyle/>
          <a:p>
            <a:pPr indent="-95250" lvl="0" marL="171450" rtl="0" algn="l">
              <a:lnSpc>
                <a:spcPct val="90000"/>
              </a:lnSpc>
              <a:spcBef>
                <a:spcPts val="1000"/>
              </a:spcBef>
              <a:spcAft>
                <a:spcPts val="0"/>
              </a:spcAft>
              <a:buClr>
                <a:srgbClr val="05FDFF"/>
              </a:buClr>
              <a:buSzPts val="1200"/>
              <a:buFont typeface="Arial"/>
              <a:buNone/>
            </a:pPr>
            <a:r>
              <a:rPr lang="en-US"/>
              <a:t>DEMI G6S3 - Lesson 01 - Navigating a Maze</a:t>
            </a:r>
            <a:endParaRPr/>
          </a:p>
        </p:txBody>
      </p:sp>
      <p:sp>
        <p:nvSpPr>
          <p:cNvPr id="4480" name="Google Shape;4480;g3b3a45db5ed_1_2349"/>
          <p:cNvSpPr txBox="1"/>
          <p:nvPr>
            <p:ph type="title"/>
          </p:nvPr>
        </p:nvSpPr>
        <p:spPr>
          <a:xfrm>
            <a:off x="768125" y="2085125"/>
            <a:ext cx="9320700" cy="1306200"/>
          </a:xfrm>
          <a:prstGeom prst="rect">
            <a:avLst/>
          </a:prstGeom>
          <a:noFill/>
          <a:ln>
            <a:noFill/>
          </a:ln>
          <a:effectLst>
            <a:outerShdw blurRad="76200" rotWithShape="0" algn="tl" dir="2700000" dist="50800">
              <a:srgbClr val="000000">
                <a:alpha val="20000"/>
              </a:srgbClr>
            </a:outerShdw>
          </a:effectLst>
        </p:spPr>
        <p:txBody>
          <a:bodyPr anchorCtr="0" anchor="t" bIns="45700" lIns="0" spcFirstLastPara="1" rIns="91425" wrap="square" tIns="45700">
            <a:noAutofit/>
          </a:bodyPr>
          <a:lstStyle/>
          <a:p>
            <a:pPr indent="0" lvl="0" marL="0" rtl="0" algn="l">
              <a:lnSpc>
                <a:spcPct val="90000"/>
              </a:lnSpc>
              <a:spcBef>
                <a:spcPts val="0"/>
              </a:spcBef>
              <a:spcAft>
                <a:spcPts val="0"/>
              </a:spcAft>
              <a:buSzPts val="4400"/>
              <a:buNone/>
            </a:pPr>
            <a:r>
              <a:rPr lang="en-US"/>
              <a:t>Robotics Adventures: Innovate and Create</a:t>
            </a:r>
            <a:endParaRPr/>
          </a:p>
          <a:p>
            <a:pPr indent="0" lvl="0" marL="0" rtl="0" algn="l">
              <a:lnSpc>
                <a:spcPct val="90000"/>
              </a:lnSpc>
              <a:spcBef>
                <a:spcPts val="0"/>
              </a:spcBef>
              <a:spcAft>
                <a:spcPts val="0"/>
              </a:spcAft>
              <a:buSzPts val="44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5" name="Shape 4485"/>
        <p:cNvGrpSpPr/>
        <p:nvPr/>
      </p:nvGrpSpPr>
      <p:grpSpPr>
        <a:xfrm>
          <a:off x="0" y="0"/>
          <a:ext cx="0" cy="0"/>
          <a:chOff x="0" y="0"/>
          <a:chExt cx="0" cy="0"/>
        </a:xfrm>
      </p:grpSpPr>
      <p:sp>
        <p:nvSpPr>
          <p:cNvPr id="4486" name="Google Shape;4486;g38b88470f6c_3_1652"/>
          <p:cNvSpPr txBox="1"/>
          <p:nvPr>
            <p:ph idx="1" type="body"/>
          </p:nvPr>
        </p:nvSpPr>
        <p:spPr>
          <a:xfrm>
            <a:off x="752925" y="2001800"/>
            <a:ext cx="4482900" cy="4856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1000"/>
              </a:spcBef>
              <a:spcAft>
                <a:spcPts val="0"/>
              </a:spcAft>
              <a:buClr>
                <a:schemeClr val="dk1"/>
              </a:buClr>
              <a:buSzPts val="3000"/>
              <a:buFont typeface="Arial"/>
              <a:buNone/>
            </a:pPr>
            <a:r>
              <a:rPr lang="en-US" sz="2400"/>
              <a:t>Introduce yourself </a:t>
            </a:r>
            <a:endParaRPr b="0" sz="2000"/>
          </a:p>
          <a:p>
            <a:pPr indent="-228600" lvl="0" marL="228600" rtl="0" algn="l">
              <a:lnSpc>
                <a:spcPct val="90000"/>
              </a:lnSpc>
              <a:spcBef>
                <a:spcPts val="1000"/>
              </a:spcBef>
              <a:spcAft>
                <a:spcPts val="0"/>
              </a:spcAft>
              <a:buClr>
                <a:schemeClr val="accent2"/>
              </a:buClr>
              <a:buSzPts val="3000"/>
              <a:buFont typeface="Calibri"/>
              <a:buChar char="●"/>
            </a:pPr>
            <a:r>
              <a:rPr b="0" lang="en-US" sz="2000"/>
              <a:t>Tell us your name, age/grade, and your hobbies</a:t>
            </a:r>
            <a:endParaRPr b="0" sz="2000"/>
          </a:p>
          <a:p>
            <a:pPr indent="0" lvl="0" marL="0" rtl="0" algn="l">
              <a:lnSpc>
                <a:spcPct val="90000"/>
              </a:lnSpc>
              <a:spcBef>
                <a:spcPts val="1000"/>
              </a:spcBef>
              <a:spcAft>
                <a:spcPts val="0"/>
              </a:spcAft>
              <a:buClr>
                <a:schemeClr val="dk1"/>
              </a:buClr>
              <a:buSzPts val="3000"/>
              <a:buFont typeface="Arial"/>
              <a:buNone/>
            </a:pPr>
            <a:r>
              <a:rPr lang="en-US" sz="2400"/>
              <a:t>Spin the wheel</a:t>
            </a:r>
            <a:r>
              <a:rPr lang="en-US"/>
              <a:t> </a:t>
            </a:r>
            <a:endParaRPr b="0" sz="2000"/>
          </a:p>
          <a:p>
            <a:pPr indent="-228600" lvl="0" marL="228600" rtl="0" algn="l">
              <a:lnSpc>
                <a:spcPct val="90000"/>
              </a:lnSpc>
              <a:spcBef>
                <a:spcPts val="1000"/>
              </a:spcBef>
              <a:spcAft>
                <a:spcPts val="0"/>
              </a:spcAft>
              <a:buClr>
                <a:schemeClr val="accent2"/>
              </a:buClr>
              <a:buSzPts val="3000"/>
              <a:buFont typeface="Calibri"/>
              <a:buChar char="●"/>
            </a:pPr>
            <a:r>
              <a:rPr b="0" lang="en-US" sz="2000"/>
              <a:t>Open the </a:t>
            </a:r>
            <a:r>
              <a:rPr b="0" lang="en-US" sz="2000" u="sng">
                <a:solidFill>
                  <a:schemeClr val="hlink"/>
                </a:solidFill>
                <a:hlinkClick r:id="rId3"/>
              </a:rPr>
              <a:t>random wheel </a:t>
            </a:r>
            <a:endParaRPr b="0" sz="2000"/>
          </a:p>
          <a:p>
            <a:pPr indent="-228600" lvl="0" marL="228600" rtl="0" algn="l">
              <a:lnSpc>
                <a:spcPct val="90000"/>
              </a:lnSpc>
              <a:spcBef>
                <a:spcPts val="1000"/>
              </a:spcBef>
              <a:spcAft>
                <a:spcPts val="0"/>
              </a:spcAft>
              <a:buClr>
                <a:schemeClr val="accent2"/>
              </a:buClr>
              <a:buSzPts val="3000"/>
              <a:buFont typeface="Calibri"/>
              <a:buChar char="●"/>
            </a:pPr>
            <a:r>
              <a:rPr b="0" lang="en-US" sz="2000"/>
              <a:t>Answer the random question on the screen </a:t>
            </a:r>
            <a:endParaRPr b="0" sz="2000"/>
          </a:p>
          <a:p>
            <a:pPr indent="0" lvl="0" marL="0" rtl="0" algn="l">
              <a:lnSpc>
                <a:spcPct val="90000"/>
              </a:lnSpc>
              <a:spcBef>
                <a:spcPts val="1000"/>
              </a:spcBef>
              <a:spcAft>
                <a:spcPts val="0"/>
              </a:spcAft>
              <a:buClr>
                <a:schemeClr val="dk1"/>
              </a:buClr>
              <a:buSzPts val="3000"/>
              <a:buFont typeface="Arial"/>
              <a:buNone/>
            </a:pPr>
            <a:r>
              <a:t/>
            </a:r>
            <a:endParaRPr sz="2000">
              <a:solidFill>
                <a:schemeClr val="accent2"/>
              </a:solidFill>
            </a:endParaRPr>
          </a:p>
          <a:p>
            <a:pPr indent="0" lvl="0" marL="0" rtl="0" algn="l">
              <a:lnSpc>
                <a:spcPct val="90000"/>
              </a:lnSpc>
              <a:spcBef>
                <a:spcPts val="1000"/>
              </a:spcBef>
              <a:spcAft>
                <a:spcPts val="0"/>
              </a:spcAft>
              <a:buClr>
                <a:schemeClr val="dk1"/>
              </a:buClr>
              <a:buSzPts val="3000"/>
              <a:buFont typeface="Arial"/>
              <a:buNone/>
            </a:pPr>
            <a:r>
              <a:t/>
            </a:r>
            <a:endParaRPr b="0" sz="2000"/>
          </a:p>
          <a:p>
            <a:pPr indent="-38100" lvl="0" marL="228600" rtl="0" algn="l">
              <a:lnSpc>
                <a:spcPct val="90000"/>
              </a:lnSpc>
              <a:spcBef>
                <a:spcPts val="1000"/>
              </a:spcBef>
              <a:spcAft>
                <a:spcPts val="0"/>
              </a:spcAft>
              <a:buClr>
                <a:schemeClr val="dk1"/>
              </a:buClr>
              <a:buSzPts val="3000"/>
              <a:buFont typeface="Arial"/>
              <a:buNone/>
            </a:pPr>
            <a:r>
              <a:t/>
            </a:r>
            <a:endParaRPr b="0" sz="2000"/>
          </a:p>
          <a:p>
            <a:pPr indent="0" lvl="0" marL="0" rtl="0" algn="l">
              <a:lnSpc>
                <a:spcPct val="90000"/>
              </a:lnSpc>
              <a:spcBef>
                <a:spcPts val="1000"/>
              </a:spcBef>
              <a:spcAft>
                <a:spcPts val="0"/>
              </a:spcAft>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1" name="Shape 4491"/>
        <p:cNvGrpSpPr/>
        <p:nvPr/>
      </p:nvGrpSpPr>
      <p:grpSpPr>
        <a:xfrm>
          <a:off x="0" y="0"/>
          <a:ext cx="0" cy="0"/>
          <a:chOff x="0" y="0"/>
          <a:chExt cx="0" cy="0"/>
        </a:xfrm>
      </p:grpSpPr>
      <p:pic>
        <p:nvPicPr>
          <p:cNvPr id="4492" name="Google Shape;4492;g3b3a45db5ed_1_2354"/>
          <p:cNvPicPr preferRelativeResize="0"/>
          <p:nvPr/>
        </p:nvPicPr>
        <p:blipFill rotWithShape="1">
          <a:blip r:embed="rId3">
            <a:alphaModFix/>
          </a:blip>
          <a:srcRect b="0" l="0" r="0" t="0"/>
          <a:stretch/>
        </p:blipFill>
        <p:spPr>
          <a:xfrm>
            <a:off x="5323350" y="-771025"/>
            <a:ext cx="5285974" cy="7476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6" name="Shape 4496"/>
        <p:cNvGrpSpPr/>
        <p:nvPr/>
      </p:nvGrpSpPr>
      <p:grpSpPr>
        <a:xfrm>
          <a:off x="0" y="0"/>
          <a:ext cx="0" cy="0"/>
          <a:chOff x="0" y="0"/>
          <a:chExt cx="0" cy="0"/>
        </a:xfrm>
      </p:grpSpPr>
      <p:sp>
        <p:nvSpPr>
          <p:cNvPr id="4497" name="Google Shape;4497;g3b3a45db5ed_1_2359"/>
          <p:cNvSpPr txBox="1"/>
          <p:nvPr>
            <p:ph idx="1" type="body"/>
          </p:nvPr>
        </p:nvSpPr>
        <p:spPr>
          <a:xfrm>
            <a:off x="4106325" y="1343325"/>
            <a:ext cx="3601800" cy="2438400"/>
          </a:xfrm>
          <a:prstGeom prst="rect">
            <a:avLst/>
          </a:prstGeom>
          <a:noFill/>
          <a:ln>
            <a:noFill/>
          </a:ln>
        </p:spPr>
        <p:txBody>
          <a:bodyPr anchorCtr="0" anchor="ctr" bIns="45700" lIns="91425" spcFirstLastPara="1" rIns="91425" wrap="square" tIns="45700">
            <a:noAutofit/>
          </a:bodyPr>
          <a:lstStyle/>
          <a:p>
            <a:pPr indent="-393700" lvl="0" marL="457200" rtl="0" algn="l">
              <a:lnSpc>
                <a:spcPct val="100000"/>
              </a:lnSpc>
              <a:spcBef>
                <a:spcPts val="0"/>
              </a:spcBef>
              <a:spcAft>
                <a:spcPts val="0"/>
              </a:spcAft>
              <a:buClr>
                <a:schemeClr val="accent2"/>
              </a:buClr>
              <a:buSzPts val="2600"/>
              <a:buFont typeface="Kdam Thmor Pro"/>
              <a:buChar char="●"/>
            </a:pPr>
            <a:r>
              <a:rPr lang="en-US" sz="2600">
                <a:solidFill>
                  <a:schemeClr val="dk1"/>
                </a:solidFill>
                <a:latin typeface="Kdam Thmor Pro"/>
                <a:ea typeface="Kdam Thmor Pro"/>
                <a:cs typeface="Kdam Thmor Pro"/>
                <a:sym typeface="Kdam Thmor Pro"/>
              </a:rPr>
              <a:t>Bumper Sensors</a:t>
            </a:r>
            <a:endParaRPr sz="2600">
              <a:solidFill>
                <a:schemeClr val="dk1"/>
              </a:solidFill>
              <a:latin typeface="Kdam Thmor Pro"/>
              <a:ea typeface="Kdam Thmor Pro"/>
              <a:cs typeface="Kdam Thmor Pro"/>
              <a:sym typeface="Kdam Thmor Pro"/>
            </a:endParaRPr>
          </a:p>
          <a:p>
            <a:pPr indent="-393700" lvl="0" marL="457200" rtl="0" algn="l">
              <a:lnSpc>
                <a:spcPct val="100000"/>
              </a:lnSpc>
              <a:spcBef>
                <a:spcPts val="0"/>
              </a:spcBef>
              <a:spcAft>
                <a:spcPts val="0"/>
              </a:spcAft>
              <a:buClr>
                <a:schemeClr val="accent2"/>
              </a:buClr>
              <a:buSzPts val="2600"/>
              <a:buFont typeface="Kdam Thmor Pro"/>
              <a:buChar char="●"/>
            </a:pPr>
            <a:r>
              <a:rPr lang="en-US" sz="2600">
                <a:solidFill>
                  <a:schemeClr val="dk1"/>
                </a:solidFill>
                <a:latin typeface="Kdam Thmor Pro"/>
                <a:ea typeface="Kdam Thmor Pro"/>
                <a:cs typeface="Kdam Thmor Pro"/>
                <a:sym typeface="Kdam Thmor Pro"/>
              </a:rPr>
              <a:t>Use Control Blocks</a:t>
            </a:r>
            <a:endParaRPr sz="2600">
              <a:solidFill>
                <a:schemeClr val="dk1"/>
              </a:solidFill>
              <a:latin typeface="Kdam Thmor Pro"/>
              <a:ea typeface="Kdam Thmor Pro"/>
              <a:cs typeface="Kdam Thmor Pro"/>
              <a:sym typeface="Kdam Thmor Pro"/>
            </a:endParaRPr>
          </a:p>
          <a:p>
            <a:pPr indent="-393700" lvl="0" marL="457200" rtl="0" algn="l">
              <a:lnSpc>
                <a:spcPct val="100000"/>
              </a:lnSpc>
              <a:spcBef>
                <a:spcPts val="0"/>
              </a:spcBef>
              <a:spcAft>
                <a:spcPts val="0"/>
              </a:spcAft>
              <a:buClr>
                <a:schemeClr val="accent2"/>
              </a:buClr>
              <a:buSzPts val="2600"/>
              <a:buFont typeface="Kdam Thmor Pro"/>
              <a:buChar char="●"/>
            </a:pPr>
            <a:r>
              <a:rPr lang="en-US" sz="2600">
                <a:solidFill>
                  <a:schemeClr val="dk1"/>
                </a:solidFill>
                <a:latin typeface="Kdam Thmor Pro"/>
                <a:ea typeface="Kdam Thmor Pro"/>
                <a:cs typeface="Kdam Thmor Pro"/>
                <a:sym typeface="Kdam Thmor Pro"/>
              </a:rPr>
              <a:t>Navigate The Maze</a:t>
            </a:r>
            <a:endParaRPr sz="2600">
              <a:solidFill>
                <a:schemeClr val="dk1"/>
              </a:solidFill>
              <a:latin typeface="Kdam Thmor Pro"/>
              <a:ea typeface="Kdam Thmor Pro"/>
              <a:cs typeface="Kdam Thmor Pro"/>
              <a:sym typeface="Kdam Thmor Pr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2" name="Shape 4502"/>
        <p:cNvGrpSpPr/>
        <p:nvPr/>
      </p:nvGrpSpPr>
      <p:grpSpPr>
        <a:xfrm>
          <a:off x="0" y="0"/>
          <a:ext cx="0" cy="0"/>
          <a:chOff x="0" y="0"/>
          <a:chExt cx="0" cy="0"/>
        </a:xfrm>
      </p:grpSpPr>
      <p:sp>
        <p:nvSpPr>
          <p:cNvPr id="4503" name="Google Shape;4503;g3b3a45db5ed_1_2363"/>
          <p:cNvSpPr txBox="1"/>
          <p:nvPr>
            <p:ph type="ctrTitle"/>
          </p:nvPr>
        </p:nvSpPr>
        <p:spPr>
          <a:xfrm>
            <a:off x="482225" y="367875"/>
            <a:ext cx="5893800" cy="11676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b="1" i="0" lang="en-US" sz="4500" u="none" cap="none" strike="noStrike">
                <a:solidFill>
                  <a:schemeClr val="accent2"/>
                </a:solidFill>
                <a:latin typeface="Kdam Thmor Pro"/>
                <a:ea typeface="Kdam Thmor Pro"/>
                <a:cs typeface="Kdam Thmor Pro"/>
                <a:sym typeface="Kdam Thmor Pro"/>
              </a:rPr>
              <a:t>Our Goal Today</a:t>
            </a:r>
            <a:endParaRPr b="1" i="0" sz="4500" u="none" cap="none" strike="noStrike">
              <a:solidFill>
                <a:schemeClr val="accent2"/>
              </a:solidFill>
              <a:latin typeface="Kdam Thmor Pro"/>
              <a:ea typeface="Kdam Thmor Pro"/>
              <a:cs typeface="Kdam Thmor Pro"/>
              <a:sym typeface="Kdam Thmor Pro"/>
            </a:endParaRPr>
          </a:p>
        </p:txBody>
      </p:sp>
      <p:pic>
        <p:nvPicPr>
          <p:cNvPr id="4504" name="Google Shape;4504;g3b3a45db5ed_1_2363"/>
          <p:cNvPicPr preferRelativeResize="0"/>
          <p:nvPr/>
        </p:nvPicPr>
        <p:blipFill rotWithShape="1">
          <a:blip r:embed="rId3">
            <a:alphaModFix/>
          </a:blip>
          <a:srcRect b="0" l="0" r="0" t="0"/>
          <a:stretch/>
        </p:blipFill>
        <p:spPr>
          <a:xfrm>
            <a:off x="2779425" y="1611125"/>
            <a:ext cx="6444026" cy="39724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9" name="Shape 4509"/>
        <p:cNvGrpSpPr/>
        <p:nvPr/>
      </p:nvGrpSpPr>
      <p:grpSpPr>
        <a:xfrm>
          <a:off x="0" y="0"/>
          <a:ext cx="0" cy="0"/>
          <a:chOff x="0" y="0"/>
          <a:chExt cx="0" cy="0"/>
        </a:xfrm>
      </p:grpSpPr>
      <p:sp>
        <p:nvSpPr>
          <p:cNvPr id="4510" name="Google Shape;4510;g3b3d06a388d_1_52"/>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1000"/>
              </a:spcBef>
              <a:spcAft>
                <a:spcPts val="0"/>
              </a:spcAft>
              <a:buSzPts val="2800"/>
              <a:buNone/>
            </a:pPr>
            <a:r>
              <a:rPr lang="en-US"/>
              <a:t>Why Sensors Matter in Robotics?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5" name="Shape 4515"/>
        <p:cNvGrpSpPr/>
        <p:nvPr/>
      </p:nvGrpSpPr>
      <p:grpSpPr>
        <a:xfrm>
          <a:off x="0" y="0"/>
          <a:ext cx="0" cy="0"/>
          <a:chOff x="0" y="0"/>
          <a:chExt cx="0" cy="0"/>
        </a:xfrm>
      </p:grpSpPr>
      <p:sp>
        <p:nvSpPr>
          <p:cNvPr id="4516" name="Google Shape;4516;g3b42a648cc4_5_4968"/>
          <p:cNvSpPr txBox="1"/>
          <p:nvPr>
            <p:ph idx="1" type="body"/>
          </p:nvPr>
        </p:nvSpPr>
        <p:spPr>
          <a:xfrm>
            <a:off x="781050" y="1581150"/>
            <a:ext cx="5315100" cy="44388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2668">
                <a:solidFill>
                  <a:schemeClr val="accent1"/>
                </a:solidFill>
                <a:latin typeface="Quicksand"/>
                <a:ea typeface="Quicksand"/>
                <a:cs typeface="Quicksand"/>
                <a:sym typeface="Quicksand"/>
              </a:rPr>
              <a:t>Sensors are special tools that give robots incredible abilities to feel and understand their surroundings, just like your senses!</a:t>
            </a:r>
            <a:endParaRPr/>
          </a:p>
          <a:p>
            <a:pPr indent="0" lvl="0" marL="0" rtl="0" algn="l">
              <a:lnSpc>
                <a:spcPct val="100000"/>
              </a:lnSpc>
              <a:spcBef>
                <a:spcPts val="1200"/>
              </a:spcBef>
              <a:spcAft>
                <a:spcPts val="0"/>
              </a:spcAft>
              <a:buSzPts val="1400"/>
              <a:buNone/>
            </a:pPr>
            <a:r>
              <a:t/>
            </a:r>
            <a:endParaRPr/>
          </a:p>
        </p:txBody>
      </p:sp>
      <p:sp>
        <p:nvSpPr>
          <p:cNvPr id="4517" name="Google Shape;4517;g3b42a648cc4_5_4968"/>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p>
            <a:pPr indent="0" lvl="0" marL="0" rtl="0" algn="l">
              <a:lnSpc>
                <a:spcPct val="100000"/>
              </a:lnSpc>
              <a:spcBef>
                <a:spcPts val="0"/>
              </a:spcBef>
              <a:spcAft>
                <a:spcPts val="0"/>
              </a:spcAft>
              <a:buSzPts val="1400"/>
              <a:buNone/>
            </a:pPr>
            <a:r>
              <a:rPr lang="en-US"/>
              <a:t>What Are Sensors?</a:t>
            </a:r>
            <a:endParaRPr/>
          </a:p>
        </p:txBody>
      </p:sp>
      <p:pic>
        <p:nvPicPr>
          <p:cNvPr id="4518" name="Google Shape;4518;g3b42a648cc4_5_4968"/>
          <p:cNvPicPr preferRelativeResize="0"/>
          <p:nvPr/>
        </p:nvPicPr>
        <p:blipFill rotWithShape="1">
          <a:blip r:embed="rId3">
            <a:alphaModFix/>
          </a:blip>
          <a:srcRect b="0" l="0" r="0" t="0"/>
          <a:stretch/>
        </p:blipFill>
        <p:spPr>
          <a:xfrm>
            <a:off x="6315150" y="1111994"/>
            <a:ext cx="5247380" cy="524738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3" name="Shape 4523"/>
        <p:cNvGrpSpPr/>
        <p:nvPr/>
      </p:nvGrpSpPr>
      <p:grpSpPr>
        <a:xfrm>
          <a:off x="0" y="0"/>
          <a:ext cx="0" cy="0"/>
          <a:chOff x="0" y="0"/>
          <a:chExt cx="0" cy="0"/>
        </a:xfrm>
      </p:grpSpPr>
      <p:sp>
        <p:nvSpPr>
          <p:cNvPr id="4524" name="Google Shape;4524;g3b42a648cc4_5_4978"/>
          <p:cNvSpPr txBox="1"/>
          <p:nvPr>
            <p:ph idx="1" type="body"/>
          </p:nvPr>
        </p:nvSpPr>
        <p:spPr>
          <a:xfrm>
            <a:off x="781050" y="1581150"/>
            <a:ext cx="5785500" cy="4438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5337"/>
              <a:buFont typeface="Arial"/>
              <a:buNone/>
            </a:pPr>
            <a:r>
              <a:rPr lang="en-US" sz="2668">
                <a:solidFill>
                  <a:schemeClr val="accent1"/>
                </a:solidFill>
                <a:latin typeface="Quicksand"/>
                <a:ea typeface="Quicksand"/>
                <a:cs typeface="Quicksand"/>
                <a:sym typeface="Quicksand"/>
              </a:rPr>
              <a:t>Just like your eyes help you see and your hands help you touch, sensors help robots explore and discover what's around them.</a:t>
            </a:r>
            <a:endParaRPr sz="2668">
              <a:solidFill>
                <a:schemeClr val="accent1"/>
              </a:solidFill>
              <a:latin typeface="Quicksand"/>
              <a:ea typeface="Quicksand"/>
              <a:cs typeface="Quicksand"/>
              <a:sym typeface="Quicksand"/>
            </a:endParaRPr>
          </a:p>
          <a:p>
            <a:pPr indent="0" lvl="0" marL="0" rtl="0" algn="l">
              <a:lnSpc>
                <a:spcPct val="100000"/>
              </a:lnSpc>
              <a:spcBef>
                <a:spcPts val="0"/>
              </a:spcBef>
              <a:spcAft>
                <a:spcPts val="0"/>
              </a:spcAft>
              <a:buSzPts val="1400"/>
              <a:buNone/>
            </a:pPr>
            <a:r>
              <a:t/>
            </a:r>
            <a:endParaRPr/>
          </a:p>
        </p:txBody>
      </p:sp>
      <p:sp>
        <p:nvSpPr>
          <p:cNvPr id="4525" name="Google Shape;4525;g3b42a648cc4_5_4978"/>
          <p:cNvSpPr txBox="1"/>
          <p:nvPr>
            <p:ph type="title"/>
          </p:nvPr>
        </p:nvSpPr>
        <p:spPr>
          <a:xfrm>
            <a:off x="180975" y="579519"/>
            <a:ext cx="11112600" cy="726300"/>
          </a:xfrm>
          <a:prstGeom prst="rect">
            <a:avLst/>
          </a:prstGeom>
          <a:noFill/>
          <a:ln>
            <a:noFill/>
          </a:ln>
        </p:spPr>
        <p:txBody>
          <a:bodyPr anchorCtr="0" anchor="ctr" bIns="0" lIns="91425" spcFirstLastPara="1" rIns="91425" wrap="square" tIns="91425">
            <a:noAutofit/>
          </a:bodyPr>
          <a:lstStyle/>
          <a:p>
            <a:pPr indent="0" lvl="0" marL="0" rtl="0" algn="l">
              <a:lnSpc>
                <a:spcPct val="100000"/>
              </a:lnSpc>
              <a:spcBef>
                <a:spcPts val="0"/>
              </a:spcBef>
              <a:spcAft>
                <a:spcPts val="0"/>
              </a:spcAft>
              <a:buSzPts val="1400"/>
              <a:buNone/>
            </a:pPr>
            <a:r>
              <a:rPr lang="en-US"/>
              <a:t>What Are Sensors?</a:t>
            </a:r>
            <a:endParaRPr/>
          </a:p>
        </p:txBody>
      </p:sp>
      <p:pic>
        <p:nvPicPr>
          <p:cNvPr id="4526" name="Google Shape;4526;g3b42a648cc4_5_4978"/>
          <p:cNvPicPr preferRelativeResize="0"/>
          <p:nvPr/>
        </p:nvPicPr>
        <p:blipFill rotWithShape="1">
          <a:blip r:embed="rId3">
            <a:alphaModFix/>
          </a:blip>
          <a:srcRect b="0" l="0" r="0" t="0"/>
          <a:stretch/>
        </p:blipFill>
        <p:spPr>
          <a:xfrm>
            <a:off x="7088075" y="1699900"/>
            <a:ext cx="4205500" cy="42012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1" name="Shape 4531"/>
        <p:cNvGrpSpPr/>
        <p:nvPr/>
      </p:nvGrpSpPr>
      <p:grpSpPr>
        <a:xfrm>
          <a:off x="0" y="0"/>
          <a:ext cx="0" cy="0"/>
          <a:chOff x="0" y="0"/>
          <a:chExt cx="0" cy="0"/>
        </a:xfrm>
      </p:grpSpPr>
      <p:sp>
        <p:nvSpPr>
          <p:cNvPr id="4532" name="Google Shape;4532;g3b3df1f2e99_0_78"/>
          <p:cNvSpPr txBox="1"/>
          <p:nvPr>
            <p:ph type="title"/>
          </p:nvPr>
        </p:nvSpPr>
        <p:spPr>
          <a:xfrm>
            <a:off x="207925" y="597482"/>
            <a:ext cx="11112600" cy="726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lang="en-US" sz="4500">
                <a:latin typeface="Kdam Thmor Pro"/>
                <a:ea typeface="Kdam Thmor Pro"/>
                <a:cs typeface="Kdam Thmor Pro"/>
                <a:sym typeface="Kdam Thmor Pro"/>
              </a:rPr>
              <a:t>Why Sensors Matter in Robotics</a:t>
            </a:r>
            <a:endParaRPr sz="4500">
              <a:latin typeface="Kdam Thmor Pro"/>
              <a:ea typeface="Kdam Thmor Pro"/>
              <a:cs typeface="Kdam Thmor Pro"/>
              <a:sym typeface="Kdam Thmor Pro"/>
            </a:endParaRPr>
          </a:p>
        </p:txBody>
      </p:sp>
      <p:sp>
        <p:nvSpPr>
          <p:cNvPr id="4533" name="Google Shape;4533;g3b3df1f2e99_0_78"/>
          <p:cNvSpPr txBox="1"/>
          <p:nvPr>
            <p:ph type="ctrTitle"/>
          </p:nvPr>
        </p:nvSpPr>
        <p:spPr>
          <a:xfrm>
            <a:off x="474850" y="2260691"/>
            <a:ext cx="4988700" cy="785400"/>
          </a:xfrm>
          <a:prstGeom prst="rect">
            <a:avLst/>
          </a:prstGeom>
          <a:noFill/>
          <a:ln>
            <a:noFill/>
          </a:ln>
        </p:spPr>
        <p:txBody>
          <a:bodyPr anchorCtr="0" anchor="ctr" bIns="40650" lIns="81325" spcFirstLastPara="1" rIns="81325" wrap="square" tIns="40650">
            <a:noAutofit/>
          </a:bodyPr>
          <a:lstStyle/>
          <a:p>
            <a:pPr indent="-398018" lvl="0" marL="457200" marR="0" rtl="0" algn="l">
              <a:lnSpc>
                <a:spcPct val="90000"/>
              </a:lnSpc>
              <a:spcBef>
                <a:spcPts val="0"/>
              </a:spcBef>
              <a:spcAft>
                <a:spcPts val="0"/>
              </a:spcAft>
              <a:buClr>
                <a:schemeClr val="accent2"/>
              </a:buClr>
              <a:buSzPts val="2668"/>
              <a:buFont typeface="Kdam Thmor Pro"/>
              <a:buChar char="●"/>
            </a:pPr>
            <a:r>
              <a:rPr b="1" i="0" lang="en-US" sz="2668" u="none" cap="none" strike="noStrike">
                <a:solidFill>
                  <a:schemeClr val="accent2"/>
                </a:solidFill>
                <a:latin typeface="Kdam Thmor Pro"/>
                <a:ea typeface="Kdam Thmor Pro"/>
                <a:cs typeface="Kdam Thmor Pro"/>
                <a:sym typeface="Kdam Thmor Pro"/>
              </a:rPr>
              <a:t>Environmental Awareness</a:t>
            </a:r>
            <a:endParaRPr b="1" i="0" sz="2668" u="none" cap="none" strike="noStrike">
              <a:solidFill>
                <a:schemeClr val="accent2"/>
              </a:solidFill>
              <a:latin typeface="Kdam Thmor Pro"/>
              <a:ea typeface="Kdam Thmor Pro"/>
              <a:cs typeface="Kdam Thmor Pro"/>
              <a:sym typeface="Kdam Thmor Pro"/>
            </a:endParaRPr>
          </a:p>
        </p:txBody>
      </p:sp>
      <p:sp>
        <p:nvSpPr>
          <p:cNvPr id="4534" name="Google Shape;4534;g3b3df1f2e99_0_78"/>
          <p:cNvSpPr txBox="1"/>
          <p:nvPr>
            <p:ph idx="2" type="ctrTitle"/>
          </p:nvPr>
        </p:nvSpPr>
        <p:spPr>
          <a:xfrm>
            <a:off x="832750" y="3106391"/>
            <a:ext cx="4630800" cy="1407300"/>
          </a:xfrm>
          <a:prstGeom prst="rect">
            <a:avLst/>
          </a:prstGeom>
          <a:noFill/>
          <a:ln>
            <a:noFill/>
          </a:ln>
          <a:effectLst>
            <a:outerShdw blurRad="50800" rotWithShape="0" algn="tl" dir="2700000" dist="38100">
              <a:srgbClr val="000000">
                <a:alpha val="40000"/>
              </a:srgbClr>
            </a:outerShdw>
          </a:effectLst>
        </p:spPr>
        <p:txBody>
          <a:bodyPr anchorCtr="0" anchor="ctr" bIns="40650" lIns="81325" spcFirstLastPara="1" rIns="81325" wrap="square" tIns="40650">
            <a:noAutofit/>
          </a:bodyPr>
          <a:lstStyle/>
          <a:p>
            <a:pPr indent="0" lvl="0" marL="0" marR="0" rtl="0" algn="l">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Sensors allow robots to "see" and understand their surroundings, detecting obstacles and changes</a:t>
            </a:r>
            <a:endParaRPr b="1" i="0" sz="2668" u="none" cap="none" strike="noStrike">
              <a:solidFill>
                <a:schemeClr val="accent1"/>
              </a:solidFill>
              <a:latin typeface="Quicksand"/>
              <a:ea typeface="Quicksand"/>
              <a:cs typeface="Quicksand"/>
              <a:sym typeface="Quicksand"/>
            </a:endParaRPr>
          </a:p>
        </p:txBody>
      </p:sp>
      <p:pic>
        <p:nvPicPr>
          <p:cNvPr id="4535" name="Google Shape;4535;g3b3df1f2e99_0_78"/>
          <p:cNvPicPr preferRelativeResize="0"/>
          <p:nvPr/>
        </p:nvPicPr>
        <p:blipFill rotWithShape="1">
          <a:blip r:embed="rId3">
            <a:alphaModFix/>
          </a:blip>
          <a:srcRect b="0" l="0" r="0" t="0"/>
          <a:stretch/>
        </p:blipFill>
        <p:spPr>
          <a:xfrm>
            <a:off x="6608125" y="1650624"/>
            <a:ext cx="3892675" cy="3892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0" name="Shape 4540"/>
        <p:cNvGrpSpPr/>
        <p:nvPr/>
      </p:nvGrpSpPr>
      <p:grpSpPr>
        <a:xfrm>
          <a:off x="0" y="0"/>
          <a:ext cx="0" cy="0"/>
          <a:chOff x="0" y="0"/>
          <a:chExt cx="0" cy="0"/>
        </a:xfrm>
      </p:grpSpPr>
      <p:sp>
        <p:nvSpPr>
          <p:cNvPr id="4541" name="Google Shape;4541;g3b3df1f2e99_0_104"/>
          <p:cNvSpPr txBox="1"/>
          <p:nvPr>
            <p:ph type="title"/>
          </p:nvPr>
        </p:nvSpPr>
        <p:spPr>
          <a:xfrm>
            <a:off x="207925" y="597482"/>
            <a:ext cx="11112600" cy="726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lang="en-US" sz="4500">
                <a:latin typeface="Kdam Thmor Pro"/>
                <a:ea typeface="Kdam Thmor Pro"/>
                <a:cs typeface="Kdam Thmor Pro"/>
                <a:sym typeface="Kdam Thmor Pro"/>
              </a:rPr>
              <a:t>Why Sensors Matter in Robotics</a:t>
            </a:r>
            <a:endParaRPr sz="4500">
              <a:latin typeface="Kdam Thmor Pro"/>
              <a:ea typeface="Kdam Thmor Pro"/>
              <a:cs typeface="Kdam Thmor Pro"/>
              <a:sym typeface="Kdam Thmor Pro"/>
            </a:endParaRPr>
          </a:p>
        </p:txBody>
      </p:sp>
      <p:sp>
        <p:nvSpPr>
          <p:cNvPr id="4542" name="Google Shape;4542;g3b3df1f2e99_0_104"/>
          <p:cNvSpPr txBox="1"/>
          <p:nvPr>
            <p:ph type="ctrTitle"/>
          </p:nvPr>
        </p:nvSpPr>
        <p:spPr>
          <a:xfrm>
            <a:off x="474850" y="2260691"/>
            <a:ext cx="4988700" cy="785400"/>
          </a:xfrm>
          <a:prstGeom prst="rect">
            <a:avLst/>
          </a:prstGeom>
          <a:noFill/>
          <a:ln>
            <a:noFill/>
          </a:ln>
        </p:spPr>
        <p:txBody>
          <a:bodyPr anchorCtr="0" anchor="ctr" bIns="40650" lIns="81325" spcFirstLastPara="1" rIns="81325" wrap="square" tIns="40650">
            <a:noAutofit/>
          </a:bodyPr>
          <a:lstStyle/>
          <a:p>
            <a:pPr indent="-398018" lvl="0" marL="457200" marR="0" rtl="0" algn="l">
              <a:lnSpc>
                <a:spcPct val="90000"/>
              </a:lnSpc>
              <a:spcBef>
                <a:spcPts val="0"/>
              </a:spcBef>
              <a:spcAft>
                <a:spcPts val="0"/>
              </a:spcAft>
              <a:buClr>
                <a:schemeClr val="accent2"/>
              </a:buClr>
              <a:buSzPts val="2668"/>
              <a:buFont typeface="Kdam Thmor Pro"/>
              <a:buChar char="●"/>
            </a:pPr>
            <a:r>
              <a:rPr b="1" i="0" lang="en-US" sz="2668" u="none" cap="none" strike="noStrike">
                <a:solidFill>
                  <a:schemeClr val="accent2"/>
                </a:solidFill>
                <a:latin typeface="Kdam Thmor Pro"/>
                <a:ea typeface="Kdam Thmor Pro"/>
                <a:cs typeface="Kdam Thmor Pro"/>
                <a:sym typeface="Kdam Thmor Pro"/>
              </a:rPr>
              <a:t>Dynamic Decision Making</a:t>
            </a:r>
            <a:endParaRPr b="1" i="0" sz="2668" u="none" cap="none" strike="noStrike">
              <a:solidFill>
                <a:schemeClr val="accent2"/>
              </a:solidFill>
              <a:latin typeface="Kdam Thmor Pro"/>
              <a:ea typeface="Kdam Thmor Pro"/>
              <a:cs typeface="Kdam Thmor Pro"/>
              <a:sym typeface="Kdam Thmor Pro"/>
            </a:endParaRPr>
          </a:p>
        </p:txBody>
      </p:sp>
      <p:sp>
        <p:nvSpPr>
          <p:cNvPr id="4543" name="Google Shape;4543;g3b3df1f2e99_0_104"/>
          <p:cNvSpPr txBox="1"/>
          <p:nvPr>
            <p:ph idx="2" type="ctrTitle"/>
          </p:nvPr>
        </p:nvSpPr>
        <p:spPr>
          <a:xfrm>
            <a:off x="832750" y="3106391"/>
            <a:ext cx="4630800" cy="1407300"/>
          </a:xfrm>
          <a:prstGeom prst="rect">
            <a:avLst/>
          </a:prstGeom>
          <a:noFill/>
          <a:ln>
            <a:noFill/>
          </a:ln>
          <a:effectLst>
            <a:outerShdw blurRad="50800" rotWithShape="0" algn="tl" dir="2700000" dist="38100">
              <a:srgbClr val="000000">
                <a:alpha val="40000"/>
              </a:srgbClr>
            </a:outerShdw>
          </a:effectLst>
        </p:spPr>
        <p:txBody>
          <a:bodyPr anchorCtr="0" anchor="ctr" bIns="40650" lIns="81325" spcFirstLastPara="1" rIns="81325" wrap="square" tIns="40650">
            <a:noAutofit/>
          </a:bodyPr>
          <a:lstStyle/>
          <a:p>
            <a:pPr indent="0" lvl="0" marL="0" marR="0" rtl="0" algn="l">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Robots can respond to changing conditions rather than following fixed instructions</a:t>
            </a:r>
            <a:endParaRPr b="1" i="0" sz="2668" u="none" cap="none" strike="noStrike">
              <a:solidFill>
                <a:schemeClr val="accent1"/>
              </a:solidFill>
              <a:latin typeface="Quicksand"/>
              <a:ea typeface="Quicksand"/>
              <a:cs typeface="Quicksand"/>
              <a:sym typeface="Quicksand"/>
            </a:endParaRPr>
          </a:p>
        </p:txBody>
      </p:sp>
      <p:pic>
        <p:nvPicPr>
          <p:cNvPr id="4544" name="Google Shape;4544;g3b3df1f2e99_0_104"/>
          <p:cNvPicPr preferRelativeResize="0"/>
          <p:nvPr/>
        </p:nvPicPr>
        <p:blipFill rotWithShape="1">
          <a:blip r:embed="rId3">
            <a:alphaModFix/>
          </a:blip>
          <a:srcRect b="0" l="0" r="0" t="0"/>
          <a:stretch/>
        </p:blipFill>
        <p:spPr>
          <a:xfrm>
            <a:off x="6902500" y="1629276"/>
            <a:ext cx="4187075" cy="4187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9" name="Shape 4549"/>
        <p:cNvGrpSpPr/>
        <p:nvPr/>
      </p:nvGrpSpPr>
      <p:grpSpPr>
        <a:xfrm>
          <a:off x="0" y="0"/>
          <a:ext cx="0" cy="0"/>
          <a:chOff x="0" y="0"/>
          <a:chExt cx="0" cy="0"/>
        </a:xfrm>
      </p:grpSpPr>
      <p:sp>
        <p:nvSpPr>
          <p:cNvPr id="4550" name="Google Shape;4550;g3b3df1f2e99_0_111"/>
          <p:cNvSpPr txBox="1"/>
          <p:nvPr>
            <p:ph type="title"/>
          </p:nvPr>
        </p:nvSpPr>
        <p:spPr>
          <a:xfrm>
            <a:off x="207925" y="597482"/>
            <a:ext cx="11112600" cy="726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lang="en-US" sz="4500">
                <a:latin typeface="Kdam Thmor Pro"/>
                <a:ea typeface="Kdam Thmor Pro"/>
                <a:cs typeface="Kdam Thmor Pro"/>
                <a:sym typeface="Kdam Thmor Pro"/>
              </a:rPr>
              <a:t>Why Sensors Matter in Robotics</a:t>
            </a:r>
            <a:endParaRPr sz="4500">
              <a:latin typeface="Kdam Thmor Pro"/>
              <a:ea typeface="Kdam Thmor Pro"/>
              <a:cs typeface="Kdam Thmor Pro"/>
              <a:sym typeface="Kdam Thmor Pro"/>
            </a:endParaRPr>
          </a:p>
        </p:txBody>
      </p:sp>
      <p:sp>
        <p:nvSpPr>
          <p:cNvPr id="4551" name="Google Shape;4551;g3b3df1f2e99_0_111"/>
          <p:cNvSpPr txBox="1"/>
          <p:nvPr>
            <p:ph type="ctrTitle"/>
          </p:nvPr>
        </p:nvSpPr>
        <p:spPr>
          <a:xfrm>
            <a:off x="474850" y="2260691"/>
            <a:ext cx="4988700" cy="785400"/>
          </a:xfrm>
          <a:prstGeom prst="rect">
            <a:avLst/>
          </a:prstGeom>
          <a:noFill/>
          <a:ln>
            <a:noFill/>
          </a:ln>
        </p:spPr>
        <p:txBody>
          <a:bodyPr anchorCtr="0" anchor="ctr" bIns="40650" lIns="81325" spcFirstLastPara="1" rIns="81325" wrap="square" tIns="40650">
            <a:noAutofit/>
          </a:bodyPr>
          <a:lstStyle/>
          <a:p>
            <a:pPr indent="-398018" lvl="0" marL="457200" marR="0" rtl="0" algn="l">
              <a:lnSpc>
                <a:spcPct val="90000"/>
              </a:lnSpc>
              <a:spcBef>
                <a:spcPts val="0"/>
              </a:spcBef>
              <a:spcAft>
                <a:spcPts val="0"/>
              </a:spcAft>
              <a:buClr>
                <a:schemeClr val="accent2"/>
              </a:buClr>
              <a:buSzPts val="2668"/>
              <a:buFont typeface="Kdam Thmor Pro"/>
              <a:buChar char="●"/>
            </a:pPr>
            <a:r>
              <a:rPr b="1" i="0" lang="en-US" sz="2668" u="none" cap="none" strike="noStrike">
                <a:solidFill>
                  <a:schemeClr val="accent2"/>
                </a:solidFill>
                <a:latin typeface="Kdam Thmor Pro"/>
                <a:ea typeface="Kdam Thmor Pro"/>
                <a:cs typeface="Kdam Thmor Pro"/>
                <a:sym typeface="Kdam Thmor Pro"/>
              </a:rPr>
              <a:t>Real-World Interaction</a:t>
            </a:r>
            <a:endParaRPr b="1" i="0" sz="2668" u="none" cap="none" strike="noStrike">
              <a:solidFill>
                <a:schemeClr val="accent2"/>
              </a:solidFill>
              <a:latin typeface="Kdam Thmor Pro"/>
              <a:ea typeface="Kdam Thmor Pro"/>
              <a:cs typeface="Kdam Thmor Pro"/>
              <a:sym typeface="Kdam Thmor Pro"/>
            </a:endParaRPr>
          </a:p>
        </p:txBody>
      </p:sp>
      <p:sp>
        <p:nvSpPr>
          <p:cNvPr id="4552" name="Google Shape;4552;g3b3df1f2e99_0_111"/>
          <p:cNvSpPr txBox="1"/>
          <p:nvPr>
            <p:ph idx="2" type="ctrTitle"/>
          </p:nvPr>
        </p:nvSpPr>
        <p:spPr>
          <a:xfrm>
            <a:off x="832750" y="3106391"/>
            <a:ext cx="4630800" cy="1407300"/>
          </a:xfrm>
          <a:prstGeom prst="rect">
            <a:avLst/>
          </a:prstGeom>
          <a:noFill/>
          <a:ln>
            <a:noFill/>
          </a:ln>
          <a:effectLst>
            <a:outerShdw blurRad="50800" rotWithShape="0" algn="tl" dir="2700000" dist="38100">
              <a:srgbClr val="000000">
                <a:alpha val="40000"/>
              </a:srgbClr>
            </a:outerShdw>
          </a:effectLst>
        </p:spPr>
        <p:txBody>
          <a:bodyPr anchorCtr="0" anchor="ctr" bIns="40650" lIns="81325" spcFirstLastPara="1" rIns="81325" wrap="square" tIns="40650">
            <a:noAutofit/>
          </a:bodyPr>
          <a:lstStyle/>
          <a:p>
            <a:pPr indent="0" lvl="0" marL="0" marR="0" rtl="0" algn="l">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Sensors enable robots to interact with physical objects and adapt their behavior</a:t>
            </a:r>
            <a:endParaRPr b="1" i="0" sz="2668" u="none" cap="none" strike="noStrike">
              <a:solidFill>
                <a:schemeClr val="accent1"/>
              </a:solidFill>
              <a:latin typeface="Quicksand"/>
              <a:ea typeface="Quicksand"/>
              <a:cs typeface="Quicksand"/>
              <a:sym typeface="Quicksand"/>
            </a:endParaRPr>
          </a:p>
        </p:txBody>
      </p:sp>
      <p:pic>
        <p:nvPicPr>
          <p:cNvPr id="4553" name="Google Shape;4553;g3b3df1f2e99_0_111"/>
          <p:cNvPicPr preferRelativeResize="0"/>
          <p:nvPr/>
        </p:nvPicPr>
        <p:blipFill rotWithShape="1">
          <a:blip r:embed="rId3">
            <a:alphaModFix/>
          </a:blip>
          <a:srcRect b="0" l="0" r="0" t="0"/>
          <a:stretch/>
        </p:blipFill>
        <p:spPr>
          <a:xfrm>
            <a:off x="6946125" y="1770577"/>
            <a:ext cx="3958125" cy="3958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8" name="Shape 4558"/>
        <p:cNvGrpSpPr/>
        <p:nvPr/>
      </p:nvGrpSpPr>
      <p:grpSpPr>
        <a:xfrm>
          <a:off x="0" y="0"/>
          <a:ext cx="0" cy="0"/>
          <a:chOff x="0" y="0"/>
          <a:chExt cx="0" cy="0"/>
        </a:xfrm>
      </p:grpSpPr>
      <p:sp>
        <p:nvSpPr>
          <p:cNvPr id="4559" name="Google Shape;4559;g3b3d06a388d_1_214"/>
          <p:cNvSpPr txBox="1"/>
          <p:nvPr>
            <p:ph idx="1" type="body"/>
          </p:nvPr>
        </p:nvSpPr>
        <p:spPr>
          <a:xfrm>
            <a:off x="2098650" y="2052150"/>
            <a:ext cx="7994700" cy="27537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4000"/>
              <a:buNone/>
            </a:pPr>
            <a:r>
              <a:rPr lang="en-US"/>
              <a:t>For a </a:t>
            </a:r>
            <a:r>
              <a:rPr lang="en-US">
                <a:solidFill>
                  <a:schemeClr val="accent1"/>
                </a:solidFill>
              </a:rPr>
              <a:t>robot </a:t>
            </a:r>
            <a:r>
              <a:rPr lang="en-US"/>
              <a:t>to truly be </a:t>
            </a:r>
            <a:r>
              <a:rPr lang="en-US">
                <a:solidFill>
                  <a:schemeClr val="accent1"/>
                </a:solidFill>
              </a:rPr>
              <a:t>intelligent</a:t>
            </a:r>
            <a:r>
              <a:rPr lang="en-US"/>
              <a:t>, it must follow the </a:t>
            </a:r>
            <a:r>
              <a:rPr lang="en-US">
                <a:solidFill>
                  <a:schemeClr val="accent2"/>
                </a:solidFill>
              </a:rPr>
              <a:t>Sense-Think-Act</a:t>
            </a:r>
            <a:r>
              <a:rPr lang="en-US"/>
              <a:t> decision loop</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4" name="Shape 4564"/>
        <p:cNvGrpSpPr/>
        <p:nvPr/>
      </p:nvGrpSpPr>
      <p:grpSpPr>
        <a:xfrm>
          <a:off x="0" y="0"/>
          <a:ext cx="0" cy="0"/>
          <a:chOff x="0" y="0"/>
          <a:chExt cx="0" cy="0"/>
        </a:xfrm>
      </p:grpSpPr>
      <p:sp>
        <p:nvSpPr>
          <p:cNvPr id="4565" name="Google Shape;4565;g3b3df1f2e99_0_22"/>
          <p:cNvSpPr txBox="1"/>
          <p:nvPr>
            <p:ph type="ctrTitle"/>
          </p:nvPr>
        </p:nvSpPr>
        <p:spPr>
          <a:xfrm>
            <a:off x="482225" y="367875"/>
            <a:ext cx="8837400" cy="11676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b="1" i="0" lang="en-US" sz="4500" u="none" cap="none" strike="noStrike">
                <a:solidFill>
                  <a:schemeClr val="accent2"/>
                </a:solidFill>
                <a:latin typeface="Kdam Thmor Pro"/>
                <a:ea typeface="Kdam Thmor Pro"/>
                <a:cs typeface="Kdam Thmor Pro"/>
                <a:sym typeface="Kdam Thmor Pro"/>
              </a:rPr>
              <a:t>The Sense-Think-Act Loop</a:t>
            </a:r>
            <a:endParaRPr b="1" i="0" sz="4500" u="none" cap="none" strike="noStrike">
              <a:solidFill>
                <a:schemeClr val="accent2"/>
              </a:solidFill>
              <a:latin typeface="Kdam Thmor Pro"/>
              <a:ea typeface="Kdam Thmor Pro"/>
              <a:cs typeface="Kdam Thmor Pro"/>
              <a:sym typeface="Kdam Thmor Pro"/>
            </a:endParaRPr>
          </a:p>
        </p:txBody>
      </p:sp>
      <p:pic>
        <p:nvPicPr>
          <p:cNvPr id="4566" name="Google Shape;4566;g3b3df1f2e99_0_22"/>
          <p:cNvPicPr preferRelativeResize="0"/>
          <p:nvPr/>
        </p:nvPicPr>
        <p:blipFill rotWithShape="1">
          <a:blip r:embed="rId3">
            <a:alphaModFix amt="25000"/>
          </a:blip>
          <a:srcRect b="0" l="0" r="0" t="0"/>
          <a:stretch/>
        </p:blipFill>
        <p:spPr>
          <a:xfrm>
            <a:off x="2644950" y="1248675"/>
            <a:ext cx="6194025" cy="5210150"/>
          </a:xfrm>
          <a:prstGeom prst="rect">
            <a:avLst/>
          </a:prstGeom>
          <a:noFill/>
          <a:ln>
            <a:noFill/>
          </a:ln>
        </p:spPr>
      </p:pic>
      <p:pic>
        <p:nvPicPr>
          <p:cNvPr id="4567" name="Google Shape;4567;g3b3df1f2e99_0_22"/>
          <p:cNvPicPr preferRelativeResize="0"/>
          <p:nvPr/>
        </p:nvPicPr>
        <p:blipFill rotWithShape="1">
          <a:blip r:embed="rId3">
            <a:alphaModFix/>
          </a:blip>
          <a:srcRect b="68125" l="35159" r="34673" t="6857"/>
          <a:stretch/>
        </p:blipFill>
        <p:spPr>
          <a:xfrm>
            <a:off x="4822725" y="1605875"/>
            <a:ext cx="1868576" cy="13033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2" name="Shape 4572"/>
        <p:cNvGrpSpPr/>
        <p:nvPr/>
      </p:nvGrpSpPr>
      <p:grpSpPr>
        <a:xfrm>
          <a:off x="0" y="0"/>
          <a:ext cx="0" cy="0"/>
          <a:chOff x="0" y="0"/>
          <a:chExt cx="0" cy="0"/>
        </a:xfrm>
      </p:grpSpPr>
      <p:sp>
        <p:nvSpPr>
          <p:cNvPr id="4573" name="Google Shape;4573;g3b3df1f2e99_0_59"/>
          <p:cNvSpPr txBox="1"/>
          <p:nvPr>
            <p:ph type="ctrTitle"/>
          </p:nvPr>
        </p:nvSpPr>
        <p:spPr>
          <a:xfrm>
            <a:off x="482225" y="367875"/>
            <a:ext cx="8837400" cy="11676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b="1" i="0" lang="en-US" sz="4500" u="none" cap="none" strike="noStrike">
                <a:solidFill>
                  <a:schemeClr val="accent2"/>
                </a:solidFill>
                <a:latin typeface="Kdam Thmor Pro"/>
                <a:ea typeface="Kdam Thmor Pro"/>
                <a:cs typeface="Kdam Thmor Pro"/>
                <a:sym typeface="Kdam Thmor Pro"/>
              </a:rPr>
              <a:t>The Sense-Think-Act Loop</a:t>
            </a:r>
            <a:endParaRPr b="1" i="0" sz="4500" u="none" cap="none" strike="noStrike">
              <a:solidFill>
                <a:schemeClr val="accent2"/>
              </a:solidFill>
              <a:latin typeface="Kdam Thmor Pro"/>
              <a:ea typeface="Kdam Thmor Pro"/>
              <a:cs typeface="Kdam Thmor Pro"/>
              <a:sym typeface="Kdam Thmor Pro"/>
            </a:endParaRPr>
          </a:p>
        </p:txBody>
      </p:sp>
      <p:pic>
        <p:nvPicPr>
          <p:cNvPr id="4574" name="Google Shape;4574;g3b3df1f2e99_0_59"/>
          <p:cNvPicPr preferRelativeResize="0"/>
          <p:nvPr/>
        </p:nvPicPr>
        <p:blipFill rotWithShape="1">
          <a:blip r:embed="rId3">
            <a:alphaModFix amt="25000"/>
          </a:blip>
          <a:srcRect b="0" l="0" r="0" t="0"/>
          <a:stretch/>
        </p:blipFill>
        <p:spPr>
          <a:xfrm>
            <a:off x="2644950" y="1248675"/>
            <a:ext cx="6194025" cy="5210150"/>
          </a:xfrm>
          <a:prstGeom prst="rect">
            <a:avLst/>
          </a:prstGeom>
          <a:noFill/>
          <a:ln>
            <a:noFill/>
          </a:ln>
        </p:spPr>
      </p:pic>
      <p:pic>
        <p:nvPicPr>
          <p:cNvPr id="4575" name="Google Shape;4575;g3b3df1f2e99_0_59"/>
          <p:cNvPicPr preferRelativeResize="0"/>
          <p:nvPr/>
        </p:nvPicPr>
        <p:blipFill rotWithShape="1">
          <a:blip r:embed="rId3">
            <a:alphaModFix/>
          </a:blip>
          <a:srcRect b="23316" l="64764" r="4696" t="52023"/>
          <a:stretch/>
        </p:blipFill>
        <p:spPr>
          <a:xfrm>
            <a:off x="6656700" y="3958900"/>
            <a:ext cx="1891674" cy="12847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0" name="Shape 4580"/>
        <p:cNvGrpSpPr/>
        <p:nvPr/>
      </p:nvGrpSpPr>
      <p:grpSpPr>
        <a:xfrm>
          <a:off x="0" y="0"/>
          <a:ext cx="0" cy="0"/>
          <a:chOff x="0" y="0"/>
          <a:chExt cx="0" cy="0"/>
        </a:xfrm>
      </p:grpSpPr>
      <p:sp>
        <p:nvSpPr>
          <p:cNvPr id="4581" name="Google Shape;4581;g3b3df1f2e99_0_66"/>
          <p:cNvSpPr txBox="1"/>
          <p:nvPr>
            <p:ph type="ctrTitle"/>
          </p:nvPr>
        </p:nvSpPr>
        <p:spPr>
          <a:xfrm>
            <a:off x="482225" y="367875"/>
            <a:ext cx="8837400" cy="11676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b="1" i="0" lang="en-US" sz="4500" u="none" cap="none" strike="noStrike">
                <a:solidFill>
                  <a:schemeClr val="accent2"/>
                </a:solidFill>
                <a:latin typeface="Kdam Thmor Pro"/>
                <a:ea typeface="Kdam Thmor Pro"/>
                <a:cs typeface="Kdam Thmor Pro"/>
                <a:sym typeface="Kdam Thmor Pro"/>
              </a:rPr>
              <a:t>The Sense-Think-Act Loop</a:t>
            </a:r>
            <a:endParaRPr b="1" i="0" sz="4500" u="none" cap="none" strike="noStrike">
              <a:solidFill>
                <a:schemeClr val="accent2"/>
              </a:solidFill>
              <a:latin typeface="Kdam Thmor Pro"/>
              <a:ea typeface="Kdam Thmor Pro"/>
              <a:cs typeface="Kdam Thmor Pro"/>
              <a:sym typeface="Kdam Thmor Pro"/>
            </a:endParaRPr>
          </a:p>
        </p:txBody>
      </p:sp>
      <p:pic>
        <p:nvPicPr>
          <p:cNvPr id="4582" name="Google Shape;4582;g3b3df1f2e99_0_66"/>
          <p:cNvPicPr preferRelativeResize="0"/>
          <p:nvPr/>
        </p:nvPicPr>
        <p:blipFill rotWithShape="1">
          <a:blip r:embed="rId3">
            <a:alphaModFix amt="25000"/>
          </a:blip>
          <a:srcRect b="0" l="0" r="0" t="0"/>
          <a:stretch/>
        </p:blipFill>
        <p:spPr>
          <a:xfrm>
            <a:off x="2644950" y="1248675"/>
            <a:ext cx="6194025" cy="5210150"/>
          </a:xfrm>
          <a:prstGeom prst="rect">
            <a:avLst/>
          </a:prstGeom>
          <a:noFill/>
          <a:ln>
            <a:noFill/>
          </a:ln>
        </p:spPr>
      </p:pic>
      <p:pic>
        <p:nvPicPr>
          <p:cNvPr id="4583" name="Google Shape;4583;g3b3df1f2e99_0_66"/>
          <p:cNvPicPr preferRelativeResize="0"/>
          <p:nvPr/>
        </p:nvPicPr>
        <p:blipFill rotWithShape="1">
          <a:blip r:embed="rId3">
            <a:alphaModFix/>
          </a:blip>
          <a:srcRect b="23316" l="5028" r="64858" t="52023"/>
          <a:stretch/>
        </p:blipFill>
        <p:spPr>
          <a:xfrm>
            <a:off x="2956601" y="3958900"/>
            <a:ext cx="1865151" cy="12847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8" name="Shape 4588"/>
        <p:cNvGrpSpPr/>
        <p:nvPr/>
      </p:nvGrpSpPr>
      <p:grpSpPr>
        <a:xfrm>
          <a:off x="0" y="0"/>
          <a:ext cx="0" cy="0"/>
          <a:chOff x="0" y="0"/>
          <a:chExt cx="0" cy="0"/>
        </a:xfrm>
      </p:grpSpPr>
      <p:sp>
        <p:nvSpPr>
          <p:cNvPr id="4589" name="Google Shape;4589;g3b3df1f2e99_0_118"/>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1000"/>
              </a:spcBef>
              <a:spcAft>
                <a:spcPts val="0"/>
              </a:spcAft>
              <a:buSzPts val="2800"/>
              <a:buNone/>
            </a:pPr>
            <a:r>
              <a:rPr lang="en-US"/>
              <a:t>The Bumper Sensor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4" name="Shape 4594"/>
        <p:cNvGrpSpPr/>
        <p:nvPr/>
      </p:nvGrpSpPr>
      <p:grpSpPr>
        <a:xfrm>
          <a:off x="0" y="0"/>
          <a:ext cx="0" cy="0"/>
          <a:chOff x="0" y="0"/>
          <a:chExt cx="0" cy="0"/>
        </a:xfrm>
      </p:grpSpPr>
      <p:sp>
        <p:nvSpPr>
          <p:cNvPr id="4595" name="Google Shape;4595;g3b3df1f2e99_0_123"/>
          <p:cNvSpPr txBox="1"/>
          <p:nvPr>
            <p:ph type="ctrTitle"/>
          </p:nvPr>
        </p:nvSpPr>
        <p:spPr>
          <a:xfrm>
            <a:off x="482225" y="367875"/>
            <a:ext cx="8837400" cy="11676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b="1" i="0" lang="en-US" sz="4500" u="none" cap="none" strike="noStrike">
                <a:solidFill>
                  <a:schemeClr val="accent2"/>
                </a:solidFill>
                <a:latin typeface="Kdam Thmor Pro"/>
                <a:ea typeface="Kdam Thmor Pro"/>
                <a:cs typeface="Kdam Thmor Pro"/>
                <a:sym typeface="Kdam Thmor Pro"/>
              </a:rPr>
              <a:t>The Bumper Sensor</a:t>
            </a:r>
            <a:endParaRPr b="1" i="0" sz="4500" u="none" cap="none" strike="noStrike">
              <a:solidFill>
                <a:schemeClr val="accent2"/>
              </a:solidFill>
              <a:latin typeface="Kdam Thmor Pro"/>
              <a:ea typeface="Kdam Thmor Pro"/>
              <a:cs typeface="Kdam Thmor Pro"/>
              <a:sym typeface="Kdam Thmor Pro"/>
            </a:endParaRPr>
          </a:p>
        </p:txBody>
      </p:sp>
      <p:sp>
        <p:nvSpPr>
          <p:cNvPr id="4596" name="Google Shape;4596;g3b3df1f2e99_0_123"/>
          <p:cNvSpPr txBox="1"/>
          <p:nvPr>
            <p:ph idx="2" type="ctrTitle"/>
          </p:nvPr>
        </p:nvSpPr>
        <p:spPr>
          <a:xfrm>
            <a:off x="1525175" y="1416349"/>
            <a:ext cx="2337000" cy="785400"/>
          </a:xfrm>
          <a:prstGeom prst="rect">
            <a:avLst/>
          </a:prstGeom>
          <a:noFill/>
          <a:ln>
            <a:noFill/>
          </a:ln>
        </p:spPr>
        <p:txBody>
          <a:bodyPr anchorCtr="0" anchor="ctr" bIns="40650" lIns="81325" spcFirstLastPara="1" rIns="81325" wrap="square" tIns="40650">
            <a:noAutofit/>
          </a:bodyPr>
          <a:lstStyle/>
          <a:p>
            <a:pPr indent="0" lvl="0" marL="0" marR="0" rtl="0" algn="ctr">
              <a:lnSpc>
                <a:spcPct val="90000"/>
              </a:lnSpc>
              <a:spcBef>
                <a:spcPts val="0"/>
              </a:spcBef>
              <a:spcAft>
                <a:spcPts val="0"/>
              </a:spcAft>
              <a:buClr>
                <a:srgbClr val="000000"/>
              </a:buClr>
              <a:buSzPts val="2668"/>
              <a:buFont typeface="Arial"/>
              <a:buNone/>
            </a:pPr>
            <a:r>
              <a:rPr b="1" i="0" lang="en-US" sz="2668" u="none" cap="none" strike="noStrike">
                <a:solidFill>
                  <a:schemeClr val="accent2"/>
                </a:solidFill>
                <a:latin typeface="Kdam Thmor Pro"/>
                <a:ea typeface="Kdam Thmor Pro"/>
                <a:cs typeface="Kdam Thmor Pro"/>
                <a:sym typeface="Kdam Thmor Pro"/>
              </a:rPr>
              <a:t>Location</a:t>
            </a:r>
            <a:endParaRPr b="1" i="0" sz="2668" u="none" cap="none" strike="noStrike">
              <a:solidFill>
                <a:schemeClr val="accent2"/>
              </a:solidFill>
              <a:latin typeface="Kdam Thmor Pro"/>
              <a:ea typeface="Kdam Thmor Pro"/>
              <a:cs typeface="Kdam Thmor Pro"/>
              <a:sym typeface="Kdam Thmor Pro"/>
            </a:endParaRPr>
          </a:p>
        </p:txBody>
      </p:sp>
      <p:sp>
        <p:nvSpPr>
          <p:cNvPr id="4597" name="Google Shape;4597;g3b3df1f2e99_0_123"/>
          <p:cNvSpPr txBox="1"/>
          <p:nvPr>
            <p:ph idx="3" type="ctrTitle"/>
          </p:nvPr>
        </p:nvSpPr>
        <p:spPr>
          <a:xfrm>
            <a:off x="482225" y="2163224"/>
            <a:ext cx="4422900" cy="1407300"/>
          </a:xfrm>
          <a:prstGeom prst="rect">
            <a:avLst/>
          </a:prstGeom>
          <a:noFill/>
          <a:ln>
            <a:noFill/>
          </a:ln>
        </p:spPr>
        <p:txBody>
          <a:bodyPr anchorCtr="0" anchor="ctr" bIns="40650" lIns="81325" spcFirstLastPara="1" rIns="81325" wrap="square" tIns="40650">
            <a:noAutofit/>
          </a:bodyPr>
          <a:lstStyle/>
          <a:p>
            <a:pPr indent="0" lvl="0" marL="0" marR="0" rtl="0" algn="ctr">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The VR Robot has two Bumper Sensors located on the front of the robot</a:t>
            </a:r>
            <a:endParaRPr b="1" i="0" sz="2668" u="none" cap="none" strike="noStrike">
              <a:solidFill>
                <a:schemeClr val="accent1"/>
              </a:solidFill>
              <a:latin typeface="Quicksand"/>
              <a:ea typeface="Quicksand"/>
              <a:cs typeface="Quicksand"/>
              <a:sym typeface="Quicksand"/>
            </a:endParaRPr>
          </a:p>
        </p:txBody>
      </p:sp>
      <p:sp>
        <p:nvSpPr>
          <p:cNvPr id="4598" name="Google Shape;4598;g3b3df1f2e99_0_123"/>
          <p:cNvSpPr txBox="1"/>
          <p:nvPr>
            <p:ph idx="4" type="ctrTitle"/>
          </p:nvPr>
        </p:nvSpPr>
        <p:spPr>
          <a:xfrm>
            <a:off x="8290150" y="1416361"/>
            <a:ext cx="2337000" cy="785400"/>
          </a:xfrm>
          <a:prstGeom prst="rect">
            <a:avLst/>
          </a:prstGeom>
          <a:noFill/>
          <a:ln>
            <a:noFill/>
          </a:ln>
        </p:spPr>
        <p:txBody>
          <a:bodyPr anchorCtr="0" anchor="ctr" bIns="40650" lIns="81325" spcFirstLastPara="1" rIns="81325" wrap="square" tIns="40650">
            <a:noAutofit/>
          </a:bodyPr>
          <a:lstStyle/>
          <a:p>
            <a:pPr indent="0" lvl="0" marL="0" marR="0" rtl="0" algn="ctr">
              <a:lnSpc>
                <a:spcPct val="90000"/>
              </a:lnSpc>
              <a:spcBef>
                <a:spcPts val="0"/>
              </a:spcBef>
              <a:spcAft>
                <a:spcPts val="0"/>
              </a:spcAft>
              <a:buClr>
                <a:srgbClr val="000000"/>
              </a:buClr>
              <a:buSzPts val="2668"/>
              <a:buFont typeface="Arial"/>
              <a:buNone/>
            </a:pPr>
            <a:r>
              <a:rPr b="1" i="0" lang="en-US" sz="2668" u="none" cap="none" strike="noStrike">
                <a:solidFill>
                  <a:schemeClr val="accent2"/>
                </a:solidFill>
                <a:latin typeface="Kdam Thmor Pro"/>
                <a:ea typeface="Kdam Thmor Pro"/>
                <a:cs typeface="Kdam Thmor Pro"/>
                <a:sym typeface="Kdam Thmor Pro"/>
              </a:rPr>
              <a:t>Function</a:t>
            </a:r>
            <a:endParaRPr b="1" i="0" sz="2668" u="none" cap="none" strike="noStrike">
              <a:solidFill>
                <a:schemeClr val="accent2"/>
              </a:solidFill>
              <a:latin typeface="Kdam Thmor Pro"/>
              <a:ea typeface="Kdam Thmor Pro"/>
              <a:cs typeface="Kdam Thmor Pro"/>
              <a:sym typeface="Kdam Thmor Pro"/>
            </a:endParaRPr>
          </a:p>
        </p:txBody>
      </p:sp>
      <p:sp>
        <p:nvSpPr>
          <p:cNvPr id="4599" name="Google Shape;4599;g3b3df1f2e99_0_123"/>
          <p:cNvSpPr txBox="1"/>
          <p:nvPr>
            <p:ph idx="5" type="ctrTitle"/>
          </p:nvPr>
        </p:nvSpPr>
        <p:spPr>
          <a:xfrm>
            <a:off x="7247200" y="2163211"/>
            <a:ext cx="4422900" cy="1407300"/>
          </a:xfrm>
          <a:prstGeom prst="rect">
            <a:avLst/>
          </a:prstGeom>
          <a:noFill/>
          <a:ln>
            <a:noFill/>
          </a:ln>
        </p:spPr>
        <p:txBody>
          <a:bodyPr anchorCtr="0" anchor="ctr" bIns="40650" lIns="81325" spcFirstLastPara="1" rIns="81325" wrap="square" tIns="40650">
            <a:noAutofit/>
          </a:bodyPr>
          <a:lstStyle/>
          <a:p>
            <a:pPr indent="0" lvl="0" marL="0" marR="0" rtl="0" algn="ctr">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Detects when the robot makes physical contact with walls or objects</a:t>
            </a:r>
            <a:endParaRPr b="1" i="0" sz="2668" u="none" cap="none" strike="noStrike">
              <a:solidFill>
                <a:schemeClr val="accent1"/>
              </a:solidFill>
              <a:latin typeface="Quicksand"/>
              <a:ea typeface="Quicksand"/>
              <a:cs typeface="Quicksand"/>
              <a:sym typeface="Quicksand"/>
            </a:endParaRPr>
          </a:p>
        </p:txBody>
      </p:sp>
      <p:pic>
        <p:nvPicPr>
          <p:cNvPr id="4600" name="Google Shape;4600;g3b3df1f2e99_0_123"/>
          <p:cNvPicPr preferRelativeResize="0"/>
          <p:nvPr/>
        </p:nvPicPr>
        <p:blipFill rotWithShape="1">
          <a:blip r:embed="rId3">
            <a:alphaModFix/>
          </a:blip>
          <a:srcRect b="0" l="0" r="0" t="0"/>
          <a:stretch/>
        </p:blipFill>
        <p:spPr>
          <a:xfrm>
            <a:off x="4383125" y="3570500"/>
            <a:ext cx="3717713" cy="2697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5" name="Shape 4605"/>
        <p:cNvGrpSpPr/>
        <p:nvPr/>
      </p:nvGrpSpPr>
      <p:grpSpPr>
        <a:xfrm>
          <a:off x="0" y="0"/>
          <a:ext cx="0" cy="0"/>
          <a:chOff x="0" y="0"/>
          <a:chExt cx="0" cy="0"/>
        </a:xfrm>
      </p:grpSpPr>
      <p:sp>
        <p:nvSpPr>
          <p:cNvPr id="4606" name="Google Shape;4606;g3b3df1f2e99_0_261"/>
          <p:cNvSpPr txBox="1"/>
          <p:nvPr>
            <p:ph type="ctrTitle"/>
          </p:nvPr>
        </p:nvSpPr>
        <p:spPr>
          <a:xfrm>
            <a:off x="482225" y="367875"/>
            <a:ext cx="8837400" cy="11676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b="1" i="0" lang="en-US" sz="4500" u="none" cap="none" strike="noStrike">
                <a:solidFill>
                  <a:schemeClr val="accent2"/>
                </a:solidFill>
                <a:latin typeface="Kdam Thmor Pro"/>
                <a:ea typeface="Kdam Thmor Pro"/>
                <a:cs typeface="Kdam Thmor Pro"/>
                <a:sym typeface="Kdam Thmor Pro"/>
              </a:rPr>
              <a:t>The Bumper Sensor</a:t>
            </a:r>
            <a:endParaRPr b="1" i="0" sz="4500" u="none" cap="none" strike="noStrike">
              <a:solidFill>
                <a:schemeClr val="accent2"/>
              </a:solidFill>
              <a:latin typeface="Kdam Thmor Pro"/>
              <a:ea typeface="Kdam Thmor Pro"/>
              <a:cs typeface="Kdam Thmor Pro"/>
              <a:sym typeface="Kdam Thmor Pro"/>
            </a:endParaRPr>
          </a:p>
        </p:txBody>
      </p:sp>
      <p:sp>
        <p:nvSpPr>
          <p:cNvPr id="4607" name="Google Shape;4607;g3b3df1f2e99_0_261"/>
          <p:cNvSpPr txBox="1"/>
          <p:nvPr>
            <p:ph idx="2" type="ctrTitle"/>
          </p:nvPr>
        </p:nvSpPr>
        <p:spPr>
          <a:xfrm>
            <a:off x="1434650" y="1416325"/>
            <a:ext cx="3262800" cy="785400"/>
          </a:xfrm>
          <a:prstGeom prst="rect">
            <a:avLst/>
          </a:prstGeom>
          <a:noFill/>
          <a:ln>
            <a:noFill/>
          </a:ln>
        </p:spPr>
        <p:txBody>
          <a:bodyPr anchorCtr="0" anchor="ctr" bIns="40650" lIns="81325" spcFirstLastPara="1" rIns="81325" wrap="square" tIns="40650">
            <a:noAutofit/>
          </a:bodyPr>
          <a:lstStyle/>
          <a:p>
            <a:pPr indent="0" lvl="0" marL="0" marR="0" rtl="0" algn="ctr">
              <a:lnSpc>
                <a:spcPct val="90000"/>
              </a:lnSpc>
              <a:spcBef>
                <a:spcPts val="0"/>
              </a:spcBef>
              <a:spcAft>
                <a:spcPts val="0"/>
              </a:spcAft>
              <a:buClr>
                <a:srgbClr val="000000"/>
              </a:buClr>
              <a:buSzPts val="2668"/>
              <a:buFont typeface="Arial"/>
              <a:buNone/>
            </a:pPr>
            <a:r>
              <a:rPr b="1" i="0" lang="en-US" sz="2668" u="none" cap="none" strike="noStrike">
                <a:solidFill>
                  <a:schemeClr val="accent2"/>
                </a:solidFill>
                <a:latin typeface="Kdam Thmor Pro"/>
                <a:ea typeface="Kdam Thmor Pro"/>
                <a:cs typeface="Kdam Thmor Pro"/>
                <a:sym typeface="Kdam Thmor Pro"/>
              </a:rPr>
              <a:t>Left Bumper Sensor</a:t>
            </a:r>
            <a:endParaRPr b="1" i="0" sz="2668" u="none" cap="none" strike="noStrike">
              <a:solidFill>
                <a:schemeClr val="accent2"/>
              </a:solidFill>
              <a:latin typeface="Kdam Thmor Pro"/>
              <a:ea typeface="Kdam Thmor Pro"/>
              <a:cs typeface="Kdam Thmor Pro"/>
              <a:sym typeface="Kdam Thmor Pro"/>
            </a:endParaRPr>
          </a:p>
        </p:txBody>
      </p:sp>
      <p:sp>
        <p:nvSpPr>
          <p:cNvPr id="4608" name="Google Shape;4608;g3b3df1f2e99_0_261"/>
          <p:cNvSpPr txBox="1"/>
          <p:nvPr>
            <p:ph idx="3" type="ctrTitle"/>
          </p:nvPr>
        </p:nvSpPr>
        <p:spPr>
          <a:xfrm>
            <a:off x="710825" y="2201725"/>
            <a:ext cx="4591500" cy="1407300"/>
          </a:xfrm>
          <a:prstGeom prst="rect">
            <a:avLst/>
          </a:prstGeom>
          <a:noFill/>
          <a:ln>
            <a:noFill/>
          </a:ln>
        </p:spPr>
        <p:txBody>
          <a:bodyPr anchorCtr="0" anchor="ctr" bIns="40650" lIns="81325" spcFirstLastPara="1" rIns="81325" wrap="square" tIns="40650">
            <a:noAutofit/>
          </a:bodyPr>
          <a:lstStyle/>
          <a:p>
            <a:pPr indent="0" lvl="0" marL="0" marR="0" rtl="0" algn="ctr">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Detects contact on the left side of the robot's front</a:t>
            </a:r>
            <a:endParaRPr b="1" i="0" sz="2668" u="none" cap="none" strike="noStrike">
              <a:solidFill>
                <a:schemeClr val="accent1"/>
              </a:solidFill>
              <a:latin typeface="Quicksand"/>
              <a:ea typeface="Quicksand"/>
              <a:cs typeface="Quicksand"/>
              <a:sym typeface="Quicksand"/>
            </a:endParaRPr>
          </a:p>
          <a:p>
            <a:pPr indent="0" lvl="0" marL="0" marR="0" rtl="0" algn="ctr">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Used when approaching walls from the left</a:t>
            </a:r>
            <a:endParaRPr b="1" i="0" sz="2668" u="none" cap="none" strike="noStrike">
              <a:solidFill>
                <a:schemeClr val="accent1"/>
              </a:solidFill>
              <a:latin typeface="Quicksand"/>
              <a:ea typeface="Quicksand"/>
              <a:cs typeface="Quicksand"/>
              <a:sym typeface="Quicksand"/>
            </a:endParaRPr>
          </a:p>
        </p:txBody>
      </p:sp>
      <p:sp>
        <p:nvSpPr>
          <p:cNvPr id="4609" name="Google Shape;4609;g3b3df1f2e99_0_261"/>
          <p:cNvSpPr txBox="1"/>
          <p:nvPr>
            <p:ph idx="4" type="ctrTitle"/>
          </p:nvPr>
        </p:nvSpPr>
        <p:spPr>
          <a:xfrm>
            <a:off x="7359575" y="1416325"/>
            <a:ext cx="3481800" cy="785400"/>
          </a:xfrm>
          <a:prstGeom prst="rect">
            <a:avLst/>
          </a:prstGeom>
          <a:noFill/>
          <a:ln>
            <a:noFill/>
          </a:ln>
        </p:spPr>
        <p:txBody>
          <a:bodyPr anchorCtr="0" anchor="ctr" bIns="40650" lIns="81325" spcFirstLastPara="1" rIns="81325" wrap="square" tIns="40650">
            <a:noAutofit/>
          </a:bodyPr>
          <a:lstStyle/>
          <a:p>
            <a:pPr indent="0" lvl="0" marL="0" marR="0" rtl="0" algn="ctr">
              <a:lnSpc>
                <a:spcPct val="90000"/>
              </a:lnSpc>
              <a:spcBef>
                <a:spcPts val="0"/>
              </a:spcBef>
              <a:spcAft>
                <a:spcPts val="0"/>
              </a:spcAft>
              <a:buClr>
                <a:srgbClr val="000000"/>
              </a:buClr>
              <a:buSzPts val="2668"/>
              <a:buFont typeface="Arial"/>
              <a:buNone/>
            </a:pPr>
            <a:r>
              <a:rPr b="1" i="0" lang="en-US" sz="2668" u="none" cap="none" strike="noStrike">
                <a:solidFill>
                  <a:schemeClr val="accent2"/>
                </a:solidFill>
                <a:latin typeface="Kdam Thmor Pro"/>
                <a:ea typeface="Kdam Thmor Pro"/>
                <a:cs typeface="Kdam Thmor Pro"/>
                <a:sym typeface="Kdam Thmor Pro"/>
              </a:rPr>
              <a:t>Right Bumper Sensor</a:t>
            </a:r>
            <a:endParaRPr b="1" i="0" sz="2668" u="none" cap="none" strike="noStrike">
              <a:solidFill>
                <a:schemeClr val="accent2"/>
              </a:solidFill>
              <a:latin typeface="Kdam Thmor Pro"/>
              <a:ea typeface="Kdam Thmor Pro"/>
              <a:cs typeface="Kdam Thmor Pro"/>
              <a:sym typeface="Kdam Thmor Pro"/>
            </a:endParaRPr>
          </a:p>
        </p:txBody>
      </p:sp>
      <p:sp>
        <p:nvSpPr>
          <p:cNvPr id="4610" name="Google Shape;4610;g3b3df1f2e99_0_261"/>
          <p:cNvSpPr txBox="1"/>
          <p:nvPr>
            <p:ph idx="5" type="ctrTitle"/>
          </p:nvPr>
        </p:nvSpPr>
        <p:spPr>
          <a:xfrm>
            <a:off x="6631025" y="2201725"/>
            <a:ext cx="4938900" cy="1407300"/>
          </a:xfrm>
          <a:prstGeom prst="rect">
            <a:avLst/>
          </a:prstGeom>
          <a:noFill/>
          <a:ln>
            <a:noFill/>
          </a:ln>
        </p:spPr>
        <p:txBody>
          <a:bodyPr anchorCtr="0" anchor="ctr" bIns="40650" lIns="81325" spcFirstLastPara="1" rIns="81325" wrap="square" tIns="40650">
            <a:noAutofit/>
          </a:bodyPr>
          <a:lstStyle/>
          <a:p>
            <a:pPr indent="0" lvl="0" marL="0" marR="0" rtl="0" algn="ctr">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Detects contact on the right side of the robot's front</a:t>
            </a:r>
            <a:endParaRPr b="1" i="0" sz="2668" u="none" cap="none" strike="noStrike">
              <a:solidFill>
                <a:schemeClr val="accent1"/>
              </a:solidFill>
              <a:latin typeface="Quicksand"/>
              <a:ea typeface="Quicksand"/>
              <a:cs typeface="Quicksand"/>
              <a:sym typeface="Quicksand"/>
            </a:endParaRPr>
          </a:p>
          <a:p>
            <a:pPr indent="0" lvl="0" marL="0" marR="0" rtl="0" algn="ctr">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Used when approaching walls from the right</a:t>
            </a:r>
            <a:endParaRPr b="1" i="0" sz="2668" u="none" cap="none" strike="noStrike">
              <a:solidFill>
                <a:schemeClr val="accent1"/>
              </a:solidFill>
              <a:latin typeface="Quicksand"/>
              <a:ea typeface="Quicksand"/>
              <a:cs typeface="Quicksand"/>
              <a:sym typeface="Quicksand"/>
            </a:endParaRPr>
          </a:p>
        </p:txBody>
      </p:sp>
      <p:pic>
        <p:nvPicPr>
          <p:cNvPr id="4611" name="Google Shape;4611;g3b3df1f2e99_0_261"/>
          <p:cNvPicPr preferRelativeResize="0"/>
          <p:nvPr/>
        </p:nvPicPr>
        <p:blipFill rotWithShape="1">
          <a:blip r:embed="rId3">
            <a:alphaModFix/>
          </a:blip>
          <a:srcRect b="0" l="0" r="0" t="0"/>
          <a:stretch/>
        </p:blipFill>
        <p:spPr>
          <a:xfrm>
            <a:off x="4383125" y="3570500"/>
            <a:ext cx="3717713" cy="2697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6" name="Shape 4616"/>
        <p:cNvGrpSpPr/>
        <p:nvPr/>
      </p:nvGrpSpPr>
      <p:grpSpPr>
        <a:xfrm>
          <a:off x="0" y="0"/>
          <a:ext cx="0" cy="0"/>
          <a:chOff x="0" y="0"/>
          <a:chExt cx="0" cy="0"/>
        </a:xfrm>
      </p:grpSpPr>
      <p:sp>
        <p:nvSpPr>
          <p:cNvPr id="4617" name="Google Shape;4617;g3b3df1f2e99_0_160"/>
          <p:cNvSpPr txBox="1"/>
          <p:nvPr>
            <p:ph type="ctrTitle"/>
          </p:nvPr>
        </p:nvSpPr>
        <p:spPr>
          <a:xfrm>
            <a:off x="482225" y="367875"/>
            <a:ext cx="8837400" cy="11676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b="1" i="0" lang="en-US" sz="4500" u="none" cap="none" strike="noStrike">
                <a:solidFill>
                  <a:schemeClr val="accent2"/>
                </a:solidFill>
                <a:latin typeface="Kdam Thmor Pro"/>
                <a:ea typeface="Kdam Thmor Pro"/>
                <a:cs typeface="Kdam Thmor Pro"/>
                <a:sym typeface="Kdam Thmor Pro"/>
              </a:rPr>
              <a:t>Bumper Sensor as a Switch</a:t>
            </a:r>
            <a:endParaRPr b="1" i="0" sz="4500" u="none" cap="none" strike="noStrike">
              <a:solidFill>
                <a:schemeClr val="accent2"/>
              </a:solidFill>
              <a:latin typeface="Kdam Thmor Pro"/>
              <a:ea typeface="Kdam Thmor Pro"/>
              <a:cs typeface="Kdam Thmor Pro"/>
              <a:sym typeface="Kdam Thmor Pro"/>
            </a:endParaRPr>
          </a:p>
        </p:txBody>
      </p:sp>
      <p:sp>
        <p:nvSpPr>
          <p:cNvPr id="4618" name="Google Shape;4618;g3b3df1f2e99_0_160"/>
          <p:cNvSpPr txBox="1"/>
          <p:nvPr>
            <p:ph idx="2" type="ctrTitle"/>
          </p:nvPr>
        </p:nvSpPr>
        <p:spPr>
          <a:xfrm>
            <a:off x="482225" y="1535475"/>
            <a:ext cx="5613900" cy="1407300"/>
          </a:xfrm>
          <a:prstGeom prst="rect">
            <a:avLst/>
          </a:prstGeom>
          <a:noFill/>
          <a:ln>
            <a:noFill/>
          </a:ln>
        </p:spPr>
        <p:txBody>
          <a:bodyPr anchorCtr="0" anchor="ctr" bIns="40650" lIns="81325" spcFirstLastPara="1" rIns="81325" wrap="square" tIns="40650">
            <a:noAutofit/>
          </a:bodyPr>
          <a:lstStyle/>
          <a:p>
            <a:pPr indent="0" lvl="0" marL="0" marR="0" rtl="0" algn="l">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A Bumper Sensor is a type of switch that reports if it is pressed or released</a:t>
            </a:r>
            <a:endParaRPr b="1" i="0" sz="2668" u="none" cap="none" strike="noStrike">
              <a:solidFill>
                <a:schemeClr val="accent1"/>
              </a:solidFill>
              <a:latin typeface="Quicksand"/>
              <a:ea typeface="Quicksand"/>
              <a:cs typeface="Quicksand"/>
              <a:sym typeface="Quicksand"/>
            </a:endParaRPr>
          </a:p>
        </p:txBody>
      </p:sp>
      <p:pic>
        <p:nvPicPr>
          <p:cNvPr id="4619" name="Google Shape;4619;g3b3df1f2e99_0_160"/>
          <p:cNvPicPr preferRelativeResize="0"/>
          <p:nvPr/>
        </p:nvPicPr>
        <p:blipFill rotWithShape="1">
          <a:blip r:embed="rId3">
            <a:alphaModFix/>
          </a:blip>
          <a:srcRect b="0" l="0" r="0" t="0"/>
          <a:stretch/>
        </p:blipFill>
        <p:spPr>
          <a:xfrm>
            <a:off x="6406575" y="1735523"/>
            <a:ext cx="4886350" cy="3582625"/>
          </a:xfrm>
          <a:prstGeom prst="rect">
            <a:avLst/>
          </a:prstGeom>
          <a:noFill/>
          <a:ln>
            <a:noFill/>
          </a:ln>
        </p:spPr>
      </p:pic>
      <p:pic>
        <p:nvPicPr>
          <p:cNvPr id="4620" name="Google Shape;4620;g3b3df1f2e99_0_160"/>
          <p:cNvPicPr preferRelativeResize="0"/>
          <p:nvPr/>
        </p:nvPicPr>
        <p:blipFill rotWithShape="1">
          <a:blip r:embed="rId4">
            <a:alphaModFix/>
          </a:blip>
          <a:srcRect b="0" l="0" r="0" t="0"/>
          <a:stretch/>
        </p:blipFill>
        <p:spPr>
          <a:xfrm>
            <a:off x="952500" y="3014200"/>
            <a:ext cx="2520950" cy="25209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5" name="Shape 4625"/>
        <p:cNvGrpSpPr/>
        <p:nvPr/>
      </p:nvGrpSpPr>
      <p:grpSpPr>
        <a:xfrm>
          <a:off x="0" y="0"/>
          <a:ext cx="0" cy="0"/>
          <a:chOff x="0" y="0"/>
          <a:chExt cx="0" cy="0"/>
        </a:xfrm>
      </p:grpSpPr>
      <p:sp>
        <p:nvSpPr>
          <p:cNvPr id="4626" name="Google Shape;4626;g3b3df1f2e99_0_151"/>
          <p:cNvSpPr txBox="1"/>
          <p:nvPr>
            <p:ph type="title"/>
          </p:nvPr>
        </p:nvSpPr>
        <p:spPr>
          <a:xfrm>
            <a:off x="207925" y="597482"/>
            <a:ext cx="11112600" cy="726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lang="en-US" sz="4500">
                <a:latin typeface="Kdam Thmor Pro"/>
                <a:ea typeface="Kdam Thmor Pro"/>
                <a:cs typeface="Kdam Thmor Pro"/>
                <a:sym typeface="Kdam Thmor Pro"/>
              </a:rPr>
              <a:t>How Bumper Sensors Work</a:t>
            </a:r>
            <a:endParaRPr sz="4500">
              <a:latin typeface="Kdam Thmor Pro"/>
              <a:ea typeface="Kdam Thmor Pro"/>
              <a:cs typeface="Kdam Thmor Pro"/>
              <a:sym typeface="Kdam Thmor Pro"/>
            </a:endParaRPr>
          </a:p>
        </p:txBody>
      </p:sp>
      <p:pic>
        <p:nvPicPr>
          <p:cNvPr id="4627" name="Google Shape;4627;g3b3df1f2e99_0_151"/>
          <p:cNvPicPr preferRelativeResize="0"/>
          <p:nvPr/>
        </p:nvPicPr>
        <p:blipFill rotWithShape="1">
          <a:blip r:embed="rId3">
            <a:alphaModFix amt="25000"/>
          </a:blip>
          <a:srcRect b="0" l="0" r="0" t="0"/>
          <a:stretch/>
        </p:blipFill>
        <p:spPr>
          <a:xfrm>
            <a:off x="498750" y="1783250"/>
            <a:ext cx="11112600" cy="3614595"/>
          </a:xfrm>
          <a:prstGeom prst="rect">
            <a:avLst/>
          </a:prstGeom>
          <a:noFill/>
          <a:ln>
            <a:noFill/>
          </a:ln>
          <a:effectLst>
            <a:outerShdw blurRad="57150" rotWithShape="0" algn="bl" dir="5400000" dist="19050">
              <a:srgbClr val="000000">
                <a:alpha val="50196"/>
              </a:srgbClr>
            </a:outerShdw>
          </a:effectLst>
        </p:spPr>
      </p:pic>
      <p:pic>
        <p:nvPicPr>
          <p:cNvPr id="4628" name="Google Shape;4628;g3b3df1f2e99_0_151"/>
          <p:cNvPicPr preferRelativeResize="0"/>
          <p:nvPr/>
        </p:nvPicPr>
        <p:blipFill rotWithShape="1">
          <a:blip r:embed="rId3">
            <a:alphaModFix/>
          </a:blip>
          <a:srcRect b="52253" l="0" r="49632" t="0"/>
          <a:stretch/>
        </p:blipFill>
        <p:spPr>
          <a:xfrm>
            <a:off x="498750" y="1783250"/>
            <a:ext cx="5597250" cy="1725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3" name="Shape 4633"/>
        <p:cNvGrpSpPr/>
        <p:nvPr/>
      </p:nvGrpSpPr>
      <p:grpSpPr>
        <a:xfrm>
          <a:off x="0" y="0"/>
          <a:ext cx="0" cy="0"/>
          <a:chOff x="0" y="0"/>
          <a:chExt cx="0" cy="0"/>
        </a:xfrm>
      </p:grpSpPr>
      <p:sp>
        <p:nvSpPr>
          <p:cNvPr id="4634" name="Google Shape;4634;g3b3df1f2e99_0_273"/>
          <p:cNvSpPr txBox="1"/>
          <p:nvPr>
            <p:ph type="title"/>
          </p:nvPr>
        </p:nvSpPr>
        <p:spPr>
          <a:xfrm>
            <a:off x="207925" y="597482"/>
            <a:ext cx="11112600" cy="726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lang="en-US" sz="4500">
                <a:latin typeface="Kdam Thmor Pro"/>
                <a:ea typeface="Kdam Thmor Pro"/>
                <a:cs typeface="Kdam Thmor Pro"/>
                <a:sym typeface="Kdam Thmor Pro"/>
              </a:rPr>
              <a:t>How Bumper Sensors Work</a:t>
            </a:r>
            <a:endParaRPr sz="4500">
              <a:latin typeface="Kdam Thmor Pro"/>
              <a:ea typeface="Kdam Thmor Pro"/>
              <a:cs typeface="Kdam Thmor Pro"/>
              <a:sym typeface="Kdam Thmor Pro"/>
            </a:endParaRPr>
          </a:p>
        </p:txBody>
      </p:sp>
      <p:pic>
        <p:nvPicPr>
          <p:cNvPr id="4635" name="Google Shape;4635;g3b3df1f2e99_0_273"/>
          <p:cNvPicPr preferRelativeResize="0"/>
          <p:nvPr/>
        </p:nvPicPr>
        <p:blipFill rotWithShape="1">
          <a:blip r:embed="rId3">
            <a:alphaModFix amt="25000"/>
          </a:blip>
          <a:srcRect b="0" l="0" r="0" t="0"/>
          <a:stretch/>
        </p:blipFill>
        <p:spPr>
          <a:xfrm>
            <a:off x="498750" y="1783250"/>
            <a:ext cx="11112600" cy="3614595"/>
          </a:xfrm>
          <a:prstGeom prst="rect">
            <a:avLst/>
          </a:prstGeom>
          <a:noFill/>
          <a:ln>
            <a:noFill/>
          </a:ln>
        </p:spPr>
      </p:pic>
      <p:pic>
        <p:nvPicPr>
          <p:cNvPr id="4636" name="Google Shape;4636;g3b3df1f2e99_0_273"/>
          <p:cNvPicPr preferRelativeResize="0"/>
          <p:nvPr/>
        </p:nvPicPr>
        <p:blipFill rotWithShape="1">
          <a:blip r:embed="rId3">
            <a:alphaModFix/>
          </a:blip>
          <a:srcRect b="52253" l="50367" r="0" t="0"/>
          <a:stretch/>
        </p:blipFill>
        <p:spPr>
          <a:xfrm>
            <a:off x="6096000" y="1783250"/>
            <a:ext cx="5515350" cy="1725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1" name="Shape 4641"/>
        <p:cNvGrpSpPr/>
        <p:nvPr/>
      </p:nvGrpSpPr>
      <p:grpSpPr>
        <a:xfrm>
          <a:off x="0" y="0"/>
          <a:ext cx="0" cy="0"/>
          <a:chOff x="0" y="0"/>
          <a:chExt cx="0" cy="0"/>
        </a:xfrm>
      </p:grpSpPr>
      <p:sp>
        <p:nvSpPr>
          <p:cNvPr id="4642" name="Google Shape;4642;g3b3df1f2e99_0_280"/>
          <p:cNvSpPr txBox="1"/>
          <p:nvPr>
            <p:ph type="title"/>
          </p:nvPr>
        </p:nvSpPr>
        <p:spPr>
          <a:xfrm>
            <a:off x="207925" y="597482"/>
            <a:ext cx="11112600" cy="726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lang="en-US" sz="4500">
                <a:latin typeface="Kdam Thmor Pro"/>
                <a:ea typeface="Kdam Thmor Pro"/>
                <a:cs typeface="Kdam Thmor Pro"/>
                <a:sym typeface="Kdam Thmor Pro"/>
              </a:rPr>
              <a:t>How Bumper Sensors Work</a:t>
            </a:r>
            <a:endParaRPr sz="4500">
              <a:latin typeface="Kdam Thmor Pro"/>
              <a:ea typeface="Kdam Thmor Pro"/>
              <a:cs typeface="Kdam Thmor Pro"/>
              <a:sym typeface="Kdam Thmor Pro"/>
            </a:endParaRPr>
          </a:p>
        </p:txBody>
      </p:sp>
      <p:pic>
        <p:nvPicPr>
          <p:cNvPr id="4643" name="Google Shape;4643;g3b3df1f2e99_0_280"/>
          <p:cNvPicPr preferRelativeResize="0"/>
          <p:nvPr/>
        </p:nvPicPr>
        <p:blipFill rotWithShape="1">
          <a:blip r:embed="rId3">
            <a:alphaModFix amt="25000"/>
          </a:blip>
          <a:srcRect b="0" l="0" r="0" t="0"/>
          <a:stretch/>
        </p:blipFill>
        <p:spPr>
          <a:xfrm>
            <a:off x="498750" y="1783250"/>
            <a:ext cx="11112600" cy="3614595"/>
          </a:xfrm>
          <a:prstGeom prst="rect">
            <a:avLst/>
          </a:prstGeom>
          <a:noFill/>
          <a:ln>
            <a:noFill/>
          </a:ln>
        </p:spPr>
      </p:pic>
      <p:pic>
        <p:nvPicPr>
          <p:cNvPr id="4644" name="Google Shape;4644;g3b3df1f2e99_0_280"/>
          <p:cNvPicPr preferRelativeResize="0"/>
          <p:nvPr/>
        </p:nvPicPr>
        <p:blipFill rotWithShape="1">
          <a:blip r:embed="rId3">
            <a:alphaModFix/>
          </a:blip>
          <a:srcRect b="0" l="0" r="49632" t="49023"/>
          <a:stretch/>
        </p:blipFill>
        <p:spPr>
          <a:xfrm>
            <a:off x="499025" y="3555200"/>
            <a:ext cx="5596974" cy="18425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9" name="Shape 4649"/>
        <p:cNvGrpSpPr/>
        <p:nvPr/>
      </p:nvGrpSpPr>
      <p:grpSpPr>
        <a:xfrm>
          <a:off x="0" y="0"/>
          <a:ext cx="0" cy="0"/>
          <a:chOff x="0" y="0"/>
          <a:chExt cx="0" cy="0"/>
        </a:xfrm>
      </p:grpSpPr>
      <p:sp>
        <p:nvSpPr>
          <p:cNvPr id="4650" name="Google Shape;4650;g3b3df1f2e99_0_287"/>
          <p:cNvSpPr txBox="1"/>
          <p:nvPr>
            <p:ph type="title"/>
          </p:nvPr>
        </p:nvSpPr>
        <p:spPr>
          <a:xfrm>
            <a:off x="207925" y="597482"/>
            <a:ext cx="11112600" cy="726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lang="en-US" sz="4500">
                <a:latin typeface="Kdam Thmor Pro"/>
                <a:ea typeface="Kdam Thmor Pro"/>
                <a:cs typeface="Kdam Thmor Pro"/>
                <a:sym typeface="Kdam Thmor Pro"/>
              </a:rPr>
              <a:t>How Bumper Sensors Work</a:t>
            </a:r>
            <a:endParaRPr sz="4500">
              <a:latin typeface="Kdam Thmor Pro"/>
              <a:ea typeface="Kdam Thmor Pro"/>
              <a:cs typeface="Kdam Thmor Pro"/>
              <a:sym typeface="Kdam Thmor Pro"/>
            </a:endParaRPr>
          </a:p>
        </p:txBody>
      </p:sp>
      <p:pic>
        <p:nvPicPr>
          <p:cNvPr id="4651" name="Google Shape;4651;g3b3df1f2e99_0_287"/>
          <p:cNvPicPr preferRelativeResize="0"/>
          <p:nvPr/>
        </p:nvPicPr>
        <p:blipFill rotWithShape="1">
          <a:blip r:embed="rId3">
            <a:alphaModFix amt="25000"/>
          </a:blip>
          <a:srcRect b="0" l="0" r="0" t="0"/>
          <a:stretch/>
        </p:blipFill>
        <p:spPr>
          <a:xfrm>
            <a:off x="498750" y="1783250"/>
            <a:ext cx="11112600" cy="3614595"/>
          </a:xfrm>
          <a:prstGeom prst="rect">
            <a:avLst/>
          </a:prstGeom>
          <a:noFill/>
          <a:ln>
            <a:noFill/>
          </a:ln>
        </p:spPr>
      </p:pic>
      <p:pic>
        <p:nvPicPr>
          <p:cNvPr id="4652" name="Google Shape;4652;g3b3df1f2e99_0_287"/>
          <p:cNvPicPr preferRelativeResize="0"/>
          <p:nvPr/>
        </p:nvPicPr>
        <p:blipFill rotWithShape="1">
          <a:blip r:embed="rId3">
            <a:alphaModFix/>
          </a:blip>
          <a:srcRect b="0" l="50364" r="0" t="49023"/>
          <a:stretch/>
        </p:blipFill>
        <p:spPr>
          <a:xfrm>
            <a:off x="6096000" y="3555200"/>
            <a:ext cx="5515625" cy="18425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7" name="Shape 4657"/>
        <p:cNvGrpSpPr/>
        <p:nvPr/>
      </p:nvGrpSpPr>
      <p:grpSpPr>
        <a:xfrm>
          <a:off x="0" y="0"/>
          <a:ext cx="0" cy="0"/>
          <a:chOff x="0" y="0"/>
          <a:chExt cx="0" cy="0"/>
        </a:xfrm>
      </p:grpSpPr>
      <p:sp>
        <p:nvSpPr>
          <p:cNvPr id="4658" name="Google Shape;4658;g3b3df1f2e99_0_174"/>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1000"/>
              </a:spcBef>
              <a:spcAft>
                <a:spcPts val="0"/>
              </a:spcAft>
              <a:buSzPts val="2800"/>
              <a:buNone/>
            </a:pPr>
            <a:r>
              <a:rPr lang="en-US"/>
              <a:t>Boolean Logic with the Bumper Sensor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3" name="Shape 4663"/>
        <p:cNvGrpSpPr/>
        <p:nvPr/>
      </p:nvGrpSpPr>
      <p:grpSpPr>
        <a:xfrm>
          <a:off x="0" y="0"/>
          <a:ext cx="0" cy="0"/>
          <a:chOff x="0" y="0"/>
          <a:chExt cx="0" cy="0"/>
        </a:xfrm>
      </p:grpSpPr>
      <p:sp>
        <p:nvSpPr>
          <p:cNvPr id="4664" name="Google Shape;4664;g3b3df1f2e99_0_179"/>
          <p:cNvSpPr txBox="1"/>
          <p:nvPr>
            <p:ph type="title"/>
          </p:nvPr>
        </p:nvSpPr>
        <p:spPr>
          <a:xfrm>
            <a:off x="207925" y="597482"/>
            <a:ext cx="11112600" cy="726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lang="en-US" sz="4500">
                <a:latin typeface="Kdam Thmor Pro"/>
                <a:ea typeface="Kdam Thmor Pro"/>
                <a:cs typeface="Kdam Thmor Pro"/>
                <a:sym typeface="Kdam Thmor Pro"/>
              </a:rPr>
              <a:t>Bumper Sensor Boolean Values</a:t>
            </a:r>
            <a:endParaRPr sz="4500">
              <a:latin typeface="Kdam Thmor Pro"/>
              <a:ea typeface="Kdam Thmor Pro"/>
              <a:cs typeface="Kdam Thmor Pro"/>
              <a:sym typeface="Kdam Thmor Pro"/>
            </a:endParaRPr>
          </a:p>
        </p:txBody>
      </p:sp>
      <p:pic>
        <p:nvPicPr>
          <p:cNvPr id="4665" name="Google Shape;4665;g3b3df1f2e99_0_179"/>
          <p:cNvPicPr preferRelativeResize="0"/>
          <p:nvPr/>
        </p:nvPicPr>
        <p:blipFill rotWithShape="1">
          <a:blip r:embed="rId3">
            <a:alphaModFix/>
          </a:blip>
          <a:srcRect b="0" l="0" r="0" t="0"/>
          <a:stretch/>
        </p:blipFill>
        <p:spPr>
          <a:xfrm>
            <a:off x="1820863" y="1552338"/>
            <a:ext cx="2326375" cy="2326375"/>
          </a:xfrm>
          <a:prstGeom prst="rect">
            <a:avLst/>
          </a:prstGeom>
          <a:noFill/>
          <a:ln>
            <a:noFill/>
          </a:ln>
        </p:spPr>
      </p:pic>
      <p:pic>
        <p:nvPicPr>
          <p:cNvPr id="4666" name="Google Shape;4666;g3b3df1f2e99_0_179"/>
          <p:cNvPicPr preferRelativeResize="0"/>
          <p:nvPr/>
        </p:nvPicPr>
        <p:blipFill rotWithShape="1">
          <a:blip r:embed="rId4">
            <a:alphaModFix/>
          </a:blip>
          <a:srcRect b="0" l="0" r="0" t="0"/>
          <a:stretch/>
        </p:blipFill>
        <p:spPr>
          <a:xfrm>
            <a:off x="7624757" y="1564802"/>
            <a:ext cx="2417768" cy="2301450"/>
          </a:xfrm>
          <a:prstGeom prst="rect">
            <a:avLst/>
          </a:prstGeom>
          <a:noFill/>
          <a:ln>
            <a:noFill/>
          </a:ln>
        </p:spPr>
      </p:pic>
      <p:sp>
        <p:nvSpPr>
          <p:cNvPr id="4667" name="Google Shape;4667;g3b3df1f2e99_0_179"/>
          <p:cNvSpPr txBox="1"/>
          <p:nvPr>
            <p:ph type="ctrTitle"/>
          </p:nvPr>
        </p:nvSpPr>
        <p:spPr>
          <a:xfrm>
            <a:off x="844063" y="4234899"/>
            <a:ext cx="4422900" cy="1407300"/>
          </a:xfrm>
          <a:prstGeom prst="rect">
            <a:avLst/>
          </a:prstGeom>
          <a:noFill/>
          <a:ln>
            <a:noFill/>
          </a:ln>
        </p:spPr>
        <p:txBody>
          <a:bodyPr anchorCtr="0" anchor="ctr" bIns="40650" lIns="81325" spcFirstLastPara="1" rIns="81325" wrap="square" tIns="40650">
            <a:noAutofit/>
          </a:bodyPr>
          <a:lstStyle/>
          <a:p>
            <a:pPr indent="0" lvl="0" marL="0" marR="0" rtl="0" algn="ctr">
              <a:lnSpc>
                <a:spcPct val="90000"/>
              </a:lnSpc>
              <a:spcBef>
                <a:spcPts val="0"/>
              </a:spcBef>
              <a:spcAft>
                <a:spcPts val="0"/>
              </a:spcAft>
              <a:buClr>
                <a:srgbClr val="000000"/>
              </a:buClr>
              <a:buSzPts val="5337"/>
              <a:buFont typeface="Arial"/>
              <a:buNone/>
            </a:pPr>
            <a:r>
              <a:rPr b="1" i="0" lang="en-US" sz="2668" u="none" cap="none" strike="noStrike">
                <a:solidFill>
                  <a:schemeClr val="accent2"/>
                </a:solidFill>
                <a:latin typeface="Quicksand"/>
                <a:ea typeface="Quicksand"/>
                <a:cs typeface="Quicksand"/>
                <a:sym typeface="Quicksand"/>
              </a:rPr>
              <a:t>Pressed State</a:t>
            </a:r>
            <a:endParaRPr b="1" i="0" sz="2668" u="none" cap="none" strike="noStrike">
              <a:solidFill>
                <a:schemeClr val="accent2"/>
              </a:solidFill>
              <a:latin typeface="Quicksand"/>
              <a:ea typeface="Quicksand"/>
              <a:cs typeface="Quicksand"/>
              <a:sym typeface="Quicksand"/>
            </a:endParaRPr>
          </a:p>
          <a:p>
            <a:pPr indent="0" lvl="0" marL="0" marR="0" rtl="0" algn="ctr">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Bumper is touching a wall</a:t>
            </a:r>
            <a:endParaRPr b="1" i="0" sz="2668" u="none" cap="none" strike="noStrike">
              <a:solidFill>
                <a:schemeClr val="accent1"/>
              </a:solidFill>
              <a:latin typeface="Quicksand"/>
              <a:ea typeface="Quicksand"/>
              <a:cs typeface="Quicksand"/>
              <a:sym typeface="Quicksand"/>
            </a:endParaRPr>
          </a:p>
          <a:p>
            <a:pPr indent="0" lvl="0" marL="0" marR="0" rtl="0" algn="ctr">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Robot should respond (turn, stop, back up)</a:t>
            </a:r>
            <a:endParaRPr b="1" i="0" sz="2668" u="none" cap="none" strike="noStrike">
              <a:solidFill>
                <a:schemeClr val="accent1"/>
              </a:solidFill>
              <a:latin typeface="Quicksand"/>
              <a:ea typeface="Quicksand"/>
              <a:cs typeface="Quicksand"/>
              <a:sym typeface="Quicksand"/>
            </a:endParaRPr>
          </a:p>
        </p:txBody>
      </p:sp>
      <p:sp>
        <p:nvSpPr>
          <p:cNvPr id="4668" name="Google Shape;4668;g3b3df1f2e99_0_179"/>
          <p:cNvSpPr txBox="1"/>
          <p:nvPr>
            <p:ph idx="2" type="ctrTitle"/>
          </p:nvPr>
        </p:nvSpPr>
        <p:spPr>
          <a:xfrm>
            <a:off x="6343188" y="4463525"/>
            <a:ext cx="4980900" cy="1407300"/>
          </a:xfrm>
          <a:prstGeom prst="rect">
            <a:avLst/>
          </a:prstGeom>
          <a:noFill/>
          <a:ln>
            <a:noFill/>
          </a:ln>
          <a:effectLst>
            <a:outerShdw blurRad="50800" rotWithShape="0" algn="tl" dir="2700000" dist="38100">
              <a:srgbClr val="000000">
                <a:alpha val="40000"/>
              </a:srgbClr>
            </a:outerShdw>
          </a:effectLst>
        </p:spPr>
        <p:txBody>
          <a:bodyPr anchorCtr="0" anchor="ctr" bIns="40650" lIns="81325" spcFirstLastPara="1" rIns="81325" wrap="square" tIns="40650">
            <a:noAutofit/>
          </a:bodyPr>
          <a:lstStyle/>
          <a:p>
            <a:pPr indent="0" lvl="0" marL="0" marR="0" rtl="0" algn="ctr">
              <a:lnSpc>
                <a:spcPct val="90000"/>
              </a:lnSpc>
              <a:spcBef>
                <a:spcPts val="0"/>
              </a:spcBef>
              <a:spcAft>
                <a:spcPts val="0"/>
              </a:spcAft>
              <a:buClr>
                <a:srgbClr val="000000"/>
              </a:buClr>
              <a:buSzPts val="5337"/>
              <a:buFont typeface="Arial"/>
              <a:buNone/>
            </a:pPr>
            <a:r>
              <a:rPr b="1" i="0" lang="en-US" sz="2668" u="none" cap="none" strike="noStrike">
                <a:solidFill>
                  <a:schemeClr val="accent2"/>
                </a:solidFill>
                <a:latin typeface="Quicksand"/>
                <a:ea typeface="Quicksand"/>
                <a:cs typeface="Quicksand"/>
                <a:sym typeface="Quicksand"/>
              </a:rPr>
              <a:t>Not Pressed State</a:t>
            </a:r>
            <a:endParaRPr b="1" i="0" sz="2668" u="none" cap="none" strike="noStrike">
              <a:solidFill>
                <a:schemeClr val="accent2"/>
              </a:solidFill>
              <a:latin typeface="Quicksand"/>
              <a:ea typeface="Quicksand"/>
              <a:cs typeface="Quicksand"/>
              <a:sym typeface="Quicksand"/>
            </a:endParaRPr>
          </a:p>
          <a:p>
            <a:pPr indent="0" lvl="0" marL="0" marR="0" rtl="0" algn="ctr">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Bumper is not touching anything</a:t>
            </a:r>
            <a:endParaRPr b="1" i="0" sz="2668" u="none" cap="none" strike="noStrike">
              <a:solidFill>
                <a:schemeClr val="accent1"/>
              </a:solidFill>
              <a:latin typeface="Quicksand"/>
              <a:ea typeface="Quicksand"/>
              <a:cs typeface="Quicksand"/>
              <a:sym typeface="Quicksand"/>
            </a:endParaRPr>
          </a:p>
          <a:p>
            <a:pPr indent="0" lvl="0" marL="0" marR="0" rtl="0" algn="ctr">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Robot can continue driving forward</a:t>
            </a:r>
            <a:endParaRPr b="1" i="0" sz="2668" u="none" cap="none" strike="noStrike">
              <a:solidFill>
                <a:schemeClr val="accent1"/>
              </a:solidFill>
              <a:latin typeface="Quicksand"/>
              <a:ea typeface="Quicksand"/>
              <a:cs typeface="Quicksand"/>
              <a:sym typeface="Quicksa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3" name="Shape 4673"/>
        <p:cNvGrpSpPr/>
        <p:nvPr/>
      </p:nvGrpSpPr>
      <p:grpSpPr>
        <a:xfrm>
          <a:off x="0" y="0"/>
          <a:ext cx="0" cy="0"/>
          <a:chOff x="0" y="0"/>
          <a:chExt cx="0" cy="0"/>
        </a:xfrm>
      </p:grpSpPr>
      <p:sp>
        <p:nvSpPr>
          <p:cNvPr id="4674" name="Google Shape;4674;g3b3df1f2e99_0_190"/>
          <p:cNvSpPr txBox="1"/>
          <p:nvPr>
            <p:ph type="ctrTitle"/>
          </p:nvPr>
        </p:nvSpPr>
        <p:spPr>
          <a:xfrm>
            <a:off x="482225" y="367875"/>
            <a:ext cx="8837400" cy="11676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b="1" i="0" lang="en-US" sz="4500" u="none" cap="none" strike="noStrike">
                <a:solidFill>
                  <a:schemeClr val="accent2"/>
                </a:solidFill>
                <a:latin typeface="Kdam Thmor Pro"/>
                <a:ea typeface="Kdam Thmor Pro"/>
                <a:cs typeface="Kdam Thmor Pro"/>
                <a:sym typeface="Kdam Thmor Pro"/>
              </a:rPr>
              <a:t>Boolean Conditions in Code</a:t>
            </a:r>
            <a:endParaRPr b="1" i="0" sz="4500" u="none" cap="none" strike="noStrike">
              <a:solidFill>
                <a:schemeClr val="accent2"/>
              </a:solidFill>
              <a:latin typeface="Kdam Thmor Pro"/>
              <a:ea typeface="Kdam Thmor Pro"/>
              <a:cs typeface="Kdam Thmor Pro"/>
              <a:sym typeface="Kdam Thmor Pro"/>
            </a:endParaRPr>
          </a:p>
        </p:txBody>
      </p:sp>
      <p:sp>
        <p:nvSpPr>
          <p:cNvPr id="4675" name="Google Shape;4675;g3b3df1f2e99_0_190"/>
          <p:cNvSpPr txBox="1"/>
          <p:nvPr>
            <p:ph idx="2" type="ctrTitle"/>
          </p:nvPr>
        </p:nvSpPr>
        <p:spPr>
          <a:xfrm>
            <a:off x="482225" y="1749800"/>
            <a:ext cx="11392200" cy="1893600"/>
          </a:xfrm>
          <a:prstGeom prst="rect">
            <a:avLst/>
          </a:prstGeom>
          <a:noFill/>
          <a:ln>
            <a:noFill/>
          </a:ln>
        </p:spPr>
        <p:txBody>
          <a:bodyPr anchorCtr="0" anchor="ctr" bIns="40650" lIns="81325" spcFirstLastPara="1" rIns="81325" wrap="square" tIns="40650">
            <a:noAutofit/>
          </a:bodyPr>
          <a:lstStyle/>
          <a:p>
            <a:pPr indent="0" lvl="0" marL="0" marR="0" rtl="0" algn="l">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The Bumper Sensor pressed block is a Boolean reporter block. It reports TRUE if the Bumper is pressed, and FALSE if it is not pressed.</a:t>
            </a:r>
            <a:endParaRPr b="1" i="0" sz="2668" u="none"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rgbClr val="000000"/>
              </a:buClr>
              <a:buSzPts val="5337"/>
              <a:buFont typeface="Arial"/>
              <a:buNone/>
            </a:pPr>
            <a:r>
              <a:t/>
            </a:r>
            <a:endParaRPr b="1" i="0" sz="2668" u="none"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This hexagonal-shaped block fits into other blocks that accept Boolean conditions, allowing your code to make decisions based on sensor values.</a:t>
            </a:r>
            <a:endParaRPr b="1" i="0" sz="2668" u="none" cap="none" strike="noStrike">
              <a:solidFill>
                <a:schemeClr val="accent1"/>
              </a:solidFill>
              <a:latin typeface="Quicksand"/>
              <a:ea typeface="Quicksand"/>
              <a:cs typeface="Quicksand"/>
              <a:sym typeface="Quicksand"/>
            </a:endParaRPr>
          </a:p>
        </p:txBody>
      </p:sp>
      <p:pic>
        <p:nvPicPr>
          <p:cNvPr id="4676" name="Google Shape;4676;g3b3df1f2e99_0_190"/>
          <p:cNvPicPr preferRelativeResize="0"/>
          <p:nvPr/>
        </p:nvPicPr>
        <p:blipFill rotWithShape="1">
          <a:blip r:embed="rId3">
            <a:alphaModFix/>
          </a:blip>
          <a:srcRect b="0" l="0" r="0" t="0"/>
          <a:stretch/>
        </p:blipFill>
        <p:spPr>
          <a:xfrm>
            <a:off x="2298028" y="4117950"/>
            <a:ext cx="7760600" cy="17716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1" name="Shape 4681"/>
        <p:cNvGrpSpPr/>
        <p:nvPr/>
      </p:nvGrpSpPr>
      <p:grpSpPr>
        <a:xfrm>
          <a:off x="0" y="0"/>
          <a:ext cx="0" cy="0"/>
          <a:chOff x="0" y="0"/>
          <a:chExt cx="0" cy="0"/>
        </a:xfrm>
      </p:grpSpPr>
      <p:sp>
        <p:nvSpPr>
          <p:cNvPr id="4682" name="Google Shape;4682;g3b3df1f2e99_0_200"/>
          <p:cNvSpPr txBox="1"/>
          <p:nvPr>
            <p:ph type="title"/>
          </p:nvPr>
        </p:nvSpPr>
        <p:spPr>
          <a:xfrm>
            <a:off x="180975" y="579519"/>
            <a:ext cx="11112600" cy="726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lang="en-US" sz="4500">
                <a:latin typeface="Kdam Thmor Pro"/>
                <a:ea typeface="Kdam Thmor Pro"/>
                <a:cs typeface="Kdam Thmor Pro"/>
                <a:sym typeface="Kdam Thmor Pro"/>
              </a:rPr>
              <a:t>Boolean Logic in Everyday Life</a:t>
            </a:r>
            <a:endParaRPr sz="4500">
              <a:latin typeface="Kdam Thmor Pro"/>
              <a:ea typeface="Kdam Thmor Pro"/>
              <a:cs typeface="Kdam Thmor Pro"/>
              <a:sym typeface="Kdam Thmor Pro"/>
            </a:endParaRPr>
          </a:p>
        </p:txBody>
      </p:sp>
      <p:sp>
        <p:nvSpPr>
          <p:cNvPr id="4683" name="Google Shape;4683;g3b3df1f2e99_0_200"/>
          <p:cNvSpPr txBox="1"/>
          <p:nvPr>
            <p:ph type="ctrTitle"/>
          </p:nvPr>
        </p:nvSpPr>
        <p:spPr>
          <a:xfrm>
            <a:off x="733102" y="2430700"/>
            <a:ext cx="3054600" cy="785400"/>
          </a:xfrm>
          <a:prstGeom prst="rect">
            <a:avLst/>
          </a:prstGeom>
          <a:noFill/>
          <a:ln>
            <a:noFill/>
          </a:ln>
        </p:spPr>
        <p:txBody>
          <a:bodyPr anchorCtr="0" anchor="ctr" bIns="40650" lIns="81325" spcFirstLastPara="1" rIns="81325" wrap="square" tIns="40650">
            <a:noAutofit/>
          </a:bodyPr>
          <a:lstStyle/>
          <a:p>
            <a:pPr indent="0" lvl="0" marL="0" marR="0" rtl="0" algn="l">
              <a:lnSpc>
                <a:spcPct val="90000"/>
              </a:lnSpc>
              <a:spcBef>
                <a:spcPts val="0"/>
              </a:spcBef>
              <a:spcAft>
                <a:spcPts val="0"/>
              </a:spcAft>
              <a:buClr>
                <a:srgbClr val="000000"/>
              </a:buClr>
              <a:buSzPts val="5337"/>
              <a:buFont typeface="Arial"/>
              <a:buNone/>
            </a:pPr>
            <a:r>
              <a:rPr b="1" i="0" lang="en-US" sz="2668" u="none" cap="none" strike="noStrike">
                <a:solidFill>
                  <a:schemeClr val="accent2"/>
                </a:solidFill>
                <a:latin typeface="Kdam Thmor Pro"/>
                <a:ea typeface="Kdam Thmor Pro"/>
                <a:cs typeface="Kdam Thmor Pro"/>
                <a:sym typeface="Kdam Thmor Pro"/>
              </a:rPr>
              <a:t>Automatic Doors</a:t>
            </a:r>
            <a:endParaRPr b="1" i="0" sz="2668" u="none" cap="none" strike="noStrike">
              <a:solidFill>
                <a:schemeClr val="accent2"/>
              </a:solidFill>
              <a:latin typeface="Kdam Thmor Pro"/>
              <a:ea typeface="Kdam Thmor Pro"/>
              <a:cs typeface="Kdam Thmor Pro"/>
              <a:sym typeface="Kdam Thmor Pro"/>
            </a:endParaRPr>
          </a:p>
        </p:txBody>
      </p:sp>
      <p:sp>
        <p:nvSpPr>
          <p:cNvPr id="4684" name="Google Shape;4684;g3b3df1f2e99_0_200"/>
          <p:cNvSpPr txBox="1"/>
          <p:nvPr>
            <p:ph idx="2" type="ctrTitle"/>
          </p:nvPr>
        </p:nvSpPr>
        <p:spPr>
          <a:xfrm>
            <a:off x="610800" y="3086500"/>
            <a:ext cx="5077200" cy="1474500"/>
          </a:xfrm>
          <a:prstGeom prst="rect">
            <a:avLst/>
          </a:prstGeom>
          <a:noFill/>
          <a:ln>
            <a:noFill/>
          </a:ln>
          <a:effectLst>
            <a:outerShdw blurRad="50800" rotWithShape="0" algn="tl" dir="2700000" dist="38100">
              <a:srgbClr val="000000">
                <a:alpha val="40000"/>
              </a:srgbClr>
            </a:outerShdw>
          </a:effectLst>
        </p:spPr>
        <p:txBody>
          <a:bodyPr anchorCtr="0" anchor="ctr" bIns="40650" lIns="81325" spcFirstLastPara="1" rIns="81325" wrap="square" tIns="40650">
            <a:noAutofit/>
          </a:bodyPr>
          <a:lstStyle/>
          <a:p>
            <a:pPr indent="0" lvl="0" marL="0" marR="0" rtl="0" algn="l">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Sensor checks: "Is someone approaching?" TRUE = open door, FALSE = keep closed</a:t>
            </a:r>
            <a:endParaRPr b="1" i="0" sz="2668" u="none" cap="none" strike="noStrike">
              <a:solidFill>
                <a:schemeClr val="accent1"/>
              </a:solidFill>
              <a:latin typeface="Quicksand"/>
              <a:ea typeface="Quicksand"/>
              <a:cs typeface="Quicksand"/>
              <a:sym typeface="Quicksand"/>
            </a:endParaRPr>
          </a:p>
        </p:txBody>
      </p:sp>
      <p:pic>
        <p:nvPicPr>
          <p:cNvPr id="4685" name="Google Shape;4685;g3b3df1f2e99_0_200"/>
          <p:cNvPicPr preferRelativeResize="0"/>
          <p:nvPr/>
        </p:nvPicPr>
        <p:blipFill rotWithShape="1">
          <a:blip r:embed="rId3">
            <a:alphaModFix/>
          </a:blip>
          <a:srcRect b="0" l="0" r="0" t="0"/>
          <a:stretch/>
        </p:blipFill>
        <p:spPr>
          <a:xfrm>
            <a:off x="7126275" y="1626387"/>
            <a:ext cx="3919574" cy="39195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0" name="Shape 4690"/>
        <p:cNvGrpSpPr/>
        <p:nvPr/>
      </p:nvGrpSpPr>
      <p:grpSpPr>
        <a:xfrm>
          <a:off x="0" y="0"/>
          <a:ext cx="0" cy="0"/>
          <a:chOff x="0" y="0"/>
          <a:chExt cx="0" cy="0"/>
        </a:xfrm>
      </p:grpSpPr>
      <p:sp>
        <p:nvSpPr>
          <p:cNvPr id="4691" name="Google Shape;4691;g3b3df1f2e99_0_209"/>
          <p:cNvSpPr txBox="1"/>
          <p:nvPr>
            <p:ph type="title"/>
          </p:nvPr>
        </p:nvSpPr>
        <p:spPr>
          <a:xfrm>
            <a:off x="180975" y="579519"/>
            <a:ext cx="11112600" cy="726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lang="en-US" sz="4500">
                <a:latin typeface="Kdam Thmor Pro"/>
                <a:ea typeface="Kdam Thmor Pro"/>
                <a:cs typeface="Kdam Thmor Pro"/>
                <a:sym typeface="Kdam Thmor Pro"/>
              </a:rPr>
              <a:t>Boolean Logic in Everyday Life</a:t>
            </a:r>
            <a:endParaRPr sz="4500">
              <a:latin typeface="Kdam Thmor Pro"/>
              <a:ea typeface="Kdam Thmor Pro"/>
              <a:cs typeface="Kdam Thmor Pro"/>
              <a:sym typeface="Kdam Thmor Pro"/>
            </a:endParaRPr>
          </a:p>
        </p:txBody>
      </p:sp>
      <p:sp>
        <p:nvSpPr>
          <p:cNvPr id="4692" name="Google Shape;4692;g3b3df1f2e99_0_209"/>
          <p:cNvSpPr txBox="1"/>
          <p:nvPr>
            <p:ph type="ctrTitle"/>
          </p:nvPr>
        </p:nvSpPr>
        <p:spPr>
          <a:xfrm>
            <a:off x="647352" y="2516400"/>
            <a:ext cx="3054600" cy="785400"/>
          </a:xfrm>
          <a:prstGeom prst="rect">
            <a:avLst/>
          </a:prstGeom>
          <a:noFill/>
          <a:ln>
            <a:noFill/>
          </a:ln>
        </p:spPr>
        <p:txBody>
          <a:bodyPr anchorCtr="0" anchor="ctr" bIns="40650" lIns="81325" spcFirstLastPara="1" rIns="81325" wrap="square" tIns="40650">
            <a:noAutofit/>
          </a:bodyPr>
          <a:lstStyle/>
          <a:p>
            <a:pPr indent="0" lvl="0" marL="0" marR="0" rtl="0" algn="l">
              <a:lnSpc>
                <a:spcPct val="90000"/>
              </a:lnSpc>
              <a:spcBef>
                <a:spcPts val="0"/>
              </a:spcBef>
              <a:spcAft>
                <a:spcPts val="0"/>
              </a:spcAft>
              <a:buClr>
                <a:srgbClr val="000000"/>
              </a:buClr>
              <a:buSzPts val="5337"/>
              <a:buFont typeface="Arial"/>
              <a:buNone/>
            </a:pPr>
            <a:r>
              <a:rPr b="1" i="0" lang="en-US" sz="2668" u="none" cap="none" strike="noStrike">
                <a:solidFill>
                  <a:schemeClr val="accent2"/>
                </a:solidFill>
                <a:latin typeface="Kdam Thmor Pro"/>
                <a:ea typeface="Kdam Thmor Pro"/>
                <a:cs typeface="Kdam Thmor Pro"/>
                <a:sym typeface="Kdam Thmor Pro"/>
              </a:rPr>
              <a:t>Thermostats</a:t>
            </a:r>
            <a:endParaRPr b="1" i="0" sz="2668" u="none" cap="none" strike="noStrike">
              <a:solidFill>
                <a:schemeClr val="accent2"/>
              </a:solidFill>
              <a:latin typeface="Kdam Thmor Pro"/>
              <a:ea typeface="Kdam Thmor Pro"/>
              <a:cs typeface="Kdam Thmor Pro"/>
              <a:sym typeface="Kdam Thmor Pro"/>
            </a:endParaRPr>
          </a:p>
        </p:txBody>
      </p:sp>
      <p:sp>
        <p:nvSpPr>
          <p:cNvPr id="4693" name="Google Shape;4693;g3b3df1f2e99_0_209"/>
          <p:cNvSpPr txBox="1"/>
          <p:nvPr>
            <p:ph idx="2" type="ctrTitle"/>
          </p:nvPr>
        </p:nvSpPr>
        <p:spPr>
          <a:xfrm>
            <a:off x="525050" y="3172200"/>
            <a:ext cx="5077200" cy="1474500"/>
          </a:xfrm>
          <a:prstGeom prst="rect">
            <a:avLst/>
          </a:prstGeom>
          <a:noFill/>
          <a:ln>
            <a:noFill/>
          </a:ln>
          <a:effectLst>
            <a:outerShdw blurRad="50800" rotWithShape="0" algn="tl" dir="2700000" dist="38100">
              <a:srgbClr val="000000">
                <a:alpha val="40000"/>
              </a:srgbClr>
            </a:outerShdw>
          </a:effectLst>
        </p:spPr>
        <p:txBody>
          <a:bodyPr anchorCtr="0" anchor="ctr" bIns="40650" lIns="81325" spcFirstLastPara="1" rIns="81325" wrap="square" tIns="40650">
            <a:noAutofit/>
          </a:bodyPr>
          <a:lstStyle/>
          <a:p>
            <a:pPr indent="0" lvl="0" marL="0" marR="0" rtl="0" algn="l">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Checks: "Is temperature below setting?" TRUE = turn on heat, FALSE = stay off</a:t>
            </a:r>
            <a:endParaRPr b="1" i="0" sz="2668" u="none" cap="none" strike="noStrike">
              <a:solidFill>
                <a:schemeClr val="accent1"/>
              </a:solidFill>
              <a:latin typeface="Quicksand"/>
              <a:ea typeface="Quicksand"/>
              <a:cs typeface="Quicksand"/>
              <a:sym typeface="Quicksand"/>
            </a:endParaRPr>
          </a:p>
        </p:txBody>
      </p:sp>
      <p:pic>
        <p:nvPicPr>
          <p:cNvPr id="4694" name="Google Shape;4694;g3b3df1f2e99_0_209"/>
          <p:cNvPicPr preferRelativeResize="0"/>
          <p:nvPr/>
        </p:nvPicPr>
        <p:blipFill rotWithShape="1">
          <a:blip r:embed="rId3">
            <a:alphaModFix/>
          </a:blip>
          <a:srcRect b="0" l="0" r="0" t="0"/>
          <a:stretch/>
        </p:blipFill>
        <p:spPr>
          <a:xfrm>
            <a:off x="6983375" y="1529649"/>
            <a:ext cx="4191026" cy="41910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9" name="Shape 4699"/>
        <p:cNvGrpSpPr/>
        <p:nvPr/>
      </p:nvGrpSpPr>
      <p:grpSpPr>
        <a:xfrm>
          <a:off x="0" y="0"/>
          <a:ext cx="0" cy="0"/>
          <a:chOff x="0" y="0"/>
          <a:chExt cx="0" cy="0"/>
        </a:xfrm>
      </p:grpSpPr>
      <p:sp>
        <p:nvSpPr>
          <p:cNvPr id="4700" name="Google Shape;4700;g3b3df1f2e99_0_216"/>
          <p:cNvSpPr txBox="1"/>
          <p:nvPr>
            <p:ph type="title"/>
          </p:nvPr>
        </p:nvSpPr>
        <p:spPr>
          <a:xfrm>
            <a:off x="180975" y="579519"/>
            <a:ext cx="11112600" cy="726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lang="en-US" sz="4500">
                <a:latin typeface="Kdam Thmor Pro"/>
                <a:ea typeface="Kdam Thmor Pro"/>
                <a:cs typeface="Kdam Thmor Pro"/>
                <a:sym typeface="Kdam Thmor Pro"/>
              </a:rPr>
              <a:t>Boolean Logic in Everyday Life</a:t>
            </a:r>
            <a:endParaRPr sz="4500">
              <a:latin typeface="Kdam Thmor Pro"/>
              <a:ea typeface="Kdam Thmor Pro"/>
              <a:cs typeface="Kdam Thmor Pro"/>
              <a:sym typeface="Kdam Thmor Pro"/>
            </a:endParaRPr>
          </a:p>
        </p:txBody>
      </p:sp>
      <p:sp>
        <p:nvSpPr>
          <p:cNvPr id="4701" name="Google Shape;4701;g3b3df1f2e99_0_216"/>
          <p:cNvSpPr txBox="1"/>
          <p:nvPr>
            <p:ph type="ctrTitle"/>
          </p:nvPr>
        </p:nvSpPr>
        <p:spPr>
          <a:xfrm>
            <a:off x="733077" y="2478150"/>
            <a:ext cx="3054600" cy="785400"/>
          </a:xfrm>
          <a:prstGeom prst="rect">
            <a:avLst/>
          </a:prstGeom>
          <a:noFill/>
          <a:ln>
            <a:noFill/>
          </a:ln>
        </p:spPr>
        <p:txBody>
          <a:bodyPr anchorCtr="0" anchor="ctr" bIns="40650" lIns="81325" spcFirstLastPara="1" rIns="81325" wrap="square" tIns="40650">
            <a:noAutofit/>
          </a:bodyPr>
          <a:lstStyle/>
          <a:p>
            <a:pPr indent="0" lvl="0" marL="0" marR="0" rtl="0" algn="l">
              <a:lnSpc>
                <a:spcPct val="90000"/>
              </a:lnSpc>
              <a:spcBef>
                <a:spcPts val="0"/>
              </a:spcBef>
              <a:spcAft>
                <a:spcPts val="0"/>
              </a:spcAft>
              <a:buClr>
                <a:srgbClr val="000000"/>
              </a:buClr>
              <a:buSzPts val="5337"/>
              <a:buFont typeface="Arial"/>
              <a:buNone/>
            </a:pPr>
            <a:r>
              <a:rPr b="1" i="0" lang="en-US" sz="2668" u="none" cap="none" strike="noStrike">
                <a:solidFill>
                  <a:schemeClr val="accent2"/>
                </a:solidFill>
                <a:latin typeface="Kdam Thmor Pro"/>
                <a:ea typeface="Kdam Thmor Pro"/>
                <a:cs typeface="Kdam Thmor Pro"/>
                <a:sym typeface="Kdam Thmor Pro"/>
              </a:rPr>
              <a:t>Motion Lights</a:t>
            </a:r>
            <a:endParaRPr b="1" i="0" sz="2668" u="none" cap="none" strike="noStrike">
              <a:solidFill>
                <a:schemeClr val="accent2"/>
              </a:solidFill>
              <a:latin typeface="Kdam Thmor Pro"/>
              <a:ea typeface="Kdam Thmor Pro"/>
              <a:cs typeface="Kdam Thmor Pro"/>
              <a:sym typeface="Kdam Thmor Pro"/>
            </a:endParaRPr>
          </a:p>
        </p:txBody>
      </p:sp>
      <p:sp>
        <p:nvSpPr>
          <p:cNvPr id="4702" name="Google Shape;4702;g3b3df1f2e99_0_216"/>
          <p:cNvSpPr txBox="1"/>
          <p:nvPr>
            <p:ph idx="2" type="ctrTitle"/>
          </p:nvPr>
        </p:nvSpPr>
        <p:spPr>
          <a:xfrm>
            <a:off x="610775" y="3133950"/>
            <a:ext cx="5077200" cy="1474500"/>
          </a:xfrm>
          <a:prstGeom prst="rect">
            <a:avLst/>
          </a:prstGeom>
          <a:noFill/>
          <a:ln>
            <a:noFill/>
          </a:ln>
          <a:effectLst>
            <a:outerShdw blurRad="50800" rotWithShape="0" algn="tl" dir="2700000" dist="38100">
              <a:srgbClr val="000000">
                <a:alpha val="40000"/>
              </a:srgbClr>
            </a:outerShdw>
          </a:effectLst>
        </p:spPr>
        <p:txBody>
          <a:bodyPr anchorCtr="0" anchor="ctr" bIns="40650" lIns="81325" spcFirstLastPara="1" rIns="81325" wrap="square" tIns="40650">
            <a:noAutofit/>
          </a:bodyPr>
          <a:lstStyle/>
          <a:p>
            <a:pPr indent="0" lvl="0" marL="0" marR="0" rtl="0" algn="l">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Checks: "Is motion detected?" TRUE = turn on light, FALSE = turn off light</a:t>
            </a:r>
            <a:endParaRPr b="1" i="0" sz="2668" u="none" cap="none" strike="noStrike">
              <a:solidFill>
                <a:schemeClr val="accent1"/>
              </a:solidFill>
              <a:latin typeface="Quicksand"/>
              <a:ea typeface="Quicksand"/>
              <a:cs typeface="Quicksand"/>
              <a:sym typeface="Quicksand"/>
            </a:endParaRPr>
          </a:p>
        </p:txBody>
      </p:sp>
      <p:pic>
        <p:nvPicPr>
          <p:cNvPr id="4703" name="Google Shape;4703;g3b3df1f2e99_0_216"/>
          <p:cNvPicPr preferRelativeResize="0"/>
          <p:nvPr/>
        </p:nvPicPr>
        <p:blipFill rotWithShape="1">
          <a:blip r:embed="rId3">
            <a:alphaModFix/>
          </a:blip>
          <a:srcRect b="0" l="0" r="0" t="0"/>
          <a:stretch/>
        </p:blipFill>
        <p:spPr>
          <a:xfrm>
            <a:off x="6859650" y="1543949"/>
            <a:ext cx="4176750" cy="41767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8" name="Shape 4708"/>
        <p:cNvGrpSpPr/>
        <p:nvPr/>
      </p:nvGrpSpPr>
      <p:grpSpPr>
        <a:xfrm>
          <a:off x="0" y="0"/>
          <a:ext cx="0" cy="0"/>
          <a:chOff x="0" y="0"/>
          <a:chExt cx="0" cy="0"/>
        </a:xfrm>
      </p:grpSpPr>
      <p:sp>
        <p:nvSpPr>
          <p:cNvPr id="4709" name="Google Shape;4709;g3b3df1f2e99_0_223"/>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1000"/>
              </a:spcBef>
              <a:spcAft>
                <a:spcPts val="0"/>
              </a:spcAft>
              <a:buSzPts val="2800"/>
              <a:buNone/>
            </a:pPr>
            <a:r>
              <a:rPr lang="en-US"/>
              <a:t>Time For Our Activity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4" name="Shape 4714"/>
        <p:cNvGrpSpPr/>
        <p:nvPr/>
      </p:nvGrpSpPr>
      <p:grpSpPr>
        <a:xfrm>
          <a:off x="0" y="0"/>
          <a:ext cx="0" cy="0"/>
          <a:chOff x="0" y="0"/>
          <a:chExt cx="0" cy="0"/>
        </a:xfrm>
      </p:grpSpPr>
      <p:sp>
        <p:nvSpPr>
          <p:cNvPr id="4715" name="Google Shape;4715;g39211192c48_0_35"/>
          <p:cNvSpPr txBox="1"/>
          <p:nvPr>
            <p:ph type="title"/>
          </p:nvPr>
        </p:nvSpPr>
        <p:spPr>
          <a:xfrm>
            <a:off x="325939" y="78301"/>
            <a:ext cx="7579800" cy="459000"/>
          </a:xfrm>
          <a:prstGeom prst="rect">
            <a:avLst/>
          </a:prstGeom>
          <a:solidFill>
            <a:schemeClr val="accent2"/>
          </a:solidFill>
          <a:ln>
            <a:noFill/>
          </a:ln>
          <a:effectLst>
            <a:outerShdw blurRad="127000" rotWithShape="0" algn="tl" dir="2700000" dist="127000">
              <a:srgbClr val="BFBFBF">
                <a:alpha val="68627"/>
              </a:srgbClr>
            </a:outerShdw>
          </a:effectLst>
        </p:spPr>
        <p:txBody>
          <a:bodyPr anchorCtr="0" anchor="ctr" bIns="0" lIns="91425" spcFirstLastPara="1" rIns="0" wrap="square" tIns="0">
            <a:noAutofit/>
          </a:bodyPr>
          <a:lstStyle/>
          <a:p>
            <a:pPr indent="0" lvl="0" marL="0" rtl="0" algn="l">
              <a:lnSpc>
                <a:spcPct val="90000"/>
              </a:lnSpc>
              <a:spcBef>
                <a:spcPts val="0"/>
              </a:spcBef>
              <a:spcAft>
                <a:spcPts val="0"/>
              </a:spcAft>
              <a:buSzPts val="3200"/>
              <a:buNone/>
            </a:pPr>
            <a:r>
              <a:rPr lang="en-US"/>
              <a:t>Bumper Walk</a:t>
            </a:r>
            <a:endParaRPr/>
          </a:p>
        </p:txBody>
      </p:sp>
      <p:sp>
        <p:nvSpPr>
          <p:cNvPr id="4716" name="Google Shape;4716;g39211192c48_0_35"/>
          <p:cNvSpPr txBox="1"/>
          <p:nvPr>
            <p:ph type="ctrTitle"/>
          </p:nvPr>
        </p:nvSpPr>
        <p:spPr>
          <a:xfrm>
            <a:off x="589400" y="665250"/>
            <a:ext cx="10845600" cy="5707500"/>
          </a:xfrm>
          <a:prstGeom prst="rect">
            <a:avLst/>
          </a:prstGeom>
          <a:noFill/>
          <a:ln>
            <a:noFill/>
          </a:ln>
          <a:effectLst>
            <a:outerShdw blurRad="127000" rotWithShape="0" algn="tl" dir="2700000" dist="127000">
              <a:srgbClr val="BFBFBF">
                <a:alpha val="68627"/>
              </a:srgbClr>
            </a:outerShdw>
          </a:effectLst>
        </p:spPr>
        <p:txBody>
          <a:bodyPr anchorCtr="0" anchor="ctr" bIns="40650" lIns="81325" spcFirstLastPara="1" rIns="81325" wrap="square" tIns="40650">
            <a:noAutofit/>
          </a:bodyPr>
          <a:lstStyle/>
          <a:p>
            <a:pPr indent="-378968" lvl="0" marL="457200" marR="0" rtl="0" algn="l">
              <a:lnSpc>
                <a:spcPct val="90000"/>
              </a:lnSpc>
              <a:spcBef>
                <a:spcPts val="0"/>
              </a:spcBef>
              <a:spcAft>
                <a:spcPts val="0"/>
              </a:spcAft>
              <a:buClr>
                <a:schemeClr val="accent2"/>
              </a:buClr>
              <a:buSzPts val="2368"/>
              <a:buFont typeface="Quicksand"/>
              <a:buChar char="●"/>
            </a:pPr>
            <a:r>
              <a:rPr b="1" i="0" lang="en-US" sz="2368" u="none" cap="none" strike="noStrike">
                <a:solidFill>
                  <a:schemeClr val="accent2"/>
                </a:solidFill>
                <a:latin typeface="Quicksand"/>
                <a:ea typeface="Quicksand"/>
                <a:cs typeface="Quicksand"/>
                <a:sym typeface="Quicksand"/>
              </a:rPr>
              <a:t>Divide into 5 teams (4 students each)</a:t>
            </a:r>
            <a:endParaRPr b="1" i="0" sz="2368" u="none" cap="none" strike="noStrike">
              <a:solidFill>
                <a:schemeClr val="accent2"/>
              </a:solidFill>
              <a:latin typeface="Quicksand"/>
              <a:ea typeface="Quicksand"/>
              <a:cs typeface="Quicksand"/>
              <a:sym typeface="Quicksand"/>
            </a:endParaRPr>
          </a:p>
          <a:p>
            <a:pPr indent="0" lvl="0" marL="0" marR="0" rtl="0" algn="l">
              <a:lnSpc>
                <a:spcPct val="90000"/>
              </a:lnSpc>
              <a:spcBef>
                <a:spcPts val="0"/>
              </a:spcBef>
              <a:spcAft>
                <a:spcPts val="0"/>
              </a:spcAft>
              <a:buClr>
                <a:srgbClr val="000000"/>
              </a:buClr>
              <a:buSzPts val="5337"/>
              <a:buFont typeface="Arial"/>
              <a:buNone/>
            </a:pPr>
            <a:r>
              <a:t/>
            </a:r>
            <a:endParaRPr b="1" i="0" sz="2368" u="none" cap="none" strike="noStrike">
              <a:solidFill>
                <a:schemeClr val="accent1"/>
              </a:solidFill>
              <a:latin typeface="Quicksand"/>
              <a:ea typeface="Quicksand"/>
              <a:cs typeface="Quicksand"/>
              <a:sym typeface="Quicksand"/>
            </a:endParaRPr>
          </a:p>
          <a:p>
            <a:pPr indent="-378968" lvl="0" marL="457200" marR="0" rtl="0" algn="l">
              <a:lnSpc>
                <a:spcPct val="90000"/>
              </a:lnSpc>
              <a:spcBef>
                <a:spcPts val="0"/>
              </a:spcBef>
              <a:spcAft>
                <a:spcPts val="0"/>
              </a:spcAft>
              <a:buClr>
                <a:schemeClr val="accent2"/>
              </a:buClr>
              <a:buSzPts val="2368"/>
              <a:buFont typeface="Quicksand"/>
              <a:buChar char="●"/>
            </a:pPr>
            <a:r>
              <a:rPr b="1" i="0" lang="en-US" sz="2368" u="none" cap="none" strike="noStrike">
                <a:solidFill>
                  <a:schemeClr val="accent2"/>
                </a:solidFill>
                <a:latin typeface="Quicksand"/>
                <a:ea typeface="Quicksand"/>
                <a:cs typeface="Quicksand"/>
                <a:sym typeface="Quicksand"/>
              </a:rPr>
              <a:t>Roles (Mission for each role):</a:t>
            </a:r>
            <a:endParaRPr b="1" i="0" sz="2368" u="none" cap="none" strike="noStrike">
              <a:solidFill>
                <a:schemeClr val="accent2"/>
              </a:solidFill>
              <a:latin typeface="Quicksand"/>
              <a:ea typeface="Quicksand"/>
              <a:cs typeface="Quicksand"/>
              <a:sym typeface="Quicksand"/>
            </a:endParaRPr>
          </a:p>
          <a:p>
            <a:pPr indent="0" lvl="0" marL="0" marR="0" rtl="0" algn="l">
              <a:lnSpc>
                <a:spcPct val="90000"/>
              </a:lnSpc>
              <a:spcBef>
                <a:spcPts val="0"/>
              </a:spcBef>
              <a:spcAft>
                <a:spcPts val="0"/>
              </a:spcAft>
              <a:buClr>
                <a:srgbClr val="000000"/>
              </a:buClr>
              <a:buSzPts val="5337"/>
              <a:buFont typeface="Arial"/>
              <a:buNone/>
            </a:pPr>
            <a:r>
              <a:t/>
            </a:r>
            <a:endParaRPr b="1" i="0" sz="2368" u="none"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rgbClr val="000000"/>
              </a:buClr>
              <a:buSzPts val="5337"/>
              <a:buFont typeface="Arial"/>
              <a:buNone/>
            </a:pPr>
            <a:r>
              <a:rPr b="1" i="0" lang="en-US" sz="2368" u="sng" cap="none" strike="noStrike">
                <a:solidFill>
                  <a:schemeClr val="accent1"/>
                </a:solidFill>
                <a:latin typeface="Quicksand"/>
                <a:ea typeface="Quicksand"/>
                <a:cs typeface="Quicksand"/>
                <a:sym typeface="Quicksand"/>
              </a:rPr>
              <a:t>Robot (Blind):</a:t>
            </a:r>
            <a:r>
              <a:rPr b="1" i="0" lang="en-US" sz="2368" u="none" cap="none" strike="noStrike">
                <a:solidFill>
                  <a:schemeClr val="accent1"/>
                </a:solidFill>
                <a:latin typeface="Quicksand"/>
                <a:ea typeface="Quicksand"/>
                <a:cs typeface="Quicksand"/>
                <a:sym typeface="Quicksand"/>
              </a:rPr>
              <a:t> Keep your eyes closed (or wear a blindfold). Move forward slowly and freeze instantly when you hear “PRESSED!”</a:t>
            </a:r>
            <a:endParaRPr b="1" i="0" sz="2368" u="none"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rgbClr val="000000"/>
              </a:buClr>
              <a:buSzPts val="5337"/>
              <a:buFont typeface="Arial"/>
              <a:buNone/>
            </a:pPr>
            <a:r>
              <a:t/>
            </a:r>
            <a:endParaRPr b="1" i="0" sz="2368" u="none"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rgbClr val="000000"/>
              </a:buClr>
              <a:buSzPts val="5337"/>
              <a:buFont typeface="Arial"/>
              <a:buNone/>
            </a:pPr>
            <a:r>
              <a:rPr b="1" i="0" lang="en-US" sz="2368" u="sng" cap="none" strike="noStrike">
                <a:solidFill>
                  <a:schemeClr val="accent1"/>
                </a:solidFill>
                <a:latin typeface="Quicksand"/>
                <a:ea typeface="Quicksand"/>
                <a:cs typeface="Quicksand"/>
                <a:sym typeface="Quicksand"/>
              </a:rPr>
              <a:t>Bumper:</a:t>
            </a:r>
            <a:r>
              <a:rPr b="1" i="0" lang="en-US" sz="2368" u="none" cap="none" strike="noStrike">
                <a:solidFill>
                  <a:schemeClr val="accent1"/>
                </a:solidFill>
                <a:latin typeface="Quicksand"/>
                <a:ea typeface="Quicksand"/>
                <a:cs typeface="Quicksand"/>
                <a:sym typeface="Quicksand"/>
              </a:rPr>
              <a:t> Walk in front of the robot and touch the wall first to signal contact safely</a:t>
            </a:r>
            <a:endParaRPr b="1" i="0" sz="2368" u="none"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rgbClr val="000000"/>
              </a:buClr>
              <a:buSzPts val="5337"/>
              <a:buFont typeface="Arial"/>
              <a:buNone/>
            </a:pPr>
            <a:r>
              <a:t/>
            </a:r>
            <a:endParaRPr b="1" i="0" sz="2368" u="none"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rgbClr val="000000"/>
              </a:buClr>
              <a:buSzPts val="5337"/>
              <a:buFont typeface="Arial"/>
              <a:buNone/>
            </a:pPr>
            <a:r>
              <a:rPr b="1" i="0" lang="en-US" sz="2368" u="sng" cap="none" strike="noStrike">
                <a:solidFill>
                  <a:schemeClr val="accent1"/>
                </a:solidFill>
                <a:latin typeface="Quicksand"/>
                <a:ea typeface="Quicksand"/>
                <a:cs typeface="Quicksand"/>
                <a:sym typeface="Quicksand"/>
              </a:rPr>
              <a:t>Caller (Coder):</a:t>
            </a:r>
            <a:r>
              <a:rPr b="1" i="0" lang="en-US" sz="2368" u="none" cap="none" strike="noStrike">
                <a:solidFill>
                  <a:schemeClr val="accent1"/>
                </a:solidFill>
                <a:latin typeface="Quicksand"/>
                <a:ea typeface="Quicksand"/>
                <a:cs typeface="Quicksand"/>
                <a:sym typeface="Quicksand"/>
              </a:rPr>
              <a:t> Give the commands in order: “Forward → Wait until Pressed → Back (1 step) → Turn Right → Forward”</a:t>
            </a:r>
            <a:endParaRPr b="1" i="0" sz="2368" u="none"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rgbClr val="000000"/>
              </a:buClr>
              <a:buSzPts val="5337"/>
              <a:buFont typeface="Arial"/>
              <a:buNone/>
            </a:pPr>
            <a:r>
              <a:t/>
            </a:r>
            <a:endParaRPr b="1" i="0" sz="2368" u="sng"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rgbClr val="000000"/>
              </a:buClr>
              <a:buSzPts val="5337"/>
              <a:buFont typeface="Arial"/>
              <a:buNone/>
            </a:pPr>
            <a:r>
              <a:rPr b="1" i="0" lang="en-US" sz="2368" u="sng" cap="none" strike="noStrike">
                <a:solidFill>
                  <a:schemeClr val="accent1"/>
                </a:solidFill>
                <a:latin typeface="Quicksand"/>
                <a:ea typeface="Quicksand"/>
                <a:cs typeface="Quicksand"/>
                <a:sym typeface="Quicksand"/>
              </a:rPr>
              <a:t>Judge (Debugger):</a:t>
            </a:r>
            <a:r>
              <a:rPr b="1" i="0" lang="en-US" sz="2368" u="none" cap="none" strike="noStrike">
                <a:solidFill>
                  <a:schemeClr val="accent1"/>
                </a:solidFill>
                <a:latin typeface="Quicksand"/>
                <a:ea typeface="Quicksand"/>
                <a:cs typeface="Quicksand"/>
                <a:sym typeface="Quicksand"/>
              </a:rPr>
              <a:t> Watch for mistakes; if the robot moves after “PRESSED!”, call “Restart!” and track restarts</a:t>
            </a:r>
            <a:endParaRPr b="1" i="0" sz="2368" u="none"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rgbClr val="000000"/>
              </a:buClr>
              <a:buSzPts val="5337"/>
              <a:buFont typeface="Arial"/>
              <a:buNone/>
            </a:pPr>
            <a:r>
              <a:t/>
            </a:r>
            <a:endParaRPr b="1" i="0" sz="2368" u="none" cap="none" strike="noStrike">
              <a:solidFill>
                <a:schemeClr val="accent1"/>
              </a:solidFill>
              <a:latin typeface="Quicksand"/>
              <a:ea typeface="Quicksand"/>
              <a:cs typeface="Quicksand"/>
              <a:sym typeface="Quicksa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1" name="Shape 4721"/>
        <p:cNvGrpSpPr/>
        <p:nvPr/>
      </p:nvGrpSpPr>
      <p:grpSpPr>
        <a:xfrm>
          <a:off x="0" y="0"/>
          <a:ext cx="0" cy="0"/>
          <a:chOff x="0" y="0"/>
          <a:chExt cx="0" cy="0"/>
        </a:xfrm>
      </p:grpSpPr>
      <p:sp>
        <p:nvSpPr>
          <p:cNvPr id="4722" name="Google Shape;4722;g39211192c48_0_43"/>
          <p:cNvSpPr txBox="1"/>
          <p:nvPr>
            <p:ph type="title"/>
          </p:nvPr>
        </p:nvSpPr>
        <p:spPr>
          <a:xfrm>
            <a:off x="325939" y="78301"/>
            <a:ext cx="7579800" cy="459000"/>
          </a:xfrm>
          <a:prstGeom prst="rect">
            <a:avLst/>
          </a:prstGeom>
          <a:solidFill>
            <a:schemeClr val="accent2"/>
          </a:solidFill>
          <a:ln>
            <a:noFill/>
          </a:ln>
          <a:effectLst>
            <a:outerShdw blurRad="127000" rotWithShape="0" algn="tl" dir="2700000" dist="127000">
              <a:srgbClr val="BFBFBF">
                <a:alpha val="68627"/>
              </a:srgbClr>
            </a:outerShdw>
          </a:effectLst>
        </p:spPr>
        <p:txBody>
          <a:bodyPr anchorCtr="0" anchor="ctr" bIns="0" lIns="91425" spcFirstLastPara="1" rIns="0" wrap="square" tIns="0">
            <a:noAutofit/>
          </a:bodyPr>
          <a:lstStyle/>
          <a:p>
            <a:pPr indent="0" lvl="0" marL="0" rtl="0" algn="l">
              <a:lnSpc>
                <a:spcPct val="90000"/>
              </a:lnSpc>
              <a:spcBef>
                <a:spcPts val="0"/>
              </a:spcBef>
              <a:spcAft>
                <a:spcPts val="0"/>
              </a:spcAft>
              <a:buSzPts val="3200"/>
              <a:buNone/>
            </a:pPr>
            <a:r>
              <a:rPr lang="en-US"/>
              <a:t>Bumper Walk</a:t>
            </a:r>
            <a:endParaRPr/>
          </a:p>
        </p:txBody>
      </p:sp>
      <p:sp>
        <p:nvSpPr>
          <p:cNvPr id="4723" name="Google Shape;4723;g39211192c48_0_43"/>
          <p:cNvSpPr txBox="1"/>
          <p:nvPr>
            <p:ph type="ctrTitle"/>
          </p:nvPr>
        </p:nvSpPr>
        <p:spPr>
          <a:xfrm>
            <a:off x="739400" y="320000"/>
            <a:ext cx="10845600" cy="5685000"/>
          </a:xfrm>
          <a:prstGeom prst="rect">
            <a:avLst/>
          </a:prstGeom>
          <a:noFill/>
          <a:ln>
            <a:noFill/>
          </a:ln>
          <a:effectLst>
            <a:outerShdw blurRad="127000" rotWithShape="0" algn="tl" dir="2700000" dist="127000">
              <a:srgbClr val="BFBFBF">
                <a:alpha val="68627"/>
              </a:srgbClr>
            </a:outerShdw>
          </a:effectLst>
        </p:spPr>
        <p:txBody>
          <a:bodyPr anchorCtr="0" anchor="ctr" bIns="40650" lIns="81325" spcFirstLastPara="1" rIns="81325" wrap="square" tIns="40650">
            <a:noAutofit/>
          </a:bodyPr>
          <a:lstStyle/>
          <a:p>
            <a:pPr indent="0" lvl="0" marL="0" marR="0" rtl="0" algn="l">
              <a:lnSpc>
                <a:spcPct val="90000"/>
              </a:lnSpc>
              <a:spcBef>
                <a:spcPts val="0"/>
              </a:spcBef>
              <a:spcAft>
                <a:spcPts val="0"/>
              </a:spcAft>
              <a:buClr>
                <a:schemeClr val="lt1"/>
              </a:buClr>
              <a:buSzPts val="3200"/>
              <a:buFont typeface="Quicksand"/>
              <a:buNone/>
            </a:pPr>
            <a:r>
              <a:t/>
            </a:r>
            <a:endParaRPr b="1" i="0" sz="2400" u="none" cap="none" strike="noStrike">
              <a:solidFill>
                <a:schemeClr val="accent2"/>
              </a:solidFill>
              <a:latin typeface="Quicksand"/>
              <a:ea typeface="Quicksand"/>
              <a:cs typeface="Quicksand"/>
              <a:sym typeface="Quicksand"/>
            </a:endParaRPr>
          </a:p>
          <a:p>
            <a:pPr indent="-381000" lvl="0" marL="457200" marR="0" rtl="0" algn="l">
              <a:lnSpc>
                <a:spcPct val="90000"/>
              </a:lnSpc>
              <a:spcBef>
                <a:spcPts val="0"/>
              </a:spcBef>
              <a:spcAft>
                <a:spcPts val="0"/>
              </a:spcAft>
              <a:buClr>
                <a:schemeClr val="accent2"/>
              </a:buClr>
              <a:buSzPts val="2400"/>
              <a:buFont typeface="Quicksand"/>
              <a:buChar char="●"/>
            </a:pPr>
            <a:r>
              <a:rPr b="1" i="0" lang="en-US" sz="2400" u="none" cap="none" strike="noStrike">
                <a:solidFill>
                  <a:schemeClr val="accent2"/>
                </a:solidFill>
                <a:latin typeface="Quicksand"/>
                <a:ea typeface="Quicksand"/>
                <a:cs typeface="Quicksand"/>
                <a:sym typeface="Quicksand"/>
              </a:rPr>
              <a:t>Rules:</a:t>
            </a:r>
            <a:endParaRPr b="1" i="0" sz="2400" u="none" cap="none" strike="noStrike">
              <a:solidFill>
                <a:schemeClr val="accent2"/>
              </a:solidFill>
              <a:latin typeface="Quicksand"/>
              <a:ea typeface="Quicksand"/>
              <a:cs typeface="Quicksand"/>
              <a:sym typeface="Quicksand"/>
            </a:endParaRPr>
          </a:p>
          <a:p>
            <a:pPr indent="0" lvl="0" marL="0" marR="0" rtl="0" algn="l">
              <a:lnSpc>
                <a:spcPct val="90000"/>
              </a:lnSpc>
              <a:spcBef>
                <a:spcPts val="0"/>
              </a:spcBef>
              <a:spcAft>
                <a:spcPts val="0"/>
              </a:spcAft>
              <a:buClr>
                <a:schemeClr val="dk1"/>
              </a:buClr>
              <a:buSzPts val="5337"/>
              <a:buFont typeface="Arial"/>
              <a:buNone/>
            </a:pPr>
            <a:r>
              <a:t/>
            </a:r>
            <a:endParaRPr b="1" i="0" sz="2400" u="none"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chemeClr val="dk1"/>
              </a:buClr>
              <a:buSzPts val="5337"/>
              <a:buFont typeface="Arial"/>
              <a:buNone/>
            </a:pPr>
            <a:r>
              <a:rPr b="1" i="0" lang="en-US" sz="2400" u="none" cap="none" strike="noStrike">
                <a:solidFill>
                  <a:schemeClr val="accent1"/>
                </a:solidFill>
                <a:latin typeface="Quicksand"/>
                <a:ea typeface="Quicksand"/>
                <a:cs typeface="Quicksand"/>
                <a:sym typeface="Quicksand"/>
              </a:rPr>
              <a:t>When the bumper touches a desk/chair (wall), shout “PRESSED!” and the robot must stop</a:t>
            </a:r>
            <a:endParaRPr b="1" i="0" sz="2400" u="none"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chemeClr val="dk1"/>
              </a:buClr>
              <a:buSzPts val="5337"/>
              <a:buFont typeface="Arial"/>
              <a:buNone/>
            </a:pPr>
            <a:r>
              <a:t/>
            </a:r>
            <a:endParaRPr b="1" i="0" sz="2400" u="none"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chemeClr val="dk1"/>
              </a:buClr>
              <a:buSzPts val="5337"/>
              <a:buFont typeface="Arial"/>
              <a:buNone/>
            </a:pPr>
            <a:r>
              <a:rPr b="1" i="0" lang="en-US" sz="2400" u="none" cap="none" strike="noStrike">
                <a:solidFill>
                  <a:schemeClr val="accent1"/>
                </a:solidFill>
                <a:latin typeface="Quicksand"/>
                <a:ea typeface="Quicksand"/>
                <a:cs typeface="Quicksand"/>
                <a:sym typeface="Quicksand"/>
              </a:rPr>
              <a:t>After “PRESSED!”: Back 1 step → Turn Right 90° → Continue</a:t>
            </a:r>
            <a:endParaRPr b="1" i="0" sz="2400" u="none"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chemeClr val="dk1"/>
              </a:buClr>
              <a:buSzPts val="5337"/>
              <a:buFont typeface="Arial"/>
              <a:buNone/>
            </a:pPr>
            <a:r>
              <a:t/>
            </a:r>
            <a:endParaRPr b="1" i="0" sz="2400" u="none"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chemeClr val="dk1"/>
              </a:buClr>
              <a:buSzPts val="5337"/>
              <a:buFont typeface="Arial"/>
              <a:buNone/>
            </a:pPr>
            <a:r>
              <a:rPr b="1" i="0" lang="en-US" sz="2400" u="none" cap="none" strike="noStrike">
                <a:solidFill>
                  <a:schemeClr val="accent1"/>
                </a:solidFill>
                <a:latin typeface="Quicksand"/>
                <a:ea typeface="Quicksand"/>
                <a:cs typeface="Quicksand"/>
                <a:sym typeface="Quicksand"/>
              </a:rPr>
              <a:t>Complete 3 correct bumps + 3 turns</a:t>
            </a:r>
            <a:endParaRPr b="1" i="0" sz="2400" u="none"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chemeClr val="dk1"/>
              </a:buClr>
              <a:buSzPts val="5337"/>
              <a:buFont typeface="Arial"/>
              <a:buNone/>
            </a:pPr>
            <a:r>
              <a:t/>
            </a:r>
            <a:endParaRPr b="1" i="0" sz="2400" u="none"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chemeClr val="dk1"/>
              </a:buClr>
              <a:buSzPts val="5337"/>
              <a:buFont typeface="Arial"/>
              <a:buNone/>
            </a:pPr>
            <a:r>
              <a:rPr b="1" i="0" lang="en-US" sz="2400" u="none" cap="none" strike="noStrike">
                <a:solidFill>
                  <a:schemeClr val="accent1"/>
                </a:solidFill>
                <a:latin typeface="Quicksand"/>
                <a:ea typeface="Quicksand"/>
                <a:cs typeface="Quicksand"/>
                <a:sym typeface="Quicksand"/>
              </a:rPr>
              <a:t>Swap roles so everyone participates</a:t>
            </a:r>
            <a:endParaRPr b="1" i="0" sz="2400" u="none"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chemeClr val="dk1"/>
              </a:buClr>
              <a:buSzPts val="5337"/>
              <a:buFont typeface="Arial"/>
              <a:buNone/>
            </a:pPr>
            <a:r>
              <a:t/>
            </a:r>
            <a:endParaRPr b="1" i="0" sz="2400" u="none" cap="none" strike="noStrike">
              <a:solidFill>
                <a:schemeClr val="accent1"/>
              </a:solidFill>
              <a:latin typeface="Quicksand"/>
              <a:ea typeface="Quicksand"/>
              <a:cs typeface="Quicksand"/>
              <a:sym typeface="Quicksand"/>
            </a:endParaRPr>
          </a:p>
          <a:p>
            <a:pPr indent="-381000" lvl="0" marL="457200" marR="0" rtl="0" algn="l">
              <a:lnSpc>
                <a:spcPct val="90000"/>
              </a:lnSpc>
              <a:spcBef>
                <a:spcPts val="0"/>
              </a:spcBef>
              <a:spcAft>
                <a:spcPts val="0"/>
              </a:spcAft>
              <a:buClr>
                <a:schemeClr val="accent2"/>
              </a:buClr>
              <a:buSzPts val="2400"/>
              <a:buFont typeface="Quicksand"/>
              <a:buChar char="●"/>
            </a:pPr>
            <a:r>
              <a:rPr b="1" i="0" lang="en-US" sz="2400" u="none" cap="none" strike="noStrike">
                <a:solidFill>
                  <a:schemeClr val="accent2"/>
                </a:solidFill>
                <a:latin typeface="Quicksand"/>
                <a:ea typeface="Quicksand"/>
                <a:cs typeface="Quicksand"/>
                <a:sym typeface="Quicksand"/>
              </a:rPr>
              <a:t>Winning:</a:t>
            </a:r>
            <a:endParaRPr b="1" i="0" sz="2400" u="none" cap="none" strike="noStrike">
              <a:solidFill>
                <a:schemeClr val="accent2"/>
              </a:solidFill>
              <a:latin typeface="Quicksand"/>
              <a:ea typeface="Quicksand"/>
              <a:cs typeface="Quicksand"/>
              <a:sym typeface="Quicksand"/>
            </a:endParaRPr>
          </a:p>
          <a:p>
            <a:pPr indent="0" lvl="0" marL="0" marR="0" rtl="0" algn="l">
              <a:lnSpc>
                <a:spcPct val="90000"/>
              </a:lnSpc>
              <a:spcBef>
                <a:spcPts val="0"/>
              </a:spcBef>
              <a:spcAft>
                <a:spcPts val="0"/>
              </a:spcAft>
              <a:buClr>
                <a:schemeClr val="dk1"/>
              </a:buClr>
              <a:buSzPts val="5337"/>
              <a:buFont typeface="Arial"/>
              <a:buNone/>
            </a:pPr>
            <a:r>
              <a:t/>
            </a:r>
            <a:endParaRPr b="1" i="0" sz="2400" u="none" cap="none" strike="noStrike">
              <a:solidFill>
                <a:schemeClr val="accent1"/>
              </a:solidFill>
              <a:latin typeface="Quicksand"/>
              <a:ea typeface="Quicksand"/>
              <a:cs typeface="Quicksand"/>
              <a:sym typeface="Quicksand"/>
            </a:endParaRPr>
          </a:p>
          <a:p>
            <a:pPr indent="0" lvl="0" marL="0" marR="0" rtl="0" algn="l">
              <a:lnSpc>
                <a:spcPct val="90000"/>
              </a:lnSpc>
              <a:spcBef>
                <a:spcPts val="0"/>
              </a:spcBef>
              <a:spcAft>
                <a:spcPts val="0"/>
              </a:spcAft>
              <a:buClr>
                <a:schemeClr val="dk1"/>
              </a:buClr>
              <a:buSzPts val="5337"/>
              <a:buFont typeface="Arial"/>
              <a:buNone/>
            </a:pPr>
            <a:r>
              <a:rPr b="1" i="0" lang="en-US" sz="2400" u="none" cap="none" strike="noStrike">
                <a:solidFill>
                  <a:schemeClr val="accent1"/>
                </a:solidFill>
                <a:latin typeface="Quicksand"/>
                <a:ea typeface="Quicksand"/>
                <a:cs typeface="Quicksand"/>
                <a:sym typeface="Quicksand"/>
              </a:rPr>
              <a:t>First team to finish with fewest restarts wins</a:t>
            </a:r>
            <a:endParaRPr b="1" i="0" sz="2400" u="none" cap="none" strike="noStrike">
              <a:solidFill>
                <a:schemeClr val="accent1"/>
              </a:solidFill>
              <a:latin typeface="Quicksand"/>
              <a:ea typeface="Quicksand"/>
              <a:cs typeface="Quicksand"/>
              <a:sym typeface="Quicksan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8" name="Shape 4728"/>
        <p:cNvGrpSpPr/>
        <p:nvPr/>
      </p:nvGrpSpPr>
      <p:grpSpPr>
        <a:xfrm>
          <a:off x="0" y="0"/>
          <a:ext cx="0" cy="0"/>
          <a:chOff x="0" y="0"/>
          <a:chExt cx="0" cy="0"/>
        </a:xfrm>
      </p:grpSpPr>
      <p:sp>
        <p:nvSpPr>
          <p:cNvPr id="4729" name="Google Shape;4729;g3b3df1f2e99_0_228"/>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1000"/>
              </a:spcBef>
              <a:spcAft>
                <a:spcPts val="0"/>
              </a:spcAft>
              <a:buSzPts val="2800"/>
              <a:buNone/>
            </a:pPr>
            <a:r>
              <a:rPr lang="en-US"/>
              <a:t>Control Flow – Using the [Wait until] Block</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4" name="Shape 4734"/>
        <p:cNvGrpSpPr/>
        <p:nvPr/>
      </p:nvGrpSpPr>
      <p:grpSpPr>
        <a:xfrm>
          <a:off x="0" y="0"/>
          <a:ext cx="0" cy="0"/>
          <a:chOff x="0" y="0"/>
          <a:chExt cx="0" cy="0"/>
        </a:xfrm>
      </p:grpSpPr>
      <p:sp>
        <p:nvSpPr>
          <p:cNvPr id="4735" name="Google Shape;4735;g3b3df1f2e99_0_233"/>
          <p:cNvSpPr txBox="1"/>
          <p:nvPr>
            <p:ph type="title"/>
          </p:nvPr>
        </p:nvSpPr>
        <p:spPr>
          <a:xfrm>
            <a:off x="207925" y="597482"/>
            <a:ext cx="11112600" cy="7263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lang="en-US" sz="4500">
                <a:latin typeface="Kdam Thmor Pro"/>
                <a:ea typeface="Kdam Thmor Pro"/>
                <a:cs typeface="Kdam Thmor Pro"/>
                <a:sym typeface="Kdam Thmor Pro"/>
              </a:rPr>
              <a:t>What is Control Flow?</a:t>
            </a:r>
            <a:endParaRPr sz="4500">
              <a:latin typeface="Kdam Thmor Pro"/>
              <a:ea typeface="Kdam Thmor Pro"/>
              <a:cs typeface="Kdam Thmor Pro"/>
              <a:sym typeface="Kdam Thmor Pro"/>
            </a:endParaRPr>
          </a:p>
        </p:txBody>
      </p:sp>
      <p:pic>
        <p:nvPicPr>
          <p:cNvPr id="4736" name="Google Shape;4736;g3b3df1f2e99_0_233"/>
          <p:cNvPicPr preferRelativeResize="0"/>
          <p:nvPr/>
        </p:nvPicPr>
        <p:blipFill rotWithShape="1">
          <a:blip r:embed="rId3">
            <a:alphaModFix/>
          </a:blip>
          <a:srcRect b="0" l="0" r="0" t="0"/>
          <a:stretch/>
        </p:blipFill>
        <p:spPr>
          <a:xfrm>
            <a:off x="366700" y="2090575"/>
            <a:ext cx="11234348" cy="24703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1" name="Shape 4741"/>
        <p:cNvGrpSpPr/>
        <p:nvPr/>
      </p:nvGrpSpPr>
      <p:grpSpPr>
        <a:xfrm>
          <a:off x="0" y="0"/>
          <a:ext cx="0" cy="0"/>
          <a:chOff x="0" y="0"/>
          <a:chExt cx="0" cy="0"/>
        </a:xfrm>
      </p:grpSpPr>
      <p:sp>
        <p:nvSpPr>
          <p:cNvPr id="4742" name="Google Shape;4742;g3b3df1f2e99_0_246"/>
          <p:cNvSpPr txBox="1"/>
          <p:nvPr>
            <p:ph type="ctrTitle"/>
          </p:nvPr>
        </p:nvSpPr>
        <p:spPr>
          <a:xfrm>
            <a:off x="7049725" y="1749800"/>
            <a:ext cx="3991500" cy="1893600"/>
          </a:xfrm>
          <a:prstGeom prst="rect">
            <a:avLst/>
          </a:prstGeom>
          <a:noFill/>
          <a:ln>
            <a:noFill/>
          </a:ln>
        </p:spPr>
        <p:txBody>
          <a:bodyPr anchorCtr="0" anchor="ctr" bIns="40650" lIns="81325" spcFirstLastPara="1" rIns="81325" wrap="square" tIns="40650">
            <a:noAutofit/>
          </a:bodyPr>
          <a:lstStyle/>
          <a:p>
            <a:pPr indent="0" lvl="0" marL="0" marR="0" rtl="0" algn="ctr">
              <a:lnSpc>
                <a:spcPct val="90000"/>
              </a:lnSpc>
              <a:spcBef>
                <a:spcPts val="0"/>
              </a:spcBef>
              <a:spcAft>
                <a:spcPts val="0"/>
              </a:spcAft>
              <a:buClr>
                <a:srgbClr val="000000"/>
              </a:buClr>
              <a:buSzPts val="5337"/>
              <a:buFont typeface="Arial"/>
              <a:buNone/>
            </a:pPr>
            <a:r>
              <a:rPr b="1" i="0" lang="en-US" sz="2668" u="none" cap="none" strike="noStrike">
                <a:solidFill>
                  <a:schemeClr val="accent2"/>
                </a:solidFill>
                <a:latin typeface="Quicksand"/>
                <a:ea typeface="Quicksand"/>
                <a:cs typeface="Quicksand"/>
                <a:sym typeface="Quicksand"/>
              </a:rPr>
              <a:t>Why It's Useful</a:t>
            </a:r>
            <a:endParaRPr b="1" i="0" sz="2668" u="none" cap="none" strike="noStrike">
              <a:solidFill>
                <a:schemeClr val="accent2"/>
              </a:solidFill>
              <a:latin typeface="Quicksand"/>
              <a:ea typeface="Quicksand"/>
              <a:cs typeface="Quicksand"/>
              <a:sym typeface="Quicksand"/>
            </a:endParaRPr>
          </a:p>
          <a:p>
            <a:pPr indent="0" lvl="0" marL="0" marR="0" rtl="0" algn="ctr">
              <a:lnSpc>
                <a:spcPct val="90000"/>
              </a:lnSpc>
              <a:spcBef>
                <a:spcPts val="0"/>
              </a:spcBef>
              <a:spcAft>
                <a:spcPts val="0"/>
              </a:spcAft>
              <a:buClr>
                <a:srgbClr val="000000"/>
              </a:buClr>
              <a:buSzPts val="5337"/>
              <a:buFont typeface="Arial"/>
              <a:buNone/>
            </a:pPr>
            <a:r>
              <a:t/>
            </a:r>
            <a:endParaRPr b="1" i="0" sz="2668" u="none" cap="none" strike="noStrike">
              <a:solidFill>
                <a:schemeClr val="accent2"/>
              </a:solidFill>
              <a:latin typeface="Quicksand"/>
              <a:ea typeface="Quicksand"/>
              <a:cs typeface="Quicksand"/>
              <a:sym typeface="Quicksand"/>
            </a:endParaRPr>
          </a:p>
          <a:p>
            <a:pPr indent="0" lvl="0" marL="0" marR="0" rtl="0" algn="ctr">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Allows robot to wait for specific events before continuing</a:t>
            </a:r>
            <a:endParaRPr b="1" i="0" sz="2668" u="none" cap="none" strike="noStrike">
              <a:solidFill>
                <a:schemeClr val="accent1"/>
              </a:solidFill>
              <a:latin typeface="Quicksand"/>
              <a:ea typeface="Quicksand"/>
              <a:cs typeface="Quicksand"/>
              <a:sym typeface="Quicksand"/>
            </a:endParaRPr>
          </a:p>
        </p:txBody>
      </p:sp>
      <p:sp>
        <p:nvSpPr>
          <p:cNvPr id="4743" name="Google Shape;4743;g3b3df1f2e99_0_246"/>
          <p:cNvSpPr txBox="1"/>
          <p:nvPr>
            <p:ph idx="2" type="ctrTitle"/>
          </p:nvPr>
        </p:nvSpPr>
        <p:spPr>
          <a:xfrm>
            <a:off x="739400" y="1749800"/>
            <a:ext cx="4562700" cy="1893600"/>
          </a:xfrm>
          <a:prstGeom prst="rect">
            <a:avLst/>
          </a:prstGeom>
          <a:noFill/>
          <a:ln>
            <a:noFill/>
          </a:ln>
        </p:spPr>
        <p:txBody>
          <a:bodyPr anchorCtr="0" anchor="ctr" bIns="40650" lIns="81325" spcFirstLastPara="1" rIns="81325" wrap="square" tIns="40650">
            <a:noAutofit/>
          </a:bodyPr>
          <a:lstStyle/>
          <a:p>
            <a:pPr indent="0" lvl="0" marL="0" marR="0" rtl="0" algn="ctr">
              <a:lnSpc>
                <a:spcPct val="90000"/>
              </a:lnSpc>
              <a:spcBef>
                <a:spcPts val="0"/>
              </a:spcBef>
              <a:spcAft>
                <a:spcPts val="0"/>
              </a:spcAft>
              <a:buClr>
                <a:srgbClr val="000000"/>
              </a:buClr>
              <a:buSzPts val="5337"/>
              <a:buFont typeface="Arial"/>
              <a:buNone/>
            </a:pPr>
            <a:r>
              <a:rPr b="1" i="0" lang="en-US" sz="2668" u="none" cap="none" strike="noStrike">
                <a:solidFill>
                  <a:schemeClr val="accent2"/>
                </a:solidFill>
                <a:latin typeface="Quicksand"/>
                <a:ea typeface="Quicksand"/>
                <a:cs typeface="Quicksand"/>
                <a:sym typeface="Quicksand"/>
              </a:rPr>
              <a:t>What It Does</a:t>
            </a:r>
            <a:endParaRPr b="1" i="0" sz="2668" u="none" cap="none" strike="noStrike">
              <a:solidFill>
                <a:schemeClr val="accent2"/>
              </a:solidFill>
              <a:latin typeface="Quicksand"/>
              <a:ea typeface="Quicksand"/>
              <a:cs typeface="Quicksand"/>
              <a:sym typeface="Quicksand"/>
            </a:endParaRPr>
          </a:p>
          <a:p>
            <a:pPr indent="0" lvl="0" marL="0" marR="0" rtl="0" algn="ctr">
              <a:lnSpc>
                <a:spcPct val="90000"/>
              </a:lnSpc>
              <a:spcBef>
                <a:spcPts val="0"/>
              </a:spcBef>
              <a:spcAft>
                <a:spcPts val="0"/>
              </a:spcAft>
              <a:buClr>
                <a:srgbClr val="000000"/>
              </a:buClr>
              <a:buSzPts val="5337"/>
              <a:buFont typeface="Arial"/>
              <a:buNone/>
            </a:pPr>
            <a:r>
              <a:t/>
            </a:r>
            <a:endParaRPr b="1" i="0" sz="2668" u="none" cap="none" strike="noStrike">
              <a:solidFill>
                <a:schemeClr val="accent1"/>
              </a:solidFill>
              <a:latin typeface="Quicksand"/>
              <a:ea typeface="Quicksand"/>
              <a:cs typeface="Quicksand"/>
              <a:sym typeface="Quicksand"/>
            </a:endParaRPr>
          </a:p>
          <a:p>
            <a:pPr indent="0" lvl="0" marL="0" marR="0" rtl="0" algn="ctr">
              <a:lnSpc>
                <a:spcPct val="90000"/>
              </a:lnSpc>
              <a:spcBef>
                <a:spcPts val="0"/>
              </a:spcBef>
              <a:spcAft>
                <a:spcPts val="0"/>
              </a:spcAft>
              <a:buClr>
                <a:srgbClr val="000000"/>
              </a:buClr>
              <a:buSzPts val="5337"/>
              <a:buFont typeface="Arial"/>
              <a:buNone/>
            </a:pPr>
            <a:r>
              <a:rPr b="1" i="0" lang="en-US" sz="2668" u="none" cap="none" strike="noStrike">
                <a:solidFill>
                  <a:schemeClr val="accent1"/>
                </a:solidFill>
                <a:latin typeface="Quicksand"/>
                <a:ea typeface="Quicksand"/>
                <a:cs typeface="Quicksand"/>
                <a:sym typeface="Quicksand"/>
              </a:rPr>
              <a:t>Pauses code execution until the Boolean condition inside reports TRUE</a:t>
            </a:r>
            <a:endParaRPr b="1" i="0" sz="2668" u="none" cap="none" strike="noStrike">
              <a:solidFill>
                <a:schemeClr val="accent1"/>
              </a:solidFill>
              <a:latin typeface="Quicksand"/>
              <a:ea typeface="Quicksand"/>
              <a:cs typeface="Quicksand"/>
              <a:sym typeface="Quicksand"/>
            </a:endParaRPr>
          </a:p>
        </p:txBody>
      </p:sp>
      <p:pic>
        <p:nvPicPr>
          <p:cNvPr id="4744" name="Google Shape;4744;g3b3df1f2e99_0_246"/>
          <p:cNvPicPr preferRelativeResize="0"/>
          <p:nvPr/>
        </p:nvPicPr>
        <p:blipFill rotWithShape="1">
          <a:blip r:embed="rId3">
            <a:alphaModFix/>
          </a:blip>
          <a:srcRect b="0" l="0" r="0" t="0"/>
          <a:stretch/>
        </p:blipFill>
        <p:spPr>
          <a:xfrm>
            <a:off x="3667150" y="4110125"/>
            <a:ext cx="4382375" cy="2019225"/>
          </a:xfrm>
          <a:prstGeom prst="rect">
            <a:avLst/>
          </a:prstGeom>
          <a:noFill/>
          <a:ln>
            <a:noFill/>
          </a:ln>
        </p:spPr>
      </p:pic>
      <p:sp>
        <p:nvSpPr>
          <p:cNvPr id="4745" name="Google Shape;4745;g3b3df1f2e99_0_246"/>
          <p:cNvSpPr txBox="1"/>
          <p:nvPr>
            <p:ph idx="3" type="ctrTitle"/>
          </p:nvPr>
        </p:nvSpPr>
        <p:spPr>
          <a:xfrm>
            <a:off x="482225" y="367875"/>
            <a:ext cx="8837400" cy="11676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b="1" i="0" lang="en-US" sz="4500" u="none" cap="none" strike="noStrike">
                <a:solidFill>
                  <a:schemeClr val="accent2"/>
                </a:solidFill>
                <a:latin typeface="Kdam Thmor Pro"/>
                <a:ea typeface="Kdam Thmor Pro"/>
                <a:cs typeface="Kdam Thmor Pro"/>
                <a:sym typeface="Kdam Thmor Pro"/>
              </a:rPr>
              <a:t>The [Wait until] Block</a:t>
            </a:r>
            <a:endParaRPr b="1" i="0" sz="4500" u="none" cap="none" strike="noStrike">
              <a:solidFill>
                <a:schemeClr val="accent2"/>
              </a:solidFill>
              <a:latin typeface="Kdam Thmor Pro"/>
              <a:ea typeface="Kdam Thmor Pro"/>
              <a:cs typeface="Kdam Thmor Pro"/>
              <a:sym typeface="Kdam Thmor Pr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9" name="Shape 4749"/>
        <p:cNvGrpSpPr/>
        <p:nvPr/>
      </p:nvGrpSpPr>
      <p:grpSpPr>
        <a:xfrm>
          <a:off x="0" y="0"/>
          <a:ext cx="0" cy="0"/>
          <a:chOff x="0" y="0"/>
          <a:chExt cx="0" cy="0"/>
        </a:xfrm>
      </p:grpSpPr>
    </p:spTree>
  </p:cSld>
  <p:clrMapOvr>
    <a:masterClrMapping/>
  </p:clrMapOvr>
  <p:transition spd="slow">
    <p:push/>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4" name="Shape 4754"/>
        <p:cNvGrpSpPr/>
        <p:nvPr/>
      </p:nvGrpSpPr>
      <p:grpSpPr>
        <a:xfrm>
          <a:off x="0" y="0"/>
          <a:ext cx="0" cy="0"/>
          <a:chOff x="0" y="0"/>
          <a:chExt cx="0" cy="0"/>
        </a:xfrm>
      </p:grpSpPr>
      <p:pic>
        <p:nvPicPr>
          <p:cNvPr id="4755" name="Google Shape;4755;g38b88470f6c_2_1816" title="WhatsApp Image 2026-04-09 at 8.02.26 PM (4).jpeg"/>
          <p:cNvPicPr preferRelativeResize="0"/>
          <p:nvPr/>
        </p:nvPicPr>
        <p:blipFill rotWithShape="1">
          <a:blip r:embed="rId3">
            <a:alphaModFix/>
          </a:blip>
          <a:srcRect b="0" l="0" r="0" t="0"/>
          <a:stretch/>
        </p:blipFill>
        <p:spPr>
          <a:xfrm>
            <a:off x="0" y="0"/>
            <a:ext cx="12191992" cy="6858000"/>
          </a:xfrm>
          <a:prstGeom prst="rect">
            <a:avLst/>
          </a:prstGeom>
          <a:noFill/>
          <a:ln>
            <a:noFill/>
          </a:ln>
        </p:spPr>
      </p:pic>
      <p:sp>
        <p:nvSpPr>
          <p:cNvPr id="4756" name="Google Shape;4756;g38b88470f6c_2_1816"/>
          <p:cNvSpPr txBox="1"/>
          <p:nvPr/>
        </p:nvSpPr>
        <p:spPr>
          <a:xfrm>
            <a:off x="4581955" y="4502597"/>
            <a:ext cx="3151200" cy="813600"/>
          </a:xfrm>
          <a:prstGeom prst="rect">
            <a:avLst/>
          </a:prstGeom>
          <a:noFill/>
          <a:ln>
            <a:noFill/>
          </a:ln>
        </p:spPr>
        <p:txBody>
          <a:bodyPr anchorCtr="0" anchor="ctr" bIns="45700" lIns="91425" spcFirstLastPara="1" rIns="91425" wrap="square" tIns="45700">
            <a:noAutofit/>
          </a:bodyPr>
          <a:lstStyle/>
          <a:p>
            <a:pPr indent="0" lvl="0" marL="0" marR="0" rtl="1" algn="ctr">
              <a:lnSpc>
                <a:spcPct val="100000"/>
              </a:lnSpc>
              <a:spcBef>
                <a:spcPts val="1000"/>
              </a:spcBef>
              <a:spcAft>
                <a:spcPts val="0"/>
              </a:spcAft>
              <a:buClr>
                <a:srgbClr val="000000"/>
              </a:buClr>
              <a:buSzPts val="6000"/>
              <a:buFont typeface="Arial"/>
              <a:buNone/>
            </a:pPr>
            <a:r>
              <a:rPr b="1" i="0" lang="en-US" sz="6000" u="none" cap="none" strike="noStrike">
                <a:solidFill>
                  <a:srgbClr val="FFFFFF"/>
                </a:solidFill>
                <a:latin typeface="Quicksand"/>
                <a:ea typeface="Quicksand"/>
                <a:cs typeface="Quicksand"/>
                <a:sym typeface="Quicksand"/>
              </a:rPr>
              <a:t> 15 دقيقة</a:t>
            </a:r>
            <a:endParaRPr b="0" i="0" sz="6400" u="none" cap="none" strike="noStrike">
              <a:solidFill>
                <a:srgbClr val="FFFFFF"/>
              </a:solidFill>
              <a:latin typeface="Quicksand"/>
              <a:ea typeface="Quicksand"/>
              <a:cs typeface="Quicksand"/>
              <a:sym typeface="Quicksa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1" name="Shape 4761"/>
        <p:cNvGrpSpPr/>
        <p:nvPr/>
      </p:nvGrpSpPr>
      <p:grpSpPr>
        <a:xfrm>
          <a:off x="0" y="0"/>
          <a:ext cx="0" cy="0"/>
          <a:chOff x="0" y="0"/>
          <a:chExt cx="0" cy="0"/>
        </a:xfrm>
      </p:grpSpPr>
      <p:pic>
        <p:nvPicPr>
          <p:cNvPr id="4762" name="Google Shape;4762;g39211192c48_0_16"/>
          <p:cNvPicPr preferRelativeResize="0"/>
          <p:nvPr/>
        </p:nvPicPr>
        <p:blipFill rotWithShape="1">
          <a:blip r:embed="rId3">
            <a:alphaModFix/>
          </a:blip>
          <a:srcRect b="0" l="0" r="0" t="0"/>
          <a:stretch/>
        </p:blipFill>
        <p:spPr>
          <a:xfrm>
            <a:off x="5323350" y="-771025"/>
            <a:ext cx="5285974" cy="74766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7" name="Shape 4767"/>
        <p:cNvGrpSpPr/>
        <p:nvPr/>
      </p:nvGrpSpPr>
      <p:grpSpPr>
        <a:xfrm>
          <a:off x="0" y="0"/>
          <a:ext cx="0" cy="0"/>
          <a:chOff x="0" y="0"/>
          <a:chExt cx="0" cy="0"/>
        </a:xfrm>
      </p:grpSpPr>
      <p:sp>
        <p:nvSpPr>
          <p:cNvPr id="4768" name="Google Shape;4768;g3b3df1f2e99_0_256"/>
          <p:cNvSpPr txBox="1"/>
          <p:nvPr>
            <p:ph idx="1" type="body"/>
          </p:nvPr>
        </p:nvSpPr>
        <p:spPr>
          <a:xfrm>
            <a:off x="752936" y="2133600"/>
            <a:ext cx="4482900" cy="32646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1000"/>
              </a:spcBef>
              <a:spcAft>
                <a:spcPts val="0"/>
              </a:spcAft>
              <a:buSzPts val="2800"/>
              <a:buNone/>
            </a:pPr>
            <a:r>
              <a:rPr lang="en-US"/>
              <a:t>Wall Maze Challenge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3" name="Shape 4773"/>
        <p:cNvGrpSpPr/>
        <p:nvPr/>
      </p:nvGrpSpPr>
      <p:grpSpPr>
        <a:xfrm>
          <a:off x="0" y="0"/>
          <a:ext cx="0" cy="0"/>
          <a:chOff x="0" y="0"/>
          <a:chExt cx="0" cy="0"/>
        </a:xfrm>
      </p:grpSpPr>
      <p:sp>
        <p:nvSpPr>
          <p:cNvPr id="4774" name="Google Shape;4774;g3b3df1f2e99_0_322"/>
          <p:cNvSpPr txBox="1"/>
          <p:nvPr>
            <p:ph type="ctrTitle"/>
          </p:nvPr>
        </p:nvSpPr>
        <p:spPr>
          <a:xfrm>
            <a:off x="482225" y="367875"/>
            <a:ext cx="5893800" cy="11676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b="1" i="0" lang="en-US" sz="4500" u="none" cap="none" strike="noStrike">
                <a:solidFill>
                  <a:schemeClr val="accent2"/>
                </a:solidFill>
                <a:latin typeface="Kdam Thmor Pro"/>
                <a:ea typeface="Kdam Thmor Pro"/>
                <a:cs typeface="Kdam Thmor Pro"/>
                <a:sym typeface="Kdam Thmor Pro"/>
              </a:rPr>
              <a:t>Our Goal </a:t>
            </a:r>
            <a:endParaRPr b="1" i="0" sz="4500" u="none" cap="none" strike="noStrike">
              <a:solidFill>
                <a:schemeClr val="accent2"/>
              </a:solidFill>
              <a:latin typeface="Kdam Thmor Pro"/>
              <a:ea typeface="Kdam Thmor Pro"/>
              <a:cs typeface="Kdam Thmor Pro"/>
              <a:sym typeface="Kdam Thmor Pro"/>
            </a:endParaRPr>
          </a:p>
        </p:txBody>
      </p:sp>
      <p:pic>
        <p:nvPicPr>
          <p:cNvPr id="4775" name="Google Shape;4775;g3b3df1f2e99_0_322"/>
          <p:cNvPicPr preferRelativeResize="0"/>
          <p:nvPr/>
        </p:nvPicPr>
        <p:blipFill rotWithShape="1">
          <a:blip r:embed="rId3">
            <a:alphaModFix/>
          </a:blip>
          <a:srcRect b="0" l="0" r="0" t="0"/>
          <a:stretch/>
        </p:blipFill>
        <p:spPr>
          <a:xfrm>
            <a:off x="2722550" y="1383600"/>
            <a:ext cx="7102199" cy="437814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0" name="Shape 4780"/>
        <p:cNvGrpSpPr/>
        <p:nvPr/>
      </p:nvGrpSpPr>
      <p:grpSpPr>
        <a:xfrm>
          <a:off x="0" y="0"/>
          <a:ext cx="0" cy="0"/>
          <a:chOff x="0" y="0"/>
          <a:chExt cx="0" cy="0"/>
        </a:xfrm>
      </p:grpSpPr>
      <p:sp>
        <p:nvSpPr>
          <p:cNvPr id="4781" name="Google Shape;4781;g39211192c48_0_0"/>
          <p:cNvSpPr txBox="1"/>
          <p:nvPr>
            <p:ph type="ctrTitle"/>
          </p:nvPr>
        </p:nvSpPr>
        <p:spPr>
          <a:xfrm>
            <a:off x="482225" y="367875"/>
            <a:ext cx="5893800" cy="11676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b="1" i="0" lang="en-US" sz="4500" u="none" cap="none" strike="noStrike">
                <a:solidFill>
                  <a:schemeClr val="accent2"/>
                </a:solidFill>
                <a:latin typeface="Kdam Thmor Pro"/>
                <a:ea typeface="Kdam Thmor Pro"/>
                <a:cs typeface="Kdam Thmor Pro"/>
                <a:sym typeface="Kdam Thmor Pro"/>
              </a:rPr>
              <a:t>Robot’s Path</a:t>
            </a:r>
            <a:endParaRPr b="1" i="0" sz="4500" u="none" cap="none" strike="noStrike">
              <a:solidFill>
                <a:schemeClr val="accent2"/>
              </a:solidFill>
              <a:latin typeface="Kdam Thmor Pro"/>
              <a:ea typeface="Kdam Thmor Pro"/>
              <a:cs typeface="Kdam Thmor Pro"/>
              <a:sym typeface="Kdam Thmor Pro"/>
            </a:endParaRPr>
          </a:p>
        </p:txBody>
      </p:sp>
      <p:pic>
        <p:nvPicPr>
          <p:cNvPr id="4782" name="Google Shape;4782;g39211192c48_0_0" title="DECI - Assets - 2025-12-30T020305.067.png"/>
          <p:cNvPicPr preferRelativeResize="0"/>
          <p:nvPr/>
        </p:nvPicPr>
        <p:blipFill rotWithShape="1">
          <a:blip r:embed="rId3">
            <a:alphaModFix/>
          </a:blip>
          <a:srcRect b="6537" l="22633" r="26031" t="3534"/>
          <a:stretch/>
        </p:blipFill>
        <p:spPr>
          <a:xfrm>
            <a:off x="3341350" y="1383875"/>
            <a:ext cx="5052024" cy="497787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87" name="Shape 4787"/>
        <p:cNvGrpSpPr/>
        <p:nvPr/>
      </p:nvGrpSpPr>
      <p:grpSpPr>
        <a:xfrm>
          <a:off x="0" y="0"/>
          <a:ext cx="0" cy="0"/>
          <a:chOff x="0" y="0"/>
          <a:chExt cx="0" cy="0"/>
        </a:xfrm>
      </p:grpSpPr>
      <p:pic>
        <p:nvPicPr>
          <p:cNvPr id="4788" name="Google Shape;4788;g3b42a648cc4_5_4987"/>
          <p:cNvPicPr preferRelativeResize="0"/>
          <p:nvPr/>
        </p:nvPicPr>
        <p:blipFill rotWithShape="1">
          <a:blip r:embed="rId3">
            <a:alphaModFix/>
          </a:blip>
          <a:srcRect b="0" l="0" r="0" t="0"/>
          <a:stretch/>
        </p:blipFill>
        <p:spPr>
          <a:xfrm>
            <a:off x="964700" y="312175"/>
            <a:ext cx="3291425" cy="5669899"/>
          </a:xfrm>
          <a:prstGeom prst="rect">
            <a:avLst/>
          </a:prstGeom>
          <a:noFill/>
          <a:ln>
            <a:noFill/>
          </a:ln>
        </p:spPr>
      </p:pic>
      <p:pic>
        <p:nvPicPr>
          <p:cNvPr id="4789" name="Google Shape;4789;g3b42a648cc4_5_4987"/>
          <p:cNvPicPr preferRelativeResize="0"/>
          <p:nvPr/>
        </p:nvPicPr>
        <p:blipFill rotWithShape="1">
          <a:blip r:embed="rId4">
            <a:alphaModFix/>
          </a:blip>
          <a:srcRect b="0" l="0" r="0" t="0"/>
          <a:stretch/>
        </p:blipFill>
        <p:spPr>
          <a:xfrm>
            <a:off x="4537175" y="312175"/>
            <a:ext cx="3117647" cy="5669900"/>
          </a:xfrm>
          <a:prstGeom prst="rect">
            <a:avLst/>
          </a:prstGeom>
          <a:noFill/>
          <a:ln>
            <a:noFill/>
          </a:ln>
        </p:spPr>
      </p:pic>
      <p:pic>
        <p:nvPicPr>
          <p:cNvPr id="4790" name="Google Shape;4790;g3b42a648cc4_5_4987"/>
          <p:cNvPicPr preferRelativeResize="0"/>
          <p:nvPr/>
        </p:nvPicPr>
        <p:blipFill rotWithShape="1">
          <a:blip r:embed="rId5">
            <a:alphaModFix/>
          </a:blip>
          <a:srcRect b="0" l="0" r="0" t="0"/>
          <a:stretch/>
        </p:blipFill>
        <p:spPr>
          <a:xfrm>
            <a:off x="7807222" y="312175"/>
            <a:ext cx="3295650" cy="59245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5" name="Shape 4795"/>
        <p:cNvGrpSpPr/>
        <p:nvPr/>
      </p:nvGrpSpPr>
      <p:grpSpPr>
        <a:xfrm>
          <a:off x="0" y="0"/>
          <a:ext cx="0" cy="0"/>
          <a:chOff x="0" y="0"/>
          <a:chExt cx="0" cy="0"/>
        </a:xfrm>
      </p:grpSpPr>
      <p:sp>
        <p:nvSpPr>
          <p:cNvPr id="4796" name="Google Shape;4796;g3b3d06a388d_1_228"/>
          <p:cNvSpPr txBox="1"/>
          <p:nvPr/>
        </p:nvSpPr>
        <p:spPr>
          <a:xfrm>
            <a:off x="529950" y="2863600"/>
            <a:ext cx="54273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Arial"/>
                <a:ea typeface="Arial"/>
                <a:cs typeface="Arial"/>
                <a:sym typeface="Arial"/>
              </a:rPr>
              <a:t>Save your work</a:t>
            </a:r>
            <a:endParaRPr b="1" i="0" sz="4000" u="none" cap="none" strike="noStrike">
              <a:solidFill>
                <a:schemeClr val="dk1"/>
              </a:solidFill>
              <a:latin typeface="Arial"/>
              <a:ea typeface="Arial"/>
              <a:cs typeface="Arial"/>
              <a:sym typeface="Arial"/>
            </a:endParaRPr>
          </a:p>
        </p:txBody>
      </p:sp>
      <p:pic>
        <p:nvPicPr>
          <p:cNvPr id="4797" name="Google Shape;4797;g3b3d06a388d_1_228"/>
          <p:cNvPicPr preferRelativeResize="0"/>
          <p:nvPr/>
        </p:nvPicPr>
        <p:blipFill rotWithShape="1">
          <a:blip r:embed="rId3">
            <a:alphaModFix/>
          </a:blip>
          <a:srcRect b="0" l="0" r="0" t="0"/>
          <a:stretch/>
        </p:blipFill>
        <p:spPr>
          <a:xfrm>
            <a:off x="6096000" y="1263550"/>
            <a:ext cx="4686300" cy="4000500"/>
          </a:xfrm>
          <a:prstGeom prst="rect">
            <a:avLst/>
          </a:prstGeom>
          <a:noFill/>
          <a:ln>
            <a:noFill/>
          </a:ln>
        </p:spPr>
      </p:pic>
      <p:sp>
        <p:nvSpPr>
          <p:cNvPr id="4798" name="Google Shape;4798;g3b3d06a388d_1_228"/>
          <p:cNvSpPr/>
          <p:nvPr/>
        </p:nvSpPr>
        <p:spPr>
          <a:xfrm>
            <a:off x="6814050" y="4293575"/>
            <a:ext cx="915900" cy="402900"/>
          </a:xfrm>
          <a:prstGeom prst="rect">
            <a:avLst/>
          </a:prstGeom>
          <a:solidFill>
            <a:srgbClr val="00FF00">
              <a:alpha val="30588"/>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3" name="Shape 4803"/>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8" name="Shape 4808"/>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2" name="Shape 4812"/>
        <p:cNvGrpSpPr/>
        <p:nvPr/>
      </p:nvGrpSpPr>
      <p:grpSpPr>
        <a:xfrm>
          <a:off x="0" y="0"/>
          <a:ext cx="0" cy="0"/>
          <a:chOff x="0" y="0"/>
          <a:chExt cx="0" cy="0"/>
        </a:xfrm>
      </p:grpSpPr>
      <p:pic>
        <p:nvPicPr>
          <p:cNvPr id="4813" name="Google Shape;4813;g38b88470f6c_2_5283" title="WhatsApp Image 2026-04-09 at 8.02.26 PM (2).jpeg"/>
          <p:cNvPicPr preferRelativeResize="0"/>
          <p:nvPr/>
        </p:nvPicPr>
        <p:blipFill rotWithShape="1">
          <a:blip r:embed="rId3">
            <a:alphaModFix/>
          </a:blip>
          <a:srcRect b="0" l="0" r="0" t="0"/>
          <a:stretch/>
        </p:blipFill>
        <p:spPr>
          <a:xfrm>
            <a:off x="0" y="0"/>
            <a:ext cx="12192000" cy="685799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School-Quicksand">
  <a:themeElements>
    <a:clrScheme name="iSchool Teacher Manual Colors Theme">
      <a:dk1>
        <a:srgbClr val="000000"/>
      </a:dk1>
      <a:lt1>
        <a:srgbClr val="FFFFFF"/>
      </a:lt1>
      <a:dk2>
        <a:srgbClr val="44546A"/>
      </a:dk2>
      <a:lt2>
        <a:srgbClr val="E7E6E6"/>
      </a:lt2>
      <a:accent1>
        <a:srgbClr val="2F5496"/>
      </a:accent1>
      <a:accent2>
        <a:srgbClr val="FC7C00"/>
      </a:accent2>
      <a:accent3>
        <a:srgbClr val="A5A5A5"/>
      </a:accent3>
      <a:accent4>
        <a:srgbClr val="0066FF"/>
      </a:accent4>
      <a:accent5>
        <a:srgbClr val="5B9BD5"/>
      </a:accent5>
      <a:accent6>
        <a:srgbClr val="FF9966"/>
      </a:accent6>
      <a:hlink>
        <a:srgbClr val="3F3F3F"/>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elestial">
  <a:themeElements>
    <a:clrScheme name="Custom 1">
      <a:dk1>
        <a:srgbClr val="FFFFFF"/>
      </a:dk1>
      <a:lt1>
        <a:srgbClr val="000000"/>
      </a:lt1>
      <a:dk2>
        <a:srgbClr val="E7E6E6"/>
      </a:dk2>
      <a:lt2>
        <a:srgbClr val="44546A"/>
      </a:lt2>
      <a:accent1>
        <a:srgbClr val="0563C1"/>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School-Quicksand">
  <a:themeElements>
    <a:clrScheme name="iSchool Teacher Manual Colors Theme">
      <a:dk1>
        <a:srgbClr val="000000"/>
      </a:dk1>
      <a:lt1>
        <a:srgbClr val="FFFFFF"/>
      </a:lt1>
      <a:dk2>
        <a:srgbClr val="44546A"/>
      </a:dk2>
      <a:lt2>
        <a:srgbClr val="E7E6E6"/>
      </a:lt2>
      <a:accent1>
        <a:srgbClr val="2F5496"/>
      </a:accent1>
      <a:accent2>
        <a:srgbClr val="FC7C00"/>
      </a:accent2>
      <a:accent3>
        <a:srgbClr val="A5A5A5"/>
      </a:accent3>
      <a:accent4>
        <a:srgbClr val="0066FF"/>
      </a:accent4>
      <a:accent5>
        <a:srgbClr val="5B9BD5"/>
      </a:accent5>
      <a:accent6>
        <a:srgbClr val="FF9966"/>
      </a:accent6>
      <a:hlink>
        <a:srgbClr val="3F3F3F"/>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iSchool-Quicksand">
  <a:themeElements>
    <a:clrScheme name="iSchool Teacher Manual Colors Theme">
      <a:dk1>
        <a:srgbClr val="000000"/>
      </a:dk1>
      <a:lt1>
        <a:srgbClr val="FFFFFF"/>
      </a:lt1>
      <a:dk2>
        <a:srgbClr val="44546A"/>
      </a:dk2>
      <a:lt2>
        <a:srgbClr val="E7E6E6"/>
      </a:lt2>
      <a:accent1>
        <a:srgbClr val="2F5496"/>
      </a:accent1>
      <a:accent2>
        <a:srgbClr val="FC7C00"/>
      </a:accent2>
      <a:accent3>
        <a:srgbClr val="A5A5A5"/>
      </a:accent3>
      <a:accent4>
        <a:srgbClr val="0066FF"/>
      </a:accent4>
      <a:accent5>
        <a:srgbClr val="5B9BD5"/>
      </a:accent5>
      <a:accent6>
        <a:srgbClr val="FF9966"/>
      </a:accent6>
      <a:hlink>
        <a:srgbClr val="3F3F3F"/>
      </a:hlink>
      <a:folHlink>
        <a:srgbClr val="3F3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2021-11-13T13:02:53Z</dcterms:created>
  <dc:creator>Faten Mostafa</dc:creator>
</cp:coreProperties>
</file>