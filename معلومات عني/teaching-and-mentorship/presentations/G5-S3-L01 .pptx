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66.xml"/>
  <Override ContentType="application/vnd.openxmlformats-officedocument.presentationml.slideLayout+xml" PartName="/ppt/slideLayouts/slideLayout96.xml"/>
  <Override ContentType="application/vnd.openxmlformats-officedocument.presentationml.slideLayout+xml" PartName="/ppt/slideLayouts/slideLayout358.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382.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374.xml"/>
  <Override ContentType="application/vnd.openxmlformats-officedocument.presentationml.slideLayout+xml" PartName="/ppt/slideLayouts/slideLayout165.xml"/>
  <Override ContentType="application/vnd.openxmlformats-officedocument.presentationml.slideLayout+xml" PartName="/ppt/slideLayouts/slideLayout343.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390.xml"/>
  <Override ContentType="application/vnd.openxmlformats-officedocument.presentationml.slideLayout+xml" PartName="/ppt/slideLayouts/slideLayout293.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41.xml"/>
  <Override ContentType="application/vnd.openxmlformats-officedocument.presentationml.slideLayout+xml" PartName="/ppt/slideLayouts/slideLayout214.xml"/>
  <Override ContentType="application/vnd.openxmlformats-officedocument.presentationml.slideLayout+xml" PartName="/ppt/slideLayouts/slideLayout15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238.xml"/>
  <Override ContentType="application/vnd.openxmlformats-officedocument.presentationml.slideLayout+xml" PartName="/ppt/slideLayouts/slideLayout73.xml"/>
  <Override ContentType="application/vnd.openxmlformats-officedocument.presentationml.slideLayout+xml" PartName="/ppt/slideLayouts/slideLayout351.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304.xml"/>
  <Override ContentType="application/vnd.openxmlformats-officedocument.presentationml.slideLayout+xml" PartName="/ppt/slideLayouts/slideLayout334.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270.xml"/>
  <Override ContentType="application/vnd.openxmlformats-officedocument.presentationml.slideLayout+xml" PartName="/ppt/slideLayouts/slideLayout253.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367.xml"/>
  <Override ContentType="application/vnd.openxmlformats-officedocument.presentationml.slideLayout+xml" PartName="/ppt/slideLayouts/slideLayout103.xml"/>
  <Override ContentType="application/vnd.openxmlformats-officedocument.presentationml.slideLayout+xml" PartName="/ppt/slideLayouts/slideLayout89.xml"/>
  <Override ContentType="application/vnd.openxmlformats-officedocument.presentationml.slideLayout+xml" PartName="/ppt/slideLayouts/slideLayout357.xml"/>
  <Override ContentType="application/vnd.openxmlformats-officedocument.presentationml.slideLayout+xml" PartName="/ppt/slideLayouts/slideLayout180.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391.xml"/>
  <Override ContentType="application/vnd.openxmlformats-officedocument.presentationml.slideLayout+xml" PartName="/ppt/slideLayouts/slideLayout268.xml"/>
  <Override ContentType="application/vnd.openxmlformats-officedocument.presentationml.slideLayout+xml" PartName="/ppt/slideLayouts/slideLayout294.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45.xml"/>
  <Override ContentType="application/vnd.openxmlformats-officedocument.presentationml.slideLayout+xml" PartName="/ppt/slideLayouts/slideLayout373.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231.xml"/>
  <Override ContentType="application/vnd.openxmlformats-officedocument.presentationml.slideLayout+xml" PartName="/ppt/slideLayouts/slideLayout342.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299.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263.xml"/>
  <Override ContentType="application/vnd.openxmlformats-officedocument.presentationml.slideLayout+xml" PartName="/ppt/slideLayouts/slideLayout352.xml"/>
  <Override ContentType="application/vnd.openxmlformats-officedocument.presentationml.slideLayout+xml" PartName="/ppt/slideLayouts/slideLayout335.xml"/>
  <Override ContentType="application/vnd.openxmlformats-officedocument.presentationml.slideLayout+xml" PartName="/ppt/slideLayouts/slideLayout246.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57.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389.xml"/>
  <Override ContentType="application/vnd.openxmlformats-officedocument.presentationml.slideLayout+xml" PartName="/ppt/slideLayouts/slideLayout320.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384.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348.xml"/>
  <Override ContentType="application/vnd.openxmlformats-officedocument.presentationml.slideLayout+xml" PartName="/ppt/slideLayouts/slideLayout47.xml"/>
  <Override ContentType="application/vnd.openxmlformats-officedocument.presentationml.slideLayout+xml" PartName="/ppt/slideLayouts/slideLayout35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35.xml"/>
  <Override ContentType="application/vnd.openxmlformats-officedocument.presentationml.slideLayout+xml" PartName="/ppt/slideLayouts/slideLayout228.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325.xml"/>
  <Override ContentType="application/vnd.openxmlformats-officedocument.presentationml.slideLayout+xml" PartName="/ppt/slideLayouts/slideLayout341.xml"/>
  <Override ContentType="application/vnd.openxmlformats-officedocument.presentationml.slideLayout+xml" PartName="/ppt/slideLayouts/slideLayout368.xml"/>
  <Override ContentType="application/vnd.openxmlformats-officedocument.presentationml.slideLayout+xml" PartName="/ppt/slideLayouts/slideLayout328.xml"/>
  <Override ContentType="application/vnd.openxmlformats-officedocument.presentationml.slideLayout+xml" PartName="/ppt/slideLayouts/slideLayout353.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255.xml"/>
  <Override ContentType="application/vnd.openxmlformats-officedocument.presentationml.slideLayout+xml" PartName="/ppt/slideLayouts/slideLayout381.xml"/>
  <Override ContentType="application/vnd.openxmlformats-officedocument.presentationml.slideLayout+xml" PartName="/ppt/slideLayouts/slideLayout127.xml"/>
  <Override ContentType="application/vnd.openxmlformats-officedocument.presentationml.slideLayout+xml" PartName="/ppt/slideLayouts/slideLayout17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240.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75.xml"/>
  <Override ContentType="application/vnd.openxmlformats-officedocument.presentationml.slideLayout+xml" PartName="/ppt/slideLayouts/slideLayout32.xml"/>
  <Override ContentType="application/vnd.openxmlformats-officedocument.presentationml.slideLayout+xml" PartName="/ppt/slideLayouts/slideLayout375.xml"/>
  <Override ContentType="application/vnd.openxmlformats-officedocument.presentationml.slideLayout+xml" PartName="/ppt/slideLayouts/slideLayout3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40.xml"/>
  <Override ContentType="application/vnd.openxmlformats-officedocument.presentationml.slideLayout+xml" PartName="/ppt/slideLayouts/slideLayout306.xml"/>
  <Override ContentType="application/vnd.openxmlformats-officedocument.presentationml.slideLayout+xml" PartName="/ppt/slideLayouts/slideLayout349.xml"/>
  <Override ContentType="application/vnd.openxmlformats-officedocument.presentationml.slideLayout+xml" PartName="/ppt/slideLayouts/slideLayout233.xml"/>
  <Override ContentType="application/vnd.openxmlformats-officedocument.presentationml.slideLayout+xml" PartName="/ppt/slideLayouts/slideLayout383.xml"/>
  <Override ContentType="application/vnd.openxmlformats-officedocument.presentationml.slideLayout+xml" PartName="/ppt/slideLayouts/slideLayout60.xml"/>
  <Override ContentType="application/vnd.openxmlformats-officedocument.presentationml.slideLayout+xml" PartName="/ppt/slideLayouts/slideLayout32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369.xml"/>
  <Override ContentType="application/vnd.openxmlformats-officedocument.presentationml.slideLayout+xml" PartName="/ppt/slideLayouts/slideLayout276.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360.xml"/>
  <Override ContentType="application/vnd.openxmlformats-officedocument.presentationml.slideLayout+xml" PartName="/ppt/slideLayouts/slideLayout261.xml"/>
  <Override ContentType="application/vnd.openxmlformats-officedocument.presentationml.slideLayout+xml" PartName="/ppt/slideLayouts/slideLayout4.xml"/>
  <Override ContentType="application/vnd.openxmlformats-officedocument.presentationml.slideLayout+xml" PartName="/ppt/slideLayouts/slideLayout355.xml"/>
  <Override ContentType="application/vnd.openxmlformats-officedocument.presentationml.slideLayout+xml" PartName="/ppt/slideLayouts/slideLayout312.xml"/>
  <Override ContentType="application/vnd.openxmlformats-officedocument.presentationml.slideLayout+xml" PartName="/ppt/slideLayouts/slideLayout227.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354.xml"/>
  <Override ContentType="application/vnd.openxmlformats-officedocument.presentationml.slideLayout+xml" PartName="/ppt/slideLayouts/slideLayout282.xml"/>
  <Override ContentType="application/vnd.openxmlformats-officedocument.presentationml.slideLayout+xml" PartName="/ppt/slideLayouts/slideLayout76.xml"/>
  <Override ContentType="application/vnd.openxmlformats-officedocument.presentationml.slideLayout+xml" PartName="/ppt/slideLayouts/slideLayout33.xml"/>
  <Override ContentType="application/vnd.openxmlformats-officedocument.presentationml.slideLayout+xml" PartName="/ppt/slideLayouts/slideLayout327.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361.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26.xml"/>
  <Override ContentType="application/vnd.openxmlformats-officedocument.presentationml.slideLayout+xml" PartName="/ppt/slideLayouts/slideLayout254.xml"/>
  <Override ContentType="application/vnd.openxmlformats-officedocument.presentationml.slideLayout+xml" PartName="/ppt/slideLayouts/slideLayout169.xml"/>
  <Override ContentType="application/vnd.openxmlformats-officedocument.presentationml.slideLayout+xml" PartName="/ppt/slideLayouts/slideLayout27.xml"/>
  <Override ContentType="application/vnd.openxmlformats-officedocument.presentationml.slideLayout+xml" PartName="/ppt/slideLayouts/slideLayout376.xml"/>
  <Override ContentType="application/vnd.openxmlformats-officedocument.presentationml.slideLayout+xml" PartName="/ppt/slideLayouts/slideLayout160.xml"/>
  <Override ContentType="application/vnd.openxmlformats-officedocument.presentationml.slideLayout+xml" PartName="/ppt/slideLayouts/slideLayout333.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323.xml"/>
  <Override ContentType="application/vnd.openxmlformats-officedocument.presentationml.slideLayout+xml" PartName="/ppt/slideLayouts/slideLayout226.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34.xml"/>
  <Override ContentType="application/vnd.openxmlformats-officedocument.presentationml.slideLayout+xml" PartName="/ppt/slideLayouts/slideLayout331.xml"/>
  <Override ContentType="application/vnd.openxmlformats-officedocument.presentationml.slideLayout+xml" PartName="/ppt/slideLayouts/slideLayout242.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386.xml"/>
  <Override ContentType="application/vnd.openxmlformats-officedocument.presentationml.slideLayout+xml" PartName="/ppt/slideLayouts/slideLayout122.xml"/>
  <Override ContentType="application/vnd.openxmlformats-officedocument.presentationml.slideLayout+xml" PartName="/ppt/slideLayouts/slideLayout338.xml"/>
  <Override ContentType="application/vnd.openxmlformats-officedocument.presentationml.slideLayout+xml" PartName="/ppt/slideLayouts/slideLayout53.xml"/>
  <Override ContentType="application/vnd.openxmlformats-officedocument.presentationml.slideLayout+xml" PartName="/ppt/slideLayouts/slideLayout257.xml"/>
  <Override ContentType="application/vnd.openxmlformats-officedocument.presentationml.slideLayout+xml" PartName="/ppt/slideLayouts/slideLayout84.xml"/>
  <Override ContentType="application/vnd.openxmlformats-officedocument.presentationml.slideLayout+xml" PartName="/ppt/slideLayouts/slideLayout370.xml"/>
  <Override ContentType="application/vnd.openxmlformats-officedocument.presentationml.slideLayout+xml" PartName="/ppt/slideLayouts/slideLayout92.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362.xml"/>
  <Override ContentType="application/vnd.openxmlformats-officedocument.presentationml.slideLayout+xml" PartName="/ppt/slideLayouts/slideLayout17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47.xml"/>
  <Override ContentType="application/vnd.openxmlformats-officedocument.presentationml.slideLayout+xml" PartName="/ppt/slideLayouts/slideLayout377.xml"/>
  <Override ContentType="application/vnd.openxmlformats-officedocument.presentationml.slideLayout+xml" PartName="/ppt/slideLayouts/slideLayout161.xml"/>
  <Override ContentType="application/vnd.openxmlformats-officedocument.presentationml.slideLayout+xml" PartName="/ppt/slideLayouts/slideLayout266.xml"/>
  <Override ContentType="application/vnd.openxmlformats-officedocument.presentationml.slideLayout+xml" PartName="/ppt/slideLayouts/slideLayout249.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296.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162.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339.xml"/>
  <Override ContentType="application/vnd.openxmlformats-officedocument.presentationml.slideLayout+xml" PartName="/ppt/slideLayouts/slideLayout288.xml"/>
  <Override ContentType="application/vnd.openxmlformats-officedocument.presentationml.slideLayout+xml" PartName="/ppt/slideLayouts/slideLayout330.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36.xml"/>
  <Override ContentType="application/vnd.openxmlformats-officedocument.presentationml.slideLayout+xml" PartName="/ppt/slideLayouts/slideLayout274.xml"/>
  <Override ContentType="application/vnd.openxmlformats-officedocument.presentationml.slideLayout+xml" PartName="/ppt/slideLayouts/slideLayout385.xml"/>
  <Override ContentType="application/vnd.openxmlformats-officedocument.presentationml.slideLayout+xml" PartName="/ppt/slideLayouts/slideLayout32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329.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90.xml"/>
  <Override ContentType="application/vnd.openxmlformats-officedocument.presentationml.slideLayout+xml" PartName="/ppt/slideLayouts/slideLayout378.xml"/>
  <Override ContentType="application/vnd.openxmlformats-officedocument.presentationml.slideLayout+xml" PartName="/ppt/slideLayouts/slideLayout26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241.xml"/>
  <Override ContentType="application/vnd.openxmlformats-officedocument.presentationml.slideLayout+xml" PartName="/ppt/slideLayouts/slideLayout363.xml"/>
  <Override ContentType="application/vnd.openxmlformats-officedocument.presentationml.slideLayout+xml" PartName="/ppt/slideLayouts/slideLayout31.xml"/>
  <Override ContentType="application/vnd.openxmlformats-officedocument.presentationml.slideLayout+xml" PartName="/ppt/slideLayouts/slideLayout14.xml"/>
  <Override ContentType="application/vnd.openxmlformats-officedocument.presentationml.slideLayout+xml" PartName="/ppt/slideLayouts/slideLayout380.xml"/>
  <Override ContentType="application/vnd.openxmlformats-officedocument.presentationml.slideLayout+xml" PartName="/ppt/slideLayouts/slideLayout199.xml"/>
  <Override ContentType="application/vnd.openxmlformats-officedocument.presentationml.slideLayout+xml" PartName="/ppt/slideLayouts/slideLayout346.xml"/>
  <Override ContentType="application/vnd.openxmlformats-officedocument.presentationml.slideLayout+xml" PartName="/ppt/slideLayouts/slideLayout171.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259.xml"/>
  <Override ContentType="application/vnd.openxmlformats-officedocument.presentationml.slideLayout+xml" PartName="/ppt/slideLayouts/slideLayout208.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372.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345.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336.xml"/>
  <Override ContentType="application/vnd.openxmlformats-officedocument.presentationml.slideLayout+xml" PartName="/ppt/slideLayouts/slideLayout388.xml"/>
  <Override ContentType="application/vnd.openxmlformats-officedocument.presentationml.slideLayout+xml" PartName="/ppt/slideLayouts/slideLayout166.xml"/>
  <Override ContentType="application/vnd.openxmlformats-officedocument.presentationml.slideLayout+xml" PartName="/ppt/slideLayouts/slideLayout379.xml"/>
  <Override ContentType="application/vnd.openxmlformats-officedocument.presentationml.slideLayout+xml" PartName="/ppt/slideLayouts/slideLayout272.xml"/>
  <Override ContentType="application/vnd.openxmlformats-officedocument.presentationml.slideLayout+xml" PartName="/ppt/slideLayouts/slideLayout264.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43.xml"/>
  <Override ContentType="application/vnd.openxmlformats-officedocument.presentationml.slideLayout+xml" PartName="/ppt/slideLayouts/slideLayout364.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28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365.xml"/>
  <Override ContentType="application/vnd.openxmlformats-officedocument.presentationml.slideLayout+xml" PartName="/ppt/slideLayouts/slideLayout322.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215.xml"/>
  <Override ContentType="application/vnd.openxmlformats-officedocument.presentationml.slideLayout+xml" PartName="/ppt/slideLayouts/slideLayout25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337.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71.xml"/>
  <Override ContentType="application/vnd.openxmlformats-officedocument.presentationml.slideLayout+xml" PartName="/ppt/slideLayouts/slideLayout387.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344.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350.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186.xml"/>
  <Override ContentType="application/vnd.openxmlformats-officedocument.presentationml.slideLayout+xml" PartName="/ppt/slideLayouts/slideLayout35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80" r:id="rId6"/>
    <p:sldMasterId id="2147483716" r:id="rId7"/>
    <p:sldMasterId id="2147483785" r:id="rId8"/>
    <p:sldMasterId id="2147483805" r:id="rId9"/>
    <p:sldMasterId id="2147483848" r:id="rId10"/>
    <p:sldMasterId id="2147483885" r:id="rId11"/>
    <p:sldMasterId id="2147484011"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Lst>
  <p:sldSz cy="6858000" cx="12192000"/>
  <p:notesSz cx="6858000" cy="9144000"/>
  <p:embeddedFontLst>
    <p:embeddedFont>
      <p:font typeface="Fredoka"/>
      <p:regular r:id="rId44"/>
      <p:bold r:id="rId45"/>
    </p:embeddedFont>
    <p:embeddedFont>
      <p:font typeface="Kdam Thmor Pro"/>
      <p:regular r:id="rId46"/>
    </p:embeddedFont>
    <p:embeddedFont>
      <p:font typeface="Quicksand"/>
      <p:regular r:id="rId47"/>
      <p:bold r:id="rId48"/>
    </p:embeddedFont>
    <p:embeddedFont>
      <p:font typeface="Quicksand SemiBold"/>
      <p:regular r:id="rId49"/>
      <p:bold r:id="rId50"/>
    </p:embeddedFont>
    <p:embeddedFont>
      <p:font typeface="Quicksand Light"/>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3" roundtripDataSignature="AMtx7mjq7ziH7d6+uOla/W809of6/lQh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19C866-7FD5-4367-8879-471BFDDE63E6}">
  <a:tblStyle styleId="{0819C866-7FD5-4367-8879-471BFDDE63E6}" styleName="Table_0">
    <a:wholeTbl>
      <a:tcTxStyle b="off" i="off">
        <a:font>
          <a:latin typeface="Kdam Thmor Pro"/>
          <a:ea typeface="Kdam Thmor Pro"/>
          <a:cs typeface="Kdam Thmor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FFF"/>
          </a:solidFill>
        </a:fill>
      </a:tcStyle>
    </a:wholeTbl>
    <a:band1H>
      <a:tcTxStyle b="off" i="off"/>
      <a:tcStyle>
        <a:fill>
          <a:solidFill>
            <a:srgbClr val="CAFEFE"/>
          </a:solidFill>
        </a:fill>
      </a:tcStyle>
    </a:band1H>
    <a:band2H>
      <a:tcTxStyle b="off" i="off"/>
    </a:band2H>
    <a:band1V>
      <a:tcTxStyle b="off" i="off"/>
      <a:tcStyle>
        <a:fill>
          <a:solidFill>
            <a:srgbClr val="CAFEFE"/>
          </a:solidFill>
        </a:fill>
      </a:tcStyle>
    </a:band1V>
    <a:band2V>
      <a:tcTxStyle b="off" i="off"/>
    </a:band2V>
    <a:lastCol>
      <a:tcTxStyle b="on" i="off">
        <a:font>
          <a:latin typeface="Kdam Thmor Pro"/>
          <a:ea typeface="Kdam Thmor Pro"/>
          <a:cs typeface="Kdam Thmor Pro"/>
        </a:font>
        <a:schemeClr val="lt1"/>
      </a:tcTxStyle>
      <a:tcStyle>
        <a:fill>
          <a:solidFill>
            <a:schemeClr val="accent1"/>
          </a:solidFill>
        </a:fill>
      </a:tcStyle>
    </a:lastCol>
    <a:firstCol>
      <a:tcTxStyle b="on" i="off">
        <a:font>
          <a:latin typeface="Kdam Thmor Pro"/>
          <a:ea typeface="Kdam Thmor Pro"/>
          <a:cs typeface="Kdam Thmor Pro"/>
        </a:font>
        <a:schemeClr val="lt1"/>
      </a:tcTxStyle>
      <a:tcStyle>
        <a:fill>
          <a:solidFill>
            <a:schemeClr val="accent1"/>
          </a:solidFill>
        </a:fill>
      </a:tcStyle>
    </a:firstCol>
    <a:lastRow>
      <a:tcTxStyle b="on" i="off">
        <a:font>
          <a:latin typeface="Kdam Thmor Pro"/>
          <a:ea typeface="Kdam Thmor Pro"/>
          <a:cs typeface="Kdam Thmor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Kdam Thmor Pro"/>
          <a:ea typeface="Kdam Thmor Pro"/>
          <a:cs typeface="Kdam Thmor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7.xml"/><Relationship Id="rId42" Type="http://schemas.openxmlformats.org/officeDocument/2006/relationships/slide" Target="slides/slide29.xml"/><Relationship Id="rId41" Type="http://schemas.openxmlformats.org/officeDocument/2006/relationships/slide" Target="slides/slide28.xml"/><Relationship Id="rId44" Type="http://schemas.openxmlformats.org/officeDocument/2006/relationships/font" Target="fonts/Fredoka-regular.fntdata"/><Relationship Id="rId43" Type="http://schemas.openxmlformats.org/officeDocument/2006/relationships/slide" Target="slides/slide30.xml"/><Relationship Id="rId46" Type="http://schemas.openxmlformats.org/officeDocument/2006/relationships/font" Target="fonts/KdamThmorPro-regular.fntdata"/><Relationship Id="rId45" Type="http://schemas.openxmlformats.org/officeDocument/2006/relationships/font" Target="fonts/Fredoka-bold.fntdata"/><Relationship Id="rId48" Type="http://schemas.openxmlformats.org/officeDocument/2006/relationships/font" Target="fonts/Quicksand-bold.fntdata"/><Relationship Id="rId47" Type="http://schemas.openxmlformats.org/officeDocument/2006/relationships/font" Target="fonts/Quicksand-regular.fntdata"/><Relationship Id="rId49" Type="http://schemas.openxmlformats.org/officeDocument/2006/relationships/font" Target="fonts/QuicksandSemiBold-regular.fntdata"/><Relationship Id="rId31" Type="http://schemas.openxmlformats.org/officeDocument/2006/relationships/slide" Target="slides/slide18.xml"/><Relationship Id="rId30" Type="http://schemas.openxmlformats.org/officeDocument/2006/relationships/slide" Target="slides/slide17.xml"/><Relationship Id="rId33" Type="http://schemas.openxmlformats.org/officeDocument/2006/relationships/slide" Target="slides/slide20.xml"/><Relationship Id="rId32" Type="http://schemas.openxmlformats.org/officeDocument/2006/relationships/slide" Target="slides/slide19.xml"/><Relationship Id="rId35" Type="http://schemas.openxmlformats.org/officeDocument/2006/relationships/slide" Target="slides/slide22.xml"/><Relationship Id="rId34" Type="http://schemas.openxmlformats.org/officeDocument/2006/relationships/slide" Target="slides/slide21.xml"/><Relationship Id="rId37" Type="http://schemas.openxmlformats.org/officeDocument/2006/relationships/slide" Target="slides/slide24.xml"/><Relationship Id="rId36" Type="http://schemas.openxmlformats.org/officeDocument/2006/relationships/slide" Target="slides/slide23.xml"/><Relationship Id="rId39" Type="http://schemas.openxmlformats.org/officeDocument/2006/relationships/slide" Target="slides/slide26.xml"/><Relationship Id="rId38" Type="http://schemas.openxmlformats.org/officeDocument/2006/relationships/slide" Target="slides/slide25.xml"/><Relationship Id="rId20" Type="http://schemas.openxmlformats.org/officeDocument/2006/relationships/slide" Target="slides/slide7.xml"/><Relationship Id="rId22" Type="http://schemas.openxmlformats.org/officeDocument/2006/relationships/slide" Target="slides/slide9.xml"/><Relationship Id="rId21" Type="http://schemas.openxmlformats.org/officeDocument/2006/relationships/slide" Target="slides/slide8.xml"/><Relationship Id="rId24" Type="http://schemas.openxmlformats.org/officeDocument/2006/relationships/slide" Target="slides/slide11.xml"/><Relationship Id="rId23" Type="http://schemas.openxmlformats.org/officeDocument/2006/relationships/slide" Target="slides/slide10.xml"/><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29" Type="http://schemas.openxmlformats.org/officeDocument/2006/relationships/slide" Target="slides/slide16.xml"/><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notesMaster" Target="notesMasters/notesMaster1.xml"/><Relationship Id="rId12" Type="http://schemas.openxmlformats.org/officeDocument/2006/relationships/slideMaster" Target="slideMasters/slideMaster8.xml"/><Relationship Id="rId15" Type="http://schemas.openxmlformats.org/officeDocument/2006/relationships/slide" Target="slides/slide2.xml"/><Relationship Id="rId14" Type="http://schemas.openxmlformats.org/officeDocument/2006/relationships/slide" Target="slides/slide1.xml"/><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51" Type="http://schemas.openxmlformats.org/officeDocument/2006/relationships/font" Target="fonts/QuicksandLight-regular.fntdata"/><Relationship Id="rId50" Type="http://schemas.openxmlformats.org/officeDocument/2006/relationships/font" Target="fonts/QuicksandSemiBold-bold.fntdata"/><Relationship Id="rId53" Type="http://customschemas.google.com/relationships/presentationmetadata" Target="metadata"/><Relationship Id="rId52" Type="http://schemas.openxmlformats.org/officeDocument/2006/relationships/font" Target="fonts/Quicksand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0" name="Shape 6390"/>
        <p:cNvGrpSpPr/>
        <p:nvPr/>
      </p:nvGrpSpPr>
      <p:grpSpPr>
        <a:xfrm>
          <a:off x="0" y="0"/>
          <a:ext cx="0" cy="0"/>
          <a:chOff x="0" y="0"/>
          <a:chExt cx="0" cy="0"/>
        </a:xfrm>
      </p:grpSpPr>
      <p:sp>
        <p:nvSpPr>
          <p:cNvPr id="6391" name="Google Shape;6391;g3f582461e68_0_4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2" name="Google Shape;6392;g3f582461e68_0_4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0" name="Shape 6400"/>
        <p:cNvGrpSpPr/>
        <p:nvPr/>
      </p:nvGrpSpPr>
      <p:grpSpPr>
        <a:xfrm>
          <a:off x="0" y="0"/>
          <a:ext cx="0" cy="0"/>
          <a:chOff x="0" y="0"/>
          <a:chExt cx="0" cy="0"/>
        </a:xfrm>
      </p:grpSpPr>
      <p:sp>
        <p:nvSpPr>
          <p:cNvPr id="6401" name="Google Shape;640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2" name="Google Shape;64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6" name="Shape 6406"/>
        <p:cNvGrpSpPr/>
        <p:nvPr/>
      </p:nvGrpSpPr>
      <p:grpSpPr>
        <a:xfrm>
          <a:off x="0" y="0"/>
          <a:ext cx="0" cy="0"/>
          <a:chOff x="0" y="0"/>
          <a:chExt cx="0" cy="0"/>
        </a:xfrm>
      </p:grpSpPr>
      <p:sp>
        <p:nvSpPr>
          <p:cNvPr id="6407" name="Google Shape;6407;g3f58e9f5d1b_0_16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8" name="Google Shape;6408;g3f58e9f5d1b_0_16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https://wheelofnames.com/eqj-8zc</a:t>
            </a:r>
            <a:endParaRPr/>
          </a:p>
        </p:txBody>
      </p:sp>
      <p:sp>
        <p:nvSpPr>
          <p:cNvPr id="6409" name="Google Shape;6409;g3f58e9f5d1b_0_16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2" name="Shape 6412"/>
        <p:cNvGrpSpPr/>
        <p:nvPr/>
      </p:nvGrpSpPr>
      <p:grpSpPr>
        <a:xfrm>
          <a:off x="0" y="0"/>
          <a:ext cx="0" cy="0"/>
          <a:chOff x="0" y="0"/>
          <a:chExt cx="0" cy="0"/>
        </a:xfrm>
      </p:grpSpPr>
      <p:sp>
        <p:nvSpPr>
          <p:cNvPr id="6413" name="Google Shape;6413;g2bcae53cd67_4_5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4" name="Google Shape;6414;g2bcae53cd67_4_5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5" name="Google Shape;6415;g2bcae53cd67_4_5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7" name="Shape 6417"/>
        <p:cNvGrpSpPr/>
        <p:nvPr/>
      </p:nvGrpSpPr>
      <p:grpSpPr>
        <a:xfrm>
          <a:off x="0" y="0"/>
          <a:ext cx="0" cy="0"/>
          <a:chOff x="0" y="0"/>
          <a:chExt cx="0" cy="0"/>
        </a:xfrm>
      </p:grpSpPr>
      <p:sp>
        <p:nvSpPr>
          <p:cNvPr id="6418" name="Google Shape;6418;g2de62030c9f_0_50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9" name="Google Shape;6419;g2de62030c9f_0_5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3" name="Shape 6423"/>
        <p:cNvGrpSpPr/>
        <p:nvPr/>
      </p:nvGrpSpPr>
      <p:grpSpPr>
        <a:xfrm>
          <a:off x="0" y="0"/>
          <a:ext cx="0" cy="0"/>
          <a:chOff x="0" y="0"/>
          <a:chExt cx="0" cy="0"/>
        </a:xfrm>
      </p:grpSpPr>
      <p:sp>
        <p:nvSpPr>
          <p:cNvPr id="6424" name="Google Shape;6424;g2e8da7feb71_0_2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5" name="Google Shape;6425;g2e8da7feb71_0_23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6" name="Google Shape;6426;g2e8da7feb71_0_23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9" name="Shape 6429"/>
        <p:cNvGrpSpPr/>
        <p:nvPr/>
      </p:nvGrpSpPr>
      <p:grpSpPr>
        <a:xfrm>
          <a:off x="0" y="0"/>
          <a:ext cx="0" cy="0"/>
          <a:chOff x="0" y="0"/>
          <a:chExt cx="0" cy="0"/>
        </a:xfrm>
      </p:grpSpPr>
      <p:sp>
        <p:nvSpPr>
          <p:cNvPr id="6430" name="Google Shape;64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1" name="Google Shape;64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5" name="Shape 6435"/>
        <p:cNvGrpSpPr/>
        <p:nvPr/>
      </p:nvGrpSpPr>
      <p:grpSpPr>
        <a:xfrm>
          <a:off x="0" y="0"/>
          <a:ext cx="0" cy="0"/>
          <a:chOff x="0" y="0"/>
          <a:chExt cx="0" cy="0"/>
        </a:xfrm>
      </p:grpSpPr>
      <p:sp>
        <p:nvSpPr>
          <p:cNvPr id="6436" name="Google Shape;6436;g2e8da7feb71_0_17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7" name="Google Shape;6437;g2e8da7feb71_0_17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8" name="Google Shape;6438;g2e8da7feb71_0_17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1" name="Shape 6441"/>
        <p:cNvGrpSpPr/>
        <p:nvPr/>
      </p:nvGrpSpPr>
      <p:grpSpPr>
        <a:xfrm>
          <a:off x="0" y="0"/>
          <a:ext cx="0" cy="0"/>
          <a:chOff x="0" y="0"/>
          <a:chExt cx="0" cy="0"/>
        </a:xfrm>
      </p:grpSpPr>
      <p:sp>
        <p:nvSpPr>
          <p:cNvPr id="6442" name="Google Shape;6442;g2e8da7feb71_0_24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3" name="Google Shape;6443;g2e8da7feb71_0_24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7" name="Shape 6447"/>
        <p:cNvGrpSpPr/>
        <p:nvPr/>
      </p:nvGrpSpPr>
      <p:grpSpPr>
        <a:xfrm>
          <a:off x="0" y="0"/>
          <a:ext cx="0" cy="0"/>
          <a:chOff x="0" y="0"/>
          <a:chExt cx="0" cy="0"/>
        </a:xfrm>
      </p:grpSpPr>
      <p:sp>
        <p:nvSpPr>
          <p:cNvPr id="6448" name="Google Shape;6448;g2e8da7feb71_0_24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9" name="Google Shape;6449;g2e8da7feb71_0_24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3" name="Shape 6453"/>
        <p:cNvGrpSpPr/>
        <p:nvPr/>
      </p:nvGrpSpPr>
      <p:grpSpPr>
        <a:xfrm>
          <a:off x="0" y="0"/>
          <a:ext cx="0" cy="0"/>
          <a:chOff x="0" y="0"/>
          <a:chExt cx="0" cy="0"/>
        </a:xfrm>
      </p:grpSpPr>
      <p:sp>
        <p:nvSpPr>
          <p:cNvPr id="6454" name="Google Shape;6454;g2e8da7feb71_0_24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5" name="Google Shape;6455;g2e8da7feb71_0_2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9" name="Shape 6459"/>
        <p:cNvGrpSpPr/>
        <p:nvPr/>
      </p:nvGrpSpPr>
      <p:grpSpPr>
        <a:xfrm>
          <a:off x="0" y="0"/>
          <a:ext cx="0" cy="0"/>
          <a:chOff x="0" y="0"/>
          <a:chExt cx="0" cy="0"/>
        </a:xfrm>
      </p:grpSpPr>
      <p:sp>
        <p:nvSpPr>
          <p:cNvPr id="6460" name="Google Shape;6460;g2e8da7feb71_0_2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1" name="Google Shape;6461;g2e8da7feb71_0_2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5" name="Shape 6465"/>
        <p:cNvGrpSpPr/>
        <p:nvPr/>
      </p:nvGrpSpPr>
      <p:grpSpPr>
        <a:xfrm>
          <a:off x="0" y="0"/>
          <a:ext cx="0" cy="0"/>
          <a:chOff x="0" y="0"/>
          <a:chExt cx="0" cy="0"/>
        </a:xfrm>
      </p:grpSpPr>
      <p:sp>
        <p:nvSpPr>
          <p:cNvPr id="6466" name="Google Shape;6466;g2de3992a02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7" name="Google Shape;6467;g2de3992a02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8" name="Google Shape;6468;g2de3992a02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1" name="Shape 6471"/>
        <p:cNvGrpSpPr/>
        <p:nvPr/>
      </p:nvGrpSpPr>
      <p:grpSpPr>
        <a:xfrm>
          <a:off x="0" y="0"/>
          <a:ext cx="0" cy="0"/>
          <a:chOff x="0" y="0"/>
          <a:chExt cx="0" cy="0"/>
        </a:xfrm>
      </p:grpSpPr>
      <p:sp>
        <p:nvSpPr>
          <p:cNvPr id="6472" name="Google Shape;6472;g2e35a9102a9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73" name="Google Shape;6473;g2e35a9102a9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8" name="Shape 6478"/>
        <p:cNvGrpSpPr/>
        <p:nvPr/>
      </p:nvGrpSpPr>
      <p:grpSpPr>
        <a:xfrm>
          <a:off x="0" y="0"/>
          <a:ext cx="0" cy="0"/>
          <a:chOff x="0" y="0"/>
          <a:chExt cx="0" cy="0"/>
        </a:xfrm>
      </p:grpSpPr>
      <p:sp>
        <p:nvSpPr>
          <p:cNvPr id="6479" name="Google Shape;6479;g2e8da7feb71_0_2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0" name="Google Shape;6480;g2e8da7feb71_0_24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1" name="Google Shape;6481;g2e8da7feb71_0_24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4" name="Shape 6484"/>
        <p:cNvGrpSpPr/>
        <p:nvPr/>
      </p:nvGrpSpPr>
      <p:grpSpPr>
        <a:xfrm>
          <a:off x="0" y="0"/>
          <a:ext cx="0" cy="0"/>
          <a:chOff x="0" y="0"/>
          <a:chExt cx="0" cy="0"/>
        </a:xfrm>
      </p:grpSpPr>
      <p:sp>
        <p:nvSpPr>
          <p:cNvPr id="6485" name="Google Shape;6485;g2e8da7feb71_0_24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6" name="Google Shape;6486;g2e8da7feb71_0_24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9" name="Shape 6489"/>
        <p:cNvGrpSpPr/>
        <p:nvPr/>
      </p:nvGrpSpPr>
      <p:grpSpPr>
        <a:xfrm>
          <a:off x="0" y="0"/>
          <a:ext cx="0" cy="0"/>
          <a:chOff x="0" y="0"/>
          <a:chExt cx="0" cy="0"/>
        </a:xfrm>
      </p:grpSpPr>
      <p:sp>
        <p:nvSpPr>
          <p:cNvPr id="6490" name="Google Shape;6490;g2e8da7feb71_0_2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1" name="Google Shape;6491;g2e8da7feb71_0_2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2" name="Google Shape;6492;g2e8da7feb71_0_2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5" name="Shape 6495"/>
        <p:cNvGrpSpPr/>
        <p:nvPr/>
      </p:nvGrpSpPr>
      <p:grpSpPr>
        <a:xfrm>
          <a:off x="0" y="0"/>
          <a:ext cx="0" cy="0"/>
          <a:chOff x="0" y="0"/>
          <a:chExt cx="0" cy="0"/>
        </a:xfrm>
      </p:grpSpPr>
      <p:sp>
        <p:nvSpPr>
          <p:cNvPr id="6496" name="Google Shape;6496;g2e8da7feb71_0_24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7" name="Google Shape;6497;g2e8da7feb71_0_2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0" name="Shape 6500"/>
        <p:cNvGrpSpPr/>
        <p:nvPr/>
      </p:nvGrpSpPr>
      <p:grpSpPr>
        <a:xfrm>
          <a:off x="0" y="0"/>
          <a:ext cx="0" cy="0"/>
          <a:chOff x="0" y="0"/>
          <a:chExt cx="0" cy="0"/>
        </a:xfrm>
      </p:grpSpPr>
      <p:sp>
        <p:nvSpPr>
          <p:cNvPr id="6501" name="Google Shape;6501;g2e35a9102a9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2" name="Google Shape;6502;g2e35a9102a9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3" name="Google Shape;6503;g2e35a9102a9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6" name="Shape 6506"/>
        <p:cNvGrpSpPr/>
        <p:nvPr/>
      </p:nvGrpSpPr>
      <p:grpSpPr>
        <a:xfrm>
          <a:off x="0" y="0"/>
          <a:ext cx="0" cy="0"/>
          <a:chOff x="0" y="0"/>
          <a:chExt cx="0" cy="0"/>
        </a:xfrm>
      </p:grpSpPr>
      <p:sp>
        <p:nvSpPr>
          <p:cNvPr id="6507" name="Google Shape;6507;g2e35a9102a9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8" name="Google Shape;6508;g2e35a9102a9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1" name="Shape 6511"/>
        <p:cNvGrpSpPr/>
        <p:nvPr/>
      </p:nvGrpSpPr>
      <p:grpSpPr>
        <a:xfrm>
          <a:off x="0" y="0"/>
          <a:ext cx="0" cy="0"/>
          <a:chOff x="0" y="0"/>
          <a:chExt cx="0" cy="0"/>
        </a:xfrm>
      </p:grpSpPr>
      <p:sp>
        <p:nvSpPr>
          <p:cNvPr id="6512" name="Google Shape;6512;g2e35a9102a9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3" name="Google Shape;6513;g2e35a9102a9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4" name="Google Shape;6514;g2e35a9102a9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9" name="Shape 6519"/>
        <p:cNvGrpSpPr/>
        <p:nvPr/>
      </p:nvGrpSpPr>
      <p:grpSpPr>
        <a:xfrm>
          <a:off x="0" y="0"/>
          <a:ext cx="0" cy="0"/>
          <a:chOff x="0" y="0"/>
          <a:chExt cx="0" cy="0"/>
        </a:xfrm>
      </p:grpSpPr>
      <p:sp>
        <p:nvSpPr>
          <p:cNvPr id="6520" name="Google Shape;6520;g3f582461e68_0_17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1" name="Google Shape;6521;g3f582461e68_0_17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22" name="Google Shape;6522;g3f582461e68_0_17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6" name="Shape 6526"/>
        <p:cNvGrpSpPr/>
        <p:nvPr/>
      </p:nvGrpSpPr>
      <p:grpSpPr>
        <a:xfrm>
          <a:off x="0" y="0"/>
          <a:ext cx="0" cy="0"/>
          <a:chOff x="0" y="0"/>
          <a:chExt cx="0" cy="0"/>
        </a:xfrm>
      </p:grpSpPr>
      <p:sp>
        <p:nvSpPr>
          <p:cNvPr id="6527" name="Google Shape;6527;g3f5825f2f8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8" name="Google Shape;6528;g3f5825f2f8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t/>
            </a:r>
            <a:endParaRPr/>
          </a:p>
        </p:txBody>
      </p:sp>
      <p:sp>
        <p:nvSpPr>
          <p:cNvPr id="6529" name="Google Shape;6529;g3f5825f2f8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1" name="Shape 6531"/>
        <p:cNvGrpSpPr/>
        <p:nvPr/>
      </p:nvGrpSpPr>
      <p:grpSpPr>
        <a:xfrm>
          <a:off x="0" y="0"/>
          <a:ext cx="0" cy="0"/>
          <a:chOff x="0" y="0"/>
          <a:chExt cx="0" cy="0"/>
        </a:xfrm>
      </p:grpSpPr>
      <p:sp>
        <p:nvSpPr>
          <p:cNvPr id="6532" name="Google Shape;6532;g2e8da7feb7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3" name="Google Shape;6533;g2e8da7feb7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6" name="Shape 6536"/>
        <p:cNvGrpSpPr/>
        <p:nvPr/>
      </p:nvGrpSpPr>
      <p:grpSpPr>
        <a:xfrm>
          <a:off x="0" y="0"/>
          <a:ext cx="0" cy="0"/>
          <a:chOff x="0" y="0"/>
          <a:chExt cx="0" cy="0"/>
        </a:xfrm>
      </p:grpSpPr>
      <p:sp>
        <p:nvSpPr>
          <p:cNvPr id="6537" name="Google Shape;6537;g3f58e9f5fa5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538" name="Google Shape;6538;g3f58e9f5fa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3" name="Shape 6543"/>
        <p:cNvGrpSpPr/>
        <p:nvPr/>
      </p:nvGrpSpPr>
      <p:grpSpPr>
        <a:xfrm>
          <a:off x="0" y="0"/>
          <a:ext cx="0" cy="0"/>
          <a:chOff x="0" y="0"/>
          <a:chExt cx="0" cy="0"/>
        </a:xfrm>
      </p:grpSpPr>
      <p:sp>
        <p:nvSpPr>
          <p:cNvPr id="6544" name="Google Shape;6544;g3f58e9f5fa5_0_6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545" name="Google Shape;6545;g3f58e9f5fa5_0_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9" name="Shape 6549"/>
        <p:cNvGrpSpPr/>
        <p:nvPr/>
      </p:nvGrpSpPr>
      <p:grpSpPr>
        <a:xfrm>
          <a:off x="0" y="0"/>
          <a:ext cx="0" cy="0"/>
          <a:chOff x="0" y="0"/>
          <a:chExt cx="0" cy="0"/>
        </a:xfrm>
      </p:grpSpPr>
      <p:sp>
        <p:nvSpPr>
          <p:cNvPr id="6550" name="Google Shape;6550;g2a03dc920b0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1" name="Google Shape;6551;g2a03dc920b0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4" name="Shape 6554"/>
        <p:cNvGrpSpPr/>
        <p:nvPr/>
      </p:nvGrpSpPr>
      <p:grpSpPr>
        <a:xfrm>
          <a:off x="0" y="0"/>
          <a:ext cx="0" cy="0"/>
          <a:chOff x="0" y="0"/>
          <a:chExt cx="0" cy="0"/>
        </a:xfrm>
      </p:grpSpPr>
      <p:sp>
        <p:nvSpPr>
          <p:cNvPr id="6555" name="Google Shape;6555;g3f58e9f5fa5_0_1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6" name="Google Shape;6556;g3f58e9f5fa5_0_1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1" name="Shape 6561"/>
        <p:cNvGrpSpPr/>
        <p:nvPr/>
      </p:nvGrpSpPr>
      <p:grpSpPr>
        <a:xfrm>
          <a:off x="0" y="0"/>
          <a:ext cx="0" cy="0"/>
          <a:chOff x="0" y="0"/>
          <a:chExt cx="0" cy="0"/>
        </a:xfrm>
      </p:grpSpPr>
      <p:sp>
        <p:nvSpPr>
          <p:cNvPr id="6562" name="Google Shape;656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3" name="Google Shape;656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5" name="Shape 6565"/>
        <p:cNvGrpSpPr/>
        <p:nvPr/>
      </p:nvGrpSpPr>
      <p:grpSpPr>
        <a:xfrm>
          <a:off x="0" y="0"/>
          <a:ext cx="0" cy="0"/>
          <a:chOff x="0" y="0"/>
          <a:chExt cx="0" cy="0"/>
        </a:xfrm>
      </p:grpSpPr>
      <p:sp>
        <p:nvSpPr>
          <p:cNvPr id="6566" name="Google Shape;6566;g3f582461e68_0_3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7" name="Google Shape;6567;g3f582461e68_0_3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image" Target="../media/image1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0.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24.png"/><Relationship Id="rId6" Type="http://schemas.openxmlformats.org/officeDocument/2006/relationships/image" Target="../media/image25.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47.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3.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3.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59.png"/><Relationship Id="rId4" Type="http://schemas.openxmlformats.org/officeDocument/2006/relationships/image" Target="../media/image62.jp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0.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3.png"/><Relationship Id="rId3" Type="http://schemas.openxmlformats.org/officeDocument/2006/relationships/image" Target="../media/image10.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6.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84.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4.png"/><Relationship Id="rId3" Type="http://schemas.openxmlformats.org/officeDocument/2006/relationships/image" Target="../media/image93.pn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3.png"/><Relationship Id="rId3" Type="http://schemas.openxmlformats.org/officeDocument/2006/relationships/image" Target="../media/image84.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4.png"/><Relationship Id="rId3" Type="http://schemas.openxmlformats.org/officeDocument/2006/relationships/image" Target="../media/image99.png"/><Relationship Id="rId4" Type="http://schemas.openxmlformats.org/officeDocument/2006/relationships/image" Target="../media/image95.png"/><Relationship Id="rId5" Type="http://schemas.openxmlformats.org/officeDocument/2006/relationships/image" Target="../media/image94.png"/><Relationship Id="rId6" Type="http://schemas.openxmlformats.org/officeDocument/2006/relationships/image" Target="../media/image96.png"/><Relationship Id="rId7" Type="http://schemas.openxmlformats.org/officeDocument/2006/relationships/image" Target="../media/image97.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9.png"/><Relationship Id="rId3" Type="http://schemas.openxmlformats.org/officeDocument/2006/relationships/image" Target="../media/image95.png"/><Relationship Id="rId4" Type="http://schemas.openxmlformats.org/officeDocument/2006/relationships/image" Target="../media/image94.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84.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7.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7.png"/><Relationship Id="rId3" Type="http://schemas.openxmlformats.org/officeDocument/2006/relationships/image" Target="../media/image98.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3.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3.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7.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7.png"/><Relationship Id="rId3" Type="http://schemas.openxmlformats.org/officeDocument/2006/relationships/image" Target="../media/image98.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5.png"/><Relationship Id="rId3" Type="http://schemas.openxmlformats.org/officeDocument/2006/relationships/image" Target="../media/image93.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3.png"/></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1.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60.png"/></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pn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9.png"/><Relationship Id="rId3" Type="http://schemas.openxmlformats.org/officeDocument/2006/relationships/image" Target="../media/image108.png"/><Relationship Id="rId4" Type="http://schemas.openxmlformats.org/officeDocument/2006/relationships/image" Target="../media/image84.png"/><Relationship Id="rId5" Type="http://schemas.openxmlformats.org/officeDocument/2006/relationships/image" Target="../media/image93.png"/><Relationship Id="rId6" Type="http://schemas.openxmlformats.org/officeDocument/2006/relationships/image" Target="../media/image112.png"/></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10.pn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3.pn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4.png"/></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png"/></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pn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8.png"/></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7.pn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pn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png"/></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5.png"/></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6" name="Shape 26"/>
        <p:cNvGrpSpPr/>
        <p:nvPr/>
      </p:nvGrpSpPr>
      <p:grpSpPr>
        <a:xfrm>
          <a:off x="0" y="0"/>
          <a:ext cx="0" cy="0"/>
          <a:chOff x="0" y="0"/>
          <a:chExt cx="0" cy="0"/>
        </a:xfrm>
      </p:grpSpPr>
      <p:sp>
        <p:nvSpPr>
          <p:cNvPr id="27" name="Google Shape;27;p72"/>
          <p:cNvSpPr/>
          <p:nvPr/>
        </p:nvSpPr>
        <p:spPr>
          <a:xfrm>
            <a:off x="204186" y="173736"/>
            <a:ext cx="11656381" cy="6382512"/>
          </a:xfrm>
          <a:prstGeom prst="rect">
            <a:avLst/>
          </a:prstGeom>
          <a:blipFill rotWithShape="1">
            <a:blip r:embed="rId2">
              <a:alphaModFix amt="7000"/>
            </a:blip>
            <a:tile algn="tl" flip="none" tx="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 name="Google Shape;28;p72"/>
          <p:cNvSpPr txBox="1"/>
          <p:nvPr>
            <p:ph type="title"/>
          </p:nvPr>
        </p:nvSpPr>
        <p:spPr>
          <a:xfrm>
            <a:off x="838200" y="2523046"/>
            <a:ext cx="7754626" cy="682625"/>
          </a:xfrm>
          <a:prstGeom prst="rect">
            <a:avLst/>
          </a:prstGeom>
          <a:noFill/>
          <a:ln>
            <a:noFill/>
          </a:ln>
          <a:effectLst>
            <a:outerShdw blurRad="76200" rotWithShape="0" algn="tl" dir="2700000" dist="50800">
              <a:srgbClr val="000000">
                <a:alpha val="21176"/>
              </a:srgbClr>
            </a:outerShdw>
          </a:effectLst>
        </p:spPr>
        <p:txBody>
          <a:bodyPr anchorCtr="0" anchor="t" bIns="45700" lIns="0" spcFirstLastPara="1" rIns="91425" wrap="square" tIns="45700">
            <a:noAutofit/>
          </a:bodyPr>
          <a:lstStyle>
            <a:lvl1pPr lvl="0" marR="0" rtl="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72"/>
          <p:cNvSpPr txBox="1"/>
          <p:nvPr>
            <p:ph idx="1" type="body"/>
          </p:nvPr>
        </p:nvSpPr>
        <p:spPr>
          <a:xfrm>
            <a:off x="838200" y="3077083"/>
            <a:ext cx="7752733" cy="542925"/>
          </a:xfrm>
          <a:prstGeom prst="rect">
            <a:avLst/>
          </a:prstGeom>
          <a:noFill/>
          <a:ln>
            <a:noFill/>
          </a:ln>
          <a:effectLst>
            <a:outerShdw blurRad="76200" rotWithShape="0" algn="tl" dir="2700000" dist="139700">
              <a:schemeClr val="dk1">
                <a:alpha val="11373"/>
              </a:schemeClr>
            </a:outerShdw>
          </a:effectLst>
        </p:spPr>
        <p:txBody>
          <a:bodyPr anchorCtr="0" anchor="t" bIns="0" lIns="0" spcFirstLastPara="1" rIns="0" wrap="square" tIns="91425">
            <a:noAutofit/>
          </a:bodyPr>
          <a:lstStyle>
            <a:lvl1pPr indent="-228600" lvl="0" marL="457200" marR="0" rtl="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30" name="Shape 30"/>
        <p:cNvGrpSpPr/>
        <p:nvPr/>
      </p:nvGrpSpPr>
      <p:grpSpPr>
        <a:xfrm>
          <a:off x="0" y="0"/>
          <a:ext cx="0" cy="0"/>
          <a:chOff x="0" y="0"/>
          <a:chExt cx="0" cy="0"/>
        </a:xfrm>
      </p:grpSpPr>
      <p:grpSp>
        <p:nvGrpSpPr>
          <p:cNvPr id="31" name="Google Shape;31;g2a03dc920b0_0_118"/>
          <p:cNvGrpSpPr/>
          <p:nvPr/>
        </p:nvGrpSpPr>
        <p:grpSpPr>
          <a:xfrm>
            <a:off x="680011" y="0"/>
            <a:ext cx="3090697" cy="1806089"/>
            <a:chOff x="536716" y="-1319"/>
            <a:chExt cx="3976708" cy="2323841"/>
          </a:xfrm>
        </p:grpSpPr>
        <p:sp>
          <p:nvSpPr>
            <p:cNvPr id="32" name="Google Shape;32;g2a03dc920b0_0_11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3" name="Google Shape;33;g2a03dc920b0_0_118"/>
            <p:cNvGrpSpPr/>
            <p:nvPr/>
          </p:nvGrpSpPr>
          <p:grpSpPr>
            <a:xfrm>
              <a:off x="536716" y="0"/>
              <a:ext cx="3976708" cy="2322522"/>
              <a:chOff x="947530" y="0"/>
              <a:chExt cx="3976708" cy="2322522"/>
            </a:xfrm>
          </p:grpSpPr>
          <p:sp>
            <p:nvSpPr>
              <p:cNvPr id="34" name="Google Shape;34;g2a03dc920b0_0_11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 name="Google Shape;35;g2a03dc920b0_0_11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 name="Google Shape;36;g2a03dc920b0_0_11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7" name="Google Shape;37;g2a03dc920b0_0_11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 name="Google Shape;38;g2a03dc920b0_0_11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 name="Google Shape;39;g2a03dc920b0_0_118"/>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40" name="Google Shape;40;g2a03dc920b0_0_11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41" name="Google Shape;41;g2a03dc920b0_0_118"/>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42" name="Shape 42"/>
        <p:cNvGrpSpPr/>
        <p:nvPr/>
      </p:nvGrpSpPr>
      <p:grpSpPr>
        <a:xfrm>
          <a:off x="0" y="0"/>
          <a:ext cx="0" cy="0"/>
          <a:chOff x="0" y="0"/>
          <a:chExt cx="0" cy="0"/>
        </a:xfrm>
      </p:grpSpPr>
      <p:grpSp>
        <p:nvGrpSpPr>
          <p:cNvPr id="43" name="Google Shape;43;p101"/>
          <p:cNvGrpSpPr/>
          <p:nvPr/>
        </p:nvGrpSpPr>
        <p:grpSpPr>
          <a:xfrm>
            <a:off x="680025" y="-12733"/>
            <a:ext cx="4628822" cy="1818820"/>
            <a:chOff x="536716" y="-17702"/>
            <a:chExt cx="5955573" cy="2340146"/>
          </a:xfrm>
        </p:grpSpPr>
        <p:sp>
          <p:nvSpPr>
            <p:cNvPr id="44" name="Google Shape;44;p101"/>
            <p:cNvSpPr/>
            <p:nvPr/>
          </p:nvSpPr>
          <p:spPr>
            <a:xfrm>
              <a:off x="5830491" y="-16804"/>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5" name="Google Shape;45;p101"/>
            <p:cNvGrpSpPr/>
            <p:nvPr/>
          </p:nvGrpSpPr>
          <p:grpSpPr>
            <a:xfrm>
              <a:off x="536716" y="-17702"/>
              <a:ext cx="5955573" cy="2340146"/>
              <a:chOff x="947530" y="-17702"/>
              <a:chExt cx="5955573" cy="2340146"/>
            </a:xfrm>
          </p:grpSpPr>
          <p:sp>
            <p:nvSpPr>
              <p:cNvPr id="46" name="Google Shape;46;p101"/>
              <p:cNvSpPr/>
              <p:nvPr/>
            </p:nvSpPr>
            <p:spPr>
              <a:xfrm>
                <a:off x="1364970" y="0"/>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 name="Google Shape;47;p101"/>
              <p:cNvSpPr/>
              <p:nvPr/>
            </p:nvSpPr>
            <p:spPr>
              <a:xfrm>
                <a:off x="1041338" y="920922"/>
                <a:ext cx="5861765" cy="1401522"/>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 name="Google Shape;48;p101"/>
              <p:cNvSpPr/>
              <p:nvPr/>
            </p:nvSpPr>
            <p:spPr>
              <a:xfrm>
                <a:off x="947530" y="824843"/>
                <a:ext cx="5861765" cy="1401522"/>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 name="Google Shape;49;p101"/>
              <p:cNvSpPr/>
              <p:nvPr/>
            </p:nvSpPr>
            <p:spPr>
              <a:xfrm>
                <a:off x="6194922" y="-17702"/>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0" name="Google Shape;50;p101"/>
            <p:cNvSpPr/>
            <p:nvPr/>
          </p:nvSpPr>
          <p:spPr>
            <a:xfrm>
              <a:off x="907773" y="-1319"/>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1" name="Google Shape;51;p101"/>
          <p:cNvSpPr txBox="1"/>
          <p:nvPr/>
        </p:nvSpPr>
        <p:spPr>
          <a:xfrm>
            <a:off x="639545" y="777563"/>
            <a:ext cx="4555912" cy="83099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52" name="Google Shape;52;p101"/>
          <p:cNvPicPr preferRelativeResize="0"/>
          <p:nvPr/>
        </p:nvPicPr>
        <p:blipFill rotWithShape="1">
          <a:blip r:embed="rId2">
            <a:alphaModFix/>
          </a:blip>
          <a:srcRect b="0" l="0" r="0" t="0"/>
          <a:stretch/>
        </p:blipFill>
        <p:spPr>
          <a:xfrm>
            <a:off x="4758431" y="498639"/>
            <a:ext cx="5860721" cy="5860721"/>
          </a:xfrm>
          <a:prstGeom prst="rect">
            <a:avLst/>
          </a:prstGeom>
          <a:noFill/>
          <a:ln>
            <a:noFill/>
          </a:ln>
        </p:spPr>
      </p:pic>
      <p:sp>
        <p:nvSpPr>
          <p:cNvPr id="53" name="Google Shape;53;p101"/>
          <p:cNvSpPr txBox="1"/>
          <p:nvPr>
            <p:ph idx="1" type="body"/>
          </p:nvPr>
        </p:nvSpPr>
        <p:spPr>
          <a:xfrm>
            <a:off x="752936" y="2133600"/>
            <a:ext cx="4483002" cy="326468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rainstorming_1">
    <p:spTree>
      <p:nvGrpSpPr>
        <p:cNvPr id="54" name="Shape 54"/>
        <p:cNvGrpSpPr/>
        <p:nvPr/>
      </p:nvGrpSpPr>
      <p:grpSpPr>
        <a:xfrm>
          <a:off x="0" y="0"/>
          <a:ext cx="0" cy="0"/>
          <a:chOff x="0" y="0"/>
          <a:chExt cx="0" cy="0"/>
        </a:xfrm>
      </p:grpSpPr>
      <p:grpSp>
        <p:nvGrpSpPr>
          <p:cNvPr id="55" name="Google Shape;55;g2e35a9102a9_0_40"/>
          <p:cNvGrpSpPr/>
          <p:nvPr/>
        </p:nvGrpSpPr>
        <p:grpSpPr>
          <a:xfrm>
            <a:off x="680011" y="-12733"/>
            <a:ext cx="4628621" cy="1818822"/>
            <a:chOff x="536716" y="-17702"/>
            <a:chExt cx="5955508" cy="2340224"/>
          </a:xfrm>
        </p:grpSpPr>
        <p:sp>
          <p:nvSpPr>
            <p:cNvPr id="56" name="Google Shape;56;g2e35a9102a9_0_40"/>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7" name="Google Shape;57;g2e35a9102a9_0_40"/>
            <p:cNvGrpSpPr/>
            <p:nvPr/>
          </p:nvGrpSpPr>
          <p:grpSpPr>
            <a:xfrm>
              <a:off x="536716" y="-17702"/>
              <a:ext cx="5955508" cy="2340224"/>
              <a:chOff x="947530" y="-17702"/>
              <a:chExt cx="5955508" cy="2340224"/>
            </a:xfrm>
          </p:grpSpPr>
          <p:sp>
            <p:nvSpPr>
              <p:cNvPr id="58" name="Google Shape;58;g2e35a9102a9_0_4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 name="Google Shape;59;g2e35a9102a9_0_40"/>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 name="Google Shape;60;g2e35a9102a9_0_40"/>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 name="Google Shape;61;g2e35a9102a9_0_40"/>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2" name="Google Shape;62;g2e35a9102a9_0_4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3" name="Google Shape;63;g2e35a9102a9_0_40"/>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Discussion</a:t>
            </a:r>
            <a:endParaRPr b="0" i="0" sz="5400" u="none" cap="none" strike="noStrike">
              <a:solidFill>
                <a:schemeClr val="lt1"/>
              </a:solidFill>
              <a:latin typeface="Fredoka"/>
              <a:ea typeface="Fredoka"/>
              <a:cs typeface="Fredoka"/>
              <a:sym typeface="Fredoka"/>
            </a:endParaRPr>
          </a:p>
        </p:txBody>
      </p:sp>
      <p:pic>
        <p:nvPicPr>
          <p:cNvPr id="64" name="Google Shape;64;g2e35a9102a9_0_40"/>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65" name="Google Shape;65;g2e35a9102a9_0_4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2">
  <p:cSld name="Make_2">
    <p:spTree>
      <p:nvGrpSpPr>
        <p:cNvPr id="66" name="Shape 66"/>
        <p:cNvGrpSpPr/>
        <p:nvPr/>
      </p:nvGrpSpPr>
      <p:grpSpPr>
        <a:xfrm>
          <a:off x="0" y="0"/>
          <a:ext cx="0" cy="0"/>
          <a:chOff x="0" y="0"/>
          <a:chExt cx="0" cy="0"/>
        </a:xfrm>
      </p:grpSpPr>
      <p:grpSp>
        <p:nvGrpSpPr>
          <p:cNvPr id="67" name="Google Shape;67;g2e35a9102a9_0_760"/>
          <p:cNvGrpSpPr/>
          <p:nvPr/>
        </p:nvGrpSpPr>
        <p:grpSpPr>
          <a:xfrm>
            <a:off x="680011" y="0"/>
            <a:ext cx="3090697" cy="1806089"/>
            <a:chOff x="536716" y="-1319"/>
            <a:chExt cx="3976708" cy="2323841"/>
          </a:xfrm>
        </p:grpSpPr>
        <p:sp>
          <p:nvSpPr>
            <p:cNvPr id="68" name="Google Shape;68;g2e35a9102a9_0_76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9" name="Google Shape;69;g2e35a9102a9_0_760"/>
            <p:cNvGrpSpPr/>
            <p:nvPr/>
          </p:nvGrpSpPr>
          <p:grpSpPr>
            <a:xfrm>
              <a:off x="536716" y="0"/>
              <a:ext cx="3976708" cy="2322522"/>
              <a:chOff x="947530" y="0"/>
              <a:chExt cx="3976708" cy="2322522"/>
            </a:xfrm>
          </p:grpSpPr>
          <p:sp>
            <p:nvSpPr>
              <p:cNvPr id="70" name="Google Shape;70;g2e35a9102a9_0_76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1" name="Google Shape;71;g2e35a9102a9_0_76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2" name="Google Shape;72;g2e35a9102a9_0_76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3" name="Google Shape;73;g2e35a9102a9_0_76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4" name="Google Shape;74;g2e35a9102a9_0_76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5" name="Google Shape;75;g2e35a9102a9_0_760"/>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Activity</a:t>
            </a:r>
            <a:endParaRPr b="0" i="0" sz="1400" u="none" cap="none" strike="noStrike">
              <a:solidFill>
                <a:srgbClr val="000000"/>
              </a:solidFill>
              <a:latin typeface="Arial"/>
              <a:ea typeface="Arial"/>
              <a:cs typeface="Arial"/>
              <a:sym typeface="Arial"/>
            </a:endParaRPr>
          </a:p>
        </p:txBody>
      </p:sp>
      <p:grpSp>
        <p:nvGrpSpPr>
          <p:cNvPr id="76" name="Google Shape;76;g2e35a9102a9_0_760"/>
          <p:cNvGrpSpPr/>
          <p:nvPr/>
        </p:nvGrpSpPr>
        <p:grpSpPr>
          <a:xfrm>
            <a:off x="5941746" y="1054485"/>
            <a:ext cx="4147720" cy="4749029"/>
            <a:chOff x="5329188" y="1014865"/>
            <a:chExt cx="4147720" cy="4749029"/>
          </a:xfrm>
        </p:grpSpPr>
        <p:grpSp>
          <p:nvGrpSpPr>
            <p:cNvPr id="77" name="Google Shape;77;g2e35a9102a9_0_760"/>
            <p:cNvGrpSpPr/>
            <p:nvPr/>
          </p:nvGrpSpPr>
          <p:grpSpPr>
            <a:xfrm>
              <a:off x="5329188" y="1014865"/>
              <a:ext cx="4147720" cy="3894027"/>
              <a:chOff x="5329188" y="1014865"/>
              <a:chExt cx="4147720" cy="3894027"/>
            </a:xfrm>
          </p:grpSpPr>
          <p:sp>
            <p:nvSpPr>
              <p:cNvPr id="78" name="Google Shape;78;g2e35a9102a9_0_76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 name="Google Shape;79;g2e35a9102a9_0_76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80" name="Google Shape;80;g2e35a9102a9_0_760"/>
            <p:cNvGrpSpPr/>
            <p:nvPr/>
          </p:nvGrpSpPr>
          <p:grpSpPr>
            <a:xfrm>
              <a:off x="5474376" y="5044181"/>
              <a:ext cx="3724515" cy="719713"/>
              <a:chOff x="5474376" y="5044181"/>
              <a:chExt cx="3724515" cy="719713"/>
            </a:xfrm>
          </p:grpSpPr>
          <p:sp>
            <p:nvSpPr>
              <p:cNvPr id="81" name="Google Shape;81;g2e35a9102a9_0_76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 name="Google Shape;82;g2e35a9102a9_0_76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83" name="Google Shape;83;g2e35a9102a9_0_760"/>
            <p:cNvGrpSpPr/>
            <p:nvPr/>
          </p:nvGrpSpPr>
          <p:grpSpPr>
            <a:xfrm>
              <a:off x="6679374" y="3857046"/>
              <a:ext cx="1534214" cy="247727"/>
              <a:chOff x="6679374" y="3857046"/>
              <a:chExt cx="1534214" cy="247727"/>
            </a:xfrm>
          </p:grpSpPr>
          <p:sp>
            <p:nvSpPr>
              <p:cNvPr id="84" name="Google Shape;84;g2e35a9102a9_0_760"/>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 name="Google Shape;85;g2e35a9102a9_0_760"/>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 name="Google Shape;86;g2e35a9102a9_0_760"/>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 name="Google Shape;87;g2e35a9102a9_0_760"/>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 name="Google Shape;88;g2e35a9102a9_0_760"/>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 name="Google Shape;89;g2e35a9102a9_0_760"/>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 name="Google Shape;90;g2e35a9102a9_0_760"/>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 name="Google Shape;91;g2e35a9102a9_0_760"/>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 name="Google Shape;92;g2e35a9102a9_0_760"/>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 name="Google Shape;93;g2e35a9102a9_0_760"/>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94" name="Google Shape;94;g2e35a9102a9_0_760"/>
            <p:cNvGrpSpPr/>
            <p:nvPr/>
          </p:nvGrpSpPr>
          <p:grpSpPr>
            <a:xfrm>
              <a:off x="6150150" y="1372824"/>
              <a:ext cx="1654036" cy="1634647"/>
              <a:chOff x="6150150" y="1372824"/>
              <a:chExt cx="1654036" cy="1634647"/>
            </a:xfrm>
          </p:grpSpPr>
          <p:sp>
            <p:nvSpPr>
              <p:cNvPr id="95" name="Google Shape;95;g2e35a9102a9_0_760"/>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 name="Google Shape;96;g2e35a9102a9_0_760"/>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 name="Google Shape;97;g2e35a9102a9_0_760"/>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 name="Google Shape;98;g2e35a9102a9_0_760"/>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 name="Google Shape;99;g2e35a9102a9_0_760"/>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00" name="Google Shape;100;g2e35a9102a9_0_760"/>
            <p:cNvGrpSpPr/>
            <p:nvPr/>
          </p:nvGrpSpPr>
          <p:grpSpPr>
            <a:xfrm>
              <a:off x="7567967" y="2334044"/>
              <a:ext cx="1372636" cy="1390272"/>
              <a:chOff x="7567967" y="2334044"/>
              <a:chExt cx="1372636" cy="1390272"/>
            </a:xfrm>
          </p:grpSpPr>
          <p:sp>
            <p:nvSpPr>
              <p:cNvPr id="101" name="Google Shape;101;g2e35a9102a9_0_760"/>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 name="Google Shape;102;g2e35a9102a9_0_760"/>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3" name="Google Shape;103;g2e35a9102a9_0_760"/>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4" name="Google Shape;104;g2e35a9102a9_0_760"/>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05" name="Google Shape;105;g2e35a9102a9_0_760"/>
            <p:cNvGrpSpPr/>
            <p:nvPr/>
          </p:nvGrpSpPr>
          <p:grpSpPr>
            <a:xfrm>
              <a:off x="5716757" y="2701775"/>
              <a:ext cx="2100989" cy="2869805"/>
              <a:chOff x="5716757" y="2701775"/>
              <a:chExt cx="2100989" cy="2869805"/>
            </a:xfrm>
          </p:grpSpPr>
          <p:sp>
            <p:nvSpPr>
              <p:cNvPr id="106" name="Google Shape;106;g2e35a9102a9_0_760"/>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7" name="Google Shape;107;g2e35a9102a9_0_760"/>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8" name="Google Shape;108;g2e35a9102a9_0_760"/>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9" name="Google Shape;109;g2e35a9102a9_0_760"/>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0" name="Google Shape;110;g2e35a9102a9_0_760"/>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1" name="Google Shape;111;g2e35a9102a9_0_760"/>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2" name="Google Shape;112;g2e35a9102a9_0_760"/>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3" name="Google Shape;113;g2e35a9102a9_0_760"/>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4" name="Google Shape;114;g2e35a9102a9_0_760"/>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5" name="Google Shape;115;g2e35a9102a9_0_760"/>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6" name="Google Shape;116;g2e35a9102a9_0_760"/>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 name="Google Shape;117;g2e35a9102a9_0_760"/>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 name="Google Shape;118;g2e35a9102a9_0_760"/>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 name="Google Shape;119;g2e35a9102a9_0_760"/>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 name="Google Shape;120;g2e35a9102a9_0_760"/>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 name="Google Shape;121;g2e35a9102a9_0_760"/>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 name="Google Shape;122;g2e35a9102a9_0_760"/>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 name="Google Shape;123;g2e35a9102a9_0_760"/>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 name="Google Shape;124;g2e35a9102a9_0_760"/>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 name="Google Shape;125;g2e35a9102a9_0_760"/>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6" name="Google Shape;126;g2e35a9102a9_0_760"/>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7" name="Google Shape;127;g2e35a9102a9_0_760"/>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8" name="Google Shape;128;g2e35a9102a9_0_760"/>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9" name="Google Shape;129;g2e35a9102a9_0_760"/>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0" name="Google Shape;130;g2e35a9102a9_0_760"/>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1" name="Google Shape;131;g2e35a9102a9_0_760"/>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2" name="Google Shape;132;g2e35a9102a9_0_760"/>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33" name="Google Shape;133;g2e35a9102a9_0_760"/>
              <p:cNvGrpSpPr/>
              <p:nvPr/>
            </p:nvGrpSpPr>
            <p:grpSpPr>
              <a:xfrm>
                <a:off x="5909424" y="3227297"/>
                <a:ext cx="721708" cy="913466"/>
                <a:chOff x="5909424" y="3227297"/>
                <a:chExt cx="721708" cy="913466"/>
              </a:xfrm>
            </p:grpSpPr>
            <p:sp>
              <p:nvSpPr>
                <p:cNvPr id="134" name="Google Shape;134;g2e35a9102a9_0_76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5" name="Google Shape;135;g2e35a9102a9_0_76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36" name="Google Shape;136;g2e35a9102a9_0_760"/>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7" name="Google Shape;137;g2e35a9102a9_0_760"/>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8" name="Google Shape;138;g2e35a9102a9_0_760"/>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9" name="Google Shape;139;g2e35a9102a9_0_760"/>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40" name="Google Shape;140;g2e35a9102a9_0_760"/>
              <p:cNvGrpSpPr/>
              <p:nvPr/>
            </p:nvGrpSpPr>
            <p:grpSpPr>
              <a:xfrm>
                <a:off x="6175444" y="3103172"/>
                <a:ext cx="262591" cy="280323"/>
                <a:chOff x="6175444" y="3103172"/>
                <a:chExt cx="262591" cy="280323"/>
              </a:xfrm>
            </p:grpSpPr>
            <p:sp>
              <p:nvSpPr>
                <p:cNvPr id="141" name="Google Shape;141;g2e35a9102a9_0_76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2" name="Google Shape;142;g2e35a9102a9_0_76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43" name="Google Shape;143;g2e35a9102a9_0_760"/>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4" name="Google Shape;144;g2e35a9102a9_0_760"/>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5" name="Google Shape;145;g2e35a9102a9_0_760"/>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6" name="Google Shape;146;g2e35a9102a9_0_760"/>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47" name="Google Shape;147;g2e35a9102a9_0_760"/>
              <p:cNvGrpSpPr/>
              <p:nvPr/>
            </p:nvGrpSpPr>
            <p:grpSpPr>
              <a:xfrm>
                <a:off x="6084245" y="2777613"/>
                <a:ext cx="361352" cy="401447"/>
                <a:chOff x="6084245" y="2777613"/>
                <a:chExt cx="361352" cy="401447"/>
              </a:xfrm>
            </p:grpSpPr>
            <p:sp>
              <p:nvSpPr>
                <p:cNvPr id="148" name="Google Shape;148;g2e35a9102a9_0_76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 name="Google Shape;149;g2e35a9102a9_0_76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50" name="Google Shape;150;g2e35a9102a9_0_760"/>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 name="Google Shape;151;g2e35a9102a9_0_760"/>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 name="Google Shape;152;g2e35a9102a9_0_760"/>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 name="Google Shape;153;g2e35a9102a9_0_760"/>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 name="Google Shape;154;g2e35a9102a9_0_760"/>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 name="Google Shape;155;g2e35a9102a9_0_760"/>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 name="Google Shape;156;g2e35a9102a9_0_760"/>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 name="Google Shape;157;g2e35a9102a9_0_760"/>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8" name="Google Shape;158;g2e35a9102a9_0_760"/>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9" name="Google Shape;159;g2e35a9102a9_0_760"/>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0" name="Google Shape;160;g2e35a9102a9_0_760"/>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1" name="Google Shape;161;g2e35a9102a9_0_760"/>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2" name="Google Shape;162;g2e35a9102a9_0_760"/>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3" name="Google Shape;163;g2e35a9102a9_0_760"/>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64" name="Google Shape;164;g2e35a9102a9_0_760"/>
              <p:cNvGrpSpPr/>
              <p:nvPr/>
            </p:nvGrpSpPr>
            <p:grpSpPr>
              <a:xfrm>
                <a:off x="5914287" y="3433041"/>
                <a:ext cx="962877" cy="299634"/>
                <a:chOff x="5914287" y="3433041"/>
                <a:chExt cx="962877" cy="299634"/>
              </a:xfrm>
            </p:grpSpPr>
            <p:sp>
              <p:nvSpPr>
                <p:cNvPr id="165" name="Google Shape;165;g2e35a9102a9_0_76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6" name="Google Shape;166;g2e35a9102a9_0_76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67" name="Google Shape;167;g2e35a9102a9_0_760"/>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8" name="Google Shape;168;g2e35a9102a9_0_760"/>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9" name="Google Shape;169;g2e35a9102a9_0_760"/>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0" name="Google Shape;170;g2e35a9102a9_0_760"/>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1" name="Google Shape;171;g2e35a9102a9_0_760"/>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2" name="Google Shape;172;g2e35a9102a9_0_760"/>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3" name="Google Shape;173;g2e35a9102a9_0_760"/>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4" name="Google Shape;174;g2e35a9102a9_0_760"/>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5" name="Google Shape;175;g2e35a9102a9_0_760"/>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6" name="Google Shape;176;g2e35a9102a9_0_760"/>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7" name="Google Shape;177;g2e35a9102a9_0_760"/>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8" name="Google Shape;178;g2e35a9102a9_0_760"/>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9" name="Google Shape;179;g2e35a9102a9_0_760"/>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0" name="Google Shape;180;g2e35a9102a9_0_760"/>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1" name="Google Shape;181;g2e35a9102a9_0_760"/>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182" name="Google Shape;182;g2e35a9102a9_0_76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183" name="Shape 183"/>
        <p:cNvGrpSpPr/>
        <p:nvPr/>
      </p:nvGrpSpPr>
      <p:grpSpPr>
        <a:xfrm>
          <a:off x="0" y="0"/>
          <a:ext cx="0" cy="0"/>
          <a:chOff x="0" y="0"/>
          <a:chExt cx="0" cy="0"/>
        </a:xfrm>
      </p:grpSpPr>
      <p:sp>
        <p:nvSpPr>
          <p:cNvPr id="184" name="Google Shape;184;p91"/>
          <p:cNvSpPr/>
          <p:nvPr>
            <p:ph idx="2" type="media"/>
          </p:nvPr>
        </p:nvSpPr>
        <p:spPr>
          <a:xfrm>
            <a:off x="1124438" y="688283"/>
            <a:ext cx="9491001" cy="5338688"/>
          </a:xfrm>
          <a:prstGeom prst="rect">
            <a:avLst/>
          </a:prstGeom>
          <a:noFill/>
          <a:ln>
            <a:noFill/>
          </a:ln>
        </p:spPr>
        <p:txBody>
          <a:bodyPr anchorCtr="0" anchor="t" bIns="45700" lIns="91425" spcFirstLastPara="1" rIns="91425" wrap="square" tIns="1828800">
            <a:noAutofit/>
          </a:bodyPr>
          <a:lstStyle>
            <a:lvl1pPr lvl="0" marR="0" rtl="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85" name="Google Shape;185;p91"/>
          <p:cNvSpPr txBox="1"/>
          <p:nvPr>
            <p:ph type="title"/>
          </p:nvPr>
        </p:nvSpPr>
        <p:spPr>
          <a:xfrm>
            <a:off x="325939" y="78301"/>
            <a:ext cx="7579811" cy="459028"/>
          </a:xfrm>
          <a:prstGeom prst="rect">
            <a:avLst/>
          </a:prstGeom>
          <a:solidFill>
            <a:schemeClr val="accent2"/>
          </a:solidFill>
          <a:ln>
            <a:noFill/>
          </a:ln>
          <a:effectLst>
            <a:outerShdw blurRad="127000" rotWithShape="0" algn="tl" dir="2700000" dist="127000">
              <a:srgbClr val="BFBFBF">
                <a:alpha val="71373"/>
              </a:srgbClr>
            </a:outerShdw>
          </a:effectLst>
        </p:spPr>
        <p:txBody>
          <a:bodyPr anchorCtr="0" anchor="ctr" bIns="0" lIns="91425" spcFirstLastPara="1" rIns="0" wrap="square" tIns="0">
            <a:noAutofit/>
          </a:bodyPr>
          <a:lstStyle>
            <a:lvl1pPr lvl="0" marR="0" rtl="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6" name="Google Shape;186;p91"/>
          <p:cNvSpPr txBox="1"/>
          <p:nvPr>
            <p:ph idx="1"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187" name="Shape 187"/>
        <p:cNvGrpSpPr/>
        <p:nvPr/>
      </p:nvGrpSpPr>
      <p:grpSpPr>
        <a:xfrm>
          <a:off x="0" y="0"/>
          <a:ext cx="0" cy="0"/>
          <a:chOff x="0" y="0"/>
          <a:chExt cx="0" cy="0"/>
        </a:xfrm>
      </p:grpSpPr>
      <p:sp>
        <p:nvSpPr>
          <p:cNvPr id="188" name="Google Shape;188;p105"/>
          <p:cNvSpPr txBox="1"/>
          <p:nvPr/>
        </p:nvSpPr>
        <p:spPr>
          <a:xfrm>
            <a:off x="3987293" y="5751951"/>
            <a:ext cx="4191000" cy="4801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189" name="Google Shape;189;p105"/>
          <p:cNvSpPr/>
          <p:nvPr/>
        </p:nvSpPr>
        <p:spPr>
          <a:xfrm>
            <a:off x="2316544" y="2334255"/>
            <a:ext cx="496178" cy="1881128"/>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0" name="Google Shape;190;p105"/>
          <p:cNvSpPr/>
          <p:nvPr/>
        </p:nvSpPr>
        <p:spPr>
          <a:xfrm>
            <a:off x="2298126" y="2367463"/>
            <a:ext cx="107289" cy="117269"/>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1" name="Google Shape;191;p105"/>
          <p:cNvSpPr/>
          <p:nvPr/>
        </p:nvSpPr>
        <p:spPr>
          <a:xfrm>
            <a:off x="2298126" y="2367463"/>
            <a:ext cx="107289" cy="117269"/>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2" name="Google Shape;192;p105"/>
          <p:cNvSpPr/>
          <p:nvPr/>
        </p:nvSpPr>
        <p:spPr>
          <a:xfrm>
            <a:off x="1959874" y="1620270"/>
            <a:ext cx="637174" cy="773894"/>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3" name="Google Shape;193;p105"/>
          <p:cNvSpPr/>
          <p:nvPr/>
        </p:nvSpPr>
        <p:spPr>
          <a:xfrm>
            <a:off x="1959922" y="1928368"/>
            <a:ext cx="635489" cy="465795"/>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117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4" name="Google Shape;194;p105"/>
          <p:cNvSpPr/>
          <p:nvPr/>
        </p:nvSpPr>
        <p:spPr>
          <a:xfrm>
            <a:off x="7635445" y="3025135"/>
            <a:ext cx="453215" cy="1702214"/>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5" name="Google Shape;195;p105"/>
          <p:cNvSpPr/>
          <p:nvPr/>
        </p:nvSpPr>
        <p:spPr>
          <a:xfrm>
            <a:off x="7993288" y="3057466"/>
            <a:ext cx="106562" cy="117090"/>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6" name="Google Shape;196;p105"/>
          <p:cNvSpPr/>
          <p:nvPr/>
        </p:nvSpPr>
        <p:spPr>
          <a:xfrm>
            <a:off x="7993288" y="3057466"/>
            <a:ext cx="106562" cy="117090"/>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7" name="Google Shape;197;p105"/>
          <p:cNvSpPr/>
          <p:nvPr/>
        </p:nvSpPr>
        <p:spPr>
          <a:xfrm>
            <a:off x="7832107" y="2316556"/>
            <a:ext cx="638598" cy="768217"/>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8" name="Google Shape;198;p105"/>
          <p:cNvSpPr/>
          <p:nvPr/>
        </p:nvSpPr>
        <p:spPr>
          <a:xfrm>
            <a:off x="7832424" y="2643673"/>
            <a:ext cx="638375" cy="440391"/>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117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99" name="Google Shape;199;p105"/>
          <p:cNvGrpSpPr/>
          <p:nvPr/>
        </p:nvGrpSpPr>
        <p:grpSpPr>
          <a:xfrm>
            <a:off x="5457740" y="1333254"/>
            <a:ext cx="1594946" cy="4101698"/>
            <a:chOff x="5652866" y="1771703"/>
            <a:chExt cx="1133902" cy="2916040"/>
          </a:xfrm>
        </p:grpSpPr>
        <p:sp>
          <p:nvSpPr>
            <p:cNvPr id="200" name="Google Shape;200;p105"/>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1" name="Google Shape;201;p105"/>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2" name="Google Shape;202;p105"/>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3" name="Google Shape;203;p105"/>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4" name="Google Shape;204;p105"/>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5" name="Google Shape;205;p105"/>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6" name="Google Shape;206;p105"/>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7" name="Google Shape;207;p105"/>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8" name="Google Shape;208;p105"/>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9" name="Google Shape;209;p105"/>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0" name="Google Shape;210;p105"/>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1" name="Google Shape;211;p105"/>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2" name="Google Shape;212;p105"/>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3" name="Google Shape;213;p105"/>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4" name="Google Shape;214;p105"/>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5" name="Google Shape;215;p105"/>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6" name="Google Shape;216;p105"/>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7" name="Google Shape;217;p105"/>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8" name="Google Shape;218;p105"/>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9" name="Google Shape;219;p105"/>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0" name="Google Shape;220;p105"/>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1" name="Google Shape;221;p105"/>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2" name="Google Shape;222;p105"/>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3" name="Google Shape;223;p105"/>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4" name="Google Shape;224;p105"/>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 name="Google Shape;225;p105"/>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 name="Google Shape;226;p105"/>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 name="Google Shape;227;p105"/>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 name="Google Shape;228;p105"/>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 name="Google Shape;229;p105"/>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 name="Google Shape;230;p105"/>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 name="Google Shape;231;p105"/>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 name="Google Shape;232;p105"/>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 name="Google Shape;233;p105"/>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 name="Google Shape;234;p105"/>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5" name="Google Shape;235;p105"/>
          <p:cNvGrpSpPr/>
          <p:nvPr/>
        </p:nvGrpSpPr>
        <p:grpSpPr>
          <a:xfrm>
            <a:off x="335511" y="217220"/>
            <a:ext cx="11376536" cy="5726644"/>
            <a:chOff x="3962400" y="1361312"/>
            <a:chExt cx="4234979" cy="2131775"/>
          </a:xfrm>
        </p:grpSpPr>
        <p:sp>
          <p:nvSpPr>
            <p:cNvPr id="236" name="Google Shape;236;p105"/>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 name="Google Shape;237;p105"/>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 name="Google Shape;238;p105"/>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 name="Google Shape;239;p105"/>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 name="Google Shape;240;p105"/>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 name="Google Shape;241;p105"/>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 name="Google Shape;242;p105"/>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 name="Google Shape;243;p105"/>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 name="Google Shape;244;p105"/>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 name="Google Shape;245;p105"/>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 name="Google Shape;246;p105"/>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 name="Google Shape;247;p105"/>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 name="Google Shape;248;p105"/>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 name="Google Shape;249;p105"/>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 name="Google Shape;250;p105"/>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 name="Google Shape;251;p105"/>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 name="Google Shape;252;p105"/>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 name="Google Shape;253;p105"/>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 name="Google Shape;254;p105"/>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 name="Google Shape;255;p105"/>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 name="Google Shape;256;p105"/>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7" name="Google Shape;257;p105"/>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8" name="Google Shape;258;p105"/>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9" name="Google Shape;259;p105"/>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0" name="Google Shape;260;p105"/>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1" name="Google Shape;261;p105"/>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2" name="Google Shape;262;p105"/>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3" name="Google Shape;263;p105"/>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4" name="Google Shape;264;p105"/>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5" name="Google Shape;265;p105"/>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 name="Google Shape;266;p105"/>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 name="Google Shape;267;p105"/>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 name="Google Shape;268;p105"/>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 name="Google Shape;269;p105"/>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 name="Google Shape;270;p105"/>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 name="Google Shape;271;p105"/>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 name="Google Shape;272;p105"/>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 name="Google Shape;273;p105"/>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 name="Google Shape;274;p105"/>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 name="Google Shape;275;p105"/>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 name="Google Shape;276;p105"/>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 name="Google Shape;277;p105"/>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278" name="Shape 278"/>
        <p:cNvGrpSpPr/>
        <p:nvPr/>
      </p:nvGrpSpPr>
      <p:grpSpPr>
        <a:xfrm>
          <a:off x="0" y="0"/>
          <a:ext cx="0" cy="0"/>
          <a:chOff x="0" y="0"/>
          <a:chExt cx="0" cy="0"/>
        </a:xfrm>
      </p:grpSpPr>
      <p:pic>
        <p:nvPicPr>
          <p:cNvPr id="279" name="Google Shape;279;p86"/>
          <p:cNvPicPr preferRelativeResize="0"/>
          <p:nvPr/>
        </p:nvPicPr>
        <p:blipFill rotWithShape="1">
          <a:blip r:embed="rId2">
            <a:alphaModFix/>
          </a:blip>
          <a:srcRect b="0" l="0" r="0" t="0"/>
          <a:stretch/>
        </p:blipFill>
        <p:spPr>
          <a:xfrm>
            <a:off x="648936" y="1127591"/>
            <a:ext cx="5710167" cy="3961993"/>
          </a:xfrm>
          <a:prstGeom prst="rect">
            <a:avLst/>
          </a:prstGeom>
          <a:noFill/>
          <a:ln>
            <a:noFill/>
          </a:ln>
        </p:spPr>
      </p:pic>
      <p:sp>
        <p:nvSpPr>
          <p:cNvPr id="280" name="Google Shape;280;p86"/>
          <p:cNvSpPr txBox="1"/>
          <p:nvPr/>
        </p:nvSpPr>
        <p:spPr>
          <a:xfrm>
            <a:off x="6288656" y="2231425"/>
            <a:ext cx="4768356" cy="1754326"/>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81" name="Shape 281"/>
        <p:cNvGrpSpPr/>
        <p:nvPr/>
      </p:nvGrpSpPr>
      <p:grpSpPr>
        <a:xfrm>
          <a:off x="0" y="0"/>
          <a:ext cx="0" cy="0"/>
          <a:chOff x="0" y="0"/>
          <a:chExt cx="0" cy="0"/>
        </a:xfrm>
      </p:grpSpPr>
      <p:sp>
        <p:nvSpPr>
          <p:cNvPr id="282" name="Google Shape;282;p87"/>
          <p:cNvSpPr txBox="1"/>
          <p:nvPr/>
        </p:nvSpPr>
        <p:spPr>
          <a:xfrm>
            <a:off x="2505636" y="2773309"/>
            <a:ext cx="7180728" cy="1323439"/>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283" name="Shape 283"/>
        <p:cNvGrpSpPr/>
        <p:nvPr/>
      </p:nvGrpSpPr>
      <p:grpSpPr>
        <a:xfrm>
          <a:off x="0" y="0"/>
          <a:ext cx="0" cy="0"/>
          <a:chOff x="0" y="0"/>
          <a:chExt cx="0" cy="0"/>
        </a:xfrm>
      </p:grpSpPr>
      <p:grpSp>
        <p:nvGrpSpPr>
          <p:cNvPr id="284" name="Google Shape;284;g2792376cf4c_2_1261"/>
          <p:cNvGrpSpPr/>
          <p:nvPr/>
        </p:nvGrpSpPr>
        <p:grpSpPr>
          <a:xfrm>
            <a:off x="680011" y="0"/>
            <a:ext cx="3090697" cy="1806089"/>
            <a:chOff x="536716" y="-1319"/>
            <a:chExt cx="3976708" cy="2323841"/>
          </a:xfrm>
        </p:grpSpPr>
        <p:sp>
          <p:nvSpPr>
            <p:cNvPr id="285" name="Google Shape;285;g2792376cf4c_2_126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6" name="Google Shape;286;g2792376cf4c_2_1261"/>
            <p:cNvGrpSpPr/>
            <p:nvPr/>
          </p:nvGrpSpPr>
          <p:grpSpPr>
            <a:xfrm>
              <a:off x="536716" y="0"/>
              <a:ext cx="3976708" cy="2322522"/>
              <a:chOff x="947530" y="0"/>
              <a:chExt cx="3976708" cy="2322522"/>
            </a:xfrm>
          </p:grpSpPr>
          <p:sp>
            <p:nvSpPr>
              <p:cNvPr id="287" name="Google Shape;287;g2792376cf4c_2_126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8" name="Google Shape;288;g2792376cf4c_2_126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9" name="Google Shape;289;g2792376cf4c_2_126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0" name="Google Shape;290;g2792376cf4c_2_126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1" name="Google Shape;291;g2792376cf4c_2_126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2" name="Google Shape;292;g2792376cf4c_2_1261"/>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293" name="Google Shape;293;g2792376cf4c_2_1261"/>
          <p:cNvGrpSpPr/>
          <p:nvPr/>
        </p:nvGrpSpPr>
        <p:grpSpPr>
          <a:xfrm>
            <a:off x="5941746" y="1054485"/>
            <a:ext cx="4147720" cy="4749029"/>
            <a:chOff x="5329188" y="1014865"/>
            <a:chExt cx="4147720" cy="4749029"/>
          </a:xfrm>
        </p:grpSpPr>
        <p:grpSp>
          <p:nvGrpSpPr>
            <p:cNvPr id="294" name="Google Shape;294;g2792376cf4c_2_1261"/>
            <p:cNvGrpSpPr/>
            <p:nvPr/>
          </p:nvGrpSpPr>
          <p:grpSpPr>
            <a:xfrm>
              <a:off x="5329188" y="1014865"/>
              <a:ext cx="4147720" cy="3894027"/>
              <a:chOff x="5329188" y="1014865"/>
              <a:chExt cx="4147720" cy="3894027"/>
            </a:xfrm>
          </p:grpSpPr>
          <p:sp>
            <p:nvSpPr>
              <p:cNvPr id="295" name="Google Shape;295;g2792376cf4c_2_126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 name="Google Shape;296;g2792376cf4c_2_126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97" name="Google Shape;297;g2792376cf4c_2_1261"/>
            <p:cNvGrpSpPr/>
            <p:nvPr/>
          </p:nvGrpSpPr>
          <p:grpSpPr>
            <a:xfrm>
              <a:off x="5474376" y="5044181"/>
              <a:ext cx="3724515" cy="719713"/>
              <a:chOff x="5474376" y="5044181"/>
              <a:chExt cx="3724515" cy="719713"/>
            </a:xfrm>
          </p:grpSpPr>
          <p:sp>
            <p:nvSpPr>
              <p:cNvPr id="298" name="Google Shape;298;g2792376cf4c_2_126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 name="Google Shape;299;g2792376cf4c_2_126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00" name="Google Shape;300;g2792376cf4c_2_1261"/>
            <p:cNvGrpSpPr/>
            <p:nvPr/>
          </p:nvGrpSpPr>
          <p:grpSpPr>
            <a:xfrm>
              <a:off x="6679374" y="3857046"/>
              <a:ext cx="1534214" cy="247727"/>
              <a:chOff x="6679374" y="3857046"/>
              <a:chExt cx="1534214" cy="247727"/>
            </a:xfrm>
          </p:grpSpPr>
          <p:sp>
            <p:nvSpPr>
              <p:cNvPr id="301" name="Google Shape;301;g2792376cf4c_2_1261"/>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 name="Google Shape;302;g2792376cf4c_2_1261"/>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 name="Google Shape;303;g2792376cf4c_2_1261"/>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 name="Google Shape;304;g2792376cf4c_2_1261"/>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5" name="Google Shape;305;g2792376cf4c_2_1261"/>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6" name="Google Shape;306;g2792376cf4c_2_1261"/>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7" name="Google Shape;307;g2792376cf4c_2_1261"/>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 name="Google Shape;308;g2792376cf4c_2_1261"/>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 name="Google Shape;309;g2792376cf4c_2_1261"/>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 name="Google Shape;310;g2792376cf4c_2_1261"/>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11" name="Google Shape;311;g2792376cf4c_2_1261"/>
            <p:cNvGrpSpPr/>
            <p:nvPr/>
          </p:nvGrpSpPr>
          <p:grpSpPr>
            <a:xfrm>
              <a:off x="6150150" y="1372824"/>
              <a:ext cx="1654036" cy="1634647"/>
              <a:chOff x="6150150" y="1372824"/>
              <a:chExt cx="1654036" cy="1634647"/>
            </a:xfrm>
          </p:grpSpPr>
          <p:sp>
            <p:nvSpPr>
              <p:cNvPr id="312" name="Google Shape;312;g2792376cf4c_2_1261"/>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 name="Google Shape;313;g2792376cf4c_2_1261"/>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 name="Google Shape;314;g2792376cf4c_2_1261"/>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 name="Google Shape;315;g2792376cf4c_2_1261"/>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 name="Google Shape;316;g2792376cf4c_2_1261"/>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17" name="Google Shape;317;g2792376cf4c_2_1261"/>
            <p:cNvGrpSpPr/>
            <p:nvPr/>
          </p:nvGrpSpPr>
          <p:grpSpPr>
            <a:xfrm>
              <a:off x="7567967" y="2334044"/>
              <a:ext cx="1372636" cy="1390272"/>
              <a:chOff x="7567967" y="2334044"/>
              <a:chExt cx="1372636" cy="1390272"/>
            </a:xfrm>
          </p:grpSpPr>
          <p:sp>
            <p:nvSpPr>
              <p:cNvPr id="318" name="Google Shape;318;g2792376cf4c_2_1261"/>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 name="Google Shape;319;g2792376cf4c_2_1261"/>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0" name="Google Shape;320;g2792376cf4c_2_1261"/>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1" name="Google Shape;321;g2792376cf4c_2_1261"/>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22" name="Google Shape;322;g2792376cf4c_2_1261"/>
            <p:cNvGrpSpPr/>
            <p:nvPr/>
          </p:nvGrpSpPr>
          <p:grpSpPr>
            <a:xfrm>
              <a:off x="5716757" y="2701775"/>
              <a:ext cx="2100989" cy="2869805"/>
              <a:chOff x="5716757" y="2701775"/>
              <a:chExt cx="2100989" cy="2869805"/>
            </a:xfrm>
          </p:grpSpPr>
          <p:sp>
            <p:nvSpPr>
              <p:cNvPr id="323" name="Google Shape;323;g2792376cf4c_2_1261"/>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4" name="Google Shape;324;g2792376cf4c_2_1261"/>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5" name="Google Shape;325;g2792376cf4c_2_1261"/>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6" name="Google Shape;326;g2792376cf4c_2_1261"/>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7" name="Google Shape;327;g2792376cf4c_2_1261"/>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8" name="Google Shape;328;g2792376cf4c_2_1261"/>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 name="Google Shape;329;g2792376cf4c_2_1261"/>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 name="Google Shape;330;g2792376cf4c_2_1261"/>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 name="Google Shape;331;g2792376cf4c_2_1261"/>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 name="Google Shape;332;g2792376cf4c_2_1261"/>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 name="Google Shape;333;g2792376cf4c_2_1261"/>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 name="Google Shape;334;g2792376cf4c_2_1261"/>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 name="Google Shape;335;g2792376cf4c_2_1261"/>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 name="Google Shape;336;g2792376cf4c_2_1261"/>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 name="Google Shape;337;g2792376cf4c_2_1261"/>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 name="Google Shape;338;g2792376cf4c_2_1261"/>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9" name="Google Shape;339;g2792376cf4c_2_1261"/>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0" name="Google Shape;340;g2792376cf4c_2_1261"/>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 name="Google Shape;341;g2792376cf4c_2_1261"/>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 name="Google Shape;342;g2792376cf4c_2_1261"/>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 name="Google Shape;343;g2792376cf4c_2_1261"/>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 name="Google Shape;344;g2792376cf4c_2_1261"/>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 name="Google Shape;345;g2792376cf4c_2_1261"/>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 name="Google Shape;346;g2792376cf4c_2_1261"/>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 name="Google Shape;347;g2792376cf4c_2_1261"/>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 name="Google Shape;348;g2792376cf4c_2_1261"/>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 name="Google Shape;349;g2792376cf4c_2_1261"/>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50" name="Google Shape;350;g2792376cf4c_2_1261"/>
              <p:cNvGrpSpPr/>
              <p:nvPr/>
            </p:nvGrpSpPr>
            <p:grpSpPr>
              <a:xfrm>
                <a:off x="5909424" y="3227297"/>
                <a:ext cx="721708" cy="913466"/>
                <a:chOff x="5909424" y="3227297"/>
                <a:chExt cx="721708" cy="913466"/>
              </a:xfrm>
            </p:grpSpPr>
            <p:sp>
              <p:nvSpPr>
                <p:cNvPr id="351" name="Google Shape;351;g2792376cf4c_2_126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2" name="Google Shape;352;g2792376cf4c_2_126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53" name="Google Shape;353;g2792376cf4c_2_1261"/>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4" name="Google Shape;354;g2792376cf4c_2_1261"/>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5" name="Google Shape;355;g2792376cf4c_2_1261"/>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6" name="Google Shape;356;g2792376cf4c_2_1261"/>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57" name="Google Shape;357;g2792376cf4c_2_1261"/>
              <p:cNvGrpSpPr/>
              <p:nvPr/>
            </p:nvGrpSpPr>
            <p:grpSpPr>
              <a:xfrm>
                <a:off x="6175444" y="3103172"/>
                <a:ext cx="262591" cy="280323"/>
                <a:chOff x="6175444" y="3103172"/>
                <a:chExt cx="262591" cy="280323"/>
              </a:xfrm>
            </p:grpSpPr>
            <p:sp>
              <p:nvSpPr>
                <p:cNvPr id="358" name="Google Shape;358;g2792376cf4c_2_126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 name="Google Shape;359;g2792376cf4c_2_126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60" name="Google Shape;360;g2792376cf4c_2_1261"/>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 name="Google Shape;361;g2792376cf4c_2_1261"/>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 name="Google Shape;362;g2792376cf4c_2_1261"/>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 name="Google Shape;363;g2792376cf4c_2_1261"/>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64" name="Google Shape;364;g2792376cf4c_2_1261"/>
              <p:cNvGrpSpPr/>
              <p:nvPr/>
            </p:nvGrpSpPr>
            <p:grpSpPr>
              <a:xfrm>
                <a:off x="6084245" y="2777613"/>
                <a:ext cx="361352" cy="401447"/>
                <a:chOff x="6084245" y="2777613"/>
                <a:chExt cx="361352" cy="401447"/>
              </a:xfrm>
            </p:grpSpPr>
            <p:sp>
              <p:nvSpPr>
                <p:cNvPr id="365" name="Google Shape;365;g2792376cf4c_2_126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 name="Google Shape;366;g2792376cf4c_2_126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67" name="Google Shape;367;g2792376cf4c_2_1261"/>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 name="Google Shape;368;g2792376cf4c_2_1261"/>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 name="Google Shape;369;g2792376cf4c_2_1261"/>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 name="Google Shape;370;g2792376cf4c_2_1261"/>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 name="Google Shape;371;g2792376cf4c_2_1261"/>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 name="Google Shape;372;g2792376cf4c_2_1261"/>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 name="Google Shape;373;g2792376cf4c_2_1261"/>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 name="Google Shape;374;g2792376cf4c_2_1261"/>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 name="Google Shape;375;g2792376cf4c_2_1261"/>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 name="Google Shape;376;g2792376cf4c_2_1261"/>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 name="Google Shape;377;g2792376cf4c_2_1261"/>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 name="Google Shape;378;g2792376cf4c_2_1261"/>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 name="Google Shape;379;g2792376cf4c_2_1261"/>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 name="Google Shape;380;g2792376cf4c_2_1261"/>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81" name="Google Shape;381;g2792376cf4c_2_1261"/>
              <p:cNvGrpSpPr/>
              <p:nvPr/>
            </p:nvGrpSpPr>
            <p:grpSpPr>
              <a:xfrm>
                <a:off x="5914287" y="3433041"/>
                <a:ext cx="962877" cy="299634"/>
                <a:chOff x="5914287" y="3433041"/>
                <a:chExt cx="962877" cy="299634"/>
              </a:xfrm>
            </p:grpSpPr>
            <p:sp>
              <p:nvSpPr>
                <p:cNvPr id="382" name="Google Shape;382;g2792376cf4c_2_126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3" name="Google Shape;383;g2792376cf4c_2_126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84" name="Google Shape;384;g2792376cf4c_2_1261"/>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5" name="Google Shape;385;g2792376cf4c_2_1261"/>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6" name="Google Shape;386;g2792376cf4c_2_1261"/>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7" name="Google Shape;387;g2792376cf4c_2_1261"/>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8" name="Google Shape;388;g2792376cf4c_2_1261"/>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9" name="Google Shape;389;g2792376cf4c_2_1261"/>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0" name="Google Shape;390;g2792376cf4c_2_1261"/>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1" name="Google Shape;391;g2792376cf4c_2_1261"/>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2" name="Google Shape;392;g2792376cf4c_2_1261"/>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3" name="Google Shape;393;g2792376cf4c_2_1261"/>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4" name="Google Shape;394;g2792376cf4c_2_1261"/>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5" name="Google Shape;395;g2792376cf4c_2_1261"/>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6" name="Google Shape;396;g2792376cf4c_2_1261"/>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7" name="Google Shape;397;g2792376cf4c_2_1261"/>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 name="Google Shape;398;g2792376cf4c_2_1261"/>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99" name="Google Shape;399;g2792376cf4c_2_126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400" name="Shape 400"/>
        <p:cNvGrpSpPr/>
        <p:nvPr/>
      </p:nvGrpSpPr>
      <p:grpSpPr>
        <a:xfrm>
          <a:off x="0" y="0"/>
          <a:ext cx="0" cy="0"/>
          <a:chOff x="0" y="0"/>
          <a:chExt cx="0" cy="0"/>
        </a:xfrm>
      </p:grpSpPr>
      <p:sp>
        <p:nvSpPr>
          <p:cNvPr id="401" name="Google Shape;401;p73"/>
          <p:cNvSpPr txBox="1"/>
          <p:nvPr>
            <p:ph idx="1" type="body"/>
          </p:nvPr>
        </p:nvSpPr>
        <p:spPr>
          <a:xfrm>
            <a:off x="2022957" y="1116184"/>
            <a:ext cx="91440" cy="310896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2" name="Google Shape;402;p73"/>
          <p:cNvSpPr txBox="1"/>
          <p:nvPr/>
        </p:nvSpPr>
        <p:spPr>
          <a:xfrm>
            <a:off x="996843" y="968220"/>
            <a:ext cx="10442682" cy="69894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403" name="Google Shape;403;p73"/>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404" name="Google Shape;404;p73"/>
          <p:cNvSpPr txBox="1"/>
          <p:nvPr>
            <p:ph idx="2" type="body"/>
          </p:nvPr>
        </p:nvSpPr>
        <p:spPr>
          <a:xfrm>
            <a:off x="1871003" y="1667167"/>
            <a:ext cx="8773316" cy="1956389"/>
          </a:xfrm>
          <a:prstGeom prst="rect">
            <a:avLst/>
          </a:prstGeom>
          <a:noFill/>
          <a:ln>
            <a:noFill/>
          </a:ln>
        </p:spPr>
        <p:txBody>
          <a:bodyPr anchorCtr="0" anchor="t" bIns="45700" lIns="91425" spcFirstLastPara="1" rIns="91425" wrap="square" tIns="45700">
            <a:noAutofit/>
          </a:bodyPr>
          <a:lstStyle>
            <a:lvl1pPr indent="-419100" lvl="0" marL="457200" marR="0" rtl="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rtl="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rtl="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5" name="Google Shape;405;p73"/>
          <p:cNvSpPr txBox="1"/>
          <p:nvPr>
            <p:ph idx="3" type="body"/>
          </p:nvPr>
        </p:nvSpPr>
        <p:spPr>
          <a:xfrm>
            <a:off x="2337773" y="654820"/>
            <a:ext cx="678663" cy="387798"/>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406" name="Shape 406"/>
        <p:cNvGrpSpPr/>
        <p:nvPr/>
      </p:nvGrpSpPr>
      <p:grpSpPr>
        <a:xfrm>
          <a:off x="0" y="0"/>
          <a:ext cx="0" cy="0"/>
          <a:chOff x="0" y="0"/>
          <a:chExt cx="0" cy="0"/>
        </a:xfrm>
      </p:grpSpPr>
      <p:grpSp>
        <p:nvGrpSpPr>
          <p:cNvPr id="407" name="Google Shape;407;p124"/>
          <p:cNvGrpSpPr/>
          <p:nvPr/>
        </p:nvGrpSpPr>
        <p:grpSpPr>
          <a:xfrm>
            <a:off x="680025" y="0"/>
            <a:ext cx="3090788" cy="1806087"/>
            <a:chOff x="536716" y="-1319"/>
            <a:chExt cx="3976695" cy="2323763"/>
          </a:xfrm>
        </p:grpSpPr>
        <p:sp>
          <p:nvSpPr>
            <p:cNvPr id="408" name="Google Shape;408;p124"/>
            <p:cNvSpPr/>
            <p:nvPr/>
          </p:nvSpPr>
          <p:spPr>
            <a:xfrm>
              <a:off x="3829881" y="897"/>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09" name="Google Shape;409;p124"/>
            <p:cNvGrpSpPr/>
            <p:nvPr/>
          </p:nvGrpSpPr>
          <p:grpSpPr>
            <a:xfrm>
              <a:off x="536716" y="0"/>
              <a:ext cx="3976695" cy="2322444"/>
              <a:chOff x="947530" y="0"/>
              <a:chExt cx="3976695" cy="2322444"/>
            </a:xfrm>
          </p:grpSpPr>
          <p:sp>
            <p:nvSpPr>
              <p:cNvPr id="410" name="Google Shape;410;p124"/>
              <p:cNvSpPr/>
              <p:nvPr/>
            </p:nvSpPr>
            <p:spPr>
              <a:xfrm>
                <a:off x="1364970" y="0"/>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1" name="Google Shape;411;p124"/>
              <p:cNvSpPr/>
              <p:nvPr/>
            </p:nvSpPr>
            <p:spPr>
              <a:xfrm>
                <a:off x="1041338" y="920922"/>
                <a:ext cx="3882887" cy="1401522"/>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2" name="Google Shape;412;p124"/>
              <p:cNvSpPr/>
              <p:nvPr/>
            </p:nvSpPr>
            <p:spPr>
              <a:xfrm>
                <a:off x="947530" y="824843"/>
                <a:ext cx="3882887" cy="1401522"/>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3" name="Google Shape;413;p124"/>
              <p:cNvSpPr/>
              <p:nvPr/>
            </p:nvSpPr>
            <p:spPr>
              <a:xfrm>
                <a:off x="4194312" y="0"/>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4" name="Google Shape;414;p124"/>
            <p:cNvSpPr/>
            <p:nvPr/>
          </p:nvSpPr>
          <p:spPr>
            <a:xfrm>
              <a:off x="907773" y="-1319"/>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5" name="Google Shape;415;p124"/>
          <p:cNvSpPr txBox="1"/>
          <p:nvPr/>
        </p:nvSpPr>
        <p:spPr>
          <a:xfrm>
            <a:off x="680025" y="702888"/>
            <a:ext cx="301787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416" name="Google Shape;416;p124"/>
          <p:cNvPicPr preferRelativeResize="0"/>
          <p:nvPr/>
        </p:nvPicPr>
        <p:blipFill rotWithShape="1">
          <a:blip r:embed="rId2">
            <a:alphaModFix/>
          </a:blip>
          <a:srcRect b="0" l="0" r="0" t="0"/>
          <a:stretch/>
        </p:blipFill>
        <p:spPr>
          <a:xfrm>
            <a:off x="5309216" y="526820"/>
            <a:ext cx="5309936" cy="5309936"/>
          </a:xfrm>
          <a:prstGeom prst="rect">
            <a:avLst/>
          </a:prstGeom>
          <a:noFill/>
          <a:ln>
            <a:noFill/>
          </a:ln>
        </p:spPr>
      </p:pic>
      <p:sp>
        <p:nvSpPr>
          <p:cNvPr id="417" name="Google Shape;417;p124"/>
          <p:cNvSpPr txBox="1"/>
          <p:nvPr>
            <p:ph idx="1" type="body"/>
          </p:nvPr>
        </p:nvSpPr>
        <p:spPr>
          <a:xfrm>
            <a:off x="752936" y="2133600"/>
            <a:ext cx="4483002" cy="326468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418" name="Shape 418"/>
        <p:cNvGrpSpPr/>
        <p:nvPr/>
      </p:nvGrpSpPr>
      <p:grpSpPr>
        <a:xfrm>
          <a:off x="0" y="0"/>
          <a:ext cx="0" cy="0"/>
          <a:chOff x="0" y="0"/>
          <a:chExt cx="0" cy="0"/>
        </a:xfrm>
      </p:grpSpPr>
      <p:grpSp>
        <p:nvGrpSpPr>
          <p:cNvPr id="419" name="Google Shape;419;p125"/>
          <p:cNvGrpSpPr/>
          <p:nvPr/>
        </p:nvGrpSpPr>
        <p:grpSpPr>
          <a:xfrm>
            <a:off x="680025" y="0"/>
            <a:ext cx="3090788" cy="1806087"/>
            <a:chOff x="536716" y="-1319"/>
            <a:chExt cx="3976695" cy="2323763"/>
          </a:xfrm>
        </p:grpSpPr>
        <p:sp>
          <p:nvSpPr>
            <p:cNvPr id="420" name="Google Shape;420;p125"/>
            <p:cNvSpPr/>
            <p:nvPr/>
          </p:nvSpPr>
          <p:spPr>
            <a:xfrm>
              <a:off x="3829881" y="897"/>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21" name="Google Shape;421;p125"/>
            <p:cNvGrpSpPr/>
            <p:nvPr/>
          </p:nvGrpSpPr>
          <p:grpSpPr>
            <a:xfrm>
              <a:off x="536716" y="0"/>
              <a:ext cx="3976695" cy="2322444"/>
              <a:chOff x="947530" y="0"/>
              <a:chExt cx="3976695" cy="2322444"/>
            </a:xfrm>
          </p:grpSpPr>
          <p:sp>
            <p:nvSpPr>
              <p:cNvPr id="422" name="Google Shape;422;p125"/>
              <p:cNvSpPr/>
              <p:nvPr/>
            </p:nvSpPr>
            <p:spPr>
              <a:xfrm>
                <a:off x="1364970" y="0"/>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3" name="Google Shape;423;p125"/>
              <p:cNvSpPr/>
              <p:nvPr/>
            </p:nvSpPr>
            <p:spPr>
              <a:xfrm>
                <a:off x="1041338" y="920922"/>
                <a:ext cx="3882887" cy="1401522"/>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4" name="Google Shape;424;p125"/>
              <p:cNvSpPr/>
              <p:nvPr/>
            </p:nvSpPr>
            <p:spPr>
              <a:xfrm>
                <a:off x="947530" y="824843"/>
                <a:ext cx="3882887" cy="1401522"/>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5" name="Google Shape;425;p125"/>
              <p:cNvSpPr/>
              <p:nvPr/>
            </p:nvSpPr>
            <p:spPr>
              <a:xfrm>
                <a:off x="4194312" y="0"/>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26" name="Google Shape;426;p125"/>
            <p:cNvSpPr/>
            <p:nvPr/>
          </p:nvSpPr>
          <p:spPr>
            <a:xfrm>
              <a:off x="907773" y="-1319"/>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27" name="Google Shape;427;p125"/>
          <p:cNvSpPr txBox="1"/>
          <p:nvPr/>
        </p:nvSpPr>
        <p:spPr>
          <a:xfrm>
            <a:off x="680025" y="702888"/>
            <a:ext cx="301787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428" name="Google Shape;428;p125"/>
          <p:cNvGrpSpPr/>
          <p:nvPr/>
        </p:nvGrpSpPr>
        <p:grpSpPr>
          <a:xfrm>
            <a:off x="5346784" y="1129383"/>
            <a:ext cx="4318845" cy="2583681"/>
            <a:chOff x="5320151" y="896335"/>
            <a:chExt cx="4318845" cy="2583681"/>
          </a:xfrm>
        </p:grpSpPr>
        <p:sp>
          <p:nvSpPr>
            <p:cNvPr id="429" name="Google Shape;429;p125"/>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 name="Google Shape;430;p125"/>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31" name="Google Shape;431;p125"/>
          <p:cNvGrpSpPr/>
          <p:nvPr/>
        </p:nvGrpSpPr>
        <p:grpSpPr>
          <a:xfrm>
            <a:off x="8020375" y="1479739"/>
            <a:ext cx="1344658" cy="4110296"/>
            <a:chOff x="7993742" y="1246691"/>
            <a:chExt cx="1344658" cy="4110296"/>
          </a:xfrm>
        </p:grpSpPr>
        <p:sp>
          <p:nvSpPr>
            <p:cNvPr id="432" name="Google Shape;432;p125"/>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 name="Google Shape;433;p125"/>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 name="Google Shape;434;p125"/>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 name="Google Shape;435;p125"/>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 name="Google Shape;436;p125"/>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7" name="Google Shape;437;p125"/>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8" name="Google Shape;438;p125"/>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9" name="Google Shape;439;p125"/>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 name="Google Shape;440;p125"/>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 name="Google Shape;441;p125"/>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 name="Google Shape;442;p125"/>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 name="Google Shape;443;p125"/>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 name="Google Shape;444;p125"/>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 name="Google Shape;445;p125"/>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 name="Google Shape;446;p125"/>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 name="Google Shape;447;p125"/>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 name="Google Shape;448;p125"/>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 name="Google Shape;449;p125"/>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0" name="Google Shape;450;p125"/>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1" name="Google Shape;451;p125"/>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2" name="Google Shape;452;p125"/>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3" name="Google Shape;453;p125"/>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4" name="Google Shape;454;p125"/>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5" name="Google Shape;455;p125"/>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6" name="Google Shape;456;p125"/>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7" name="Google Shape;457;p125"/>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8" name="Google Shape;458;p125"/>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59" name="Google Shape;459;p125"/>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0" name="Google Shape;460;p125"/>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1" name="Google Shape;461;p125"/>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2" name="Google Shape;462;p125"/>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3" name="Google Shape;463;p125"/>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4" name="Google Shape;464;p125"/>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5" name="Google Shape;465;p125"/>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6" name="Google Shape;466;p125"/>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7" name="Google Shape;467;p125"/>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8" name="Google Shape;468;p125"/>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69" name="Google Shape;469;p125"/>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0" name="Google Shape;470;p125"/>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1" name="Google Shape;471;p125"/>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2" name="Google Shape;472;p125"/>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3" name="Google Shape;473;p125"/>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4" name="Google Shape;474;p125"/>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5" name="Google Shape;475;p125"/>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6" name="Google Shape;476;p125"/>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77" name="Google Shape;477;p125"/>
          <p:cNvGrpSpPr/>
          <p:nvPr/>
        </p:nvGrpSpPr>
        <p:grpSpPr>
          <a:xfrm>
            <a:off x="6181783" y="2432841"/>
            <a:ext cx="2702942" cy="1829559"/>
            <a:chOff x="6155150" y="2199793"/>
            <a:chExt cx="2702942" cy="1829559"/>
          </a:xfrm>
        </p:grpSpPr>
        <p:sp>
          <p:nvSpPr>
            <p:cNvPr id="478" name="Google Shape;478;p125"/>
            <p:cNvSpPr/>
            <p:nvPr/>
          </p:nvSpPr>
          <p:spPr>
            <a:xfrm rot="-249000">
              <a:off x="7738494" y="3722091"/>
              <a:ext cx="137335" cy="12847"/>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79" name="Google Shape;479;p125"/>
            <p:cNvSpPr/>
            <p:nvPr/>
          </p:nvSpPr>
          <p:spPr>
            <a:xfrm rot="-249000">
              <a:off x="7931372" y="3710686"/>
              <a:ext cx="67447" cy="12847"/>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0" name="Google Shape;480;p125"/>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1" name="Google Shape;481;p125"/>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2" name="Google Shape;482;p125"/>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3" name="Google Shape;483;p125"/>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4" name="Google Shape;484;p125"/>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5" name="Google Shape;485;p125"/>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6" name="Google Shape;486;p125"/>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87" name="Google Shape;487;p125"/>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88" name="Google Shape;488;p125"/>
          <p:cNvGrpSpPr/>
          <p:nvPr/>
        </p:nvGrpSpPr>
        <p:grpSpPr>
          <a:xfrm>
            <a:off x="5355452" y="1806760"/>
            <a:ext cx="1514699" cy="3783660"/>
            <a:chOff x="5328819" y="1573712"/>
            <a:chExt cx="1514699" cy="3783660"/>
          </a:xfrm>
        </p:grpSpPr>
        <p:sp>
          <p:nvSpPr>
            <p:cNvPr id="489" name="Google Shape;489;p125"/>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0" name="Google Shape;490;p125"/>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1" name="Google Shape;491;p125"/>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2" name="Google Shape;492;p125"/>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3" name="Google Shape;493;p125"/>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4" name="Google Shape;494;p125"/>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627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5" name="Google Shape;495;p125"/>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6" name="Google Shape;496;p125"/>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7" name="Google Shape;497;p125"/>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 name="Google Shape;498;p125"/>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 name="Google Shape;499;p125"/>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 name="Google Shape;500;p125"/>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 name="Google Shape;501;p125"/>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 name="Google Shape;502;p125"/>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 name="Google Shape;503;p125"/>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 name="Google Shape;504;p125"/>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 name="Google Shape;505;p125"/>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 name="Google Shape;506;p125"/>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7" name="Google Shape;507;p125"/>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8" name="Google Shape;508;p125"/>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9" name="Google Shape;509;p125"/>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0" name="Google Shape;510;p125"/>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1" name="Google Shape;511;p125"/>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2" name="Google Shape;512;p125"/>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3" name="Google Shape;513;p125"/>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4" name="Google Shape;514;p125"/>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5" name="Google Shape;515;p125"/>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6" name="Google Shape;516;p125"/>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7" name="Google Shape;517;p125"/>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8" name="Google Shape;518;p125"/>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19" name="Google Shape;519;p125"/>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0" name="Google Shape;520;p125"/>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1" name="Google Shape;521;p125"/>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2" name="Google Shape;522;p125"/>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3" name="Google Shape;523;p125"/>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4" name="Google Shape;524;p125"/>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5" name="Google Shape;525;p125"/>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6" name="Google Shape;526;p125"/>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7" name="Google Shape;527;p125"/>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8" name="Google Shape;528;p125"/>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29" name="Google Shape;529;p125"/>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0" name="Google Shape;530;p125"/>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1" name="Google Shape;531;p125"/>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2" name="Google Shape;532;p125"/>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3" name="Google Shape;533;p125"/>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4" name="Google Shape;534;p125"/>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5" name="Google Shape;535;p125"/>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6" name="Google Shape;536;p125"/>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7" name="Google Shape;537;p125"/>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8" name="Google Shape;538;p125"/>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9" name="Google Shape;539;p125"/>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40" name="Google Shape;540;p125"/>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41" name="Google Shape;541;p125"/>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42" name="Google Shape;542;p125"/>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43" name="Google Shape;543;p125"/>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544" name="Google Shape;544;p125"/>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45" name="Google Shape;545;p125"/>
          <p:cNvSpPr txBox="1"/>
          <p:nvPr>
            <p:ph idx="1" type="body"/>
          </p:nvPr>
        </p:nvSpPr>
        <p:spPr>
          <a:xfrm>
            <a:off x="752936" y="2133600"/>
            <a:ext cx="4483002" cy="326468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546" name="Shape 546"/>
        <p:cNvGrpSpPr/>
        <p:nvPr/>
      </p:nvGrpSpPr>
      <p:grpSpPr>
        <a:xfrm>
          <a:off x="0" y="0"/>
          <a:ext cx="0" cy="0"/>
          <a:chOff x="0" y="0"/>
          <a:chExt cx="0" cy="0"/>
        </a:xfrm>
      </p:grpSpPr>
      <p:grpSp>
        <p:nvGrpSpPr>
          <p:cNvPr id="547" name="Google Shape;547;g2792376cf4c_2_609"/>
          <p:cNvGrpSpPr/>
          <p:nvPr/>
        </p:nvGrpSpPr>
        <p:grpSpPr>
          <a:xfrm>
            <a:off x="680011" y="0"/>
            <a:ext cx="3090697" cy="1806089"/>
            <a:chOff x="536716" y="-1319"/>
            <a:chExt cx="3976708" cy="2323841"/>
          </a:xfrm>
        </p:grpSpPr>
        <p:sp>
          <p:nvSpPr>
            <p:cNvPr id="548" name="Google Shape;548;g2792376cf4c_2_60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49" name="Google Shape;549;g2792376cf4c_2_609"/>
            <p:cNvGrpSpPr/>
            <p:nvPr/>
          </p:nvGrpSpPr>
          <p:grpSpPr>
            <a:xfrm>
              <a:off x="536716" y="0"/>
              <a:ext cx="3976708" cy="2322522"/>
              <a:chOff x="947530" y="0"/>
              <a:chExt cx="3976708" cy="2322522"/>
            </a:xfrm>
          </p:grpSpPr>
          <p:sp>
            <p:nvSpPr>
              <p:cNvPr id="550" name="Google Shape;550;g2792376cf4c_2_60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1" name="Google Shape;551;g2792376cf4c_2_60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2" name="Google Shape;552;g2792376cf4c_2_60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3" name="Google Shape;553;g2792376cf4c_2_60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54" name="Google Shape;554;g2792376cf4c_2_60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555" name="Google Shape;555;g2792376cf4c_2_609"/>
          <p:cNvGrpSpPr/>
          <p:nvPr/>
        </p:nvGrpSpPr>
        <p:grpSpPr>
          <a:xfrm>
            <a:off x="4978675" y="230124"/>
            <a:ext cx="6585927" cy="6481913"/>
            <a:chOff x="4481529" y="255149"/>
            <a:chExt cx="6585927" cy="6481913"/>
          </a:xfrm>
        </p:grpSpPr>
        <p:sp>
          <p:nvSpPr>
            <p:cNvPr id="556" name="Google Shape;556;g2792376cf4c_2_609"/>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666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57" name="Google Shape;557;g2792376cf4c_2_609"/>
            <p:cNvGrpSpPr/>
            <p:nvPr/>
          </p:nvGrpSpPr>
          <p:grpSpPr>
            <a:xfrm>
              <a:off x="5620313" y="1114010"/>
              <a:ext cx="3943967" cy="4769709"/>
              <a:chOff x="6160166" y="1922223"/>
              <a:chExt cx="3328798" cy="4025751"/>
            </a:xfrm>
          </p:grpSpPr>
          <p:sp>
            <p:nvSpPr>
              <p:cNvPr id="558" name="Google Shape;558;g2792376cf4c_2_609"/>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59" name="Google Shape;559;g2792376cf4c_2_609"/>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60" name="Google Shape;560;g2792376cf4c_2_609"/>
              <p:cNvGrpSpPr/>
              <p:nvPr/>
            </p:nvGrpSpPr>
            <p:grpSpPr>
              <a:xfrm rot="-2084623">
                <a:off x="6852794" y="2171732"/>
                <a:ext cx="1813520" cy="2998018"/>
                <a:chOff x="6852949" y="2172109"/>
                <a:chExt cx="1813541" cy="2998053"/>
              </a:xfrm>
            </p:grpSpPr>
            <p:sp>
              <p:nvSpPr>
                <p:cNvPr id="561" name="Google Shape;561;g2792376cf4c_2_609"/>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2" name="Google Shape;562;g2792376cf4c_2_609"/>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3" name="Google Shape;563;g2792376cf4c_2_609"/>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4" name="Google Shape;564;g2792376cf4c_2_609"/>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5" name="Google Shape;565;g2792376cf4c_2_609"/>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6" name="Google Shape;566;g2792376cf4c_2_609"/>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7" name="Google Shape;567;g2792376cf4c_2_609"/>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8" name="Google Shape;568;g2792376cf4c_2_609"/>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9" name="Google Shape;569;g2792376cf4c_2_609"/>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0" name="Google Shape;570;g2792376cf4c_2_609"/>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1" name="Google Shape;571;g2792376cf4c_2_609"/>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2" name="Google Shape;572;g2792376cf4c_2_609"/>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3" name="Google Shape;573;g2792376cf4c_2_609"/>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4" name="Google Shape;574;g2792376cf4c_2_609"/>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5" name="Google Shape;575;g2792376cf4c_2_609"/>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6" name="Google Shape;576;g2792376cf4c_2_609"/>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7" name="Google Shape;577;g2792376cf4c_2_609"/>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8" name="Google Shape;578;g2792376cf4c_2_609"/>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9" name="Google Shape;579;g2792376cf4c_2_609"/>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0" name="Google Shape;580;g2792376cf4c_2_609"/>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1" name="Google Shape;581;g2792376cf4c_2_609"/>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582" name="Google Shape;582;g2792376cf4c_2_60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583" name="Google Shape;583;g2792376cf4c_2_60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584" name="Shape 584"/>
        <p:cNvGrpSpPr/>
        <p:nvPr/>
      </p:nvGrpSpPr>
      <p:grpSpPr>
        <a:xfrm>
          <a:off x="0" y="0"/>
          <a:ext cx="0" cy="0"/>
          <a:chOff x="0" y="0"/>
          <a:chExt cx="0" cy="0"/>
        </a:xfrm>
      </p:grpSpPr>
      <p:sp>
        <p:nvSpPr>
          <p:cNvPr id="585" name="Google Shape;585;p126"/>
          <p:cNvSpPr/>
          <p:nvPr/>
        </p:nvSpPr>
        <p:spPr>
          <a:xfrm>
            <a:off x="2292581" y="0"/>
            <a:ext cx="72100" cy="149247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6" name="Google Shape;586;p126"/>
          <p:cNvSpPr/>
          <p:nvPr/>
        </p:nvSpPr>
        <p:spPr>
          <a:xfrm>
            <a:off x="2256531" y="0"/>
            <a:ext cx="72100" cy="1491778"/>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7" name="Google Shape;587;p126"/>
          <p:cNvSpPr/>
          <p:nvPr/>
        </p:nvSpPr>
        <p:spPr>
          <a:xfrm>
            <a:off x="9686155" y="698"/>
            <a:ext cx="72100" cy="155448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88" name="Google Shape;588;p126"/>
          <p:cNvGrpSpPr/>
          <p:nvPr/>
        </p:nvGrpSpPr>
        <p:grpSpPr>
          <a:xfrm>
            <a:off x="911099" y="1079065"/>
            <a:ext cx="10369802" cy="4698470"/>
            <a:chOff x="1290381" y="1417103"/>
            <a:chExt cx="9045564" cy="4098469"/>
          </a:xfrm>
        </p:grpSpPr>
        <p:sp>
          <p:nvSpPr>
            <p:cNvPr id="589" name="Google Shape;589;p126"/>
            <p:cNvSpPr/>
            <p:nvPr/>
          </p:nvSpPr>
          <p:spPr>
            <a:xfrm>
              <a:off x="1363291" y="1491778"/>
              <a:ext cx="8972654" cy="4023794"/>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0" name="Google Shape;590;p126"/>
            <p:cNvSpPr/>
            <p:nvPr/>
          </p:nvSpPr>
          <p:spPr>
            <a:xfrm>
              <a:off x="1290381" y="1417103"/>
              <a:ext cx="8972657" cy="4023794"/>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91" name="Google Shape;591;p126"/>
          <p:cNvSpPr/>
          <p:nvPr/>
        </p:nvSpPr>
        <p:spPr>
          <a:xfrm>
            <a:off x="9650105" y="0"/>
            <a:ext cx="72100" cy="155448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2" name="Google Shape;592;p126"/>
          <p:cNvSpPr txBox="1"/>
          <p:nvPr>
            <p:ph idx="1" type="body"/>
          </p:nvPr>
        </p:nvSpPr>
        <p:spPr>
          <a:xfrm>
            <a:off x="994679" y="1164672"/>
            <a:ext cx="10105121" cy="440967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93" name="Shape 593"/>
        <p:cNvGrpSpPr/>
        <p:nvPr/>
      </p:nvGrpSpPr>
      <p:grpSpPr>
        <a:xfrm>
          <a:off x="0" y="0"/>
          <a:ext cx="0" cy="0"/>
          <a:chOff x="0" y="0"/>
          <a:chExt cx="0" cy="0"/>
        </a:xfrm>
      </p:grpSpPr>
      <p:sp>
        <p:nvSpPr>
          <p:cNvPr id="594" name="Google Shape;594;p119"/>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5" name="Google Shape;595;p119"/>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96" name="Google Shape;596;p119"/>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597" name="Google Shape;597;p119"/>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598" name="Google Shape;598;p119"/>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599" name="Shape 599"/>
        <p:cNvGrpSpPr/>
        <p:nvPr/>
      </p:nvGrpSpPr>
      <p:grpSpPr>
        <a:xfrm>
          <a:off x="0" y="0"/>
          <a:ext cx="0" cy="0"/>
          <a:chOff x="0" y="0"/>
          <a:chExt cx="0" cy="0"/>
        </a:xfrm>
      </p:grpSpPr>
      <p:grpSp>
        <p:nvGrpSpPr>
          <p:cNvPr id="600" name="Google Shape;600;p83"/>
          <p:cNvGrpSpPr/>
          <p:nvPr/>
        </p:nvGrpSpPr>
        <p:grpSpPr>
          <a:xfrm>
            <a:off x="680025" y="0"/>
            <a:ext cx="3090788" cy="1806087"/>
            <a:chOff x="536716" y="-1319"/>
            <a:chExt cx="3976695" cy="2323763"/>
          </a:xfrm>
        </p:grpSpPr>
        <p:sp>
          <p:nvSpPr>
            <p:cNvPr id="601" name="Google Shape;601;p83"/>
            <p:cNvSpPr/>
            <p:nvPr/>
          </p:nvSpPr>
          <p:spPr>
            <a:xfrm>
              <a:off x="3829881" y="897"/>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02" name="Google Shape;602;p83"/>
            <p:cNvGrpSpPr/>
            <p:nvPr/>
          </p:nvGrpSpPr>
          <p:grpSpPr>
            <a:xfrm>
              <a:off x="536716" y="0"/>
              <a:ext cx="3976695" cy="2322444"/>
              <a:chOff x="947530" y="0"/>
              <a:chExt cx="3976695" cy="2322444"/>
            </a:xfrm>
          </p:grpSpPr>
          <p:sp>
            <p:nvSpPr>
              <p:cNvPr id="603" name="Google Shape;603;p83"/>
              <p:cNvSpPr/>
              <p:nvPr/>
            </p:nvSpPr>
            <p:spPr>
              <a:xfrm>
                <a:off x="1364970" y="0"/>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4" name="Google Shape;604;p83"/>
              <p:cNvSpPr/>
              <p:nvPr/>
            </p:nvSpPr>
            <p:spPr>
              <a:xfrm>
                <a:off x="1041338" y="920922"/>
                <a:ext cx="3882887" cy="1401522"/>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5" name="Google Shape;605;p83"/>
              <p:cNvSpPr/>
              <p:nvPr/>
            </p:nvSpPr>
            <p:spPr>
              <a:xfrm>
                <a:off x="947530" y="824843"/>
                <a:ext cx="3882887" cy="1401522"/>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6" name="Google Shape;606;p83"/>
              <p:cNvSpPr/>
              <p:nvPr/>
            </p:nvSpPr>
            <p:spPr>
              <a:xfrm>
                <a:off x="4194312" y="0"/>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07" name="Google Shape;607;p83"/>
            <p:cNvSpPr/>
            <p:nvPr/>
          </p:nvSpPr>
          <p:spPr>
            <a:xfrm>
              <a:off x="907773" y="-1319"/>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08" name="Google Shape;608;p83"/>
          <p:cNvSpPr txBox="1"/>
          <p:nvPr/>
        </p:nvSpPr>
        <p:spPr>
          <a:xfrm>
            <a:off x="680025" y="777563"/>
            <a:ext cx="301787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609" name="Google Shape;609;p83"/>
          <p:cNvPicPr preferRelativeResize="0"/>
          <p:nvPr/>
        </p:nvPicPr>
        <p:blipFill rotWithShape="1">
          <a:blip r:embed="rId2">
            <a:alphaModFix/>
          </a:blip>
          <a:srcRect b="0" l="0" r="0" t="0"/>
          <a:stretch/>
        </p:blipFill>
        <p:spPr>
          <a:xfrm>
            <a:off x="4095258" y="-663083"/>
            <a:ext cx="6778656" cy="677865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610" name="Shape 610"/>
        <p:cNvGrpSpPr/>
        <p:nvPr/>
      </p:nvGrpSpPr>
      <p:grpSpPr>
        <a:xfrm>
          <a:off x="0" y="0"/>
          <a:ext cx="0" cy="0"/>
          <a:chOff x="0" y="0"/>
          <a:chExt cx="0" cy="0"/>
        </a:xfrm>
      </p:grpSpPr>
      <p:sp>
        <p:nvSpPr>
          <p:cNvPr id="611" name="Google Shape;611;p88"/>
          <p:cNvSpPr txBox="1"/>
          <p:nvPr>
            <p:ph idx="1" type="body"/>
          </p:nvPr>
        </p:nvSpPr>
        <p:spPr>
          <a:xfrm>
            <a:off x="2704330" y="1163553"/>
            <a:ext cx="100584" cy="310896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2" name="Google Shape;612;p88"/>
          <p:cNvSpPr txBox="1"/>
          <p:nvPr>
            <p:ph idx="2" type="body"/>
          </p:nvPr>
        </p:nvSpPr>
        <p:spPr>
          <a:xfrm>
            <a:off x="2568593" y="1667167"/>
            <a:ext cx="8285636" cy="3551238"/>
          </a:xfrm>
          <a:prstGeom prst="rect">
            <a:avLst/>
          </a:prstGeom>
          <a:noFill/>
          <a:ln>
            <a:noFill/>
          </a:ln>
        </p:spPr>
        <p:txBody>
          <a:bodyPr anchorCtr="0" anchor="t" bIns="45700" lIns="91425" spcFirstLastPara="1" rIns="91425" wrap="square" tIns="45700">
            <a:noAutofit/>
          </a:bodyPr>
          <a:lstStyle>
            <a:lvl1pPr indent="-459740" lvl="0" marL="457200" marR="0" rtl="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rtl="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rtl="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3" name="Google Shape;613;p88"/>
          <p:cNvSpPr txBox="1"/>
          <p:nvPr/>
        </p:nvSpPr>
        <p:spPr>
          <a:xfrm>
            <a:off x="996843" y="968220"/>
            <a:ext cx="4207565" cy="69894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614" name="Google Shape;614;p88"/>
          <p:cNvSpPr txBox="1"/>
          <p:nvPr/>
        </p:nvSpPr>
        <p:spPr>
          <a:xfrm>
            <a:off x="1085620" y="597608"/>
            <a:ext cx="3338004"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615" name="Google Shape;615;p88"/>
          <p:cNvSpPr txBox="1"/>
          <p:nvPr>
            <p:ph idx="3" type="body"/>
          </p:nvPr>
        </p:nvSpPr>
        <p:spPr>
          <a:xfrm>
            <a:off x="2333229" y="654684"/>
            <a:ext cx="570221" cy="387798"/>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616" name="Shape 616"/>
        <p:cNvGrpSpPr/>
        <p:nvPr/>
      </p:nvGrpSpPr>
      <p:grpSpPr>
        <a:xfrm>
          <a:off x="0" y="0"/>
          <a:ext cx="0" cy="0"/>
          <a:chOff x="0" y="0"/>
          <a:chExt cx="0" cy="0"/>
        </a:xfrm>
      </p:grpSpPr>
      <p:sp>
        <p:nvSpPr>
          <p:cNvPr id="617" name="Google Shape;617;p90"/>
          <p:cNvSpPr txBox="1"/>
          <p:nvPr/>
        </p:nvSpPr>
        <p:spPr>
          <a:xfrm>
            <a:off x="973639" y="2890391"/>
            <a:ext cx="4093312" cy="10772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618" name="Google Shape;618;p90"/>
          <p:cNvPicPr preferRelativeResize="0"/>
          <p:nvPr/>
        </p:nvPicPr>
        <p:blipFill rotWithShape="1">
          <a:blip r:embed="rId2">
            <a:alphaModFix/>
          </a:blip>
          <a:srcRect b="0" l="0" r="0" t="0"/>
          <a:stretch/>
        </p:blipFill>
        <p:spPr>
          <a:xfrm>
            <a:off x="5660725" y="778588"/>
            <a:ext cx="5309936" cy="530993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619" name="Shape 619"/>
        <p:cNvGrpSpPr/>
        <p:nvPr/>
      </p:nvGrpSpPr>
      <p:grpSpPr>
        <a:xfrm>
          <a:off x="0" y="0"/>
          <a:ext cx="0" cy="0"/>
          <a:chOff x="0" y="0"/>
          <a:chExt cx="0" cy="0"/>
        </a:xfrm>
      </p:grpSpPr>
      <p:grpSp>
        <p:nvGrpSpPr>
          <p:cNvPr id="620" name="Google Shape;620;p92"/>
          <p:cNvGrpSpPr/>
          <p:nvPr/>
        </p:nvGrpSpPr>
        <p:grpSpPr>
          <a:xfrm>
            <a:off x="0" y="579518"/>
            <a:ext cx="4207564" cy="823539"/>
            <a:chOff x="0" y="579518"/>
            <a:chExt cx="4207564" cy="823539"/>
          </a:xfrm>
        </p:grpSpPr>
        <p:sp>
          <p:nvSpPr>
            <p:cNvPr id="621" name="Google Shape;621;p92"/>
            <p:cNvSpPr/>
            <p:nvPr/>
          </p:nvSpPr>
          <p:spPr>
            <a:xfrm>
              <a:off x="0" y="676841"/>
              <a:ext cx="4207564" cy="726216"/>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22" name="Google Shape;622;p92"/>
            <p:cNvSpPr/>
            <p:nvPr/>
          </p:nvSpPr>
          <p:spPr>
            <a:xfrm>
              <a:off x="0" y="579518"/>
              <a:ext cx="4092024" cy="72621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23" name="Google Shape;623;p92"/>
          <p:cNvSpPr txBox="1"/>
          <p:nvPr>
            <p:ph idx="1" type="body"/>
          </p:nvPr>
        </p:nvSpPr>
        <p:spPr>
          <a:xfrm>
            <a:off x="781050" y="1581150"/>
            <a:ext cx="10477500" cy="443865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24" name="Google Shape;624;p92"/>
          <p:cNvSpPr txBox="1"/>
          <p:nvPr>
            <p:ph idx="2"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25" name="Google Shape;625;p92"/>
          <p:cNvSpPr txBox="1"/>
          <p:nvPr>
            <p:ph type="title"/>
          </p:nvPr>
        </p:nvSpPr>
        <p:spPr>
          <a:xfrm>
            <a:off x="180975" y="579519"/>
            <a:ext cx="11112712" cy="726216"/>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626" name="Shape 626"/>
        <p:cNvGrpSpPr/>
        <p:nvPr/>
      </p:nvGrpSpPr>
      <p:grpSpPr>
        <a:xfrm>
          <a:off x="0" y="0"/>
          <a:ext cx="0" cy="0"/>
          <a:chOff x="0" y="0"/>
          <a:chExt cx="0" cy="0"/>
        </a:xfrm>
      </p:grpSpPr>
      <p:sp>
        <p:nvSpPr>
          <p:cNvPr id="627" name="Google Shape;627;p93"/>
          <p:cNvSpPr txBox="1"/>
          <p:nvPr>
            <p:ph idx="1" type="body"/>
          </p:nvPr>
        </p:nvSpPr>
        <p:spPr>
          <a:xfrm>
            <a:off x="781050" y="1581150"/>
            <a:ext cx="10477500" cy="443865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628" name="Google Shape;628;p93"/>
          <p:cNvGrpSpPr/>
          <p:nvPr/>
        </p:nvGrpSpPr>
        <p:grpSpPr>
          <a:xfrm>
            <a:off x="-1" y="579518"/>
            <a:ext cx="7079530" cy="823539"/>
            <a:chOff x="0" y="579518"/>
            <a:chExt cx="4146825" cy="823539"/>
          </a:xfrm>
        </p:grpSpPr>
        <p:sp>
          <p:nvSpPr>
            <p:cNvPr id="629" name="Google Shape;629;p93"/>
            <p:cNvSpPr/>
            <p:nvPr/>
          </p:nvSpPr>
          <p:spPr>
            <a:xfrm>
              <a:off x="0" y="676841"/>
              <a:ext cx="4146825" cy="726216"/>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30" name="Google Shape;630;p93"/>
            <p:cNvSpPr/>
            <p:nvPr/>
          </p:nvSpPr>
          <p:spPr>
            <a:xfrm>
              <a:off x="0" y="579518"/>
              <a:ext cx="4092024" cy="72621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31" name="Google Shape;631;p93"/>
          <p:cNvSpPr txBox="1"/>
          <p:nvPr>
            <p:ph idx="2"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2" name="Google Shape;632;p93"/>
          <p:cNvSpPr txBox="1"/>
          <p:nvPr>
            <p:ph type="title"/>
          </p:nvPr>
        </p:nvSpPr>
        <p:spPr>
          <a:xfrm>
            <a:off x="180975" y="579519"/>
            <a:ext cx="11112712" cy="726216"/>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633" name="Shape 633"/>
        <p:cNvGrpSpPr/>
        <p:nvPr/>
      </p:nvGrpSpPr>
      <p:grpSpPr>
        <a:xfrm>
          <a:off x="0" y="0"/>
          <a:ext cx="0" cy="0"/>
          <a:chOff x="0" y="0"/>
          <a:chExt cx="0" cy="0"/>
        </a:xfrm>
      </p:grpSpPr>
      <p:grpSp>
        <p:nvGrpSpPr>
          <p:cNvPr id="634" name="Google Shape;634;p94"/>
          <p:cNvGrpSpPr/>
          <p:nvPr/>
        </p:nvGrpSpPr>
        <p:grpSpPr>
          <a:xfrm>
            <a:off x="0" y="579518"/>
            <a:ext cx="4207564" cy="823539"/>
            <a:chOff x="0" y="579518"/>
            <a:chExt cx="4207564" cy="823539"/>
          </a:xfrm>
        </p:grpSpPr>
        <p:sp>
          <p:nvSpPr>
            <p:cNvPr id="635" name="Google Shape;635;p94"/>
            <p:cNvSpPr/>
            <p:nvPr/>
          </p:nvSpPr>
          <p:spPr>
            <a:xfrm>
              <a:off x="0" y="676841"/>
              <a:ext cx="4207564" cy="726216"/>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36" name="Google Shape;636;p94"/>
            <p:cNvSpPr/>
            <p:nvPr/>
          </p:nvSpPr>
          <p:spPr>
            <a:xfrm>
              <a:off x="0" y="579518"/>
              <a:ext cx="4092024" cy="72621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37" name="Google Shape;637;p94"/>
          <p:cNvSpPr txBox="1"/>
          <p:nvPr>
            <p:ph idx="1" type="body"/>
          </p:nvPr>
        </p:nvSpPr>
        <p:spPr>
          <a:xfrm>
            <a:off x="540696" y="1677302"/>
            <a:ext cx="3169155" cy="4351338"/>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8" name="Google Shape;638;p94"/>
          <p:cNvSpPr txBox="1"/>
          <p:nvPr>
            <p:ph idx="2" type="body"/>
          </p:nvPr>
        </p:nvSpPr>
        <p:spPr>
          <a:xfrm>
            <a:off x="3901440" y="1677302"/>
            <a:ext cx="7749863"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9" name="Google Shape;639;p94"/>
          <p:cNvSpPr txBox="1"/>
          <p:nvPr>
            <p:ph idx="3"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40" name="Google Shape;640;p94"/>
          <p:cNvSpPr txBox="1"/>
          <p:nvPr>
            <p:ph type="title"/>
          </p:nvPr>
        </p:nvSpPr>
        <p:spPr>
          <a:xfrm>
            <a:off x="180975" y="579519"/>
            <a:ext cx="11112712" cy="726216"/>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641" name="Shape 641"/>
        <p:cNvGrpSpPr/>
        <p:nvPr/>
      </p:nvGrpSpPr>
      <p:grpSpPr>
        <a:xfrm>
          <a:off x="0" y="0"/>
          <a:ext cx="0" cy="0"/>
          <a:chOff x="0" y="0"/>
          <a:chExt cx="0" cy="0"/>
        </a:xfrm>
      </p:grpSpPr>
      <p:grpSp>
        <p:nvGrpSpPr>
          <p:cNvPr id="642" name="Google Shape;642;p97"/>
          <p:cNvGrpSpPr/>
          <p:nvPr/>
        </p:nvGrpSpPr>
        <p:grpSpPr>
          <a:xfrm>
            <a:off x="0" y="579518"/>
            <a:ext cx="4207564" cy="823539"/>
            <a:chOff x="0" y="579518"/>
            <a:chExt cx="4207564" cy="823539"/>
          </a:xfrm>
        </p:grpSpPr>
        <p:sp>
          <p:nvSpPr>
            <p:cNvPr id="643" name="Google Shape;643;p97"/>
            <p:cNvSpPr/>
            <p:nvPr/>
          </p:nvSpPr>
          <p:spPr>
            <a:xfrm>
              <a:off x="0" y="676841"/>
              <a:ext cx="4207564" cy="726216"/>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44" name="Google Shape;644;p97"/>
            <p:cNvSpPr/>
            <p:nvPr/>
          </p:nvSpPr>
          <p:spPr>
            <a:xfrm>
              <a:off x="0" y="579518"/>
              <a:ext cx="4092024" cy="72621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45" name="Google Shape;645;p97"/>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46" name="Google Shape;646;p97"/>
          <p:cNvSpPr txBox="1"/>
          <p:nvPr>
            <p:ph idx="1" type="body"/>
          </p:nvPr>
        </p:nvSpPr>
        <p:spPr>
          <a:xfrm>
            <a:off x="490194" y="1461565"/>
            <a:ext cx="5505793" cy="675864"/>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647" name="Google Shape;647;p97"/>
          <p:cNvSpPr txBox="1"/>
          <p:nvPr>
            <p:ph idx="2" type="body"/>
          </p:nvPr>
        </p:nvSpPr>
        <p:spPr>
          <a:xfrm>
            <a:off x="490194" y="2275952"/>
            <a:ext cx="5505793" cy="382319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48" name="Google Shape;648;p97"/>
          <p:cNvSpPr txBox="1"/>
          <p:nvPr>
            <p:ph idx="3" type="body"/>
          </p:nvPr>
        </p:nvSpPr>
        <p:spPr>
          <a:xfrm>
            <a:off x="6170612" y="1461565"/>
            <a:ext cx="5462064" cy="675864"/>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649" name="Google Shape;649;p97"/>
          <p:cNvSpPr txBox="1"/>
          <p:nvPr>
            <p:ph idx="4" type="body"/>
          </p:nvPr>
        </p:nvSpPr>
        <p:spPr>
          <a:xfrm>
            <a:off x="6170611" y="2275952"/>
            <a:ext cx="5462063" cy="382319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50" name="Google Shape;650;p97"/>
          <p:cNvSpPr txBox="1"/>
          <p:nvPr>
            <p:ph idx="5"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51" name="Google Shape;651;p97"/>
          <p:cNvSpPr txBox="1"/>
          <p:nvPr>
            <p:ph type="title"/>
          </p:nvPr>
        </p:nvSpPr>
        <p:spPr>
          <a:xfrm>
            <a:off x="180975" y="579519"/>
            <a:ext cx="11112712" cy="726216"/>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652" name="Shape 652"/>
        <p:cNvGrpSpPr/>
        <p:nvPr/>
      </p:nvGrpSpPr>
      <p:grpSpPr>
        <a:xfrm>
          <a:off x="0" y="0"/>
          <a:ext cx="0" cy="0"/>
          <a:chOff x="0" y="0"/>
          <a:chExt cx="0" cy="0"/>
        </a:xfrm>
      </p:grpSpPr>
      <p:sp>
        <p:nvSpPr>
          <p:cNvPr id="653" name="Google Shape;653;p104"/>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654" name="Google Shape;654;p104"/>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655" name="Google Shape;655;p104"/>
          <p:cNvSpPr txBox="1"/>
          <p:nvPr>
            <p:ph idx="1" type="body"/>
          </p:nvPr>
        </p:nvSpPr>
        <p:spPr>
          <a:xfrm>
            <a:off x="3789363" y="5721350"/>
            <a:ext cx="5091112" cy="54768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56" name="Shape 656"/>
        <p:cNvGrpSpPr/>
        <p:nvPr/>
      </p:nvGrpSpPr>
      <p:grpSpPr>
        <a:xfrm>
          <a:off x="0" y="0"/>
          <a:ext cx="0" cy="0"/>
          <a:chOff x="0" y="0"/>
          <a:chExt cx="0" cy="0"/>
        </a:xfrm>
      </p:grpSpPr>
      <p:sp>
        <p:nvSpPr>
          <p:cNvPr id="657" name="Google Shape;657;p112"/>
          <p:cNvSpPr txBox="1"/>
          <p:nvPr>
            <p:ph type="ctrTitle"/>
          </p:nvPr>
        </p:nvSpPr>
        <p:spPr>
          <a:xfrm>
            <a:off x="959999" y="1748091"/>
            <a:ext cx="5136001" cy="27532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58" name="Google Shape;658;p112"/>
          <p:cNvSpPr txBox="1"/>
          <p:nvPr>
            <p:ph idx="1" type="subTitle"/>
          </p:nvPr>
        </p:nvSpPr>
        <p:spPr>
          <a:xfrm>
            <a:off x="959999" y="4366658"/>
            <a:ext cx="5136001"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659" name="Google Shape;659;p112"/>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60" name="Google Shape;660;p112"/>
          <p:cNvSpPr txBox="1"/>
          <p:nvPr>
            <p:ph idx="2" type="body"/>
          </p:nvPr>
        </p:nvSpPr>
        <p:spPr>
          <a:xfrm>
            <a:off x="6618288" y="1296988"/>
            <a:ext cx="4799012" cy="46513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61" name="Google Shape;661;p112"/>
          <p:cNvSpPr txBox="1"/>
          <p:nvPr>
            <p:ph idx="3"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662" name="Shape 662"/>
        <p:cNvGrpSpPr/>
        <p:nvPr/>
      </p:nvGrpSpPr>
      <p:grpSpPr>
        <a:xfrm>
          <a:off x="0" y="0"/>
          <a:ext cx="0" cy="0"/>
          <a:chOff x="0" y="0"/>
          <a:chExt cx="0" cy="0"/>
        </a:xfrm>
      </p:grpSpPr>
      <p:sp>
        <p:nvSpPr>
          <p:cNvPr id="663" name="Google Shape;663;p113"/>
          <p:cNvSpPr txBox="1"/>
          <p:nvPr>
            <p:ph type="ctrTitle"/>
          </p:nvPr>
        </p:nvSpPr>
        <p:spPr>
          <a:xfrm>
            <a:off x="959999" y="1147200"/>
            <a:ext cx="10048311" cy="27532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64" name="Google Shape;664;p113"/>
          <p:cNvSpPr txBox="1"/>
          <p:nvPr>
            <p:ph idx="1" type="subTitle"/>
          </p:nvPr>
        </p:nvSpPr>
        <p:spPr>
          <a:xfrm>
            <a:off x="959999" y="3765767"/>
            <a:ext cx="10048311"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665" name="Google Shape;665;p113"/>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66" name="Google Shape;666;p113"/>
          <p:cNvSpPr txBox="1"/>
          <p:nvPr>
            <p:ph idx="2"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667" name="Shape 667"/>
        <p:cNvGrpSpPr/>
        <p:nvPr/>
      </p:nvGrpSpPr>
      <p:grpSpPr>
        <a:xfrm>
          <a:off x="0" y="0"/>
          <a:ext cx="0" cy="0"/>
          <a:chOff x="0" y="0"/>
          <a:chExt cx="0" cy="0"/>
        </a:xfrm>
      </p:grpSpPr>
      <p:sp>
        <p:nvSpPr>
          <p:cNvPr id="668" name="Google Shape;668;p114"/>
          <p:cNvSpPr txBox="1"/>
          <p:nvPr>
            <p:ph type="ctrTitle"/>
          </p:nvPr>
        </p:nvSpPr>
        <p:spPr>
          <a:xfrm>
            <a:off x="579432" y="1300532"/>
            <a:ext cx="2429889" cy="3719464"/>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69" name="Google Shape;669;p114"/>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70" name="Google Shape;670;p114"/>
          <p:cNvSpPr txBox="1"/>
          <p:nvPr>
            <p:ph idx="1" type="body"/>
          </p:nvPr>
        </p:nvSpPr>
        <p:spPr>
          <a:xfrm>
            <a:off x="579432" y="548057"/>
            <a:ext cx="2429888" cy="619125"/>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71" name="Google Shape;671;p114"/>
          <p:cNvSpPr txBox="1"/>
          <p:nvPr>
            <p:ph idx="2" type="body"/>
          </p:nvPr>
        </p:nvSpPr>
        <p:spPr>
          <a:xfrm>
            <a:off x="579431" y="5019996"/>
            <a:ext cx="2429889" cy="109557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72" name="Google Shape;672;p114"/>
          <p:cNvSpPr txBox="1"/>
          <p:nvPr>
            <p:ph idx="3" type="body"/>
          </p:nvPr>
        </p:nvSpPr>
        <p:spPr>
          <a:xfrm>
            <a:off x="3124200" y="1300163"/>
            <a:ext cx="8488363" cy="481488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73" name="Google Shape;673;p114"/>
          <p:cNvSpPr txBox="1"/>
          <p:nvPr>
            <p:ph idx="4"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674" name="Shape 674"/>
        <p:cNvGrpSpPr/>
        <p:nvPr/>
      </p:nvGrpSpPr>
      <p:grpSpPr>
        <a:xfrm>
          <a:off x="0" y="0"/>
          <a:ext cx="0" cy="0"/>
          <a:chOff x="0" y="0"/>
          <a:chExt cx="0" cy="0"/>
        </a:xfrm>
      </p:grpSpPr>
      <p:sp>
        <p:nvSpPr>
          <p:cNvPr id="675" name="Google Shape;675;p1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6" name="Google Shape;676;p1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677" name="Google Shape;677;p115"/>
          <p:cNvSpPr/>
          <p:nvPr/>
        </p:nvSpPr>
        <p:spPr>
          <a:xfrm>
            <a:off x="10619152" y="6115573"/>
            <a:ext cx="993417" cy="333547"/>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78" name="Google Shape;678;p115"/>
          <p:cNvSpPr txBox="1"/>
          <p:nvPr>
            <p:ph idx="2"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679" name="Shape 679"/>
        <p:cNvGrpSpPr/>
        <p:nvPr/>
      </p:nvGrpSpPr>
      <p:grpSpPr>
        <a:xfrm>
          <a:off x="0" y="0"/>
          <a:ext cx="0" cy="0"/>
          <a:chOff x="0" y="0"/>
          <a:chExt cx="0" cy="0"/>
        </a:xfrm>
      </p:grpSpPr>
      <p:sp>
        <p:nvSpPr>
          <p:cNvPr id="680" name="Google Shape;680;p116"/>
          <p:cNvSpPr txBox="1"/>
          <p:nvPr>
            <p:ph type="ctrTitle"/>
          </p:nvPr>
        </p:nvSpPr>
        <p:spPr>
          <a:xfrm>
            <a:off x="959999" y="2052400"/>
            <a:ext cx="4488301" cy="27532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81" name="Google Shape;681;p116"/>
          <p:cNvSpPr txBox="1"/>
          <p:nvPr>
            <p:ph idx="1" type="body"/>
          </p:nvPr>
        </p:nvSpPr>
        <p:spPr>
          <a:xfrm>
            <a:off x="959999" y="561975"/>
            <a:ext cx="2429888" cy="619125"/>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82" name="Google Shape;682;p116"/>
          <p:cNvSpPr txBox="1"/>
          <p:nvPr>
            <p:ph idx="2" type="body"/>
          </p:nvPr>
        </p:nvSpPr>
        <p:spPr>
          <a:xfrm>
            <a:off x="959999" y="5124450"/>
            <a:ext cx="4488301" cy="990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83" name="Google Shape;683;p116"/>
          <p:cNvSpPr txBox="1"/>
          <p:nvPr>
            <p:ph idx="3" type="body"/>
          </p:nvPr>
        </p:nvSpPr>
        <p:spPr>
          <a:xfrm>
            <a:off x="10615439" y="78300"/>
            <a:ext cx="1129498" cy="216582"/>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84" name="Google Shape;684;p116"/>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56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685" name="Shape 685"/>
        <p:cNvGrpSpPr/>
        <p:nvPr/>
      </p:nvGrpSpPr>
      <p:grpSpPr>
        <a:xfrm>
          <a:off x="0" y="0"/>
          <a:ext cx="0" cy="0"/>
          <a:chOff x="0" y="0"/>
          <a:chExt cx="0" cy="0"/>
        </a:xfrm>
      </p:grpSpPr>
      <p:sp>
        <p:nvSpPr>
          <p:cNvPr id="686" name="Google Shape;686;p1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7" name="Google Shape;687;p1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688" name="Google Shape;688;p11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89" name="Google Shape;689;p1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90" name="Google Shape;690;p11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691" name="Google Shape;691;p117"/>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56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692" name="Shape 692"/>
        <p:cNvGrpSpPr/>
        <p:nvPr/>
      </p:nvGrpSpPr>
      <p:grpSpPr>
        <a:xfrm>
          <a:off x="0" y="0"/>
          <a:ext cx="0" cy="0"/>
          <a:chOff x="0" y="0"/>
          <a:chExt cx="0" cy="0"/>
        </a:xfrm>
      </p:grpSpPr>
      <p:sp>
        <p:nvSpPr>
          <p:cNvPr id="693" name="Google Shape;693;p118"/>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rtl="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rtl="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rtl="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94" name="Google Shape;694;p118"/>
          <p:cNvSpPr txBox="1"/>
          <p:nvPr>
            <p:ph type="title"/>
          </p:nvPr>
        </p:nvSpPr>
        <p:spPr>
          <a:xfrm>
            <a:off x="414533" y="644434"/>
            <a:ext cx="11361600" cy="627018"/>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695" name="Google Shape;695;p118"/>
          <p:cNvSpPr txBox="1"/>
          <p:nvPr>
            <p:ph idx="12" type="sldNum"/>
          </p:nvPr>
        </p:nvSpPr>
        <p:spPr>
          <a:xfrm>
            <a:off x="11776267" y="6439067"/>
            <a:ext cx="415600" cy="4188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696" name="Google Shape;696;p118"/>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rtl="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rtl="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rtl="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697" name="Google Shape;697;p118"/>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715" name="Shape 715"/>
        <p:cNvGrpSpPr/>
        <p:nvPr/>
      </p:nvGrpSpPr>
      <p:grpSpPr>
        <a:xfrm>
          <a:off x="0" y="0"/>
          <a:ext cx="0" cy="0"/>
          <a:chOff x="0" y="0"/>
          <a:chExt cx="0" cy="0"/>
        </a:xfrm>
      </p:grpSpPr>
      <p:sp>
        <p:nvSpPr>
          <p:cNvPr id="716" name="Google Shape;716;g2bcae53cd67_5_1166"/>
          <p:cNvSpPr txBox="1"/>
          <p:nvPr/>
        </p:nvSpPr>
        <p:spPr>
          <a:xfrm>
            <a:off x="854675" y="2764213"/>
            <a:ext cx="3810000" cy="794100"/>
          </a:xfrm>
          <a:prstGeom prst="rect">
            <a:avLst/>
          </a:prstGeom>
          <a:noFill/>
          <a:ln>
            <a:noFill/>
          </a:ln>
          <a:effectLst>
            <a:outerShdw blurRad="76200" rotWithShape="0" algn="tl" dir="2700000" dist="50800">
              <a:srgbClr val="000000">
                <a:alpha val="21961"/>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717" name="Google Shape;717;g2bcae53cd67_5_1166"/>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718" name="Shape 718"/>
        <p:cNvGrpSpPr/>
        <p:nvPr/>
      </p:nvGrpSpPr>
      <p:grpSpPr>
        <a:xfrm>
          <a:off x="0" y="0"/>
          <a:ext cx="0" cy="0"/>
          <a:chOff x="0" y="0"/>
          <a:chExt cx="0" cy="0"/>
        </a:xfrm>
      </p:grpSpPr>
      <p:sp>
        <p:nvSpPr>
          <p:cNvPr id="719" name="Google Shape;719;g2bcae53cd67_5_611"/>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20" name="Google Shape;720;g2bcae53cd67_5_611"/>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721" name="Google Shape;721;g2bcae53cd67_5_611"/>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722" name="Google Shape;722;g2bcae53cd67_5_611"/>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rtl="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rtl="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rtl="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23" name="Google Shape;723;g2bcae53cd67_5_611"/>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724" name="Shape 724"/>
        <p:cNvGrpSpPr/>
        <p:nvPr/>
      </p:nvGrpSpPr>
      <p:grpSpPr>
        <a:xfrm>
          <a:off x="0" y="0"/>
          <a:ext cx="0" cy="0"/>
          <a:chOff x="0" y="0"/>
          <a:chExt cx="0" cy="0"/>
        </a:xfrm>
      </p:grpSpPr>
      <p:grpSp>
        <p:nvGrpSpPr>
          <p:cNvPr id="725" name="Google Shape;725;g2bcae53cd67_5_1010"/>
          <p:cNvGrpSpPr/>
          <p:nvPr/>
        </p:nvGrpSpPr>
        <p:grpSpPr>
          <a:xfrm>
            <a:off x="680011" y="-12733"/>
            <a:ext cx="4628621" cy="1818822"/>
            <a:chOff x="536716" y="-17702"/>
            <a:chExt cx="5955508" cy="2340224"/>
          </a:xfrm>
        </p:grpSpPr>
        <p:sp>
          <p:nvSpPr>
            <p:cNvPr id="726" name="Google Shape;726;g2bcae53cd67_5_1010"/>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727" name="Google Shape;727;g2bcae53cd67_5_1010"/>
            <p:cNvGrpSpPr/>
            <p:nvPr/>
          </p:nvGrpSpPr>
          <p:grpSpPr>
            <a:xfrm>
              <a:off x="536716" y="-17702"/>
              <a:ext cx="5955508" cy="2340224"/>
              <a:chOff x="947530" y="-17702"/>
              <a:chExt cx="5955508" cy="2340224"/>
            </a:xfrm>
          </p:grpSpPr>
          <p:sp>
            <p:nvSpPr>
              <p:cNvPr id="728" name="Google Shape;728;g2bcae53cd67_5_101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29" name="Google Shape;729;g2bcae53cd67_5_1010"/>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30" name="Google Shape;730;g2bcae53cd67_5_1010"/>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31" name="Google Shape;731;g2bcae53cd67_5_1010"/>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32" name="Google Shape;732;g2bcae53cd67_5_101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33" name="Google Shape;733;g2bcae53cd67_5_1010"/>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734" name="Google Shape;734;g2bcae53cd67_5_1010"/>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735" name="Google Shape;735;g2bcae53cd67_5_101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736" name="Shape 736"/>
        <p:cNvGrpSpPr/>
        <p:nvPr/>
      </p:nvGrpSpPr>
      <p:grpSpPr>
        <a:xfrm>
          <a:off x="0" y="0"/>
          <a:ext cx="0" cy="0"/>
          <a:chOff x="0" y="0"/>
          <a:chExt cx="0" cy="0"/>
        </a:xfrm>
      </p:grpSpPr>
      <p:sp>
        <p:nvSpPr>
          <p:cNvPr id="737" name="Google Shape;737;g2bcae53cd67_5_1169"/>
          <p:cNvSpPr txBox="1"/>
          <p:nvPr/>
        </p:nvSpPr>
        <p:spPr>
          <a:xfrm>
            <a:off x="1122400" y="2754450"/>
            <a:ext cx="4324800" cy="1349100"/>
          </a:xfrm>
          <a:prstGeom prst="rect">
            <a:avLst/>
          </a:prstGeom>
          <a:noFill/>
          <a:ln>
            <a:noFill/>
          </a:ln>
          <a:effectLst>
            <a:outerShdw blurRad="76200" rotWithShape="0" algn="tl" dir="2700000" dist="50800">
              <a:srgbClr val="000000">
                <a:alpha val="21961"/>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738" name="Google Shape;738;g2bcae53cd67_5_1169"/>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739" name="Shape 739"/>
        <p:cNvGrpSpPr/>
        <p:nvPr/>
      </p:nvGrpSpPr>
      <p:grpSpPr>
        <a:xfrm>
          <a:off x="0" y="0"/>
          <a:ext cx="0" cy="0"/>
          <a:chOff x="0" y="0"/>
          <a:chExt cx="0" cy="0"/>
        </a:xfrm>
      </p:grpSpPr>
      <p:grpSp>
        <p:nvGrpSpPr>
          <p:cNvPr id="740" name="Google Shape;740;g2bcae53cd67_5_801"/>
          <p:cNvGrpSpPr/>
          <p:nvPr/>
        </p:nvGrpSpPr>
        <p:grpSpPr>
          <a:xfrm>
            <a:off x="680011" y="0"/>
            <a:ext cx="3090697" cy="1806089"/>
            <a:chOff x="536716" y="-1319"/>
            <a:chExt cx="3976708" cy="2323841"/>
          </a:xfrm>
        </p:grpSpPr>
        <p:sp>
          <p:nvSpPr>
            <p:cNvPr id="741" name="Google Shape;741;g2bcae53cd67_5_80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742" name="Google Shape;742;g2bcae53cd67_5_801"/>
            <p:cNvGrpSpPr/>
            <p:nvPr/>
          </p:nvGrpSpPr>
          <p:grpSpPr>
            <a:xfrm>
              <a:off x="536716" y="0"/>
              <a:ext cx="3976708" cy="2322522"/>
              <a:chOff x="947530" y="0"/>
              <a:chExt cx="3976708" cy="2322522"/>
            </a:xfrm>
          </p:grpSpPr>
          <p:sp>
            <p:nvSpPr>
              <p:cNvPr id="743" name="Google Shape;743;g2bcae53cd67_5_80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44" name="Google Shape;744;g2bcae53cd67_5_80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45" name="Google Shape;745;g2bcae53cd67_5_80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46" name="Google Shape;746;g2bcae53cd67_5_80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47" name="Google Shape;747;g2bcae53cd67_5_80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48" name="Google Shape;748;g2bcae53cd67_5_801"/>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749" name="Google Shape;749;g2bcae53cd67_5_801"/>
          <p:cNvGrpSpPr/>
          <p:nvPr/>
        </p:nvGrpSpPr>
        <p:grpSpPr>
          <a:xfrm>
            <a:off x="5941746" y="1054485"/>
            <a:ext cx="4147720" cy="4749029"/>
            <a:chOff x="5329188" y="1014865"/>
            <a:chExt cx="4147720" cy="4749029"/>
          </a:xfrm>
        </p:grpSpPr>
        <p:grpSp>
          <p:nvGrpSpPr>
            <p:cNvPr id="750" name="Google Shape;750;g2bcae53cd67_5_801"/>
            <p:cNvGrpSpPr/>
            <p:nvPr/>
          </p:nvGrpSpPr>
          <p:grpSpPr>
            <a:xfrm>
              <a:off x="5329188" y="1014865"/>
              <a:ext cx="4147720" cy="3894027"/>
              <a:chOff x="5329188" y="1014865"/>
              <a:chExt cx="4147720" cy="3894027"/>
            </a:xfrm>
          </p:grpSpPr>
          <p:sp>
            <p:nvSpPr>
              <p:cNvPr id="751" name="Google Shape;751;g2bcae53cd67_5_80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52" name="Google Shape;752;g2bcae53cd67_5_80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53" name="Google Shape;753;g2bcae53cd67_5_801"/>
            <p:cNvGrpSpPr/>
            <p:nvPr/>
          </p:nvGrpSpPr>
          <p:grpSpPr>
            <a:xfrm>
              <a:off x="5474376" y="5044181"/>
              <a:ext cx="3724515" cy="719713"/>
              <a:chOff x="5474376" y="5044181"/>
              <a:chExt cx="3724515" cy="719713"/>
            </a:xfrm>
          </p:grpSpPr>
          <p:sp>
            <p:nvSpPr>
              <p:cNvPr id="754" name="Google Shape;754;g2bcae53cd67_5_80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55" name="Google Shape;755;g2bcae53cd67_5_80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56" name="Google Shape;756;g2bcae53cd67_5_801"/>
            <p:cNvGrpSpPr/>
            <p:nvPr/>
          </p:nvGrpSpPr>
          <p:grpSpPr>
            <a:xfrm>
              <a:off x="6679374" y="3857046"/>
              <a:ext cx="1534214" cy="247727"/>
              <a:chOff x="6679374" y="3857046"/>
              <a:chExt cx="1534214" cy="247727"/>
            </a:xfrm>
          </p:grpSpPr>
          <p:sp>
            <p:nvSpPr>
              <p:cNvPr id="757" name="Google Shape;757;g2bcae53cd67_5_801"/>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58" name="Google Shape;758;g2bcae53cd67_5_801"/>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59" name="Google Shape;759;g2bcae53cd67_5_801"/>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0" name="Google Shape;760;g2bcae53cd67_5_801"/>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1" name="Google Shape;761;g2bcae53cd67_5_801"/>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2" name="Google Shape;762;g2bcae53cd67_5_801"/>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3" name="Google Shape;763;g2bcae53cd67_5_801"/>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4" name="Google Shape;764;g2bcae53cd67_5_801"/>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5" name="Google Shape;765;g2bcae53cd67_5_801"/>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6" name="Google Shape;766;g2bcae53cd67_5_801"/>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67" name="Google Shape;767;g2bcae53cd67_5_801"/>
            <p:cNvGrpSpPr/>
            <p:nvPr/>
          </p:nvGrpSpPr>
          <p:grpSpPr>
            <a:xfrm>
              <a:off x="6150150" y="1372824"/>
              <a:ext cx="1654036" cy="1634647"/>
              <a:chOff x="6150150" y="1372824"/>
              <a:chExt cx="1654036" cy="1634647"/>
            </a:xfrm>
          </p:grpSpPr>
          <p:sp>
            <p:nvSpPr>
              <p:cNvPr id="768" name="Google Shape;768;g2bcae53cd67_5_801"/>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69" name="Google Shape;769;g2bcae53cd67_5_801"/>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0" name="Google Shape;770;g2bcae53cd67_5_801"/>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1" name="Google Shape;771;g2bcae53cd67_5_801"/>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2" name="Google Shape;772;g2bcae53cd67_5_801"/>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73" name="Google Shape;773;g2bcae53cd67_5_801"/>
            <p:cNvGrpSpPr/>
            <p:nvPr/>
          </p:nvGrpSpPr>
          <p:grpSpPr>
            <a:xfrm>
              <a:off x="7567967" y="2334044"/>
              <a:ext cx="1372636" cy="1390272"/>
              <a:chOff x="7567967" y="2334044"/>
              <a:chExt cx="1372636" cy="1390272"/>
            </a:xfrm>
          </p:grpSpPr>
          <p:sp>
            <p:nvSpPr>
              <p:cNvPr id="774" name="Google Shape;774;g2bcae53cd67_5_801"/>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5" name="Google Shape;775;g2bcae53cd67_5_801"/>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6" name="Google Shape;776;g2bcae53cd67_5_801"/>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77" name="Google Shape;777;g2bcae53cd67_5_801"/>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78" name="Google Shape;778;g2bcae53cd67_5_801"/>
            <p:cNvGrpSpPr/>
            <p:nvPr/>
          </p:nvGrpSpPr>
          <p:grpSpPr>
            <a:xfrm>
              <a:off x="5716757" y="2701775"/>
              <a:ext cx="2100989" cy="2869805"/>
              <a:chOff x="5716757" y="2701775"/>
              <a:chExt cx="2100989" cy="2869805"/>
            </a:xfrm>
          </p:grpSpPr>
          <p:sp>
            <p:nvSpPr>
              <p:cNvPr id="779" name="Google Shape;779;g2bcae53cd67_5_801"/>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0" name="Google Shape;780;g2bcae53cd67_5_801"/>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1" name="Google Shape;781;g2bcae53cd67_5_801"/>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2" name="Google Shape;782;g2bcae53cd67_5_801"/>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3" name="Google Shape;783;g2bcae53cd67_5_801"/>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4" name="Google Shape;784;g2bcae53cd67_5_801"/>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5" name="Google Shape;785;g2bcae53cd67_5_801"/>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6" name="Google Shape;786;g2bcae53cd67_5_801"/>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7" name="Google Shape;787;g2bcae53cd67_5_801"/>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8" name="Google Shape;788;g2bcae53cd67_5_801"/>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89" name="Google Shape;789;g2bcae53cd67_5_801"/>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0" name="Google Shape;790;g2bcae53cd67_5_801"/>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1" name="Google Shape;791;g2bcae53cd67_5_801"/>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2" name="Google Shape;792;g2bcae53cd67_5_801"/>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3" name="Google Shape;793;g2bcae53cd67_5_801"/>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4" name="Google Shape;794;g2bcae53cd67_5_801"/>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5" name="Google Shape;795;g2bcae53cd67_5_801"/>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6" name="Google Shape;796;g2bcae53cd67_5_801"/>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7" name="Google Shape;797;g2bcae53cd67_5_801"/>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8" name="Google Shape;798;g2bcae53cd67_5_801"/>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99" name="Google Shape;799;g2bcae53cd67_5_801"/>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0" name="Google Shape;800;g2bcae53cd67_5_801"/>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1" name="Google Shape;801;g2bcae53cd67_5_801"/>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2" name="Google Shape;802;g2bcae53cd67_5_801"/>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3" name="Google Shape;803;g2bcae53cd67_5_801"/>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4" name="Google Shape;804;g2bcae53cd67_5_801"/>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5" name="Google Shape;805;g2bcae53cd67_5_801"/>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806" name="Google Shape;806;g2bcae53cd67_5_801"/>
              <p:cNvGrpSpPr/>
              <p:nvPr/>
            </p:nvGrpSpPr>
            <p:grpSpPr>
              <a:xfrm>
                <a:off x="5909424" y="3227297"/>
                <a:ext cx="721708" cy="913466"/>
                <a:chOff x="5909424" y="3227297"/>
                <a:chExt cx="721708" cy="913466"/>
              </a:xfrm>
            </p:grpSpPr>
            <p:sp>
              <p:nvSpPr>
                <p:cNvPr id="807" name="Google Shape;807;g2bcae53cd67_5_80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08" name="Google Shape;808;g2bcae53cd67_5_80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809" name="Google Shape;809;g2bcae53cd67_5_801"/>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0" name="Google Shape;810;g2bcae53cd67_5_801"/>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1" name="Google Shape;811;g2bcae53cd67_5_801"/>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2" name="Google Shape;812;g2bcae53cd67_5_801"/>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813" name="Google Shape;813;g2bcae53cd67_5_801"/>
              <p:cNvGrpSpPr/>
              <p:nvPr/>
            </p:nvGrpSpPr>
            <p:grpSpPr>
              <a:xfrm>
                <a:off x="6175444" y="3103172"/>
                <a:ext cx="262591" cy="280323"/>
                <a:chOff x="6175444" y="3103172"/>
                <a:chExt cx="262591" cy="280323"/>
              </a:xfrm>
            </p:grpSpPr>
            <p:sp>
              <p:nvSpPr>
                <p:cNvPr id="814" name="Google Shape;814;g2bcae53cd67_5_80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5" name="Google Shape;815;g2bcae53cd67_5_80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816" name="Google Shape;816;g2bcae53cd67_5_801"/>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7" name="Google Shape;817;g2bcae53cd67_5_801"/>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8" name="Google Shape;818;g2bcae53cd67_5_801"/>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19" name="Google Shape;819;g2bcae53cd67_5_801"/>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820" name="Google Shape;820;g2bcae53cd67_5_801"/>
              <p:cNvGrpSpPr/>
              <p:nvPr/>
            </p:nvGrpSpPr>
            <p:grpSpPr>
              <a:xfrm>
                <a:off x="6084245" y="2777613"/>
                <a:ext cx="361352" cy="401447"/>
                <a:chOff x="6084245" y="2777613"/>
                <a:chExt cx="361352" cy="401447"/>
              </a:xfrm>
            </p:grpSpPr>
            <p:sp>
              <p:nvSpPr>
                <p:cNvPr id="821" name="Google Shape;821;g2bcae53cd67_5_80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2" name="Google Shape;822;g2bcae53cd67_5_80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823" name="Google Shape;823;g2bcae53cd67_5_801"/>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4" name="Google Shape;824;g2bcae53cd67_5_801"/>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5" name="Google Shape;825;g2bcae53cd67_5_801"/>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6" name="Google Shape;826;g2bcae53cd67_5_801"/>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7" name="Google Shape;827;g2bcae53cd67_5_801"/>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8" name="Google Shape;828;g2bcae53cd67_5_801"/>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29" name="Google Shape;829;g2bcae53cd67_5_801"/>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0" name="Google Shape;830;g2bcae53cd67_5_801"/>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1" name="Google Shape;831;g2bcae53cd67_5_801"/>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2" name="Google Shape;832;g2bcae53cd67_5_801"/>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3" name="Google Shape;833;g2bcae53cd67_5_801"/>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4" name="Google Shape;834;g2bcae53cd67_5_801"/>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5" name="Google Shape;835;g2bcae53cd67_5_801"/>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6" name="Google Shape;836;g2bcae53cd67_5_801"/>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837" name="Google Shape;837;g2bcae53cd67_5_801"/>
              <p:cNvGrpSpPr/>
              <p:nvPr/>
            </p:nvGrpSpPr>
            <p:grpSpPr>
              <a:xfrm>
                <a:off x="5914287" y="3433041"/>
                <a:ext cx="962877" cy="299634"/>
                <a:chOff x="5914287" y="3433041"/>
                <a:chExt cx="962877" cy="299634"/>
              </a:xfrm>
            </p:grpSpPr>
            <p:sp>
              <p:nvSpPr>
                <p:cNvPr id="838" name="Google Shape;838;g2bcae53cd67_5_80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9" name="Google Shape;839;g2bcae53cd67_5_80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840" name="Google Shape;840;g2bcae53cd67_5_801"/>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1" name="Google Shape;841;g2bcae53cd67_5_801"/>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2" name="Google Shape;842;g2bcae53cd67_5_801"/>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3" name="Google Shape;843;g2bcae53cd67_5_801"/>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4" name="Google Shape;844;g2bcae53cd67_5_801"/>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5" name="Google Shape;845;g2bcae53cd67_5_801"/>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6" name="Google Shape;846;g2bcae53cd67_5_801"/>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7" name="Google Shape;847;g2bcae53cd67_5_801"/>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8" name="Google Shape;848;g2bcae53cd67_5_801"/>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9" name="Google Shape;849;g2bcae53cd67_5_801"/>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0" name="Google Shape;850;g2bcae53cd67_5_801"/>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1" name="Google Shape;851;g2bcae53cd67_5_801"/>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2" name="Google Shape;852;g2bcae53cd67_5_801"/>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3" name="Google Shape;853;g2bcae53cd67_5_801"/>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4" name="Google Shape;854;g2bcae53cd67_5_801"/>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855" name="Google Shape;855;g2bcae53cd67_5_80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1st Step">
    <p:spTree>
      <p:nvGrpSpPr>
        <p:cNvPr id="856" name="Shape 856"/>
        <p:cNvGrpSpPr/>
        <p:nvPr/>
      </p:nvGrpSpPr>
      <p:grpSpPr>
        <a:xfrm>
          <a:off x="0" y="0"/>
          <a:ext cx="0" cy="0"/>
          <a:chOff x="0" y="0"/>
          <a:chExt cx="0" cy="0"/>
        </a:xfrm>
      </p:grpSpPr>
      <p:sp>
        <p:nvSpPr>
          <p:cNvPr id="857" name="Google Shape;857;g2e8da7feb71_0_1680"/>
          <p:cNvSpPr/>
          <p:nvPr>
            <p:ph idx="2" type="pic"/>
          </p:nvPr>
        </p:nvSpPr>
        <p:spPr>
          <a:xfrm>
            <a:off x="2476500" y="1982961"/>
            <a:ext cx="7238700" cy="3767700"/>
          </a:xfrm>
          <a:prstGeom prst="rect">
            <a:avLst/>
          </a:prstGeom>
          <a:noFill/>
          <a:ln>
            <a:noFill/>
          </a:ln>
        </p:spPr>
      </p:sp>
      <p:sp>
        <p:nvSpPr>
          <p:cNvPr id="858" name="Google Shape;858;g2e8da7feb71_0_1680"/>
          <p:cNvSpPr txBox="1"/>
          <p:nvPr>
            <p:ph idx="1" type="body"/>
          </p:nvPr>
        </p:nvSpPr>
        <p:spPr>
          <a:xfrm>
            <a:off x="1338902" y="5977473"/>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859" name="Google Shape;859;g2e8da7feb71_0_1680"/>
          <p:cNvSpPr/>
          <p:nvPr/>
        </p:nvSpPr>
        <p:spPr>
          <a:xfrm>
            <a:off x="804693" y="1806101"/>
            <a:ext cx="1749871" cy="715288"/>
          </a:xfrm>
          <a:custGeom>
            <a:rect b="b" l="l" r="r" t="t"/>
            <a:pathLst>
              <a:path extrusionOk="0" h="374007" w="1749871">
                <a:moveTo>
                  <a:pt x="0" y="0"/>
                </a:moveTo>
                <a:lnTo>
                  <a:pt x="1749871" y="0"/>
                </a:lnTo>
                <a:lnTo>
                  <a:pt x="1749871" y="232698"/>
                </a:lnTo>
                <a:cubicBezTo>
                  <a:pt x="1749871" y="310741"/>
                  <a:pt x="1686605" y="374007"/>
                  <a:pt x="1608562" y="374007"/>
                </a:cubicBezTo>
                <a:lnTo>
                  <a:pt x="141309" y="374007"/>
                </a:lnTo>
                <a:cubicBezTo>
                  <a:pt x="63266" y="374007"/>
                  <a:pt x="0" y="310741"/>
                  <a:pt x="0" y="232698"/>
                </a:cubicBezTo>
                <a:lnTo>
                  <a:pt x="0" y="0"/>
                </a:lnTo>
                <a:close/>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860" name="Google Shape;860;g2e8da7feb71_0_1680"/>
          <p:cNvSpPr txBox="1"/>
          <p:nvPr/>
        </p:nvSpPr>
        <p:spPr>
          <a:xfrm>
            <a:off x="871071" y="1902000"/>
            <a:ext cx="852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chemeClr val="accent2"/>
                </a:solidFill>
                <a:latin typeface="Arial"/>
                <a:ea typeface="Arial"/>
                <a:cs typeface="Arial"/>
                <a:sym typeface="Arial"/>
              </a:rPr>
              <a:t>Step</a:t>
            </a:r>
            <a:endParaRPr b="0" i="0" sz="1500" u="none" cap="none" strike="noStrike">
              <a:solidFill>
                <a:schemeClr val="accent2"/>
              </a:solidFill>
              <a:latin typeface="Arial"/>
              <a:ea typeface="Arial"/>
              <a:cs typeface="Arial"/>
              <a:sym typeface="Arial"/>
            </a:endParaRPr>
          </a:p>
        </p:txBody>
      </p:sp>
      <p:sp>
        <p:nvSpPr>
          <p:cNvPr id="861" name="Google Shape;861;g2e8da7feb71_0_1680"/>
          <p:cNvSpPr txBox="1"/>
          <p:nvPr>
            <p:ph idx="3" type="body"/>
          </p:nvPr>
        </p:nvSpPr>
        <p:spPr>
          <a:xfrm>
            <a:off x="1623608" y="1915345"/>
            <a:ext cx="852900" cy="373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accent2"/>
              </a:buClr>
              <a:buSzPts val="2000"/>
              <a:buFont typeface="Arial"/>
              <a:buNone/>
              <a:defRPr b="0" i="0" sz="2000" u="none" cap="none" strike="noStrike">
                <a:solidFill>
                  <a:schemeClr val="accent2"/>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862" name="Google Shape;862;g2e8da7feb71_0_1680"/>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863" name="Google Shape;863;g2e8da7feb71_0_1680"/>
          <p:cNvGrpSpPr/>
          <p:nvPr/>
        </p:nvGrpSpPr>
        <p:grpSpPr>
          <a:xfrm>
            <a:off x="680011" y="0"/>
            <a:ext cx="3090697" cy="1806089"/>
            <a:chOff x="536716" y="-1319"/>
            <a:chExt cx="3976708" cy="2323841"/>
          </a:xfrm>
        </p:grpSpPr>
        <p:sp>
          <p:nvSpPr>
            <p:cNvPr id="864" name="Google Shape;864;g2e8da7feb71_0_168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865" name="Google Shape;865;g2e8da7feb71_0_1680"/>
            <p:cNvGrpSpPr/>
            <p:nvPr/>
          </p:nvGrpSpPr>
          <p:grpSpPr>
            <a:xfrm>
              <a:off x="536716" y="0"/>
              <a:ext cx="3976708" cy="2322522"/>
              <a:chOff x="947530" y="0"/>
              <a:chExt cx="3976708" cy="2322522"/>
            </a:xfrm>
          </p:grpSpPr>
          <p:sp>
            <p:nvSpPr>
              <p:cNvPr id="866" name="Google Shape;866;g2e8da7feb71_0_168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867" name="Google Shape;867;g2e8da7feb71_0_168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868" name="Google Shape;868;g2e8da7feb71_0_168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869" name="Google Shape;869;g2e8da7feb71_0_168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870" name="Google Shape;870;g2e8da7feb71_0_168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871" name="Google Shape;871;g2e8da7feb71_0_1680"/>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FFFFFF"/>
                </a:solidFill>
                <a:latin typeface="Fredoka"/>
                <a:ea typeface="Fredoka"/>
                <a:cs typeface="Fredoka"/>
                <a:sym typeface="Fredoka"/>
              </a:rPr>
              <a:t>Steps</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872" name="Shape 872"/>
        <p:cNvGrpSpPr/>
        <p:nvPr/>
      </p:nvGrpSpPr>
      <p:grpSpPr>
        <a:xfrm>
          <a:off x="0" y="0"/>
          <a:ext cx="0" cy="0"/>
          <a:chOff x="0" y="0"/>
          <a:chExt cx="0" cy="0"/>
        </a:xfrm>
      </p:grpSpPr>
      <p:grpSp>
        <p:nvGrpSpPr>
          <p:cNvPr id="873" name="Google Shape;873;g2e8da7feb71_0_1696"/>
          <p:cNvGrpSpPr/>
          <p:nvPr/>
        </p:nvGrpSpPr>
        <p:grpSpPr>
          <a:xfrm>
            <a:off x="-1" y="579518"/>
            <a:ext cx="11387071" cy="823623"/>
            <a:chOff x="0" y="579518"/>
            <a:chExt cx="4125900" cy="823623"/>
          </a:xfrm>
        </p:grpSpPr>
        <p:sp>
          <p:nvSpPr>
            <p:cNvPr id="874" name="Google Shape;874;g2e8da7feb71_0_1696"/>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875" name="Google Shape;875;g2e8da7feb71_0_1696"/>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876" name="Google Shape;876;g2e8da7feb71_0_1696"/>
          <p:cNvSpPr txBox="1"/>
          <p:nvPr>
            <p:ph type="title"/>
          </p:nvPr>
        </p:nvSpPr>
        <p:spPr>
          <a:xfrm>
            <a:off x="180975" y="579519"/>
            <a:ext cx="11112900" cy="726300"/>
          </a:xfrm>
          <a:prstGeom prst="rect">
            <a:avLst/>
          </a:prstGeom>
          <a:noFill/>
          <a:ln>
            <a:noFill/>
          </a:ln>
        </p:spPr>
        <p:txBody>
          <a:bodyPr anchorCtr="0" anchor="t" bIns="45700" lIns="91425" spcFirstLastPara="1" rIns="91425" wrap="square" tIns="91425">
            <a:noAutofit/>
          </a:bodyPr>
          <a:lstStyle>
            <a:lvl1pPr lvl="0" marR="0" rtl="0" algn="l">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77" name="Google Shape;877;g2e8da7feb71_0_1696"/>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78" name="Google Shape;878;g2e8da7feb71_0_1696"/>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23850" lvl="0" marL="4572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1pPr>
            <a:lvl2pPr indent="-323850" lvl="1" marL="9144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2pPr>
            <a:lvl3pPr indent="-323850" lvl="2" marL="13716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3pPr>
            <a:lvl4pPr indent="-323850" lvl="3" marL="18288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4pPr>
            <a:lvl5pPr indent="-323850" lvl="4" marL="22860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79" name="Google Shape;879;g2e8da7feb71_0_1696"/>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880" name="Shape 880"/>
        <p:cNvGrpSpPr/>
        <p:nvPr/>
      </p:nvGrpSpPr>
      <p:grpSpPr>
        <a:xfrm>
          <a:off x="0" y="0"/>
          <a:ext cx="0" cy="0"/>
          <a:chOff x="0" y="0"/>
          <a:chExt cx="0" cy="0"/>
        </a:xfrm>
      </p:grpSpPr>
      <p:grpSp>
        <p:nvGrpSpPr>
          <p:cNvPr id="881" name="Google Shape;881;g2bcae53cd67_5_939"/>
          <p:cNvGrpSpPr/>
          <p:nvPr/>
        </p:nvGrpSpPr>
        <p:grpSpPr>
          <a:xfrm>
            <a:off x="680011" y="0"/>
            <a:ext cx="3090697" cy="1806089"/>
            <a:chOff x="536716" y="-1319"/>
            <a:chExt cx="3976708" cy="2323841"/>
          </a:xfrm>
        </p:grpSpPr>
        <p:sp>
          <p:nvSpPr>
            <p:cNvPr id="882" name="Google Shape;882;g2bcae53cd67_5_93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883" name="Google Shape;883;g2bcae53cd67_5_939"/>
            <p:cNvGrpSpPr/>
            <p:nvPr/>
          </p:nvGrpSpPr>
          <p:grpSpPr>
            <a:xfrm>
              <a:off x="536716" y="0"/>
              <a:ext cx="3976708" cy="2322522"/>
              <a:chOff x="947530" y="0"/>
              <a:chExt cx="3976708" cy="2322522"/>
            </a:xfrm>
          </p:grpSpPr>
          <p:sp>
            <p:nvSpPr>
              <p:cNvPr id="884" name="Google Shape;884;g2bcae53cd67_5_93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85" name="Google Shape;885;g2bcae53cd67_5_93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86" name="Google Shape;886;g2bcae53cd67_5_93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87" name="Google Shape;887;g2bcae53cd67_5_93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888" name="Google Shape;888;g2bcae53cd67_5_93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889" name="Google Shape;889;g2bcae53cd67_5_939"/>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890" name="Google Shape;890;g2bcae53cd67_5_939"/>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891" name="Shape 891"/>
        <p:cNvGrpSpPr/>
        <p:nvPr/>
      </p:nvGrpSpPr>
      <p:grpSpPr>
        <a:xfrm>
          <a:off x="0" y="0"/>
          <a:ext cx="0" cy="0"/>
          <a:chOff x="0" y="0"/>
          <a:chExt cx="0" cy="0"/>
        </a:xfrm>
      </p:grpSpPr>
      <p:sp>
        <p:nvSpPr>
          <p:cNvPr id="892" name="Google Shape;892;g2bcae53cd67_5_607"/>
          <p:cNvSpPr/>
          <p:nvPr/>
        </p:nvSpPr>
        <p:spPr>
          <a:xfrm>
            <a:off x="204186" y="173736"/>
            <a:ext cx="11656500" cy="6382500"/>
          </a:xfrm>
          <a:prstGeom prst="rect">
            <a:avLst/>
          </a:prstGeom>
          <a:blipFill rotWithShape="1">
            <a:blip r:embed="rId2">
              <a:alphaModFix amt="7000"/>
            </a:blip>
            <a:tile algn="tl" flip="none" tx="0" sx="99995" ty="0" sy="99995"/>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93" name="Google Shape;893;g2bcae53cd67_5_607"/>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1961"/>
              </a:srgbClr>
            </a:outerShdw>
          </a:effectLst>
        </p:spPr>
        <p:txBody>
          <a:bodyPr anchorCtr="0" anchor="t" bIns="45700" lIns="0" spcFirstLastPara="1" rIns="91425" wrap="square" tIns="45700">
            <a:noAutofit/>
          </a:bodyPr>
          <a:lstStyle>
            <a:lvl1pPr lvl="0" marR="0" rtl="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4" name="Google Shape;894;g2bcae53cd67_5_607"/>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2157"/>
              </a:schemeClr>
            </a:outerShdw>
          </a:effectLst>
        </p:spPr>
        <p:txBody>
          <a:bodyPr anchorCtr="0" anchor="t" bIns="0" lIns="0" spcFirstLastPara="1" rIns="0" wrap="square" tIns="91425">
            <a:noAutofit/>
          </a:bodyPr>
          <a:lstStyle>
            <a:lvl1pPr indent="-228600" lvl="0" marL="457200" marR="0" rtl="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895" name="Shape 895"/>
        <p:cNvGrpSpPr/>
        <p:nvPr/>
      </p:nvGrpSpPr>
      <p:grpSpPr>
        <a:xfrm>
          <a:off x="0" y="0"/>
          <a:ext cx="0" cy="0"/>
          <a:chOff x="0" y="0"/>
          <a:chExt cx="0" cy="0"/>
        </a:xfrm>
      </p:grpSpPr>
      <p:grpSp>
        <p:nvGrpSpPr>
          <p:cNvPr id="896" name="Google Shape;896;g2bcae53cd67_5_617"/>
          <p:cNvGrpSpPr/>
          <p:nvPr/>
        </p:nvGrpSpPr>
        <p:grpSpPr>
          <a:xfrm>
            <a:off x="680011" y="0"/>
            <a:ext cx="3090697" cy="1806089"/>
            <a:chOff x="536716" y="-1319"/>
            <a:chExt cx="3976708" cy="2323841"/>
          </a:xfrm>
        </p:grpSpPr>
        <p:sp>
          <p:nvSpPr>
            <p:cNvPr id="897" name="Google Shape;897;g2bcae53cd67_5_61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898" name="Google Shape;898;g2bcae53cd67_5_617"/>
            <p:cNvGrpSpPr/>
            <p:nvPr/>
          </p:nvGrpSpPr>
          <p:grpSpPr>
            <a:xfrm>
              <a:off x="536716" y="0"/>
              <a:ext cx="3976708" cy="2322522"/>
              <a:chOff x="947530" y="0"/>
              <a:chExt cx="3976708" cy="2322522"/>
            </a:xfrm>
          </p:grpSpPr>
          <p:sp>
            <p:nvSpPr>
              <p:cNvPr id="899" name="Google Shape;899;g2bcae53cd67_5_61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00" name="Google Shape;900;g2bcae53cd67_5_61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01" name="Google Shape;901;g2bcae53cd67_5_61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02" name="Google Shape;902;g2bcae53cd67_5_61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03" name="Google Shape;903;g2bcae53cd67_5_61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04" name="Google Shape;904;g2bcae53cd67_5_61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905" name="Google Shape;905;g2bcae53cd67_5_617"/>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906" name="Google Shape;906;g2bcae53cd67_5_61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907" name="Shape 907"/>
        <p:cNvGrpSpPr/>
        <p:nvPr/>
      </p:nvGrpSpPr>
      <p:grpSpPr>
        <a:xfrm>
          <a:off x="0" y="0"/>
          <a:ext cx="0" cy="0"/>
          <a:chOff x="0" y="0"/>
          <a:chExt cx="0" cy="0"/>
        </a:xfrm>
      </p:grpSpPr>
      <p:grpSp>
        <p:nvGrpSpPr>
          <p:cNvPr id="908" name="Google Shape;908;g2bcae53cd67_5_629"/>
          <p:cNvGrpSpPr/>
          <p:nvPr/>
        </p:nvGrpSpPr>
        <p:grpSpPr>
          <a:xfrm>
            <a:off x="680011" y="0"/>
            <a:ext cx="3090697" cy="1806089"/>
            <a:chOff x="536716" y="-1319"/>
            <a:chExt cx="3976708" cy="2323841"/>
          </a:xfrm>
        </p:grpSpPr>
        <p:sp>
          <p:nvSpPr>
            <p:cNvPr id="909" name="Google Shape;909;g2bcae53cd67_5_62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910" name="Google Shape;910;g2bcae53cd67_5_629"/>
            <p:cNvGrpSpPr/>
            <p:nvPr/>
          </p:nvGrpSpPr>
          <p:grpSpPr>
            <a:xfrm>
              <a:off x="536716" y="0"/>
              <a:ext cx="3976708" cy="2322522"/>
              <a:chOff x="947530" y="0"/>
              <a:chExt cx="3976708" cy="2322522"/>
            </a:xfrm>
          </p:grpSpPr>
          <p:sp>
            <p:nvSpPr>
              <p:cNvPr id="911" name="Google Shape;911;g2bcae53cd67_5_62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12" name="Google Shape;912;g2bcae53cd67_5_62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13" name="Google Shape;913;g2bcae53cd67_5_62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14" name="Google Shape;914;g2bcae53cd67_5_62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15" name="Google Shape;915;g2bcae53cd67_5_62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16" name="Google Shape;916;g2bcae53cd67_5_62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917" name="Google Shape;917;g2bcae53cd67_5_629"/>
          <p:cNvGrpSpPr/>
          <p:nvPr/>
        </p:nvGrpSpPr>
        <p:grpSpPr>
          <a:xfrm>
            <a:off x="5346784" y="1129383"/>
            <a:ext cx="4318845" cy="2583681"/>
            <a:chOff x="5320151" y="896335"/>
            <a:chExt cx="4318845" cy="2583681"/>
          </a:xfrm>
        </p:grpSpPr>
        <p:sp>
          <p:nvSpPr>
            <p:cNvPr id="918" name="Google Shape;918;g2bcae53cd67_5_62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9" name="Google Shape;919;g2bcae53cd67_5_62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920" name="Google Shape;920;g2bcae53cd67_5_629"/>
          <p:cNvGrpSpPr/>
          <p:nvPr/>
        </p:nvGrpSpPr>
        <p:grpSpPr>
          <a:xfrm>
            <a:off x="8020375" y="1479739"/>
            <a:ext cx="1344658" cy="4110296"/>
            <a:chOff x="7993742" y="1246691"/>
            <a:chExt cx="1344658" cy="4110296"/>
          </a:xfrm>
        </p:grpSpPr>
        <p:sp>
          <p:nvSpPr>
            <p:cNvPr id="921" name="Google Shape;921;g2bcae53cd67_5_629"/>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2" name="Google Shape;922;g2bcae53cd67_5_629"/>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3" name="Google Shape;923;g2bcae53cd67_5_629"/>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4" name="Google Shape;924;g2bcae53cd67_5_629"/>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5" name="Google Shape;925;g2bcae53cd67_5_629"/>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6" name="Google Shape;926;g2bcae53cd67_5_629"/>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7" name="Google Shape;927;g2bcae53cd67_5_629"/>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8" name="Google Shape;928;g2bcae53cd67_5_629"/>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9" name="Google Shape;929;g2bcae53cd67_5_629"/>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0" name="Google Shape;930;g2bcae53cd67_5_629"/>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1" name="Google Shape;931;g2bcae53cd67_5_629"/>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2" name="Google Shape;932;g2bcae53cd67_5_62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3" name="Google Shape;933;g2bcae53cd67_5_62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4" name="Google Shape;934;g2bcae53cd67_5_629"/>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5" name="Google Shape;935;g2bcae53cd67_5_629"/>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6" name="Google Shape;936;g2bcae53cd67_5_629"/>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7" name="Google Shape;937;g2bcae53cd67_5_629"/>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8" name="Google Shape;938;g2bcae53cd67_5_629"/>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39" name="Google Shape;939;g2bcae53cd67_5_629"/>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0" name="Google Shape;940;g2bcae53cd67_5_629"/>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1" name="Google Shape;941;g2bcae53cd67_5_62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2" name="Google Shape;942;g2bcae53cd67_5_62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3" name="Google Shape;943;g2bcae53cd67_5_629"/>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4" name="Google Shape;944;g2bcae53cd67_5_629"/>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5" name="Google Shape;945;g2bcae53cd67_5_629"/>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6" name="Google Shape;946;g2bcae53cd67_5_629"/>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7" name="Google Shape;947;g2bcae53cd67_5_629"/>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8" name="Google Shape;948;g2bcae53cd67_5_629"/>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49" name="Google Shape;949;g2bcae53cd67_5_629"/>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0" name="Google Shape;950;g2bcae53cd67_5_629"/>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1" name="Google Shape;951;g2bcae53cd67_5_629"/>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2" name="Google Shape;952;g2bcae53cd67_5_629"/>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3" name="Google Shape;953;g2bcae53cd67_5_629"/>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4" name="Google Shape;954;g2bcae53cd67_5_629"/>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5" name="Google Shape;955;g2bcae53cd67_5_629"/>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6" name="Google Shape;956;g2bcae53cd67_5_629"/>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7" name="Google Shape;957;g2bcae53cd67_5_629"/>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8" name="Google Shape;958;g2bcae53cd67_5_629"/>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59" name="Google Shape;959;g2bcae53cd67_5_629"/>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0" name="Google Shape;960;g2bcae53cd67_5_629"/>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1" name="Google Shape;961;g2bcae53cd67_5_629"/>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2" name="Google Shape;962;g2bcae53cd67_5_629"/>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3" name="Google Shape;963;g2bcae53cd67_5_629"/>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4" name="Google Shape;964;g2bcae53cd67_5_629"/>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5" name="Google Shape;965;g2bcae53cd67_5_629"/>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966" name="Google Shape;966;g2bcae53cd67_5_629"/>
          <p:cNvGrpSpPr/>
          <p:nvPr/>
        </p:nvGrpSpPr>
        <p:grpSpPr>
          <a:xfrm>
            <a:off x="6181783" y="2432841"/>
            <a:ext cx="2702942" cy="1829559"/>
            <a:chOff x="6155150" y="2199793"/>
            <a:chExt cx="2702942" cy="1829559"/>
          </a:xfrm>
        </p:grpSpPr>
        <p:sp>
          <p:nvSpPr>
            <p:cNvPr id="967" name="Google Shape;967;g2bcae53cd67_5_629"/>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8" name="Google Shape;968;g2bcae53cd67_5_629"/>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69" name="Google Shape;969;g2bcae53cd67_5_629"/>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0" name="Google Shape;970;g2bcae53cd67_5_629"/>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1" name="Google Shape;971;g2bcae53cd67_5_629"/>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2" name="Google Shape;972;g2bcae53cd67_5_629"/>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3" name="Google Shape;973;g2bcae53cd67_5_629"/>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4" name="Google Shape;974;g2bcae53cd67_5_629"/>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5" name="Google Shape;975;g2bcae53cd67_5_629"/>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6" name="Google Shape;976;g2bcae53cd67_5_629"/>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977" name="Google Shape;977;g2bcae53cd67_5_629"/>
          <p:cNvGrpSpPr/>
          <p:nvPr/>
        </p:nvGrpSpPr>
        <p:grpSpPr>
          <a:xfrm>
            <a:off x="5355452" y="1806760"/>
            <a:ext cx="1514699" cy="3783660"/>
            <a:chOff x="5328819" y="1573712"/>
            <a:chExt cx="1514699" cy="3783660"/>
          </a:xfrm>
        </p:grpSpPr>
        <p:sp>
          <p:nvSpPr>
            <p:cNvPr id="978" name="Google Shape;978;g2bcae53cd67_5_629"/>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79" name="Google Shape;979;g2bcae53cd67_5_629"/>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0" name="Google Shape;980;g2bcae53cd67_5_62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1" name="Google Shape;981;g2bcae53cd67_5_62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2" name="Google Shape;982;g2bcae53cd67_5_62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3" name="Google Shape;983;g2bcae53cd67_5_629"/>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4" name="Google Shape;984;g2bcae53cd67_5_629"/>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5" name="Google Shape;985;g2bcae53cd67_5_629"/>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6" name="Google Shape;986;g2bcae53cd67_5_629"/>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7" name="Google Shape;987;g2bcae53cd67_5_629"/>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8" name="Google Shape;988;g2bcae53cd67_5_629"/>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89" name="Google Shape;989;g2bcae53cd67_5_629"/>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0" name="Google Shape;990;g2bcae53cd67_5_629"/>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1" name="Google Shape;991;g2bcae53cd67_5_629"/>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2" name="Google Shape;992;g2bcae53cd67_5_62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3" name="Google Shape;993;g2bcae53cd67_5_62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4" name="Google Shape;994;g2bcae53cd67_5_629"/>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5" name="Google Shape;995;g2bcae53cd67_5_629"/>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6" name="Google Shape;996;g2bcae53cd67_5_629"/>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7" name="Google Shape;997;g2bcae53cd67_5_629"/>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8" name="Google Shape;998;g2bcae53cd67_5_629"/>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99" name="Google Shape;999;g2bcae53cd67_5_62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0" name="Google Shape;1000;g2bcae53cd67_5_62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1" name="Google Shape;1001;g2bcae53cd67_5_629"/>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2" name="Google Shape;1002;g2bcae53cd67_5_629"/>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3" name="Google Shape;1003;g2bcae53cd67_5_62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4" name="Google Shape;1004;g2bcae53cd67_5_62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5" name="Google Shape;1005;g2bcae53cd67_5_629"/>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6" name="Google Shape;1006;g2bcae53cd67_5_629"/>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7" name="Google Shape;1007;g2bcae53cd67_5_629"/>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8" name="Google Shape;1008;g2bcae53cd67_5_629"/>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09" name="Google Shape;1009;g2bcae53cd67_5_629"/>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0" name="Google Shape;1010;g2bcae53cd67_5_629"/>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1" name="Google Shape;1011;g2bcae53cd67_5_629"/>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2" name="Google Shape;1012;g2bcae53cd67_5_629"/>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3" name="Google Shape;1013;g2bcae53cd67_5_629"/>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4" name="Google Shape;1014;g2bcae53cd67_5_629"/>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5" name="Google Shape;1015;g2bcae53cd67_5_629"/>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6" name="Google Shape;1016;g2bcae53cd67_5_629"/>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7" name="Google Shape;1017;g2bcae53cd67_5_62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8" name="Google Shape;1018;g2bcae53cd67_5_62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9" name="Google Shape;1019;g2bcae53cd67_5_629"/>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0" name="Google Shape;1020;g2bcae53cd67_5_629"/>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1" name="Google Shape;1021;g2bcae53cd67_5_629"/>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2" name="Google Shape;1022;g2bcae53cd67_5_629"/>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3" name="Google Shape;1023;g2bcae53cd67_5_629"/>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4" name="Google Shape;1024;g2bcae53cd67_5_62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5" name="Google Shape;1025;g2bcae53cd67_5_62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6" name="Google Shape;1026;g2bcae53cd67_5_62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7" name="Google Shape;1027;g2bcae53cd67_5_62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8" name="Google Shape;1028;g2bcae53cd67_5_62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29" name="Google Shape;1029;g2bcae53cd67_5_62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30" name="Google Shape;1030;g2bcae53cd67_5_629"/>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31" name="Google Shape;1031;g2bcae53cd67_5_629"/>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32" name="Google Shape;1032;g2bcae53cd67_5_629"/>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033" name="Google Shape;1033;g2bcae53cd67_5_629"/>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34" name="Google Shape;1034;g2bcae53cd67_5_62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1035" name="Shape 1035"/>
        <p:cNvGrpSpPr/>
        <p:nvPr/>
      </p:nvGrpSpPr>
      <p:grpSpPr>
        <a:xfrm>
          <a:off x="0" y="0"/>
          <a:ext cx="0" cy="0"/>
          <a:chOff x="0" y="0"/>
          <a:chExt cx="0" cy="0"/>
        </a:xfrm>
      </p:grpSpPr>
      <p:grpSp>
        <p:nvGrpSpPr>
          <p:cNvPr id="1036" name="Google Shape;1036;g2bcae53cd67_5_757"/>
          <p:cNvGrpSpPr/>
          <p:nvPr/>
        </p:nvGrpSpPr>
        <p:grpSpPr>
          <a:xfrm>
            <a:off x="680011" y="0"/>
            <a:ext cx="3090697" cy="1806089"/>
            <a:chOff x="536716" y="-1319"/>
            <a:chExt cx="3976708" cy="2323841"/>
          </a:xfrm>
        </p:grpSpPr>
        <p:sp>
          <p:nvSpPr>
            <p:cNvPr id="1037" name="Google Shape;1037;g2bcae53cd67_5_75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038" name="Google Shape;1038;g2bcae53cd67_5_757"/>
            <p:cNvGrpSpPr/>
            <p:nvPr/>
          </p:nvGrpSpPr>
          <p:grpSpPr>
            <a:xfrm>
              <a:off x="536716" y="0"/>
              <a:ext cx="3976708" cy="2322522"/>
              <a:chOff x="947530" y="0"/>
              <a:chExt cx="3976708" cy="2322522"/>
            </a:xfrm>
          </p:grpSpPr>
          <p:sp>
            <p:nvSpPr>
              <p:cNvPr id="1039" name="Google Shape;1039;g2bcae53cd67_5_75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40" name="Google Shape;1040;g2bcae53cd67_5_75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41" name="Google Shape;1041;g2bcae53cd67_5_75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42" name="Google Shape;1042;g2bcae53cd67_5_75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043" name="Google Shape;1043;g2bcae53cd67_5_75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044" name="Google Shape;1044;g2bcae53cd67_5_757"/>
          <p:cNvGrpSpPr/>
          <p:nvPr/>
        </p:nvGrpSpPr>
        <p:grpSpPr>
          <a:xfrm>
            <a:off x="4978675" y="230124"/>
            <a:ext cx="6585927" cy="6481913"/>
            <a:chOff x="4481529" y="255149"/>
            <a:chExt cx="6585927" cy="6481913"/>
          </a:xfrm>
        </p:grpSpPr>
        <p:sp>
          <p:nvSpPr>
            <p:cNvPr id="1045" name="Google Shape;1045;g2bcae53cd67_5_757"/>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745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046" name="Google Shape;1046;g2bcae53cd67_5_757"/>
            <p:cNvGrpSpPr/>
            <p:nvPr/>
          </p:nvGrpSpPr>
          <p:grpSpPr>
            <a:xfrm>
              <a:off x="5620316" y="1114012"/>
              <a:ext cx="3943964" cy="4769709"/>
              <a:chOff x="6160167" y="1922224"/>
              <a:chExt cx="3328797" cy="4025750"/>
            </a:xfrm>
          </p:grpSpPr>
          <p:sp>
            <p:nvSpPr>
              <p:cNvPr id="1047" name="Google Shape;1047;g2bcae53cd67_5_757"/>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48" name="Google Shape;1048;g2bcae53cd67_5_757"/>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049" name="Google Shape;1049;g2bcae53cd67_5_757"/>
              <p:cNvGrpSpPr/>
              <p:nvPr/>
            </p:nvGrpSpPr>
            <p:grpSpPr>
              <a:xfrm rot="-2084623">
                <a:off x="6852795" y="2171733"/>
                <a:ext cx="1813520" cy="2998018"/>
                <a:chOff x="6852949" y="2172109"/>
                <a:chExt cx="1813541" cy="2998053"/>
              </a:xfrm>
            </p:grpSpPr>
            <p:sp>
              <p:nvSpPr>
                <p:cNvPr id="1050" name="Google Shape;1050;g2bcae53cd67_5_757"/>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1" name="Google Shape;1051;g2bcae53cd67_5_757"/>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2" name="Google Shape;1052;g2bcae53cd67_5_757"/>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3" name="Google Shape;1053;g2bcae53cd67_5_757"/>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4" name="Google Shape;1054;g2bcae53cd67_5_757"/>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5" name="Google Shape;1055;g2bcae53cd67_5_757"/>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6" name="Google Shape;1056;g2bcae53cd67_5_757"/>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7" name="Google Shape;1057;g2bcae53cd67_5_757"/>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8" name="Google Shape;1058;g2bcae53cd67_5_757"/>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9" name="Google Shape;1059;g2bcae53cd67_5_757"/>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0" name="Google Shape;1060;g2bcae53cd67_5_757"/>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1" name="Google Shape;1061;g2bcae53cd67_5_757"/>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2" name="Google Shape;1062;g2bcae53cd67_5_757"/>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3" name="Google Shape;1063;g2bcae53cd67_5_757"/>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4" name="Google Shape;1064;g2bcae53cd67_5_757"/>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5" name="Google Shape;1065;g2bcae53cd67_5_757"/>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6" name="Google Shape;1066;g2bcae53cd67_5_757"/>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7" name="Google Shape;1067;g2bcae53cd67_5_757"/>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8" name="Google Shape;1068;g2bcae53cd67_5_757"/>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9" name="Google Shape;1069;g2bcae53cd67_5_757"/>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70" name="Google Shape;1070;g2bcae53cd67_5_757"/>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1071" name="Google Shape;1071;g2bcae53cd67_5_75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1072" name="Google Shape;1072;g2bcae53cd67_5_75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3" name="Shape 1073"/>
        <p:cNvGrpSpPr/>
        <p:nvPr/>
      </p:nvGrpSpPr>
      <p:grpSpPr>
        <a:xfrm>
          <a:off x="0" y="0"/>
          <a:ext cx="0" cy="0"/>
          <a:chOff x="0" y="0"/>
          <a:chExt cx="0" cy="0"/>
        </a:xfrm>
      </p:grpSpPr>
      <p:sp>
        <p:nvSpPr>
          <p:cNvPr id="1074" name="Google Shape;1074;g2bcae53cd67_5_795"/>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75" name="Google Shape;1075;g2bcae53cd67_5_795"/>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076" name="Google Shape;1076;g2bcae53cd67_5_795"/>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1077" name="Google Shape;1077;g2bcae53cd67_5_795"/>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1078" name="Google Shape;1078;g2bcae53cd67_5_795"/>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1079" name="Shape 1079"/>
        <p:cNvGrpSpPr/>
        <p:nvPr/>
      </p:nvGrpSpPr>
      <p:grpSpPr>
        <a:xfrm>
          <a:off x="0" y="0"/>
          <a:ext cx="0" cy="0"/>
          <a:chOff x="0" y="0"/>
          <a:chExt cx="0" cy="0"/>
        </a:xfrm>
      </p:grpSpPr>
      <p:grpSp>
        <p:nvGrpSpPr>
          <p:cNvPr id="1080" name="Google Shape;1080;g2bcae53cd67_5_918"/>
          <p:cNvGrpSpPr/>
          <p:nvPr/>
        </p:nvGrpSpPr>
        <p:grpSpPr>
          <a:xfrm>
            <a:off x="680011" y="0"/>
            <a:ext cx="3090697" cy="1806089"/>
            <a:chOff x="536716" y="-1319"/>
            <a:chExt cx="3976708" cy="2323841"/>
          </a:xfrm>
        </p:grpSpPr>
        <p:sp>
          <p:nvSpPr>
            <p:cNvPr id="1081" name="Google Shape;1081;g2bcae53cd67_5_91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082" name="Google Shape;1082;g2bcae53cd67_5_918"/>
            <p:cNvGrpSpPr/>
            <p:nvPr/>
          </p:nvGrpSpPr>
          <p:grpSpPr>
            <a:xfrm>
              <a:off x="536716" y="0"/>
              <a:ext cx="3976708" cy="2322522"/>
              <a:chOff x="947530" y="0"/>
              <a:chExt cx="3976708" cy="2322522"/>
            </a:xfrm>
          </p:grpSpPr>
          <p:sp>
            <p:nvSpPr>
              <p:cNvPr id="1083" name="Google Shape;1083;g2bcae53cd67_5_91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84" name="Google Shape;1084;g2bcae53cd67_5_91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85" name="Google Shape;1085;g2bcae53cd67_5_91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86" name="Google Shape;1086;g2bcae53cd67_5_91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087" name="Google Shape;1087;g2bcae53cd67_5_91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088" name="Google Shape;1088;g2bcae53cd67_5_918"/>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1089" name="Google Shape;1089;g2bcae53cd67_5_91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1090" name="Google Shape;1090;g2bcae53cd67_5_918"/>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1091" name="Shape 1091"/>
        <p:cNvGrpSpPr/>
        <p:nvPr/>
      </p:nvGrpSpPr>
      <p:grpSpPr>
        <a:xfrm>
          <a:off x="0" y="0"/>
          <a:ext cx="0" cy="0"/>
          <a:chOff x="0" y="0"/>
          <a:chExt cx="0" cy="0"/>
        </a:xfrm>
      </p:grpSpPr>
      <p:sp>
        <p:nvSpPr>
          <p:cNvPr id="1092" name="Google Shape;1092;g2bcae53cd67_5_930"/>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93" name="Google Shape;1093;g2bcae53cd67_5_930"/>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94" name="Google Shape;1094;g2bcae53cd67_5_930"/>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095" name="Google Shape;1095;g2bcae53cd67_5_930"/>
          <p:cNvGrpSpPr/>
          <p:nvPr/>
        </p:nvGrpSpPr>
        <p:grpSpPr>
          <a:xfrm>
            <a:off x="911104" y="1079070"/>
            <a:ext cx="10369887" cy="4698606"/>
            <a:chOff x="1290381" y="1417103"/>
            <a:chExt cx="9045610" cy="4098575"/>
          </a:xfrm>
        </p:grpSpPr>
        <p:sp>
          <p:nvSpPr>
            <p:cNvPr id="1096" name="Google Shape;1096;g2bcae53cd67_5_930"/>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97" name="Google Shape;1097;g2bcae53cd67_5_930"/>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098" name="Google Shape;1098;g2bcae53cd67_5_930"/>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099" name="Google Shape;1099;g2bcae53cd67_5_930"/>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1100" name="Shape 1100"/>
        <p:cNvGrpSpPr/>
        <p:nvPr/>
      </p:nvGrpSpPr>
      <p:grpSpPr>
        <a:xfrm>
          <a:off x="0" y="0"/>
          <a:ext cx="0" cy="0"/>
          <a:chOff x="0" y="0"/>
          <a:chExt cx="0" cy="0"/>
        </a:xfrm>
      </p:grpSpPr>
      <p:pic>
        <p:nvPicPr>
          <p:cNvPr id="1101" name="Google Shape;1101;g2bcae53cd67_5_950"/>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1102" name="Google Shape;1102;g2bcae53cd67_5_950"/>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1103" name="Shape 1103"/>
        <p:cNvGrpSpPr/>
        <p:nvPr/>
      </p:nvGrpSpPr>
      <p:grpSpPr>
        <a:xfrm>
          <a:off x="0" y="0"/>
          <a:ext cx="0" cy="0"/>
          <a:chOff x="0" y="0"/>
          <a:chExt cx="0" cy="0"/>
        </a:xfrm>
      </p:grpSpPr>
      <p:sp>
        <p:nvSpPr>
          <p:cNvPr id="1104" name="Google Shape;1104;g2bcae53cd67_5_953"/>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1105" name="Shape 1105"/>
        <p:cNvGrpSpPr/>
        <p:nvPr/>
      </p:nvGrpSpPr>
      <p:grpSpPr>
        <a:xfrm>
          <a:off x="0" y="0"/>
          <a:ext cx="0" cy="0"/>
          <a:chOff x="0" y="0"/>
          <a:chExt cx="0" cy="0"/>
        </a:xfrm>
      </p:grpSpPr>
      <p:sp>
        <p:nvSpPr>
          <p:cNvPr id="1106" name="Google Shape;1106;g2bcae53cd67_5_955"/>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07" name="Google Shape;1107;g2bcae53cd67_5_955"/>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rtl="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rtl="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rtl="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08" name="Google Shape;1108;g2bcae53cd67_5_955"/>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1109" name="Google Shape;1109;g2bcae53cd67_5_955"/>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1110" name="Google Shape;1110;g2bcae53cd67_5_955"/>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1111" name="Shape 1111"/>
        <p:cNvGrpSpPr/>
        <p:nvPr/>
      </p:nvGrpSpPr>
      <p:grpSpPr>
        <a:xfrm>
          <a:off x="0" y="0"/>
          <a:ext cx="0" cy="0"/>
          <a:chOff x="0" y="0"/>
          <a:chExt cx="0" cy="0"/>
        </a:xfrm>
      </p:grpSpPr>
      <p:sp>
        <p:nvSpPr>
          <p:cNvPr id="1112" name="Google Shape;1112;g2bcae53cd67_5_961"/>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1113" name="Google Shape;1113;g2bcae53cd67_5_961"/>
          <p:cNvPicPr preferRelativeResize="0"/>
          <p:nvPr/>
        </p:nvPicPr>
        <p:blipFill rotWithShape="1">
          <a:blip r:embed="rId2">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1114" name="Shape 1114"/>
        <p:cNvGrpSpPr/>
        <p:nvPr/>
      </p:nvGrpSpPr>
      <p:grpSpPr>
        <a:xfrm>
          <a:off x="0" y="0"/>
          <a:ext cx="0" cy="0"/>
          <a:chOff x="0" y="0"/>
          <a:chExt cx="0" cy="0"/>
        </a:xfrm>
      </p:grpSpPr>
      <p:sp>
        <p:nvSpPr>
          <p:cNvPr id="1115" name="Google Shape;1115;g2bcae53cd67_5_964"/>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rtl="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16" name="Google Shape;1116;g2bcae53cd67_5_964"/>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2157"/>
              </a:srgbClr>
            </a:outerShdw>
          </a:effectLst>
        </p:spPr>
        <p:txBody>
          <a:bodyPr anchorCtr="0" anchor="ctr" bIns="0" lIns="91425" spcFirstLastPara="1" rIns="0" wrap="square" tIns="0">
            <a:noAutofit/>
          </a:bodyPr>
          <a:lstStyle>
            <a:lvl1pPr lvl="0" marR="0" rtl="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17" name="Google Shape;1117;g2bcae53cd67_5_964"/>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1118" name="Shape 1118"/>
        <p:cNvGrpSpPr/>
        <p:nvPr/>
      </p:nvGrpSpPr>
      <p:grpSpPr>
        <a:xfrm>
          <a:off x="0" y="0"/>
          <a:ext cx="0" cy="0"/>
          <a:chOff x="0" y="0"/>
          <a:chExt cx="0" cy="0"/>
        </a:xfrm>
      </p:grpSpPr>
      <p:grpSp>
        <p:nvGrpSpPr>
          <p:cNvPr id="1119" name="Google Shape;1119;g2bcae53cd67_5_968"/>
          <p:cNvGrpSpPr/>
          <p:nvPr/>
        </p:nvGrpSpPr>
        <p:grpSpPr>
          <a:xfrm>
            <a:off x="0" y="579518"/>
            <a:ext cx="4207500" cy="823623"/>
            <a:chOff x="0" y="579518"/>
            <a:chExt cx="4207500" cy="823623"/>
          </a:xfrm>
        </p:grpSpPr>
        <p:sp>
          <p:nvSpPr>
            <p:cNvPr id="1120" name="Google Shape;1120;g2bcae53cd67_5_968"/>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121" name="Google Shape;1121;g2bcae53cd67_5_968"/>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122" name="Google Shape;1122;g2bcae53cd67_5_968"/>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23" name="Google Shape;1123;g2bcae53cd67_5_968"/>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24" name="Google Shape;1124;g2bcae53cd67_5_968"/>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1125" name="Shape 1125"/>
        <p:cNvGrpSpPr/>
        <p:nvPr/>
      </p:nvGrpSpPr>
      <p:grpSpPr>
        <a:xfrm>
          <a:off x="0" y="0"/>
          <a:ext cx="0" cy="0"/>
          <a:chOff x="0" y="0"/>
          <a:chExt cx="0" cy="0"/>
        </a:xfrm>
      </p:grpSpPr>
      <p:sp>
        <p:nvSpPr>
          <p:cNvPr id="1126" name="Google Shape;1126;g2bcae53cd67_5_975"/>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1127" name="Google Shape;1127;g2bcae53cd67_5_975"/>
          <p:cNvGrpSpPr/>
          <p:nvPr/>
        </p:nvGrpSpPr>
        <p:grpSpPr>
          <a:xfrm>
            <a:off x="-1" y="579518"/>
            <a:ext cx="7079588" cy="823623"/>
            <a:chOff x="0" y="579518"/>
            <a:chExt cx="4146900" cy="823623"/>
          </a:xfrm>
        </p:grpSpPr>
        <p:sp>
          <p:nvSpPr>
            <p:cNvPr id="1128" name="Google Shape;1128;g2bcae53cd67_5_975"/>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129" name="Google Shape;1129;g2bcae53cd67_5_975"/>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130" name="Google Shape;1130;g2bcae53cd67_5_975"/>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31" name="Google Shape;1131;g2bcae53cd67_5_97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1132" name="Shape 1132"/>
        <p:cNvGrpSpPr/>
        <p:nvPr/>
      </p:nvGrpSpPr>
      <p:grpSpPr>
        <a:xfrm>
          <a:off x="0" y="0"/>
          <a:ext cx="0" cy="0"/>
          <a:chOff x="0" y="0"/>
          <a:chExt cx="0" cy="0"/>
        </a:xfrm>
      </p:grpSpPr>
      <p:grpSp>
        <p:nvGrpSpPr>
          <p:cNvPr id="1133" name="Google Shape;1133;g2bcae53cd67_5_982"/>
          <p:cNvGrpSpPr/>
          <p:nvPr/>
        </p:nvGrpSpPr>
        <p:grpSpPr>
          <a:xfrm>
            <a:off x="0" y="579518"/>
            <a:ext cx="4207500" cy="823623"/>
            <a:chOff x="0" y="579518"/>
            <a:chExt cx="4207500" cy="823623"/>
          </a:xfrm>
        </p:grpSpPr>
        <p:sp>
          <p:nvSpPr>
            <p:cNvPr id="1134" name="Google Shape;1134;g2bcae53cd67_5_98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135" name="Google Shape;1135;g2bcae53cd67_5_98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136" name="Google Shape;1136;g2bcae53cd67_5_98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37" name="Google Shape;1137;g2bcae53cd67_5_98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38" name="Google Shape;1138;g2bcae53cd67_5_98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39" name="Google Shape;1139;g2bcae53cd67_5_98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1140" name="Shape 1140"/>
        <p:cNvGrpSpPr/>
        <p:nvPr/>
      </p:nvGrpSpPr>
      <p:grpSpPr>
        <a:xfrm>
          <a:off x="0" y="0"/>
          <a:ext cx="0" cy="0"/>
          <a:chOff x="0" y="0"/>
          <a:chExt cx="0" cy="0"/>
        </a:xfrm>
      </p:grpSpPr>
      <p:grpSp>
        <p:nvGrpSpPr>
          <p:cNvPr id="1141" name="Google Shape;1141;g2bcae53cd67_5_990"/>
          <p:cNvGrpSpPr/>
          <p:nvPr/>
        </p:nvGrpSpPr>
        <p:grpSpPr>
          <a:xfrm>
            <a:off x="-1" y="579518"/>
            <a:ext cx="7079588" cy="823623"/>
            <a:chOff x="0" y="579518"/>
            <a:chExt cx="4146900" cy="823623"/>
          </a:xfrm>
        </p:grpSpPr>
        <p:sp>
          <p:nvSpPr>
            <p:cNvPr id="1142" name="Google Shape;1142;g2bcae53cd67_5_990"/>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143" name="Google Shape;1143;g2bcae53cd67_5_990"/>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144" name="Google Shape;1144;g2bcae53cd67_5_99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145" name="Google Shape;1145;g2bcae53cd67_5_990"/>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46" name="Google Shape;1146;g2bcae53cd67_5_990"/>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47" name="Google Shape;1147;g2bcae53cd67_5_990"/>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48" name="Google Shape;1148;g2bcae53cd67_5_990"/>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1149" name="Shape 1149"/>
        <p:cNvGrpSpPr/>
        <p:nvPr/>
      </p:nvGrpSpPr>
      <p:grpSpPr>
        <a:xfrm>
          <a:off x="0" y="0"/>
          <a:ext cx="0" cy="0"/>
          <a:chOff x="0" y="0"/>
          <a:chExt cx="0" cy="0"/>
        </a:xfrm>
      </p:grpSpPr>
      <p:grpSp>
        <p:nvGrpSpPr>
          <p:cNvPr id="1150" name="Google Shape;1150;g2bcae53cd67_5_999"/>
          <p:cNvGrpSpPr/>
          <p:nvPr/>
        </p:nvGrpSpPr>
        <p:grpSpPr>
          <a:xfrm>
            <a:off x="0" y="579518"/>
            <a:ext cx="4207500" cy="823623"/>
            <a:chOff x="0" y="579518"/>
            <a:chExt cx="4207500" cy="823623"/>
          </a:xfrm>
        </p:grpSpPr>
        <p:sp>
          <p:nvSpPr>
            <p:cNvPr id="1151" name="Google Shape;1151;g2bcae53cd67_5_999"/>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152" name="Google Shape;1152;g2bcae53cd67_5_999"/>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153" name="Google Shape;1153;g2bcae53cd67_5_99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154" name="Google Shape;1154;g2bcae53cd67_5_999"/>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1155" name="Google Shape;1155;g2bcae53cd67_5_999"/>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56" name="Google Shape;1156;g2bcae53cd67_5_999"/>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1157" name="Google Shape;1157;g2bcae53cd67_5_999"/>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58" name="Google Shape;1158;g2bcae53cd67_5_999"/>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159" name="Google Shape;1159;g2bcae53cd67_5_999"/>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1160" name="Shape 1160"/>
        <p:cNvGrpSpPr/>
        <p:nvPr/>
      </p:nvGrpSpPr>
      <p:grpSpPr>
        <a:xfrm>
          <a:off x="0" y="0"/>
          <a:ext cx="0" cy="0"/>
          <a:chOff x="0" y="0"/>
          <a:chExt cx="0" cy="0"/>
        </a:xfrm>
      </p:grpSpPr>
      <p:sp>
        <p:nvSpPr>
          <p:cNvPr id="1161" name="Google Shape;1161;g2bcae53cd67_5_102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1162" name="Google Shape;1162;g2bcae53cd67_5_1023"/>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1163" name="Google Shape;1163;g2bcae53cd67_5_1023"/>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1164" name="Shape 1164"/>
        <p:cNvGrpSpPr/>
        <p:nvPr/>
      </p:nvGrpSpPr>
      <p:grpSpPr>
        <a:xfrm>
          <a:off x="0" y="0"/>
          <a:ext cx="0" cy="0"/>
          <a:chOff x="0" y="0"/>
          <a:chExt cx="0" cy="0"/>
        </a:xfrm>
      </p:grpSpPr>
      <p:sp>
        <p:nvSpPr>
          <p:cNvPr id="1165" name="Google Shape;1165;g2bcae53cd67_5_1027"/>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1166" name="Google Shape;1166;g2bcae53cd67_5_1027"/>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67" name="Google Shape;1167;g2bcae53cd67_5_1027"/>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68" name="Google Shape;1168;g2bcae53cd67_5_1027"/>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69" name="Google Shape;1169;g2bcae53cd67_5_1027"/>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0" name="Google Shape;1170;g2bcae53cd67_5_1027"/>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196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1" name="Google Shape;1171;g2bcae53cd67_5_1027"/>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2" name="Google Shape;1172;g2bcae53cd67_5_1027"/>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3" name="Google Shape;1173;g2bcae53cd67_5_1027"/>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4" name="Google Shape;1174;g2bcae53cd67_5_1027"/>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5" name="Google Shape;1175;g2bcae53cd67_5_1027"/>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196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176" name="Google Shape;1176;g2bcae53cd67_5_1027"/>
          <p:cNvGrpSpPr/>
          <p:nvPr/>
        </p:nvGrpSpPr>
        <p:grpSpPr>
          <a:xfrm>
            <a:off x="5457743" y="1333256"/>
            <a:ext cx="1594947" cy="4101702"/>
            <a:chOff x="5652866" y="1771703"/>
            <a:chExt cx="1133902" cy="2916040"/>
          </a:xfrm>
        </p:grpSpPr>
        <p:sp>
          <p:nvSpPr>
            <p:cNvPr id="1177" name="Google Shape;1177;g2bcae53cd67_5_1027"/>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8" name="Google Shape;1178;g2bcae53cd67_5_1027"/>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9" name="Google Shape;1179;g2bcae53cd67_5_1027"/>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0" name="Google Shape;1180;g2bcae53cd67_5_1027"/>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1" name="Google Shape;1181;g2bcae53cd67_5_1027"/>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2" name="Google Shape;1182;g2bcae53cd67_5_1027"/>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3" name="Google Shape;1183;g2bcae53cd67_5_1027"/>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4" name="Google Shape;1184;g2bcae53cd67_5_1027"/>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5" name="Google Shape;1185;g2bcae53cd67_5_1027"/>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6" name="Google Shape;1186;g2bcae53cd67_5_1027"/>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7" name="Google Shape;1187;g2bcae53cd67_5_1027"/>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8" name="Google Shape;1188;g2bcae53cd67_5_1027"/>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9" name="Google Shape;1189;g2bcae53cd67_5_1027"/>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0" name="Google Shape;1190;g2bcae53cd67_5_1027"/>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1" name="Google Shape;1191;g2bcae53cd67_5_1027"/>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2" name="Google Shape;1192;g2bcae53cd67_5_1027"/>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3" name="Google Shape;1193;g2bcae53cd67_5_1027"/>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4" name="Google Shape;1194;g2bcae53cd67_5_1027"/>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5" name="Google Shape;1195;g2bcae53cd67_5_1027"/>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6" name="Google Shape;1196;g2bcae53cd67_5_1027"/>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7" name="Google Shape;1197;g2bcae53cd67_5_1027"/>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8" name="Google Shape;1198;g2bcae53cd67_5_1027"/>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9" name="Google Shape;1199;g2bcae53cd67_5_1027"/>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0" name="Google Shape;1200;g2bcae53cd67_5_1027"/>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1" name="Google Shape;1201;g2bcae53cd67_5_1027"/>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2" name="Google Shape;1202;g2bcae53cd67_5_1027"/>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3" name="Google Shape;1203;g2bcae53cd67_5_1027"/>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4" name="Google Shape;1204;g2bcae53cd67_5_1027"/>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5" name="Google Shape;1205;g2bcae53cd67_5_1027"/>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6" name="Google Shape;1206;g2bcae53cd67_5_1027"/>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7" name="Google Shape;1207;g2bcae53cd67_5_1027"/>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8" name="Google Shape;1208;g2bcae53cd67_5_1027"/>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9" name="Google Shape;1209;g2bcae53cd67_5_1027"/>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0" name="Google Shape;1210;g2bcae53cd67_5_1027"/>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1" name="Google Shape;1211;g2bcae53cd67_5_1027"/>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212" name="Google Shape;1212;g2bcae53cd67_5_1027"/>
          <p:cNvGrpSpPr/>
          <p:nvPr/>
        </p:nvGrpSpPr>
        <p:grpSpPr>
          <a:xfrm>
            <a:off x="335406" y="217184"/>
            <a:ext cx="11376424" cy="5726587"/>
            <a:chOff x="3962400" y="1361312"/>
            <a:chExt cx="4234979" cy="2131775"/>
          </a:xfrm>
        </p:grpSpPr>
        <p:sp>
          <p:nvSpPr>
            <p:cNvPr id="1213" name="Google Shape;1213;g2bcae53cd67_5_1027"/>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4" name="Google Shape;1214;g2bcae53cd67_5_1027"/>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5" name="Google Shape;1215;g2bcae53cd67_5_1027"/>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6" name="Google Shape;1216;g2bcae53cd67_5_1027"/>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7" name="Google Shape;1217;g2bcae53cd67_5_1027"/>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8" name="Google Shape;1218;g2bcae53cd67_5_1027"/>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9" name="Google Shape;1219;g2bcae53cd67_5_1027"/>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0" name="Google Shape;1220;g2bcae53cd67_5_1027"/>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1" name="Google Shape;1221;g2bcae53cd67_5_1027"/>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2" name="Google Shape;1222;g2bcae53cd67_5_1027"/>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3" name="Google Shape;1223;g2bcae53cd67_5_1027"/>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4" name="Google Shape;1224;g2bcae53cd67_5_1027"/>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5" name="Google Shape;1225;g2bcae53cd67_5_1027"/>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6" name="Google Shape;1226;g2bcae53cd67_5_1027"/>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7" name="Google Shape;1227;g2bcae53cd67_5_1027"/>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8" name="Google Shape;1228;g2bcae53cd67_5_1027"/>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9" name="Google Shape;1229;g2bcae53cd67_5_1027"/>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0" name="Google Shape;1230;g2bcae53cd67_5_1027"/>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1" name="Google Shape;1231;g2bcae53cd67_5_1027"/>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2" name="Google Shape;1232;g2bcae53cd67_5_1027"/>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3" name="Google Shape;1233;g2bcae53cd67_5_1027"/>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4" name="Google Shape;1234;g2bcae53cd67_5_1027"/>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5" name="Google Shape;1235;g2bcae53cd67_5_1027"/>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6" name="Google Shape;1236;g2bcae53cd67_5_1027"/>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7" name="Google Shape;1237;g2bcae53cd67_5_1027"/>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8" name="Google Shape;1238;g2bcae53cd67_5_1027"/>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9" name="Google Shape;1239;g2bcae53cd67_5_1027"/>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0" name="Google Shape;1240;g2bcae53cd67_5_1027"/>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1" name="Google Shape;1241;g2bcae53cd67_5_1027"/>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2" name="Google Shape;1242;g2bcae53cd67_5_1027"/>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3" name="Google Shape;1243;g2bcae53cd67_5_1027"/>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4" name="Google Shape;1244;g2bcae53cd67_5_1027"/>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5" name="Google Shape;1245;g2bcae53cd67_5_1027"/>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6" name="Google Shape;1246;g2bcae53cd67_5_1027"/>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7" name="Google Shape;1247;g2bcae53cd67_5_1027"/>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8" name="Google Shape;1248;g2bcae53cd67_5_1027"/>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9" name="Google Shape;1249;g2bcae53cd67_5_1027"/>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0" name="Google Shape;1250;g2bcae53cd67_5_1027"/>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1" name="Google Shape;1251;g2bcae53cd67_5_1027"/>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2" name="Google Shape;1252;g2bcae53cd67_5_1027"/>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3" name="Google Shape;1253;g2bcae53cd67_5_1027"/>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4" name="Google Shape;1254;g2bcae53cd67_5_1027"/>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255" name="Shape 1255"/>
        <p:cNvGrpSpPr/>
        <p:nvPr/>
      </p:nvGrpSpPr>
      <p:grpSpPr>
        <a:xfrm>
          <a:off x="0" y="0"/>
          <a:ext cx="0" cy="0"/>
          <a:chOff x="0" y="0"/>
          <a:chExt cx="0" cy="0"/>
        </a:xfrm>
      </p:grpSpPr>
      <p:sp>
        <p:nvSpPr>
          <p:cNvPr id="1256" name="Google Shape;1256;g2bcae53cd67_5_111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57" name="Google Shape;1257;g2bcae53cd67_5_1118"/>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1258" name="Google Shape;1258;g2bcae53cd67_5_1118"/>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1259" name="Google Shape;1259;g2bcae53cd67_5_1118"/>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60" name="Google Shape;1260;g2bcae53cd67_5_1118"/>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1"/>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61" name="Shape 1261"/>
        <p:cNvGrpSpPr/>
        <p:nvPr/>
      </p:nvGrpSpPr>
      <p:grpSpPr>
        <a:xfrm>
          <a:off x="0" y="0"/>
          <a:ext cx="0" cy="0"/>
          <a:chOff x="0" y="0"/>
          <a:chExt cx="0" cy="0"/>
        </a:xfrm>
      </p:grpSpPr>
      <p:sp>
        <p:nvSpPr>
          <p:cNvPr id="1262" name="Google Shape;1262;g2bcae53cd67_5_1124"/>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1263" name="Google Shape;1263;g2bcae53cd67_5_1124"/>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1264" name="Google Shape;1264;g2bcae53cd67_5_112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265" name="Google Shape;1265;g2bcae53cd67_5_1124"/>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66" name="Google Shape;1266;g2bcae53cd67_5_1124"/>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267" name="Shape 1267"/>
        <p:cNvGrpSpPr/>
        <p:nvPr/>
      </p:nvGrpSpPr>
      <p:grpSpPr>
        <a:xfrm>
          <a:off x="0" y="0"/>
          <a:ext cx="0" cy="0"/>
          <a:chOff x="0" y="0"/>
          <a:chExt cx="0" cy="0"/>
        </a:xfrm>
      </p:grpSpPr>
      <p:sp>
        <p:nvSpPr>
          <p:cNvPr id="1268" name="Google Shape;1268;g2bcae53cd67_5_1130"/>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1269" name="Google Shape;1269;g2bcae53cd67_5_1130"/>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1270" name="Google Shape;1270;g2bcae53cd67_5_113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271" name="Google Shape;1271;g2bcae53cd67_5_1130"/>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1272" name="Shape 1272"/>
        <p:cNvGrpSpPr/>
        <p:nvPr/>
      </p:nvGrpSpPr>
      <p:grpSpPr>
        <a:xfrm>
          <a:off x="0" y="0"/>
          <a:ext cx="0" cy="0"/>
          <a:chOff x="0" y="0"/>
          <a:chExt cx="0" cy="0"/>
        </a:xfrm>
      </p:grpSpPr>
      <p:sp>
        <p:nvSpPr>
          <p:cNvPr id="1273" name="Google Shape;1273;g2bcae53cd67_5_1135"/>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1274" name="Google Shape;1274;g2bcae53cd67_5_113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275" name="Google Shape;1275;g2bcae53cd67_5_1135"/>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76" name="Google Shape;1276;g2bcae53cd67_5_1135"/>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77" name="Google Shape;1277;g2bcae53cd67_5_1135"/>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78" name="Google Shape;1278;g2bcae53cd67_5_1135"/>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1279" name="Shape 1279"/>
        <p:cNvGrpSpPr/>
        <p:nvPr/>
      </p:nvGrpSpPr>
      <p:grpSpPr>
        <a:xfrm>
          <a:off x="0" y="0"/>
          <a:ext cx="0" cy="0"/>
          <a:chOff x="0" y="0"/>
          <a:chExt cx="0" cy="0"/>
        </a:xfrm>
      </p:grpSpPr>
      <p:sp>
        <p:nvSpPr>
          <p:cNvPr id="1280" name="Google Shape;1280;g2bcae53cd67_5_114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1" name="Google Shape;1281;g2bcae53cd67_5_114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1282" name="Google Shape;1282;g2bcae53cd67_5_114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1283" name="Google Shape;1283;g2bcae53cd67_5_1142"/>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1284" name="Shape 1284"/>
        <p:cNvGrpSpPr/>
        <p:nvPr/>
      </p:nvGrpSpPr>
      <p:grpSpPr>
        <a:xfrm>
          <a:off x="0" y="0"/>
          <a:ext cx="0" cy="0"/>
          <a:chOff x="0" y="0"/>
          <a:chExt cx="0" cy="0"/>
        </a:xfrm>
      </p:grpSpPr>
      <p:sp>
        <p:nvSpPr>
          <p:cNvPr id="1285" name="Google Shape;1285;g2bcae53cd67_5_1147"/>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1286" name="Google Shape;1286;g2bcae53cd67_5_1147"/>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87" name="Google Shape;1287;g2bcae53cd67_5_1147"/>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88" name="Google Shape;1288;g2bcae53cd67_5_1147"/>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89" name="Google Shape;1289;g2bcae53cd67_5_1147"/>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1"/>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290" name="Shape 1290"/>
        <p:cNvGrpSpPr/>
        <p:nvPr/>
      </p:nvGrpSpPr>
      <p:grpSpPr>
        <a:xfrm>
          <a:off x="0" y="0"/>
          <a:ext cx="0" cy="0"/>
          <a:chOff x="0" y="0"/>
          <a:chExt cx="0" cy="0"/>
        </a:xfrm>
      </p:grpSpPr>
      <p:sp>
        <p:nvSpPr>
          <p:cNvPr id="1291" name="Google Shape;1291;g2bcae53cd67_5_115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92" name="Google Shape;1292;g2bcae53cd67_5_115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1293" name="Google Shape;1293;g2bcae53cd67_5_115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1294" name="Google Shape;1294;g2bcae53cd67_5_115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1295" name="Google Shape;1295;g2bcae53cd67_5_115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1296" name="Google Shape;1296;g2bcae53cd67_5_1153"/>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1"/>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1297" name="Shape 1297"/>
        <p:cNvGrpSpPr/>
        <p:nvPr/>
      </p:nvGrpSpPr>
      <p:grpSpPr>
        <a:xfrm>
          <a:off x="0" y="0"/>
          <a:ext cx="0" cy="0"/>
          <a:chOff x="0" y="0"/>
          <a:chExt cx="0" cy="0"/>
        </a:xfrm>
      </p:grpSpPr>
      <p:sp>
        <p:nvSpPr>
          <p:cNvPr id="1298" name="Google Shape;1298;g2bcae53cd67_5_1160"/>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rtl="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rtl="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rtl="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1299" name="Google Shape;1299;g2bcae53cd67_5_1160"/>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1300" name="Google Shape;1300;g2bcae53cd67_5_1160"/>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1301" name="Google Shape;1301;g2bcae53cd67_5_1160"/>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rtl="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rtl="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rtl="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1302" name="Google Shape;1302;g2bcae53cd67_5_1160"/>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intro">
  <p:cSld name="lesson intro">
    <p:spTree>
      <p:nvGrpSpPr>
        <p:cNvPr id="1320" name="Shape 1320"/>
        <p:cNvGrpSpPr/>
        <p:nvPr/>
      </p:nvGrpSpPr>
      <p:grpSpPr>
        <a:xfrm>
          <a:off x="0" y="0"/>
          <a:ext cx="0" cy="0"/>
          <a:chOff x="0" y="0"/>
          <a:chExt cx="0" cy="0"/>
        </a:xfrm>
      </p:grpSpPr>
      <p:sp>
        <p:nvSpPr>
          <p:cNvPr id="1321" name="Google Shape;1321;g1f81ad28897_0_4206"/>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322" name="Google Shape;1322;g1f81ad28897_0_4206"/>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1323" name="Shape 1323"/>
        <p:cNvGrpSpPr/>
        <p:nvPr/>
      </p:nvGrpSpPr>
      <p:grpSpPr>
        <a:xfrm>
          <a:off x="0" y="0"/>
          <a:ext cx="0" cy="0"/>
          <a:chOff x="0" y="0"/>
          <a:chExt cx="0" cy="0"/>
        </a:xfrm>
      </p:grpSpPr>
      <p:grpSp>
        <p:nvGrpSpPr>
          <p:cNvPr id="1324" name="Google Shape;1324;g1f81ad28897_0_4567"/>
          <p:cNvGrpSpPr/>
          <p:nvPr/>
        </p:nvGrpSpPr>
        <p:grpSpPr>
          <a:xfrm>
            <a:off x="680011" y="0"/>
            <a:ext cx="3090697" cy="1806089"/>
            <a:chOff x="536716" y="-1319"/>
            <a:chExt cx="3976708" cy="2323841"/>
          </a:xfrm>
        </p:grpSpPr>
        <p:sp>
          <p:nvSpPr>
            <p:cNvPr id="1325" name="Google Shape;1325;g1f81ad28897_0_456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326" name="Google Shape;1326;g1f81ad28897_0_4567"/>
            <p:cNvGrpSpPr/>
            <p:nvPr/>
          </p:nvGrpSpPr>
          <p:grpSpPr>
            <a:xfrm>
              <a:off x="536716" y="0"/>
              <a:ext cx="3976708" cy="2322522"/>
              <a:chOff x="947530" y="0"/>
              <a:chExt cx="3976708" cy="2322522"/>
            </a:xfrm>
          </p:grpSpPr>
          <p:sp>
            <p:nvSpPr>
              <p:cNvPr id="1327" name="Google Shape;1327;g1f81ad28897_0_456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328" name="Google Shape;1328;g1f81ad28897_0_456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329" name="Google Shape;1329;g1f81ad28897_0_456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330" name="Google Shape;1330;g1f81ad28897_0_456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331" name="Google Shape;1331;g1f81ad28897_0_456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332" name="Google Shape;1332;g1f81ad28897_0_4567"/>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chemeClr val="lt1"/>
                </a:solidFill>
                <a:latin typeface="Fredoka"/>
                <a:ea typeface="Fredoka"/>
                <a:cs typeface="Fredoka"/>
                <a:sym typeface="Fredoka"/>
              </a:rPr>
              <a:t>Engage</a:t>
            </a:r>
            <a:endParaRPr b="0" i="0" sz="1500" u="none" cap="none" strike="noStrike">
              <a:solidFill>
                <a:srgbClr val="000000"/>
              </a:solidFill>
              <a:latin typeface="Arial"/>
              <a:ea typeface="Arial"/>
              <a:cs typeface="Arial"/>
              <a:sym typeface="Arial"/>
            </a:endParaRPr>
          </a:p>
        </p:txBody>
      </p:sp>
      <p:grpSp>
        <p:nvGrpSpPr>
          <p:cNvPr id="1333" name="Google Shape;1333;g1f81ad28897_0_4567"/>
          <p:cNvGrpSpPr/>
          <p:nvPr/>
        </p:nvGrpSpPr>
        <p:grpSpPr>
          <a:xfrm>
            <a:off x="5346784" y="1129383"/>
            <a:ext cx="4318845" cy="2583681"/>
            <a:chOff x="5320151" y="896335"/>
            <a:chExt cx="4318845" cy="2583681"/>
          </a:xfrm>
        </p:grpSpPr>
        <p:sp>
          <p:nvSpPr>
            <p:cNvPr id="1334" name="Google Shape;1334;g1f81ad28897_0_456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35" name="Google Shape;1335;g1f81ad28897_0_456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36" name="Google Shape;1336;g1f81ad28897_0_4567"/>
          <p:cNvGrpSpPr/>
          <p:nvPr/>
        </p:nvGrpSpPr>
        <p:grpSpPr>
          <a:xfrm>
            <a:off x="8020375" y="1479739"/>
            <a:ext cx="1344658" cy="4110296"/>
            <a:chOff x="7993742" y="1246691"/>
            <a:chExt cx="1344658" cy="4110296"/>
          </a:xfrm>
        </p:grpSpPr>
        <p:sp>
          <p:nvSpPr>
            <p:cNvPr id="1337" name="Google Shape;1337;g1f81ad28897_0_4567"/>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38" name="Google Shape;1338;g1f81ad28897_0_4567"/>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39" name="Google Shape;1339;g1f81ad28897_0_4567"/>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0" name="Google Shape;1340;g1f81ad28897_0_4567"/>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1" name="Google Shape;1341;g1f81ad28897_0_4567"/>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2" name="Google Shape;1342;g1f81ad28897_0_4567"/>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3" name="Google Shape;1343;g1f81ad28897_0_4567"/>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4" name="Google Shape;1344;g1f81ad28897_0_4567"/>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5" name="Google Shape;1345;g1f81ad28897_0_4567"/>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6" name="Google Shape;1346;g1f81ad28897_0_4567"/>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7" name="Google Shape;1347;g1f81ad28897_0_4567"/>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8" name="Google Shape;1348;g1f81ad28897_0_456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49" name="Google Shape;1349;g1f81ad28897_0_456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0" name="Google Shape;1350;g1f81ad28897_0_4567"/>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1" name="Google Shape;1351;g1f81ad28897_0_4567"/>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2" name="Google Shape;1352;g1f81ad28897_0_4567"/>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3" name="Google Shape;1353;g1f81ad28897_0_4567"/>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4" name="Google Shape;1354;g1f81ad28897_0_4567"/>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5" name="Google Shape;1355;g1f81ad28897_0_4567"/>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6" name="Google Shape;1356;g1f81ad28897_0_4567"/>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7" name="Google Shape;1357;g1f81ad28897_0_456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8" name="Google Shape;1358;g1f81ad28897_0_456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59" name="Google Shape;1359;g1f81ad28897_0_4567"/>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0" name="Google Shape;1360;g1f81ad28897_0_4567"/>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1" name="Google Shape;1361;g1f81ad28897_0_4567"/>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2" name="Google Shape;1362;g1f81ad28897_0_4567"/>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3" name="Google Shape;1363;g1f81ad28897_0_4567"/>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4" name="Google Shape;1364;g1f81ad28897_0_4567"/>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5" name="Google Shape;1365;g1f81ad28897_0_4567"/>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6" name="Google Shape;1366;g1f81ad28897_0_4567"/>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7" name="Google Shape;1367;g1f81ad28897_0_4567"/>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8" name="Google Shape;1368;g1f81ad28897_0_4567"/>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69" name="Google Shape;1369;g1f81ad28897_0_4567"/>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0" name="Google Shape;1370;g1f81ad28897_0_4567"/>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1" name="Google Shape;1371;g1f81ad28897_0_4567"/>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2" name="Google Shape;1372;g1f81ad28897_0_4567"/>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3" name="Google Shape;1373;g1f81ad28897_0_4567"/>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4" name="Google Shape;1374;g1f81ad28897_0_4567"/>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5" name="Google Shape;1375;g1f81ad28897_0_4567"/>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6" name="Google Shape;1376;g1f81ad28897_0_4567"/>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7" name="Google Shape;1377;g1f81ad28897_0_4567"/>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8" name="Google Shape;1378;g1f81ad28897_0_4567"/>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79" name="Google Shape;1379;g1f81ad28897_0_4567"/>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0" name="Google Shape;1380;g1f81ad28897_0_4567"/>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1" name="Google Shape;1381;g1f81ad28897_0_4567"/>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82" name="Google Shape;1382;g1f81ad28897_0_4567"/>
          <p:cNvGrpSpPr/>
          <p:nvPr/>
        </p:nvGrpSpPr>
        <p:grpSpPr>
          <a:xfrm>
            <a:off x="6181783" y="2432841"/>
            <a:ext cx="2702942" cy="1829559"/>
            <a:chOff x="6155150" y="2199793"/>
            <a:chExt cx="2702942" cy="1829559"/>
          </a:xfrm>
        </p:grpSpPr>
        <p:sp>
          <p:nvSpPr>
            <p:cNvPr id="1383" name="Google Shape;1383;g1f81ad28897_0_4567"/>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4" name="Google Shape;1384;g1f81ad28897_0_4567"/>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5" name="Google Shape;1385;g1f81ad28897_0_4567"/>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6" name="Google Shape;1386;g1f81ad28897_0_4567"/>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7" name="Google Shape;1387;g1f81ad28897_0_4567"/>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8" name="Google Shape;1388;g1f81ad28897_0_4567"/>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89" name="Google Shape;1389;g1f81ad28897_0_4567"/>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0" name="Google Shape;1390;g1f81ad28897_0_4567"/>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1" name="Google Shape;1391;g1f81ad28897_0_4567"/>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2" name="Google Shape;1392;g1f81ad28897_0_4567"/>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93" name="Google Shape;1393;g1f81ad28897_0_4567"/>
          <p:cNvGrpSpPr/>
          <p:nvPr/>
        </p:nvGrpSpPr>
        <p:grpSpPr>
          <a:xfrm>
            <a:off x="5355452" y="1806760"/>
            <a:ext cx="1514699" cy="3783660"/>
            <a:chOff x="5328819" y="1573712"/>
            <a:chExt cx="1514699" cy="3783660"/>
          </a:xfrm>
        </p:grpSpPr>
        <p:sp>
          <p:nvSpPr>
            <p:cNvPr id="1394" name="Google Shape;1394;g1f81ad28897_0_4567"/>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5" name="Google Shape;1395;g1f81ad28897_0_4567"/>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6" name="Google Shape;1396;g1f81ad28897_0_45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7" name="Google Shape;1397;g1f81ad28897_0_45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8" name="Google Shape;1398;g1f81ad28897_0_45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99" name="Google Shape;1399;g1f81ad28897_0_4567"/>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0" name="Google Shape;1400;g1f81ad28897_0_4567"/>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1" name="Google Shape;1401;g1f81ad28897_0_4567"/>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2" name="Google Shape;1402;g1f81ad28897_0_4567"/>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3" name="Google Shape;1403;g1f81ad28897_0_4567"/>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4" name="Google Shape;1404;g1f81ad28897_0_4567"/>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5" name="Google Shape;1405;g1f81ad28897_0_4567"/>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6" name="Google Shape;1406;g1f81ad28897_0_4567"/>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7" name="Google Shape;1407;g1f81ad28897_0_4567"/>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8" name="Google Shape;1408;g1f81ad28897_0_456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09" name="Google Shape;1409;g1f81ad28897_0_456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0" name="Google Shape;1410;g1f81ad28897_0_4567"/>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1" name="Google Shape;1411;g1f81ad28897_0_4567"/>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2" name="Google Shape;1412;g1f81ad28897_0_4567"/>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3" name="Google Shape;1413;g1f81ad28897_0_4567"/>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4" name="Google Shape;1414;g1f81ad28897_0_4567"/>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5" name="Google Shape;1415;g1f81ad28897_0_456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6" name="Google Shape;1416;g1f81ad28897_0_456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7" name="Google Shape;1417;g1f81ad28897_0_4567"/>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8" name="Google Shape;1418;g1f81ad28897_0_4567"/>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19" name="Google Shape;1419;g1f81ad28897_0_456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0" name="Google Shape;1420;g1f81ad28897_0_456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1" name="Google Shape;1421;g1f81ad28897_0_4567"/>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2" name="Google Shape;1422;g1f81ad28897_0_4567"/>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3" name="Google Shape;1423;g1f81ad28897_0_4567"/>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4" name="Google Shape;1424;g1f81ad28897_0_4567"/>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5" name="Google Shape;1425;g1f81ad28897_0_4567"/>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6" name="Google Shape;1426;g1f81ad28897_0_4567"/>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7" name="Google Shape;1427;g1f81ad28897_0_4567"/>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8" name="Google Shape;1428;g1f81ad28897_0_4567"/>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29" name="Google Shape;1429;g1f81ad28897_0_4567"/>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0" name="Google Shape;1430;g1f81ad28897_0_4567"/>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1" name="Google Shape;1431;g1f81ad28897_0_4567"/>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2" name="Google Shape;1432;g1f81ad28897_0_4567"/>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3" name="Google Shape;1433;g1f81ad28897_0_456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4" name="Google Shape;1434;g1f81ad28897_0_456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5" name="Google Shape;1435;g1f81ad28897_0_4567"/>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6" name="Google Shape;1436;g1f81ad28897_0_4567"/>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7" name="Google Shape;1437;g1f81ad28897_0_4567"/>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8" name="Google Shape;1438;g1f81ad28897_0_4567"/>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39" name="Google Shape;1439;g1f81ad28897_0_4567"/>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0" name="Google Shape;1440;g1f81ad28897_0_456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1" name="Google Shape;1441;g1f81ad28897_0_456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2" name="Google Shape;1442;g1f81ad28897_0_456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3" name="Google Shape;1443;g1f81ad28897_0_456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4" name="Google Shape;1444;g1f81ad28897_0_456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5" name="Google Shape;1445;g1f81ad28897_0_456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6" name="Google Shape;1446;g1f81ad28897_0_4567"/>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7" name="Google Shape;1447;g1f81ad28897_0_4567"/>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48" name="Google Shape;1448;g1f81ad28897_0_4567"/>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sp>
        <p:nvSpPr>
          <p:cNvPr id="1449" name="Google Shape;1449;g1f81ad28897_0_4567"/>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450" name="Google Shape;1450;g1f81ad28897_0_4567"/>
          <p:cNvSpPr txBox="1"/>
          <p:nvPr>
            <p:ph idx="1" type="body"/>
          </p:nvPr>
        </p:nvSpPr>
        <p:spPr>
          <a:xfrm>
            <a:off x="7529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1451" name="Shape 1451"/>
        <p:cNvGrpSpPr/>
        <p:nvPr/>
      </p:nvGrpSpPr>
      <p:grpSpPr>
        <a:xfrm>
          <a:off x="0" y="0"/>
          <a:ext cx="0" cy="0"/>
          <a:chOff x="0" y="0"/>
          <a:chExt cx="0" cy="0"/>
        </a:xfrm>
      </p:grpSpPr>
      <p:grpSp>
        <p:nvGrpSpPr>
          <p:cNvPr id="1452" name="Google Shape;1452;p8"/>
          <p:cNvGrpSpPr/>
          <p:nvPr/>
        </p:nvGrpSpPr>
        <p:grpSpPr>
          <a:xfrm>
            <a:off x="680025" y="-12733"/>
            <a:ext cx="4628822" cy="1818820"/>
            <a:chOff x="536716" y="-17702"/>
            <a:chExt cx="5955573" cy="2340146"/>
          </a:xfrm>
        </p:grpSpPr>
        <p:sp>
          <p:nvSpPr>
            <p:cNvPr id="1453" name="Google Shape;1453;p8"/>
            <p:cNvSpPr/>
            <p:nvPr/>
          </p:nvSpPr>
          <p:spPr>
            <a:xfrm>
              <a:off x="5830491" y="-16804"/>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454" name="Google Shape;1454;p8"/>
            <p:cNvGrpSpPr/>
            <p:nvPr/>
          </p:nvGrpSpPr>
          <p:grpSpPr>
            <a:xfrm>
              <a:off x="536716" y="-17702"/>
              <a:ext cx="5955573" cy="2340146"/>
              <a:chOff x="947530" y="-17702"/>
              <a:chExt cx="5955573" cy="2340146"/>
            </a:xfrm>
          </p:grpSpPr>
          <p:sp>
            <p:nvSpPr>
              <p:cNvPr id="1455" name="Google Shape;1455;p8"/>
              <p:cNvSpPr/>
              <p:nvPr/>
            </p:nvSpPr>
            <p:spPr>
              <a:xfrm>
                <a:off x="1364970" y="0"/>
                <a:ext cx="92766" cy="904356"/>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56" name="Google Shape;1456;p8"/>
              <p:cNvSpPr/>
              <p:nvPr/>
            </p:nvSpPr>
            <p:spPr>
              <a:xfrm>
                <a:off x="1041338" y="920922"/>
                <a:ext cx="5861765" cy="1401522"/>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57" name="Google Shape;1457;p8"/>
              <p:cNvSpPr/>
              <p:nvPr/>
            </p:nvSpPr>
            <p:spPr>
              <a:xfrm>
                <a:off x="947530" y="824843"/>
                <a:ext cx="5861765" cy="1401522"/>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58" name="Google Shape;1458;p8"/>
              <p:cNvSpPr/>
              <p:nvPr/>
            </p:nvSpPr>
            <p:spPr>
              <a:xfrm>
                <a:off x="6194922" y="-17702"/>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459" name="Google Shape;1459;p8"/>
            <p:cNvSpPr/>
            <p:nvPr/>
          </p:nvSpPr>
          <p:spPr>
            <a:xfrm>
              <a:off x="907773" y="-1319"/>
              <a:ext cx="92766" cy="904356"/>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460" name="Google Shape;1460;p8"/>
          <p:cNvSpPr txBox="1"/>
          <p:nvPr/>
        </p:nvSpPr>
        <p:spPr>
          <a:xfrm>
            <a:off x="639545" y="777563"/>
            <a:ext cx="4555912" cy="83099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1461" name="Google Shape;1461;p8"/>
          <p:cNvPicPr preferRelativeResize="0"/>
          <p:nvPr/>
        </p:nvPicPr>
        <p:blipFill rotWithShape="1">
          <a:blip r:embed="rId2">
            <a:alphaModFix/>
          </a:blip>
          <a:srcRect b="0" l="0" r="0" t="0"/>
          <a:stretch/>
        </p:blipFill>
        <p:spPr>
          <a:xfrm>
            <a:off x="4758431" y="498639"/>
            <a:ext cx="5860721" cy="5860721"/>
          </a:xfrm>
          <a:prstGeom prst="rect">
            <a:avLst/>
          </a:prstGeom>
          <a:noFill/>
          <a:ln>
            <a:noFill/>
          </a:ln>
        </p:spPr>
      </p:pic>
      <p:sp>
        <p:nvSpPr>
          <p:cNvPr id="1462" name="Google Shape;1462;p8"/>
          <p:cNvSpPr txBox="1"/>
          <p:nvPr>
            <p:ph idx="1" type="body"/>
          </p:nvPr>
        </p:nvSpPr>
        <p:spPr>
          <a:xfrm>
            <a:off x="752936" y="2133600"/>
            <a:ext cx="4483002" cy="326468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1463" name="Shape 1463"/>
        <p:cNvGrpSpPr/>
        <p:nvPr/>
      </p:nvGrpSpPr>
      <p:grpSpPr>
        <a:xfrm>
          <a:off x="0" y="0"/>
          <a:ext cx="0" cy="0"/>
          <a:chOff x="0" y="0"/>
          <a:chExt cx="0" cy="0"/>
        </a:xfrm>
      </p:grpSpPr>
      <p:grpSp>
        <p:nvGrpSpPr>
          <p:cNvPr id="1464" name="Google Shape;1464;p9"/>
          <p:cNvGrpSpPr/>
          <p:nvPr/>
        </p:nvGrpSpPr>
        <p:grpSpPr>
          <a:xfrm>
            <a:off x="680011" y="0"/>
            <a:ext cx="3090697" cy="1806089"/>
            <a:chOff x="536716" y="-1319"/>
            <a:chExt cx="3976708" cy="2323841"/>
          </a:xfrm>
        </p:grpSpPr>
        <p:sp>
          <p:nvSpPr>
            <p:cNvPr id="1465" name="Google Shape;1465;p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466" name="Google Shape;1466;p9"/>
            <p:cNvGrpSpPr/>
            <p:nvPr/>
          </p:nvGrpSpPr>
          <p:grpSpPr>
            <a:xfrm>
              <a:off x="536716" y="0"/>
              <a:ext cx="3976708" cy="2322522"/>
              <a:chOff x="947530" y="0"/>
              <a:chExt cx="3976708" cy="2322522"/>
            </a:xfrm>
          </p:grpSpPr>
          <p:sp>
            <p:nvSpPr>
              <p:cNvPr id="1467" name="Google Shape;1467;p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68" name="Google Shape;1468;p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69" name="Google Shape;1469;p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470" name="Google Shape;1470;p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471" name="Google Shape;1471;p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472" name="Google Shape;1472;p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1473" name="Google Shape;1473;p9"/>
          <p:cNvGrpSpPr/>
          <p:nvPr/>
        </p:nvGrpSpPr>
        <p:grpSpPr>
          <a:xfrm>
            <a:off x="5941746" y="1054485"/>
            <a:ext cx="4147720" cy="4749029"/>
            <a:chOff x="5329188" y="1014865"/>
            <a:chExt cx="4147720" cy="4749029"/>
          </a:xfrm>
        </p:grpSpPr>
        <p:grpSp>
          <p:nvGrpSpPr>
            <p:cNvPr id="1474" name="Google Shape;1474;p9"/>
            <p:cNvGrpSpPr/>
            <p:nvPr/>
          </p:nvGrpSpPr>
          <p:grpSpPr>
            <a:xfrm>
              <a:off x="5329188" y="1014865"/>
              <a:ext cx="4147720" cy="3894027"/>
              <a:chOff x="5329188" y="1014865"/>
              <a:chExt cx="4147720" cy="3894027"/>
            </a:xfrm>
          </p:grpSpPr>
          <p:sp>
            <p:nvSpPr>
              <p:cNvPr id="1475" name="Google Shape;1475;p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76" name="Google Shape;1476;p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477" name="Google Shape;1477;p9"/>
            <p:cNvGrpSpPr/>
            <p:nvPr/>
          </p:nvGrpSpPr>
          <p:grpSpPr>
            <a:xfrm>
              <a:off x="5474376" y="5044181"/>
              <a:ext cx="3724515" cy="719713"/>
              <a:chOff x="5474376" y="5044181"/>
              <a:chExt cx="3724515" cy="719713"/>
            </a:xfrm>
          </p:grpSpPr>
          <p:sp>
            <p:nvSpPr>
              <p:cNvPr id="1478" name="Google Shape;1478;p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79" name="Google Shape;1479;p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480" name="Google Shape;1480;p9"/>
            <p:cNvGrpSpPr/>
            <p:nvPr/>
          </p:nvGrpSpPr>
          <p:grpSpPr>
            <a:xfrm>
              <a:off x="6679374" y="3857046"/>
              <a:ext cx="1534214" cy="247727"/>
              <a:chOff x="6679374" y="3857046"/>
              <a:chExt cx="1534214" cy="247727"/>
            </a:xfrm>
          </p:grpSpPr>
          <p:sp>
            <p:nvSpPr>
              <p:cNvPr id="1481" name="Google Shape;1481;p9"/>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2" name="Google Shape;1482;p9"/>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3" name="Google Shape;1483;p9"/>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4" name="Google Shape;1484;p9"/>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5" name="Google Shape;1485;p9"/>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6" name="Google Shape;1486;p9"/>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7" name="Google Shape;1487;p9"/>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8" name="Google Shape;1488;p9"/>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89" name="Google Shape;1489;p9"/>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0" name="Google Shape;1490;p9"/>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491" name="Google Shape;1491;p9"/>
            <p:cNvGrpSpPr/>
            <p:nvPr/>
          </p:nvGrpSpPr>
          <p:grpSpPr>
            <a:xfrm>
              <a:off x="6150150" y="1372824"/>
              <a:ext cx="1654036" cy="1634647"/>
              <a:chOff x="6150150" y="1372824"/>
              <a:chExt cx="1654036" cy="1634647"/>
            </a:xfrm>
          </p:grpSpPr>
          <p:sp>
            <p:nvSpPr>
              <p:cNvPr id="1492" name="Google Shape;1492;p9"/>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3" name="Google Shape;1493;p9"/>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4" name="Google Shape;1494;p9"/>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5" name="Google Shape;1495;p9"/>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6" name="Google Shape;1496;p9"/>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497" name="Google Shape;1497;p9"/>
            <p:cNvGrpSpPr/>
            <p:nvPr/>
          </p:nvGrpSpPr>
          <p:grpSpPr>
            <a:xfrm>
              <a:off x="7567967" y="2334044"/>
              <a:ext cx="1372636" cy="1390272"/>
              <a:chOff x="7567967" y="2334044"/>
              <a:chExt cx="1372636" cy="1390272"/>
            </a:xfrm>
          </p:grpSpPr>
          <p:sp>
            <p:nvSpPr>
              <p:cNvPr id="1498" name="Google Shape;1498;p9"/>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99" name="Google Shape;1499;p9"/>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0" name="Google Shape;1500;p9"/>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1" name="Google Shape;1501;p9"/>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502" name="Google Shape;1502;p9"/>
            <p:cNvGrpSpPr/>
            <p:nvPr/>
          </p:nvGrpSpPr>
          <p:grpSpPr>
            <a:xfrm>
              <a:off x="5716757" y="2701775"/>
              <a:ext cx="2100989" cy="2869805"/>
              <a:chOff x="5716757" y="2701775"/>
              <a:chExt cx="2100989" cy="2869805"/>
            </a:xfrm>
          </p:grpSpPr>
          <p:sp>
            <p:nvSpPr>
              <p:cNvPr id="1503" name="Google Shape;1503;p9"/>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4" name="Google Shape;1504;p9"/>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5" name="Google Shape;1505;p9"/>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6" name="Google Shape;1506;p9"/>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7" name="Google Shape;1507;p9"/>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8" name="Google Shape;1508;p9"/>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9" name="Google Shape;1509;p9"/>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0" name="Google Shape;1510;p9"/>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1" name="Google Shape;1511;p9"/>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2" name="Google Shape;1512;p9"/>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3" name="Google Shape;1513;p9"/>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4" name="Google Shape;1514;p9"/>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5" name="Google Shape;1515;p9"/>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6" name="Google Shape;1516;p9"/>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7" name="Google Shape;1517;p9"/>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8" name="Google Shape;1518;p9"/>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9" name="Google Shape;1519;p9"/>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0" name="Google Shape;1520;p9"/>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1" name="Google Shape;1521;p9"/>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2" name="Google Shape;1522;p9"/>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3" name="Google Shape;1523;p9"/>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4" name="Google Shape;1524;p9"/>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5" name="Google Shape;1525;p9"/>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6" name="Google Shape;1526;p9"/>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7" name="Google Shape;1527;p9"/>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8" name="Google Shape;1528;p9"/>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9" name="Google Shape;1529;p9"/>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530" name="Google Shape;1530;p9"/>
              <p:cNvGrpSpPr/>
              <p:nvPr/>
            </p:nvGrpSpPr>
            <p:grpSpPr>
              <a:xfrm>
                <a:off x="5909424" y="3227297"/>
                <a:ext cx="721708" cy="913466"/>
                <a:chOff x="5909424" y="3227297"/>
                <a:chExt cx="721708" cy="913466"/>
              </a:xfrm>
            </p:grpSpPr>
            <p:sp>
              <p:nvSpPr>
                <p:cNvPr id="1531" name="Google Shape;1531;p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2" name="Google Shape;1532;p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533" name="Google Shape;1533;p9"/>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4" name="Google Shape;1534;p9"/>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5" name="Google Shape;1535;p9"/>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6" name="Google Shape;1536;p9"/>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537" name="Google Shape;1537;p9"/>
              <p:cNvGrpSpPr/>
              <p:nvPr/>
            </p:nvGrpSpPr>
            <p:grpSpPr>
              <a:xfrm>
                <a:off x="6175444" y="3103172"/>
                <a:ext cx="262591" cy="280323"/>
                <a:chOff x="6175444" y="3103172"/>
                <a:chExt cx="262591" cy="280323"/>
              </a:xfrm>
            </p:grpSpPr>
            <p:sp>
              <p:nvSpPr>
                <p:cNvPr id="1538" name="Google Shape;1538;p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9" name="Google Shape;1539;p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540" name="Google Shape;1540;p9"/>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1" name="Google Shape;1541;p9"/>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2" name="Google Shape;1542;p9"/>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3" name="Google Shape;1543;p9"/>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544" name="Google Shape;1544;p9"/>
              <p:cNvGrpSpPr/>
              <p:nvPr/>
            </p:nvGrpSpPr>
            <p:grpSpPr>
              <a:xfrm>
                <a:off x="6084245" y="2777613"/>
                <a:ext cx="361352" cy="401447"/>
                <a:chOff x="6084245" y="2777613"/>
                <a:chExt cx="361352" cy="401447"/>
              </a:xfrm>
            </p:grpSpPr>
            <p:sp>
              <p:nvSpPr>
                <p:cNvPr id="1545" name="Google Shape;1545;p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6" name="Google Shape;1546;p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547" name="Google Shape;1547;p9"/>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8" name="Google Shape;1548;p9"/>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9" name="Google Shape;1549;p9"/>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0" name="Google Shape;1550;p9"/>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1" name="Google Shape;1551;p9"/>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2" name="Google Shape;1552;p9"/>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3" name="Google Shape;1553;p9"/>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4" name="Google Shape;1554;p9"/>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5" name="Google Shape;1555;p9"/>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6" name="Google Shape;1556;p9"/>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7" name="Google Shape;1557;p9"/>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8" name="Google Shape;1558;p9"/>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9" name="Google Shape;1559;p9"/>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0" name="Google Shape;1560;p9"/>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1561" name="Google Shape;1561;p9"/>
              <p:cNvGrpSpPr/>
              <p:nvPr/>
            </p:nvGrpSpPr>
            <p:grpSpPr>
              <a:xfrm>
                <a:off x="5914287" y="3433041"/>
                <a:ext cx="962877" cy="299634"/>
                <a:chOff x="5914287" y="3433041"/>
                <a:chExt cx="962877" cy="299634"/>
              </a:xfrm>
            </p:grpSpPr>
            <p:sp>
              <p:nvSpPr>
                <p:cNvPr id="1562" name="Google Shape;1562;p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3" name="Google Shape;1563;p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705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1564" name="Google Shape;1564;p9"/>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5" name="Google Shape;1565;p9"/>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6" name="Google Shape;1566;p9"/>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7" name="Google Shape;1567;p9"/>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8" name="Google Shape;1568;p9"/>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9" name="Google Shape;1569;p9"/>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0" name="Google Shape;1570;p9"/>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1" name="Google Shape;1571;p9"/>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2" name="Google Shape;1572;p9"/>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3" name="Google Shape;1573;p9"/>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4" name="Google Shape;1574;p9"/>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5" name="Google Shape;1575;p9"/>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6" name="Google Shape;1576;p9"/>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7" name="Google Shape;1577;p9"/>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8" name="Google Shape;1578;p9"/>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1579" name="Google Shape;1579;p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1st Step">
    <p:spTree>
      <p:nvGrpSpPr>
        <p:cNvPr id="1580" name="Shape 1580"/>
        <p:cNvGrpSpPr/>
        <p:nvPr/>
      </p:nvGrpSpPr>
      <p:grpSpPr>
        <a:xfrm>
          <a:off x="0" y="0"/>
          <a:ext cx="0" cy="0"/>
          <a:chOff x="0" y="0"/>
          <a:chExt cx="0" cy="0"/>
        </a:xfrm>
      </p:grpSpPr>
      <p:sp>
        <p:nvSpPr>
          <p:cNvPr id="1581" name="Google Shape;1581;g1f81ad28897_0_4249"/>
          <p:cNvSpPr/>
          <p:nvPr>
            <p:ph idx="2" type="pic"/>
          </p:nvPr>
        </p:nvSpPr>
        <p:spPr>
          <a:xfrm>
            <a:off x="2476500" y="1982961"/>
            <a:ext cx="7238700" cy="3767700"/>
          </a:xfrm>
          <a:prstGeom prst="rect">
            <a:avLst/>
          </a:prstGeom>
          <a:noFill/>
          <a:ln>
            <a:noFill/>
          </a:ln>
        </p:spPr>
      </p:sp>
      <p:sp>
        <p:nvSpPr>
          <p:cNvPr id="1582" name="Google Shape;1582;g1f81ad28897_0_4249"/>
          <p:cNvSpPr txBox="1"/>
          <p:nvPr>
            <p:ph idx="1" type="body"/>
          </p:nvPr>
        </p:nvSpPr>
        <p:spPr>
          <a:xfrm>
            <a:off x="1338902" y="5977473"/>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83" name="Google Shape;1583;g1f81ad28897_0_4249"/>
          <p:cNvSpPr/>
          <p:nvPr/>
        </p:nvSpPr>
        <p:spPr>
          <a:xfrm>
            <a:off x="804693" y="1806101"/>
            <a:ext cx="1749871" cy="715288"/>
          </a:xfrm>
          <a:custGeom>
            <a:rect b="b" l="l" r="r" t="t"/>
            <a:pathLst>
              <a:path extrusionOk="0" h="374007" w="1749871">
                <a:moveTo>
                  <a:pt x="0" y="0"/>
                </a:moveTo>
                <a:lnTo>
                  <a:pt x="1749871" y="0"/>
                </a:lnTo>
                <a:lnTo>
                  <a:pt x="1749871" y="232698"/>
                </a:lnTo>
                <a:cubicBezTo>
                  <a:pt x="1749871" y="310741"/>
                  <a:pt x="1686605" y="374007"/>
                  <a:pt x="1608562" y="374007"/>
                </a:cubicBezTo>
                <a:lnTo>
                  <a:pt x="141309" y="374007"/>
                </a:lnTo>
                <a:cubicBezTo>
                  <a:pt x="63266" y="374007"/>
                  <a:pt x="0" y="310741"/>
                  <a:pt x="0" y="232698"/>
                </a:cubicBezTo>
                <a:lnTo>
                  <a:pt x="0" y="0"/>
                </a:lnTo>
                <a:close/>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584" name="Google Shape;1584;g1f81ad28897_0_4249"/>
          <p:cNvSpPr txBox="1"/>
          <p:nvPr/>
        </p:nvSpPr>
        <p:spPr>
          <a:xfrm>
            <a:off x="871071" y="1902000"/>
            <a:ext cx="852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chemeClr val="accent2"/>
                </a:solidFill>
                <a:latin typeface="Arial"/>
                <a:ea typeface="Arial"/>
                <a:cs typeface="Arial"/>
                <a:sym typeface="Arial"/>
              </a:rPr>
              <a:t>Step</a:t>
            </a:r>
            <a:endParaRPr b="0" i="0" sz="1500" u="none" cap="none" strike="noStrike">
              <a:solidFill>
                <a:schemeClr val="accent2"/>
              </a:solidFill>
              <a:latin typeface="Arial"/>
              <a:ea typeface="Arial"/>
              <a:cs typeface="Arial"/>
              <a:sym typeface="Arial"/>
            </a:endParaRPr>
          </a:p>
        </p:txBody>
      </p:sp>
      <p:sp>
        <p:nvSpPr>
          <p:cNvPr id="1585" name="Google Shape;1585;g1f81ad28897_0_4249"/>
          <p:cNvSpPr txBox="1"/>
          <p:nvPr>
            <p:ph idx="3" type="body"/>
          </p:nvPr>
        </p:nvSpPr>
        <p:spPr>
          <a:xfrm>
            <a:off x="1623608" y="1915345"/>
            <a:ext cx="852900" cy="373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accent2"/>
              </a:buClr>
              <a:buSzPts val="2000"/>
              <a:buFont typeface="Arial"/>
              <a:buNone/>
              <a:defRPr b="0" i="0" sz="2000" u="none" cap="none" strike="noStrike">
                <a:solidFill>
                  <a:schemeClr val="accent2"/>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86" name="Google Shape;1586;g1f81ad28897_0_4249"/>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87" name="Google Shape;1587;g1f81ad28897_0_4249"/>
          <p:cNvGrpSpPr/>
          <p:nvPr/>
        </p:nvGrpSpPr>
        <p:grpSpPr>
          <a:xfrm>
            <a:off x="680011" y="0"/>
            <a:ext cx="3090697" cy="1806089"/>
            <a:chOff x="536716" y="-1319"/>
            <a:chExt cx="3976708" cy="2323841"/>
          </a:xfrm>
        </p:grpSpPr>
        <p:sp>
          <p:nvSpPr>
            <p:cNvPr id="1588" name="Google Shape;1588;g1f81ad28897_0_424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1589" name="Google Shape;1589;g1f81ad28897_0_4249"/>
            <p:cNvGrpSpPr/>
            <p:nvPr/>
          </p:nvGrpSpPr>
          <p:grpSpPr>
            <a:xfrm>
              <a:off x="536716" y="0"/>
              <a:ext cx="3976708" cy="2322522"/>
              <a:chOff x="947530" y="0"/>
              <a:chExt cx="3976708" cy="2322522"/>
            </a:xfrm>
          </p:grpSpPr>
          <p:sp>
            <p:nvSpPr>
              <p:cNvPr id="1590" name="Google Shape;1590;g1f81ad28897_0_424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591" name="Google Shape;1591;g1f81ad28897_0_424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592" name="Google Shape;1592;g1f81ad28897_0_424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593" name="Google Shape;1593;g1f81ad28897_0_424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594" name="Google Shape;1594;g1f81ad28897_0_424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595" name="Google Shape;1595;g1f81ad28897_0_4249"/>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FFFFFF"/>
                </a:solidFill>
                <a:latin typeface="Fredoka"/>
                <a:ea typeface="Fredoka"/>
                <a:cs typeface="Fredoka"/>
                <a:sym typeface="Fredoka"/>
              </a:rPr>
              <a:t>Steps</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1596" name="Shape 1596"/>
        <p:cNvGrpSpPr/>
        <p:nvPr/>
      </p:nvGrpSpPr>
      <p:grpSpPr>
        <a:xfrm>
          <a:off x="0" y="0"/>
          <a:ext cx="0" cy="0"/>
          <a:chOff x="0" y="0"/>
          <a:chExt cx="0" cy="0"/>
        </a:xfrm>
      </p:grpSpPr>
      <p:grpSp>
        <p:nvGrpSpPr>
          <p:cNvPr id="1597" name="Google Shape;1597;g1f81ad28897_0_4395"/>
          <p:cNvGrpSpPr/>
          <p:nvPr/>
        </p:nvGrpSpPr>
        <p:grpSpPr>
          <a:xfrm>
            <a:off x="-1" y="579518"/>
            <a:ext cx="11387071" cy="823623"/>
            <a:chOff x="0" y="579518"/>
            <a:chExt cx="4125900" cy="823623"/>
          </a:xfrm>
        </p:grpSpPr>
        <p:sp>
          <p:nvSpPr>
            <p:cNvPr id="1598" name="Google Shape;1598;g1f81ad28897_0_4395"/>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599" name="Google Shape;1599;g1f81ad28897_0_4395"/>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600" name="Google Shape;1600;g1f81ad28897_0_4395"/>
          <p:cNvSpPr txBox="1"/>
          <p:nvPr>
            <p:ph type="title"/>
          </p:nvPr>
        </p:nvSpPr>
        <p:spPr>
          <a:xfrm>
            <a:off x="180975" y="579519"/>
            <a:ext cx="11112900" cy="726300"/>
          </a:xfrm>
          <a:prstGeom prst="rect">
            <a:avLst/>
          </a:prstGeom>
          <a:noFill/>
          <a:ln>
            <a:noFill/>
          </a:ln>
        </p:spPr>
        <p:txBody>
          <a:bodyPr anchorCtr="0" anchor="t" bIns="45700" lIns="91425" spcFirstLastPara="1" rIns="91425" wrap="square" tIns="91425">
            <a:noAutofit/>
          </a:bodyPr>
          <a:lstStyle>
            <a:lvl1pPr lvl="0" marR="0" rtl="0" algn="l">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601" name="Google Shape;1601;g1f81ad28897_0_4395"/>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602" name="Google Shape;1602;g1f81ad28897_0_4395"/>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23850" lvl="0" marL="4572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1pPr>
            <a:lvl2pPr indent="-323850" lvl="1" marL="9144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2pPr>
            <a:lvl3pPr indent="-323850" lvl="2" marL="13716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3pPr>
            <a:lvl4pPr indent="-323850" lvl="3" marL="18288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4pPr>
            <a:lvl5pPr indent="-323850" lvl="4" marL="2286000" marR="0" rtl="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603" name="Google Shape;1603;g1f81ad28897_0_4395"/>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1604" name="Shape 1604"/>
        <p:cNvGrpSpPr/>
        <p:nvPr/>
      </p:nvGrpSpPr>
      <p:grpSpPr>
        <a:xfrm>
          <a:off x="0" y="0"/>
          <a:ext cx="0" cy="0"/>
          <a:chOff x="0" y="0"/>
          <a:chExt cx="0" cy="0"/>
        </a:xfrm>
      </p:grpSpPr>
      <p:sp>
        <p:nvSpPr>
          <p:cNvPr id="1605" name="Google Shape;1605;g1f81ad28897_0_4746"/>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rtl="0" algn="ctr">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lvl="4"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lvl="5"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lvl="6"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lvl="7"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lvl="8"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1606" name="Google Shape;1606;g1f81ad28897_0_4746"/>
          <p:cNvSpPr txBox="1"/>
          <p:nvPr>
            <p:ph type="title"/>
          </p:nvPr>
        </p:nvSpPr>
        <p:spPr>
          <a:xfrm>
            <a:off x="325939" y="78301"/>
            <a:ext cx="7580100" cy="459300"/>
          </a:xfrm>
          <a:prstGeom prst="rect">
            <a:avLst/>
          </a:prstGeom>
          <a:solidFill>
            <a:schemeClr val="accent2"/>
          </a:solidFill>
          <a:ln>
            <a:noFill/>
          </a:ln>
          <a:effectLst>
            <a:outerShdw blurRad="127000" rotWithShape="0" algn="tl" dir="2700000" dist="127000">
              <a:srgbClr val="BFBFBF">
                <a:alpha val="69020"/>
              </a:srgbClr>
            </a:outerShdw>
          </a:effectLst>
        </p:spPr>
        <p:txBody>
          <a:bodyPr anchorCtr="0" anchor="ctr" bIns="0" lIns="91425" spcFirstLastPara="1" rIns="0" wrap="square" tIns="0">
            <a:noAutofit/>
          </a:bodyPr>
          <a:lstStyle>
            <a:lvl1pPr lvl="0" marR="0" rtl="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607" name="Google Shape;1607;g1f81ad28897_0_4746"/>
          <p:cNvSpPr txBox="1"/>
          <p:nvPr>
            <p:ph idx="1"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1500"/>
              <a:buFont typeface="Arial"/>
              <a:buNone/>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608" name="Shape 1608"/>
        <p:cNvGrpSpPr/>
        <p:nvPr/>
      </p:nvGrpSpPr>
      <p:grpSpPr>
        <a:xfrm>
          <a:off x="0" y="0"/>
          <a:ext cx="0" cy="0"/>
          <a:chOff x="0" y="0"/>
          <a:chExt cx="0" cy="0"/>
        </a:xfrm>
      </p:grpSpPr>
      <p:sp>
        <p:nvSpPr>
          <p:cNvPr id="1609" name="Google Shape;1609;g1f81ad28897_0_416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610" name="Google Shape;1610;g1f81ad28897_0_416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1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900"/>
              <a:buFont typeface="Arial"/>
              <a:buNone/>
              <a:defRPr b="0" i="0" sz="19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1611" name="Google Shape;1611;g1f81ad28897_0_416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9pPr>
          </a:lstStyle>
          <a:p/>
        </p:txBody>
      </p:sp>
      <p:sp>
        <p:nvSpPr>
          <p:cNvPr id="1612" name="Google Shape;1612;g1f81ad28897_0_416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9pPr>
          </a:lstStyle>
          <a:p/>
        </p:txBody>
      </p:sp>
      <p:sp>
        <p:nvSpPr>
          <p:cNvPr id="1613" name="Google Shape;1613;g1f81ad28897_0_416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1pPr>
            <a:lvl2pPr indent="0" lvl="1"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2pPr>
            <a:lvl3pPr indent="0" lvl="2"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3pPr>
            <a:lvl4pPr indent="0" lvl="3"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4pPr>
            <a:lvl5pPr indent="0" lvl="4"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5pPr>
            <a:lvl6pPr indent="0" lvl="5"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6pPr>
            <a:lvl7pPr indent="0" lvl="6"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7pPr>
            <a:lvl8pPr indent="0" lvl="7"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8pPr>
            <a:lvl9pPr indent="0" lvl="8" marL="0"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1614" name="Shape 1614"/>
        <p:cNvGrpSpPr/>
        <p:nvPr/>
      </p:nvGrpSpPr>
      <p:grpSpPr>
        <a:xfrm>
          <a:off x="0" y="0"/>
          <a:ext cx="0" cy="0"/>
          <a:chOff x="0" y="0"/>
          <a:chExt cx="0" cy="0"/>
        </a:xfrm>
      </p:grpSpPr>
      <p:sp>
        <p:nvSpPr>
          <p:cNvPr id="1615" name="Google Shape;1615;g1f81ad28897_0_4171"/>
          <p:cNvSpPr txBox="1"/>
          <p:nvPr/>
        </p:nvSpPr>
        <p:spPr>
          <a:xfrm>
            <a:off x="854675" y="2764213"/>
            <a:ext cx="3810000" cy="794100"/>
          </a:xfrm>
          <a:prstGeom prst="rect">
            <a:avLst/>
          </a:prstGeom>
          <a:noFill/>
          <a:ln>
            <a:noFill/>
          </a:ln>
          <a:effectLst>
            <a:outerShdw blurRad="76200" rotWithShape="0" algn="tl" dir="2700000" dist="50800">
              <a:srgbClr val="000000">
                <a:alpha val="20784"/>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p:txBody>
      </p:sp>
      <p:pic>
        <p:nvPicPr>
          <p:cNvPr id="1616" name="Google Shape;1616;g1f81ad28897_0_4171"/>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1617" name="Shape 1617"/>
        <p:cNvGrpSpPr/>
        <p:nvPr/>
      </p:nvGrpSpPr>
      <p:grpSpPr>
        <a:xfrm>
          <a:off x="0" y="0"/>
          <a:ext cx="0" cy="0"/>
          <a:chOff x="0" y="0"/>
          <a:chExt cx="0" cy="0"/>
        </a:xfrm>
      </p:grpSpPr>
      <p:sp>
        <p:nvSpPr>
          <p:cNvPr id="1618" name="Google Shape;1618;g1f81ad28897_0_4174"/>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1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1619" name="Google Shape;1619;g1f81ad28897_0_4174"/>
          <p:cNvSpPr txBox="1"/>
          <p:nvPr/>
        </p:nvSpPr>
        <p:spPr>
          <a:xfrm>
            <a:off x="996843" y="968220"/>
            <a:ext cx="10442700" cy="699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1620" name="Google Shape;1620;g1f81ad28897_0_417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500" u="none" cap="none" strike="noStrike">
              <a:solidFill>
                <a:srgbClr val="000000"/>
              </a:solidFill>
              <a:latin typeface="Arial"/>
              <a:ea typeface="Arial"/>
              <a:cs typeface="Arial"/>
              <a:sym typeface="Arial"/>
            </a:endParaRPr>
          </a:p>
        </p:txBody>
      </p:sp>
      <p:sp>
        <p:nvSpPr>
          <p:cNvPr id="1621" name="Google Shape;1621;g1f81ad28897_0_4174"/>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25450" lvl="0" marL="457200" marR="0" rtl="0" algn="l">
              <a:lnSpc>
                <a:spcPct val="90000"/>
              </a:lnSpc>
              <a:spcBef>
                <a:spcPts val="1100"/>
              </a:spcBef>
              <a:spcAft>
                <a:spcPts val="0"/>
              </a:spcAft>
              <a:buClr>
                <a:schemeClr val="accent2"/>
              </a:buClr>
              <a:buSzPts val="31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rtl="0" algn="l">
              <a:lnSpc>
                <a:spcPct val="90000"/>
              </a:lnSpc>
              <a:spcBef>
                <a:spcPts val="500"/>
              </a:spcBef>
              <a:spcAft>
                <a:spcPts val="0"/>
              </a:spcAft>
              <a:buClr>
                <a:schemeClr val="accent2"/>
              </a:buClr>
              <a:buSzPts val="2700"/>
              <a:buFont typeface="Calibri"/>
              <a:buChar char="●"/>
              <a:defRPr b="0" i="0" sz="1900" u="none" cap="none" strike="noStrike">
                <a:solidFill>
                  <a:srgbClr val="172A4B"/>
                </a:solidFill>
                <a:latin typeface="Quicksand"/>
                <a:ea typeface="Quicksand"/>
                <a:cs typeface="Quicksand"/>
                <a:sym typeface="Quicksand"/>
              </a:defRPr>
            </a:lvl2pPr>
            <a:lvl3pPr indent="-381000" lvl="2" marL="1371600" marR="0" rtl="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rtl="0" algn="l">
              <a:lnSpc>
                <a:spcPct val="90000"/>
              </a:lnSpc>
              <a:spcBef>
                <a:spcPts val="500"/>
              </a:spcBef>
              <a:spcAft>
                <a:spcPts val="0"/>
              </a:spcAft>
              <a:buClr>
                <a:schemeClr val="accent2"/>
              </a:buClr>
              <a:buSzPts val="2100"/>
              <a:buFont typeface="Calibri"/>
              <a:buChar char="●"/>
              <a:defRPr b="0" i="0" sz="1500" u="none" cap="none" strike="noStrike">
                <a:solidFill>
                  <a:srgbClr val="172A4B"/>
                </a:solidFill>
                <a:latin typeface="Quicksand"/>
                <a:ea typeface="Quicksand"/>
                <a:cs typeface="Quicksand"/>
                <a:sym typeface="Quicksand"/>
              </a:defRPr>
            </a:lvl4pPr>
            <a:lvl5pPr indent="-361950" lvl="4" marL="2286000" marR="0" rtl="0" algn="l">
              <a:lnSpc>
                <a:spcPct val="90000"/>
              </a:lnSpc>
              <a:spcBef>
                <a:spcPts val="500"/>
              </a:spcBef>
              <a:spcAft>
                <a:spcPts val="0"/>
              </a:spcAft>
              <a:buClr>
                <a:schemeClr val="accent2"/>
              </a:buClr>
              <a:buSzPts val="2100"/>
              <a:buFont typeface="Calibri"/>
              <a:buChar char="●"/>
              <a:defRPr b="0" i="0" sz="15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1622" name="Google Shape;1622;g1f81ad28897_0_4174"/>
          <p:cNvSpPr txBox="1"/>
          <p:nvPr>
            <p:ph idx="3" type="body"/>
          </p:nvPr>
        </p:nvSpPr>
        <p:spPr>
          <a:xfrm>
            <a:off x="2337773" y="654820"/>
            <a:ext cx="6789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1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p:cSld name="1st Step_2_1">
    <p:spTree>
      <p:nvGrpSpPr>
        <p:cNvPr id="1623" name="Shape 1623"/>
        <p:cNvGrpSpPr/>
        <p:nvPr/>
      </p:nvGrpSpPr>
      <p:grpSpPr>
        <a:xfrm>
          <a:off x="0" y="0"/>
          <a:ext cx="0" cy="0"/>
          <a:chOff x="0" y="0"/>
          <a:chExt cx="0" cy="0"/>
        </a:xfrm>
      </p:grpSpPr>
      <p:sp>
        <p:nvSpPr>
          <p:cNvPr id="1624" name="Google Shape;1624;g1f81ad28897_0_4180"/>
          <p:cNvSpPr txBox="1"/>
          <p:nvPr>
            <p:ph idx="1" type="body"/>
          </p:nvPr>
        </p:nvSpPr>
        <p:spPr>
          <a:xfrm>
            <a:off x="1255800" y="2139704"/>
            <a:ext cx="9680400" cy="25929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dk1"/>
              </a:buClr>
              <a:buSzPts val="4000"/>
              <a:buFont typeface="Quicksand"/>
              <a:buNone/>
              <a:defRPr b="1" i="0" sz="4000" u="none" cap="none" strike="noStrike">
                <a:solidFill>
                  <a:schemeClr val="dk1"/>
                </a:solidFill>
                <a:latin typeface="Quicksand"/>
                <a:ea typeface="Quicksand"/>
                <a:cs typeface="Quicksand"/>
                <a:sym typeface="Quicksand"/>
              </a:defRPr>
            </a:lvl1pPr>
            <a:lvl2pPr indent="-482600" lvl="1" marL="9144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2pPr>
            <a:lvl3pPr indent="-482600" lvl="2" marL="13716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3pPr>
            <a:lvl4pPr indent="-482600" lvl="3" marL="18288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4pPr>
            <a:lvl5pPr indent="-482600" lvl="4" marL="22860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5pPr>
            <a:lvl6pPr indent="-482600" lvl="5" marL="27432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6pPr>
            <a:lvl7pPr indent="-482600" lvl="6" marL="32004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7pPr>
            <a:lvl8pPr indent="-482600" lvl="7" marL="3657600" marR="0" rtl="0" algn="l">
              <a:lnSpc>
                <a:spcPct val="100000"/>
              </a:lnSpc>
              <a:spcBef>
                <a:spcPts val="1100"/>
              </a:spcBef>
              <a:spcAft>
                <a:spcPts val="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8pPr>
            <a:lvl9pPr indent="-482600" lvl="8" marL="4114800" marR="0" rtl="0" algn="l">
              <a:lnSpc>
                <a:spcPct val="100000"/>
              </a:lnSpc>
              <a:spcBef>
                <a:spcPts val="1100"/>
              </a:spcBef>
              <a:spcAft>
                <a:spcPts val="1100"/>
              </a:spcAft>
              <a:buClr>
                <a:schemeClr val="dk1"/>
              </a:buClr>
              <a:buSzPts val="4000"/>
              <a:buFont typeface="Quicksand"/>
              <a:buChar char="•"/>
              <a:defRPr b="1" i="0" sz="4000" u="none" cap="none" strike="noStrike">
                <a:solidFill>
                  <a:schemeClr val="dk1"/>
                </a:solidFill>
                <a:latin typeface="Quicksand"/>
                <a:ea typeface="Quicksand"/>
                <a:cs typeface="Quicksand"/>
                <a:sym typeface="Quicksand"/>
              </a:defRPr>
            </a:lvl9pPr>
          </a:lstStyle>
          <a:p/>
        </p:txBody>
      </p:sp>
      <p:sp>
        <p:nvSpPr>
          <p:cNvPr id="1625" name="Google Shape;1625;g1f81ad28897_0_4180"/>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626" name="Google Shape;1626;g1f81ad28897_0_4180"/>
          <p:cNvGrpSpPr/>
          <p:nvPr/>
        </p:nvGrpSpPr>
        <p:grpSpPr>
          <a:xfrm>
            <a:off x="680011" y="0"/>
            <a:ext cx="3090697" cy="1806089"/>
            <a:chOff x="536716" y="-1319"/>
            <a:chExt cx="3976708" cy="2323841"/>
          </a:xfrm>
        </p:grpSpPr>
        <p:sp>
          <p:nvSpPr>
            <p:cNvPr id="1627" name="Google Shape;1627;g1f81ad28897_0_418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1628" name="Google Shape;1628;g1f81ad28897_0_4180"/>
            <p:cNvGrpSpPr/>
            <p:nvPr/>
          </p:nvGrpSpPr>
          <p:grpSpPr>
            <a:xfrm>
              <a:off x="536716" y="0"/>
              <a:ext cx="3976708" cy="2322522"/>
              <a:chOff x="947530" y="0"/>
              <a:chExt cx="3976708" cy="2322522"/>
            </a:xfrm>
          </p:grpSpPr>
          <p:sp>
            <p:nvSpPr>
              <p:cNvPr id="1629" name="Google Shape;1629;g1f81ad28897_0_418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630" name="Google Shape;1630;g1f81ad28897_0_418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631" name="Google Shape;1631;g1f81ad28897_0_418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632" name="Google Shape;1632;g1f81ad28897_0_418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633" name="Google Shape;1633;g1f81ad28897_0_418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634" name="Google Shape;1634;g1f81ad28897_0_4180"/>
          <p:cNvSpPr txBox="1"/>
          <p:nvPr/>
        </p:nvSpPr>
        <p:spPr>
          <a:xfrm>
            <a:off x="716350" y="1014013"/>
            <a:ext cx="3018000" cy="5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3100" u="none" cap="none" strike="noStrike">
                <a:solidFill>
                  <a:srgbClr val="FFFFFF"/>
                </a:solidFill>
                <a:latin typeface="Fredoka"/>
                <a:ea typeface="Fredoka"/>
                <a:cs typeface="Fredoka"/>
                <a:sym typeface="Fredoka"/>
              </a:rPr>
              <a:t>Task Preview</a:t>
            </a:r>
            <a:endParaRPr b="0" i="0" sz="3100" u="none" cap="none" strike="noStrike">
              <a:solidFill>
                <a:srgbClr val="000000"/>
              </a:solidFill>
              <a:latin typeface="Arial"/>
              <a:ea typeface="Arial"/>
              <a:cs typeface="Arial"/>
              <a:sym typeface="Arial"/>
            </a:endParaRPr>
          </a:p>
        </p:txBody>
      </p:sp>
      <p:sp>
        <p:nvSpPr>
          <p:cNvPr id="1635" name="Google Shape;1635;g1f81ad28897_0_4180"/>
          <p:cNvSpPr/>
          <p:nvPr/>
        </p:nvSpPr>
        <p:spPr>
          <a:xfrm>
            <a:off x="4099302" y="1303316"/>
            <a:ext cx="4228800" cy="3362400"/>
          </a:xfrm>
          <a:prstGeom prst="roundRect">
            <a:avLst>
              <a:gd fmla="val 16667" name="adj"/>
            </a:avLst>
          </a:prstGeom>
          <a:solidFill>
            <a:srgbClr val="CC6600"/>
          </a:solidFill>
          <a:ln>
            <a:noFill/>
          </a:ln>
          <a:effectLst>
            <a:outerShdw blurRad="42863" rotWithShape="0" algn="bl">
              <a:srgbClr val="000000">
                <a:alpha val="47059"/>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36" name="Google Shape;1636;g1f81ad28897_0_4180"/>
          <p:cNvSpPr/>
          <p:nvPr/>
        </p:nvSpPr>
        <p:spPr>
          <a:xfrm>
            <a:off x="3979752" y="1195266"/>
            <a:ext cx="4228800" cy="3362400"/>
          </a:xfrm>
          <a:prstGeom prst="roundRect">
            <a:avLst>
              <a:gd fmla="val 16667" name="adj"/>
            </a:avLst>
          </a:prstGeom>
          <a:solidFill>
            <a:schemeClr val="accent2"/>
          </a:solidFill>
          <a:ln>
            <a:noFill/>
          </a:ln>
          <a:effectLst>
            <a:outerShdw blurRad="42863" rotWithShape="0" algn="bl">
              <a:srgbClr val="000000">
                <a:alpha val="47059"/>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37" name="Google Shape;1637;g1f81ad28897_0_4180"/>
          <p:cNvSpPr/>
          <p:nvPr/>
        </p:nvSpPr>
        <p:spPr>
          <a:xfrm>
            <a:off x="4273405" y="1831129"/>
            <a:ext cx="594000" cy="447300"/>
          </a:xfrm>
          <a:prstGeom prst="roundRect">
            <a:avLst>
              <a:gd fmla="val 16667" name="adj"/>
            </a:avLst>
          </a:prstGeom>
          <a:solidFill>
            <a:srgbClr val="190094"/>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CC12"/>
              </a:solidFill>
              <a:latin typeface="Quicksand"/>
              <a:ea typeface="Quicksand"/>
              <a:cs typeface="Quicksand"/>
              <a:sym typeface="Quicksand"/>
            </a:endParaRPr>
          </a:p>
        </p:txBody>
      </p:sp>
      <p:pic>
        <p:nvPicPr>
          <p:cNvPr descr="Checkmark" id="1638" name="Google Shape;1638;g1f81ad28897_0_4180"/>
          <p:cNvPicPr preferRelativeResize="0"/>
          <p:nvPr/>
        </p:nvPicPr>
        <p:blipFill rotWithShape="1">
          <a:blip r:embed="rId2">
            <a:alphaModFix/>
          </a:blip>
          <a:srcRect b="0" l="0" r="0" t="0"/>
          <a:stretch/>
        </p:blipFill>
        <p:spPr>
          <a:xfrm rot="-225182">
            <a:off x="4367566" y="1504532"/>
            <a:ext cx="628438" cy="914400"/>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up_1st ">
  <p:cSld name="Checkup_1st ">
    <p:spTree>
      <p:nvGrpSpPr>
        <p:cNvPr id="1639" name="Shape 1639"/>
        <p:cNvGrpSpPr/>
        <p:nvPr/>
      </p:nvGrpSpPr>
      <p:grpSpPr>
        <a:xfrm>
          <a:off x="0" y="0"/>
          <a:ext cx="0" cy="0"/>
          <a:chOff x="0" y="0"/>
          <a:chExt cx="0" cy="0"/>
        </a:xfrm>
      </p:grpSpPr>
      <p:sp>
        <p:nvSpPr>
          <p:cNvPr id="1640" name="Google Shape;1640;g1f81ad28897_0_4196"/>
          <p:cNvSpPr/>
          <p:nvPr/>
        </p:nvSpPr>
        <p:spPr>
          <a:xfrm>
            <a:off x="4099302" y="1303316"/>
            <a:ext cx="4228800" cy="3362400"/>
          </a:xfrm>
          <a:prstGeom prst="roundRect">
            <a:avLst>
              <a:gd fmla="val 16667" name="adj"/>
            </a:avLst>
          </a:prstGeom>
          <a:solidFill>
            <a:srgbClr val="CC6600"/>
          </a:solidFill>
          <a:ln>
            <a:noFill/>
          </a:ln>
          <a:effectLst>
            <a:outerShdw blurRad="42863" rotWithShape="0" algn="bl">
              <a:srgbClr val="000000">
                <a:alpha val="4745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41" name="Google Shape;1641;g1f81ad28897_0_4196"/>
          <p:cNvSpPr/>
          <p:nvPr/>
        </p:nvSpPr>
        <p:spPr>
          <a:xfrm>
            <a:off x="3979752" y="1195266"/>
            <a:ext cx="4228800" cy="3362400"/>
          </a:xfrm>
          <a:prstGeom prst="roundRect">
            <a:avLst>
              <a:gd fmla="val 16667" name="adj"/>
            </a:avLst>
          </a:prstGeom>
          <a:solidFill>
            <a:schemeClr val="accent2"/>
          </a:solidFill>
          <a:ln>
            <a:noFill/>
          </a:ln>
          <a:effectLst>
            <a:outerShdw blurRad="42863" rotWithShape="0" algn="bl">
              <a:srgbClr val="000000">
                <a:alpha val="4745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pic>
        <p:nvPicPr>
          <p:cNvPr id="1642" name="Google Shape;1642;g1f81ad28897_0_4196">
            <a:hlinkClick action="ppaction://hlinkshowjump?jump=nextslide"/>
          </p:cNvPr>
          <p:cNvPicPr preferRelativeResize="0"/>
          <p:nvPr/>
        </p:nvPicPr>
        <p:blipFill rotWithShape="1">
          <a:blip r:embed="rId2">
            <a:alphaModFix/>
          </a:blip>
          <a:srcRect b="0" l="0" r="0" t="0"/>
          <a:stretch/>
        </p:blipFill>
        <p:spPr>
          <a:xfrm>
            <a:off x="8628325" y="2538619"/>
            <a:ext cx="607113" cy="760397"/>
          </a:xfrm>
          <a:prstGeom prst="rect">
            <a:avLst/>
          </a:prstGeom>
          <a:noFill/>
          <a:ln>
            <a:noFill/>
          </a:ln>
        </p:spPr>
      </p:pic>
      <p:sp>
        <p:nvSpPr>
          <p:cNvPr id="1643" name="Google Shape;1643;g1f81ad28897_0_4196"/>
          <p:cNvSpPr/>
          <p:nvPr>
            <p:ph idx="2" type="pic"/>
          </p:nvPr>
        </p:nvSpPr>
        <p:spPr>
          <a:xfrm>
            <a:off x="5138939" y="1848601"/>
            <a:ext cx="1769700" cy="1768500"/>
          </a:xfrm>
          <a:prstGeom prst="ellipse">
            <a:avLst/>
          </a:prstGeom>
          <a:noFill/>
          <a:ln>
            <a:noFill/>
          </a:ln>
        </p:spPr>
      </p:sp>
      <p:sp>
        <p:nvSpPr>
          <p:cNvPr id="1644" name="Google Shape;1644;g1f81ad28897_0_4196"/>
          <p:cNvSpPr txBox="1"/>
          <p:nvPr>
            <p:ph idx="1" type="body"/>
          </p:nvPr>
        </p:nvSpPr>
        <p:spPr>
          <a:xfrm>
            <a:off x="4525520" y="3728481"/>
            <a:ext cx="2996400" cy="592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645" name="Google Shape;1645;g1f81ad28897_0_4196"/>
          <p:cNvGrpSpPr/>
          <p:nvPr/>
        </p:nvGrpSpPr>
        <p:grpSpPr>
          <a:xfrm>
            <a:off x="5007674" y="862705"/>
            <a:ext cx="2226600" cy="815344"/>
            <a:chOff x="8937218" y="1382862"/>
            <a:chExt cx="2226600" cy="614936"/>
          </a:xfrm>
        </p:grpSpPr>
        <p:pic>
          <p:nvPicPr>
            <p:cNvPr id="1646" name="Google Shape;1646;g1f81ad28897_0_4196"/>
            <p:cNvPicPr preferRelativeResize="0"/>
            <p:nvPr/>
          </p:nvPicPr>
          <p:blipFill rotWithShape="1">
            <a:blip r:embed="rId3">
              <a:alphaModFix/>
            </a:blip>
            <a:srcRect b="0" l="0" r="0" t="0"/>
            <a:stretch/>
          </p:blipFill>
          <p:spPr>
            <a:xfrm>
              <a:off x="9102199" y="1382862"/>
              <a:ext cx="1896646" cy="614936"/>
            </a:xfrm>
            <a:prstGeom prst="rect">
              <a:avLst/>
            </a:prstGeom>
            <a:noFill/>
            <a:ln>
              <a:noFill/>
            </a:ln>
          </p:spPr>
        </p:pic>
        <p:sp>
          <p:nvSpPr>
            <p:cNvPr id="1647" name="Google Shape;1647;g1f81ad28897_0_4196"/>
            <p:cNvSpPr txBox="1"/>
            <p:nvPr/>
          </p:nvSpPr>
          <p:spPr>
            <a:xfrm>
              <a:off x="8937218" y="1487229"/>
              <a:ext cx="2226600" cy="40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chemeClr val="lt1"/>
                  </a:solidFill>
                  <a:latin typeface="Arial"/>
                  <a:ea typeface="Arial"/>
                  <a:cs typeface="Arial"/>
                  <a:sym typeface="Arial"/>
                </a:rPr>
                <a:t>Checkup</a:t>
              </a:r>
              <a:endParaRPr b="1" i="0" sz="2900" u="none" cap="none" strike="noStrike">
                <a:solidFill>
                  <a:schemeClr val="lt1"/>
                </a:solidFill>
                <a:latin typeface="Arial"/>
                <a:ea typeface="Arial"/>
                <a:cs typeface="Arial"/>
                <a:sym typeface="Arial"/>
              </a:endParaRPr>
            </a:p>
          </p:txBody>
        </p:sp>
      </p:grpSp>
      <p:pic>
        <p:nvPicPr>
          <p:cNvPr id="1648" name="Google Shape;1648;g1f81ad28897_0_4196"/>
          <p:cNvPicPr preferRelativeResize="0"/>
          <p:nvPr/>
        </p:nvPicPr>
        <p:blipFill rotWithShape="1">
          <a:blip r:embed="rId4">
            <a:alphaModFix/>
          </a:blip>
          <a:srcRect b="0" l="0" r="0" t="0"/>
          <a:stretch/>
        </p:blipFill>
        <p:spPr>
          <a:xfrm>
            <a:off x="11184366" y="338734"/>
            <a:ext cx="635799" cy="745568"/>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
  <p:cSld name="Comparison">
    <p:spTree>
      <p:nvGrpSpPr>
        <p:cNvPr id="1649" name="Shape 1649"/>
        <p:cNvGrpSpPr/>
        <p:nvPr/>
      </p:nvGrpSpPr>
      <p:grpSpPr>
        <a:xfrm>
          <a:off x="0" y="0"/>
          <a:ext cx="0" cy="0"/>
          <a:chOff x="0" y="0"/>
          <a:chExt cx="0" cy="0"/>
        </a:xfrm>
      </p:grpSpPr>
      <p:grpSp>
        <p:nvGrpSpPr>
          <p:cNvPr id="1650" name="Google Shape;1650;g1f81ad28897_0_4209"/>
          <p:cNvGrpSpPr/>
          <p:nvPr/>
        </p:nvGrpSpPr>
        <p:grpSpPr>
          <a:xfrm>
            <a:off x="680011" y="0"/>
            <a:ext cx="3090697" cy="1806089"/>
            <a:chOff x="536716" y="-1319"/>
            <a:chExt cx="3976708" cy="2323841"/>
          </a:xfrm>
        </p:grpSpPr>
        <p:sp>
          <p:nvSpPr>
            <p:cNvPr id="1651" name="Google Shape;1651;g1f81ad28897_0_420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652" name="Google Shape;1652;g1f81ad28897_0_4209"/>
            <p:cNvGrpSpPr/>
            <p:nvPr/>
          </p:nvGrpSpPr>
          <p:grpSpPr>
            <a:xfrm>
              <a:off x="536716" y="0"/>
              <a:ext cx="3976708" cy="2322522"/>
              <a:chOff x="947530" y="0"/>
              <a:chExt cx="3976708" cy="2322522"/>
            </a:xfrm>
          </p:grpSpPr>
          <p:sp>
            <p:nvSpPr>
              <p:cNvPr id="1653" name="Google Shape;1653;g1f81ad28897_0_420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54" name="Google Shape;1654;g1f81ad28897_0_420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55" name="Google Shape;1655;g1f81ad28897_0_420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56" name="Google Shape;1656;g1f81ad28897_0_420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57" name="Google Shape;1657;g1f81ad28897_0_420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58" name="Google Shape;1658;g1f81ad28897_0_4209"/>
          <p:cNvSpPr txBox="1"/>
          <p:nvPr/>
        </p:nvSpPr>
        <p:spPr>
          <a:xfrm>
            <a:off x="716254" y="777650"/>
            <a:ext cx="3018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4400" u="none" cap="none" strike="noStrike">
                <a:solidFill>
                  <a:schemeClr val="lt1"/>
                </a:solidFill>
                <a:latin typeface="Fredoka"/>
                <a:ea typeface="Fredoka"/>
                <a:cs typeface="Fredoka"/>
                <a:sym typeface="Fredoka"/>
              </a:rPr>
              <a:t>Remember</a:t>
            </a:r>
            <a:endParaRPr b="0" i="0" sz="1100" u="none" cap="none" strike="noStrike">
              <a:solidFill>
                <a:srgbClr val="000000"/>
              </a:solidFill>
              <a:latin typeface="Arial"/>
              <a:ea typeface="Arial"/>
              <a:cs typeface="Arial"/>
              <a:sym typeface="Arial"/>
            </a:endParaRPr>
          </a:p>
        </p:txBody>
      </p:sp>
      <p:sp>
        <p:nvSpPr>
          <p:cNvPr id="1659" name="Google Shape;1659;g1f81ad28897_0_4209"/>
          <p:cNvSpPr txBox="1"/>
          <p:nvPr>
            <p:ph idx="1" type="body"/>
          </p:nvPr>
        </p:nvSpPr>
        <p:spPr>
          <a:xfrm>
            <a:off x="1255802" y="5426798"/>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660" name="Shape 1660"/>
        <p:cNvGrpSpPr/>
        <p:nvPr/>
      </p:nvGrpSpPr>
      <p:grpSpPr>
        <a:xfrm>
          <a:off x="0" y="0"/>
          <a:ext cx="0" cy="0"/>
          <a:chOff x="0" y="0"/>
          <a:chExt cx="0" cy="0"/>
        </a:xfrm>
      </p:grpSpPr>
      <p:sp>
        <p:nvSpPr>
          <p:cNvPr id="1661" name="Google Shape;1661;g1f81ad28897_0_4220"/>
          <p:cNvSpPr/>
          <p:nvPr/>
        </p:nvSpPr>
        <p:spPr>
          <a:xfrm>
            <a:off x="1057793" y="5266010"/>
            <a:ext cx="10179600" cy="6225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62" name="Google Shape;1662;g1f81ad28897_0_4220"/>
          <p:cNvSpPr txBox="1"/>
          <p:nvPr>
            <p:ph idx="1" type="body"/>
          </p:nvPr>
        </p:nvSpPr>
        <p:spPr>
          <a:xfrm>
            <a:off x="1255802" y="5426798"/>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663" name="Google Shape;1663;g1f81ad28897_0_4220"/>
          <p:cNvGrpSpPr/>
          <p:nvPr/>
        </p:nvGrpSpPr>
        <p:grpSpPr>
          <a:xfrm>
            <a:off x="680011" y="0"/>
            <a:ext cx="3090697" cy="1806089"/>
            <a:chOff x="536716" y="-1319"/>
            <a:chExt cx="3976708" cy="2323841"/>
          </a:xfrm>
        </p:grpSpPr>
        <p:sp>
          <p:nvSpPr>
            <p:cNvPr id="1664" name="Google Shape;1664;g1f81ad28897_0_422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665" name="Google Shape;1665;g1f81ad28897_0_4220"/>
            <p:cNvGrpSpPr/>
            <p:nvPr/>
          </p:nvGrpSpPr>
          <p:grpSpPr>
            <a:xfrm>
              <a:off x="536716" y="0"/>
              <a:ext cx="3976708" cy="2322522"/>
              <a:chOff x="947530" y="0"/>
              <a:chExt cx="3976708" cy="2322522"/>
            </a:xfrm>
          </p:grpSpPr>
          <p:sp>
            <p:nvSpPr>
              <p:cNvPr id="1666" name="Google Shape;1666;g1f81ad28897_0_422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67" name="Google Shape;1667;g1f81ad28897_0_422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68" name="Google Shape;1668;g1f81ad28897_0_422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69" name="Google Shape;1669;g1f81ad28897_0_422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70" name="Google Shape;1670;g1f81ad28897_0_422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71" name="Google Shape;1671;g1f81ad28897_0_4220"/>
          <p:cNvSpPr txBox="1"/>
          <p:nvPr/>
        </p:nvSpPr>
        <p:spPr>
          <a:xfrm>
            <a:off x="716254" y="777650"/>
            <a:ext cx="3018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4400" u="none" cap="none" strike="noStrike">
                <a:solidFill>
                  <a:schemeClr val="lt1"/>
                </a:solidFill>
                <a:latin typeface="Fredoka"/>
                <a:ea typeface="Fredoka"/>
                <a:cs typeface="Fredoka"/>
                <a:sym typeface="Fredoka"/>
              </a:rPr>
              <a:t>Remember</a:t>
            </a:r>
            <a:endParaRPr b="0" i="0" sz="1100" u="none" cap="none" strike="noStrike">
              <a:solidFill>
                <a:srgbClr val="000000"/>
              </a:solidFill>
              <a:latin typeface="Arial"/>
              <a:ea typeface="Arial"/>
              <a:cs typeface="Arial"/>
              <a:sym typeface="Arial"/>
            </a:endParaRPr>
          </a:p>
        </p:txBody>
      </p:sp>
    </p:spTree>
  </p:cSld>
  <p:clrMapOvr>
    <a:masterClrMapping/>
  </p:clrMapOvr>
  <p:transition spd="med">
    <p:push/>
  </p:transition>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1672" name="Shape 1672"/>
        <p:cNvGrpSpPr/>
        <p:nvPr/>
      </p:nvGrpSpPr>
      <p:grpSpPr>
        <a:xfrm>
          <a:off x="0" y="0"/>
          <a:ext cx="0" cy="0"/>
          <a:chOff x="0" y="0"/>
          <a:chExt cx="0" cy="0"/>
        </a:xfrm>
      </p:grpSpPr>
      <p:sp>
        <p:nvSpPr>
          <p:cNvPr id="1673" name="Google Shape;1673;g1f81ad28897_0_4232"/>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23850" lvl="0" marL="4572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1pPr>
            <a:lvl2pPr indent="-323850" lvl="1" marL="9144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2pPr>
            <a:lvl3pPr indent="-323850" lvl="2" marL="13716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3pPr>
            <a:lvl4pPr indent="-323850" lvl="3" marL="18288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4pPr>
            <a:lvl5pPr indent="-323850" lvl="4" marL="22860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grpSp>
        <p:nvGrpSpPr>
          <p:cNvPr id="1674" name="Google Shape;1674;g1f81ad28897_0_4232"/>
          <p:cNvGrpSpPr/>
          <p:nvPr/>
        </p:nvGrpSpPr>
        <p:grpSpPr>
          <a:xfrm>
            <a:off x="-1" y="579518"/>
            <a:ext cx="11387071" cy="823623"/>
            <a:chOff x="0" y="579518"/>
            <a:chExt cx="4125900" cy="823623"/>
          </a:xfrm>
        </p:grpSpPr>
        <p:sp>
          <p:nvSpPr>
            <p:cNvPr id="1675" name="Google Shape;1675;g1f81ad28897_0_4232"/>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676" name="Google Shape;1676;g1f81ad28897_0_4232"/>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677" name="Google Shape;1677;g1f81ad28897_0_4232"/>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100000"/>
              </a:lnSpc>
              <a:spcBef>
                <a:spcPts val="0"/>
              </a:spcBef>
              <a:spcAft>
                <a:spcPts val="0"/>
              </a:spcAft>
              <a:buClr>
                <a:srgbClr val="000000"/>
              </a:buClr>
              <a:buSzPts val="15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no pic">
  <p:cSld name="Make_1">
    <p:spTree>
      <p:nvGrpSpPr>
        <p:cNvPr id="1678" name="Shape 1678"/>
        <p:cNvGrpSpPr/>
        <p:nvPr/>
      </p:nvGrpSpPr>
      <p:grpSpPr>
        <a:xfrm>
          <a:off x="0" y="0"/>
          <a:ext cx="0" cy="0"/>
          <a:chOff x="0" y="0"/>
          <a:chExt cx="0" cy="0"/>
        </a:xfrm>
      </p:grpSpPr>
      <p:grpSp>
        <p:nvGrpSpPr>
          <p:cNvPr id="1679" name="Google Shape;1679;g1f81ad28897_0_4238"/>
          <p:cNvGrpSpPr/>
          <p:nvPr/>
        </p:nvGrpSpPr>
        <p:grpSpPr>
          <a:xfrm>
            <a:off x="680011" y="0"/>
            <a:ext cx="3090697" cy="1806089"/>
            <a:chOff x="536716" y="-1319"/>
            <a:chExt cx="3976708" cy="2323841"/>
          </a:xfrm>
        </p:grpSpPr>
        <p:sp>
          <p:nvSpPr>
            <p:cNvPr id="1680" name="Google Shape;1680;g1f81ad28897_0_423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681" name="Google Shape;1681;g1f81ad28897_0_4238"/>
            <p:cNvGrpSpPr/>
            <p:nvPr/>
          </p:nvGrpSpPr>
          <p:grpSpPr>
            <a:xfrm>
              <a:off x="536716" y="0"/>
              <a:ext cx="3976708" cy="2322522"/>
              <a:chOff x="947530" y="0"/>
              <a:chExt cx="3976708" cy="2322522"/>
            </a:xfrm>
          </p:grpSpPr>
          <p:sp>
            <p:nvSpPr>
              <p:cNvPr id="1682" name="Google Shape;1682;g1f81ad28897_0_423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83" name="Google Shape;1683;g1f81ad28897_0_423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84" name="Google Shape;1684;g1f81ad28897_0_423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685" name="Google Shape;1685;g1f81ad28897_0_423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86" name="Google Shape;1686;g1f81ad28897_0_423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687" name="Google Shape;1687;g1f81ad28897_0_4238"/>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chemeClr val="lt1"/>
                </a:solidFill>
                <a:latin typeface="Fredoka"/>
                <a:ea typeface="Fredoka"/>
                <a:cs typeface="Fredoka"/>
                <a:sym typeface="Fredoka"/>
              </a:rPr>
              <a:t>Make</a:t>
            </a:r>
            <a:endParaRPr b="0" i="0" sz="1500" u="none" cap="none" strike="noStrike">
              <a:solidFill>
                <a:srgbClr val="000000"/>
              </a:solidFill>
              <a:latin typeface="Arial"/>
              <a:ea typeface="Arial"/>
              <a:cs typeface="Arial"/>
              <a:sym typeface="Arial"/>
            </a:endParaRPr>
          </a:p>
        </p:txBody>
      </p:sp>
      <p:sp>
        <p:nvSpPr>
          <p:cNvPr id="1688" name="Google Shape;1688;g1f81ad28897_0_4238"/>
          <p:cNvSpPr txBox="1"/>
          <p:nvPr>
            <p:ph idx="1" type="body"/>
          </p:nvPr>
        </p:nvSpPr>
        <p:spPr>
          <a:xfrm>
            <a:off x="752900" y="1876925"/>
            <a:ext cx="10776900" cy="4156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1689" name="Shape 1689"/>
        <p:cNvGrpSpPr/>
        <p:nvPr/>
      </p:nvGrpSpPr>
      <p:grpSpPr>
        <a:xfrm>
          <a:off x="0" y="0"/>
          <a:ext cx="0" cy="0"/>
          <a:chOff x="0" y="0"/>
          <a:chExt cx="0" cy="0"/>
        </a:xfrm>
      </p:grpSpPr>
      <p:sp>
        <p:nvSpPr>
          <p:cNvPr id="1690" name="Google Shape;1690;g1f81ad28897_0_4265"/>
          <p:cNvSpPr txBox="1"/>
          <p:nvPr/>
        </p:nvSpPr>
        <p:spPr>
          <a:xfrm>
            <a:off x="1122400" y="2754450"/>
            <a:ext cx="4324800" cy="1349100"/>
          </a:xfrm>
          <a:prstGeom prst="rect">
            <a:avLst/>
          </a:prstGeom>
          <a:noFill/>
          <a:ln>
            <a:noFill/>
          </a:ln>
          <a:effectLst>
            <a:outerShdw blurRad="76200" rotWithShape="0" algn="tl" dir="2700000" dist="50800">
              <a:srgbClr val="000000">
                <a:alpha val="20784"/>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500" u="none" cap="none" strike="noStrike">
              <a:solidFill>
                <a:srgbClr val="000000"/>
              </a:solidFill>
              <a:latin typeface="Arial"/>
              <a:ea typeface="Arial"/>
              <a:cs typeface="Arial"/>
              <a:sym typeface="Arial"/>
            </a:endParaRPr>
          </a:p>
        </p:txBody>
      </p:sp>
      <p:pic>
        <p:nvPicPr>
          <p:cNvPr id="1691" name="Google Shape;1691;g1f81ad28897_0_4265"/>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1692" name="Shape 1692"/>
        <p:cNvGrpSpPr/>
        <p:nvPr/>
      </p:nvGrpSpPr>
      <p:grpSpPr>
        <a:xfrm>
          <a:off x="0" y="0"/>
          <a:ext cx="0" cy="0"/>
          <a:chOff x="0" y="0"/>
          <a:chExt cx="0" cy="0"/>
        </a:xfrm>
      </p:grpSpPr>
      <p:sp>
        <p:nvSpPr>
          <p:cNvPr id="1693" name="Google Shape;1693;g1f81ad28897_0_426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1694" name="Google Shape;1694;g1f81ad28897_0_4268"/>
          <p:cNvSpPr txBox="1"/>
          <p:nvPr/>
        </p:nvSpPr>
        <p:spPr>
          <a:xfrm>
            <a:off x="3987293" y="5751951"/>
            <a:ext cx="41913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500" u="none" cap="none" strike="noStrike">
              <a:solidFill>
                <a:srgbClr val="000000"/>
              </a:solidFill>
              <a:latin typeface="Arial"/>
              <a:ea typeface="Arial"/>
              <a:cs typeface="Arial"/>
              <a:sym typeface="Arial"/>
            </a:endParaRPr>
          </a:p>
        </p:txBody>
      </p:sp>
      <p:sp>
        <p:nvSpPr>
          <p:cNvPr id="1695" name="Google Shape;1695;g1f81ad28897_0_4268"/>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696" name="Google Shape;1696;g1f81ad28897_0_4268"/>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697" name="Google Shape;1697;g1f81ad28897_0_4268"/>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698" name="Google Shape;1698;g1f81ad28897_0_4268"/>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699" name="Google Shape;1699;g1f81ad28897_0_4268"/>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0" name="Google Shape;1700;g1f81ad28897_0_4268"/>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1" name="Google Shape;1701;g1f81ad28897_0_4268"/>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2" name="Google Shape;1702;g1f81ad28897_0_4268"/>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3" name="Google Shape;1703;g1f81ad28897_0_4268"/>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4" name="Google Shape;1704;g1f81ad28897_0_4268"/>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nvGrpSpPr>
          <p:cNvPr id="1705" name="Google Shape;1705;g1f81ad28897_0_4268"/>
          <p:cNvGrpSpPr/>
          <p:nvPr/>
        </p:nvGrpSpPr>
        <p:grpSpPr>
          <a:xfrm>
            <a:off x="5458304" y="1333433"/>
            <a:ext cx="1595060" cy="4101993"/>
            <a:chOff x="5652866" y="1771703"/>
            <a:chExt cx="1133902" cy="2916040"/>
          </a:xfrm>
        </p:grpSpPr>
        <p:sp>
          <p:nvSpPr>
            <p:cNvPr id="1706" name="Google Shape;1706;g1f81ad28897_0_4268"/>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7" name="Google Shape;1707;g1f81ad28897_0_4268"/>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8" name="Google Shape;1708;g1f81ad28897_0_4268"/>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09" name="Google Shape;1709;g1f81ad28897_0_4268"/>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0" name="Google Shape;1710;g1f81ad28897_0_4268"/>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1" name="Google Shape;1711;g1f81ad28897_0_4268"/>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2" name="Google Shape;1712;g1f81ad28897_0_4268"/>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3" name="Google Shape;1713;g1f81ad28897_0_4268"/>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4" name="Google Shape;1714;g1f81ad28897_0_4268"/>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5" name="Google Shape;1715;g1f81ad28897_0_4268"/>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6" name="Google Shape;1716;g1f81ad28897_0_4268"/>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7" name="Google Shape;1717;g1f81ad28897_0_4268"/>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8" name="Google Shape;1718;g1f81ad28897_0_4268"/>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19" name="Google Shape;1719;g1f81ad28897_0_4268"/>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0" name="Google Shape;1720;g1f81ad28897_0_4268"/>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1" name="Google Shape;1721;g1f81ad28897_0_4268"/>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2" name="Google Shape;1722;g1f81ad28897_0_4268"/>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3" name="Google Shape;1723;g1f81ad28897_0_4268"/>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4" name="Google Shape;1724;g1f81ad28897_0_4268"/>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5" name="Google Shape;1725;g1f81ad28897_0_4268"/>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6" name="Google Shape;1726;g1f81ad28897_0_4268"/>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7" name="Google Shape;1727;g1f81ad28897_0_4268"/>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8" name="Google Shape;1728;g1f81ad28897_0_4268"/>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29" name="Google Shape;1729;g1f81ad28897_0_4268"/>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0" name="Google Shape;1730;g1f81ad28897_0_4268"/>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1" name="Google Shape;1731;g1f81ad28897_0_4268"/>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2" name="Google Shape;1732;g1f81ad28897_0_4268"/>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3" name="Google Shape;1733;g1f81ad28897_0_4268"/>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4" name="Google Shape;1734;g1f81ad28897_0_4268"/>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5" name="Google Shape;1735;g1f81ad28897_0_4268"/>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6" name="Google Shape;1736;g1f81ad28897_0_4268"/>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7" name="Google Shape;1737;g1f81ad28897_0_4268"/>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8" name="Google Shape;1738;g1f81ad28897_0_4268"/>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39" name="Google Shape;1739;g1f81ad28897_0_4268"/>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0" name="Google Shape;1740;g1f81ad28897_0_4268"/>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741" name="Google Shape;1741;g1f81ad28897_0_4268"/>
          <p:cNvGrpSpPr/>
          <p:nvPr/>
        </p:nvGrpSpPr>
        <p:grpSpPr>
          <a:xfrm>
            <a:off x="335406" y="217184"/>
            <a:ext cx="11376424" cy="5726587"/>
            <a:chOff x="3962400" y="1361312"/>
            <a:chExt cx="4234979" cy="2131775"/>
          </a:xfrm>
        </p:grpSpPr>
        <p:sp>
          <p:nvSpPr>
            <p:cNvPr id="1742" name="Google Shape;1742;g1f81ad28897_0_4268"/>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3" name="Google Shape;1743;g1f81ad28897_0_4268"/>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4" name="Google Shape;1744;g1f81ad28897_0_4268"/>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5" name="Google Shape;1745;g1f81ad28897_0_4268"/>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6" name="Google Shape;1746;g1f81ad28897_0_4268"/>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7" name="Google Shape;1747;g1f81ad28897_0_4268"/>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8" name="Google Shape;1748;g1f81ad28897_0_4268"/>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49" name="Google Shape;1749;g1f81ad28897_0_4268"/>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0" name="Google Shape;1750;g1f81ad28897_0_4268"/>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1" name="Google Shape;1751;g1f81ad28897_0_4268"/>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2" name="Google Shape;1752;g1f81ad28897_0_4268"/>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3" name="Google Shape;1753;g1f81ad28897_0_4268"/>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4" name="Google Shape;1754;g1f81ad28897_0_4268"/>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5" name="Google Shape;1755;g1f81ad28897_0_4268"/>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6" name="Google Shape;1756;g1f81ad28897_0_4268"/>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7" name="Google Shape;1757;g1f81ad28897_0_4268"/>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8" name="Google Shape;1758;g1f81ad28897_0_4268"/>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59" name="Google Shape;1759;g1f81ad28897_0_4268"/>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0" name="Google Shape;1760;g1f81ad28897_0_4268"/>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1" name="Google Shape;1761;g1f81ad28897_0_4268"/>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2" name="Google Shape;1762;g1f81ad28897_0_4268"/>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3" name="Google Shape;1763;g1f81ad28897_0_4268"/>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4" name="Google Shape;1764;g1f81ad28897_0_4268"/>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5" name="Google Shape;1765;g1f81ad28897_0_4268"/>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6" name="Google Shape;1766;g1f81ad28897_0_4268"/>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7" name="Google Shape;1767;g1f81ad28897_0_4268"/>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8" name="Google Shape;1768;g1f81ad28897_0_4268"/>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69" name="Google Shape;1769;g1f81ad28897_0_4268"/>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0" name="Google Shape;1770;g1f81ad28897_0_4268"/>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1" name="Google Shape;1771;g1f81ad28897_0_4268"/>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2" name="Google Shape;1772;g1f81ad28897_0_4268"/>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3" name="Google Shape;1773;g1f81ad28897_0_4268"/>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4" name="Google Shape;1774;g1f81ad28897_0_4268"/>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5" name="Google Shape;1775;g1f81ad28897_0_4268"/>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6" name="Google Shape;1776;g1f81ad28897_0_4268"/>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7" name="Google Shape;1777;g1f81ad28897_0_4268"/>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8" name="Google Shape;1778;g1f81ad28897_0_4268"/>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79" name="Google Shape;1779;g1f81ad28897_0_4268"/>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80" name="Google Shape;1780;g1f81ad28897_0_4268"/>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81" name="Google Shape;1781;g1f81ad28897_0_4268"/>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82" name="Google Shape;1782;g1f81ad28897_0_4268"/>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783" name="Google Shape;1783;g1f81ad28897_0_4268"/>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 &amp; A 1">
  <p:cSld name="Evaluate_1_1">
    <p:spTree>
      <p:nvGrpSpPr>
        <p:cNvPr id="1784" name="Shape 1784"/>
        <p:cNvGrpSpPr/>
        <p:nvPr/>
      </p:nvGrpSpPr>
      <p:grpSpPr>
        <a:xfrm>
          <a:off x="0" y="0"/>
          <a:ext cx="0" cy="0"/>
          <a:chOff x="0" y="0"/>
          <a:chExt cx="0" cy="0"/>
        </a:xfrm>
      </p:grpSpPr>
      <p:grpSp>
        <p:nvGrpSpPr>
          <p:cNvPr id="1785" name="Google Shape;1785;g1f81ad28897_0_4360"/>
          <p:cNvGrpSpPr/>
          <p:nvPr/>
        </p:nvGrpSpPr>
        <p:grpSpPr>
          <a:xfrm>
            <a:off x="443462" y="0"/>
            <a:ext cx="4424088" cy="1806089"/>
            <a:chOff x="536716" y="-1319"/>
            <a:chExt cx="3976708" cy="2323841"/>
          </a:xfrm>
        </p:grpSpPr>
        <p:sp>
          <p:nvSpPr>
            <p:cNvPr id="1786" name="Google Shape;1786;g1f81ad28897_0_436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787" name="Google Shape;1787;g1f81ad28897_0_4360"/>
            <p:cNvGrpSpPr/>
            <p:nvPr/>
          </p:nvGrpSpPr>
          <p:grpSpPr>
            <a:xfrm>
              <a:off x="536716" y="0"/>
              <a:ext cx="3976708" cy="2322522"/>
              <a:chOff x="947530" y="0"/>
              <a:chExt cx="3976708" cy="2322522"/>
            </a:xfrm>
          </p:grpSpPr>
          <p:sp>
            <p:nvSpPr>
              <p:cNvPr id="1788" name="Google Shape;1788;g1f81ad28897_0_436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789" name="Google Shape;1789;g1f81ad28897_0_436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790" name="Google Shape;1790;g1f81ad28897_0_436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791" name="Google Shape;1791;g1f81ad28897_0_436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792" name="Google Shape;1792;g1f81ad28897_0_436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793" name="Google Shape;1793;g1f81ad28897_0_4360"/>
          <p:cNvSpPr txBox="1"/>
          <p:nvPr/>
        </p:nvSpPr>
        <p:spPr>
          <a:xfrm>
            <a:off x="443450" y="777575"/>
            <a:ext cx="426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Q &amp; A</a:t>
            </a:r>
            <a:endParaRPr b="0" i="0" sz="5500" u="none" cap="none" strike="noStrike">
              <a:solidFill>
                <a:schemeClr val="lt1"/>
              </a:solidFill>
              <a:latin typeface="Fredoka"/>
              <a:ea typeface="Fredoka"/>
              <a:cs typeface="Fredoka"/>
              <a:sym typeface="Fredoka"/>
            </a:endParaRPr>
          </a:p>
        </p:txBody>
      </p:sp>
      <p:pic>
        <p:nvPicPr>
          <p:cNvPr id="1794" name="Google Shape;1794;g1f81ad28897_0_4360"/>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Q&amp;A">
  <p:cSld name="1st Q&amp;A">
    <p:spTree>
      <p:nvGrpSpPr>
        <p:cNvPr id="1795" name="Shape 1795"/>
        <p:cNvGrpSpPr/>
        <p:nvPr/>
      </p:nvGrpSpPr>
      <p:grpSpPr>
        <a:xfrm>
          <a:off x="0" y="0"/>
          <a:ext cx="0" cy="0"/>
          <a:chOff x="0" y="0"/>
          <a:chExt cx="0" cy="0"/>
        </a:xfrm>
      </p:grpSpPr>
      <p:grpSp>
        <p:nvGrpSpPr>
          <p:cNvPr id="1796" name="Google Shape;1796;g1f81ad28897_0_4371"/>
          <p:cNvGrpSpPr/>
          <p:nvPr/>
        </p:nvGrpSpPr>
        <p:grpSpPr>
          <a:xfrm>
            <a:off x="443462" y="0"/>
            <a:ext cx="4424088" cy="1806089"/>
            <a:chOff x="536716" y="-1319"/>
            <a:chExt cx="3976708" cy="2323841"/>
          </a:xfrm>
        </p:grpSpPr>
        <p:sp>
          <p:nvSpPr>
            <p:cNvPr id="1797" name="Google Shape;1797;g1f81ad28897_0_437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798" name="Google Shape;1798;g1f81ad28897_0_4371"/>
            <p:cNvGrpSpPr/>
            <p:nvPr/>
          </p:nvGrpSpPr>
          <p:grpSpPr>
            <a:xfrm>
              <a:off x="536716" y="0"/>
              <a:ext cx="3976708" cy="2322522"/>
              <a:chOff x="947530" y="0"/>
              <a:chExt cx="3976708" cy="2322522"/>
            </a:xfrm>
          </p:grpSpPr>
          <p:sp>
            <p:nvSpPr>
              <p:cNvPr id="1799" name="Google Shape;1799;g1f81ad28897_0_437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00" name="Google Shape;1800;g1f81ad28897_0_437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01" name="Google Shape;1801;g1f81ad28897_0_437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02" name="Google Shape;1802;g1f81ad28897_0_437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03" name="Google Shape;1803;g1f81ad28897_0_437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04" name="Google Shape;1804;g1f81ad28897_0_4371"/>
          <p:cNvSpPr txBox="1"/>
          <p:nvPr/>
        </p:nvSpPr>
        <p:spPr>
          <a:xfrm>
            <a:off x="443450" y="777575"/>
            <a:ext cx="426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Q &amp; A</a:t>
            </a:r>
            <a:endParaRPr b="0" i="0" sz="5500" u="none" cap="none" strike="noStrike">
              <a:solidFill>
                <a:schemeClr val="lt1"/>
              </a:solidFill>
              <a:latin typeface="Fredoka"/>
              <a:ea typeface="Fredoka"/>
              <a:cs typeface="Fredoka"/>
              <a:sym typeface="Fredoka"/>
            </a:endParaRPr>
          </a:p>
        </p:txBody>
      </p:sp>
      <p:sp>
        <p:nvSpPr>
          <p:cNvPr id="1805" name="Google Shape;1805;g1f81ad28897_0_4371"/>
          <p:cNvSpPr/>
          <p:nvPr/>
        </p:nvSpPr>
        <p:spPr>
          <a:xfrm>
            <a:off x="3170875" y="2698425"/>
            <a:ext cx="6104100" cy="3519300"/>
          </a:xfrm>
          <a:prstGeom prst="bevel">
            <a:avLst>
              <a:gd fmla="val 569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806" name="Google Shape;1806;g1f81ad28897_0_4371">
            <a:hlinkClick action="ppaction://hlinkshowjump?jump=previousslide"/>
          </p:cNvPr>
          <p:cNvPicPr preferRelativeResize="0"/>
          <p:nvPr/>
        </p:nvPicPr>
        <p:blipFill rotWithShape="1">
          <a:blip r:embed="rId2">
            <a:alphaModFix/>
          </a:blip>
          <a:srcRect b="0" l="0" r="0" t="0"/>
          <a:stretch/>
        </p:blipFill>
        <p:spPr>
          <a:xfrm>
            <a:off x="2237535" y="3911074"/>
            <a:ext cx="607125" cy="758719"/>
          </a:xfrm>
          <a:prstGeom prst="rect">
            <a:avLst/>
          </a:prstGeom>
          <a:noFill/>
          <a:ln>
            <a:noFill/>
          </a:ln>
        </p:spPr>
      </p:pic>
      <p:pic>
        <p:nvPicPr>
          <p:cNvPr id="1807" name="Google Shape;1807;g1f81ad28897_0_4371">
            <a:hlinkClick action="ppaction://hlinkshowjump?jump=nextslide"/>
          </p:cNvPr>
          <p:cNvPicPr preferRelativeResize="0"/>
          <p:nvPr/>
        </p:nvPicPr>
        <p:blipFill rotWithShape="1">
          <a:blip r:embed="rId3">
            <a:alphaModFix/>
          </a:blip>
          <a:srcRect b="0" l="0" r="0" t="0"/>
          <a:stretch/>
        </p:blipFill>
        <p:spPr>
          <a:xfrm>
            <a:off x="9601200" y="3910219"/>
            <a:ext cx="607113" cy="76039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ignment">
  <p:cSld name="Evaluate_1">
    <p:spTree>
      <p:nvGrpSpPr>
        <p:cNvPr id="1808" name="Shape 1808"/>
        <p:cNvGrpSpPr/>
        <p:nvPr/>
      </p:nvGrpSpPr>
      <p:grpSpPr>
        <a:xfrm>
          <a:off x="0" y="0"/>
          <a:ext cx="0" cy="0"/>
          <a:chOff x="0" y="0"/>
          <a:chExt cx="0" cy="0"/>
        </a:xfrm>
      </p:grpSpPr>
      <p:grpSp>
        <p:nvGrpSpPr>
          <p:cNvPr id="1809" name="Google Shape;1809;g1f81ad28897_0_4384"/>
          <p:cNvGrpSpPr/>
          <p:nvPr/>
        </p:nvGrpSpPr>
        <p:grpSpPr>
          <a:xfrm>
            <a:off x="443462" y="0"/>
            <a:ext cx="4424088" cy="1806089"/>
            <a:chOff x="536716" y="-1319"/>
            <a:chExt cx="3976708" cy="2323841"/>
          </a:xfrm>
        </p:grpSpPr>
        <p:sp>
          <p:nvSpPr>
            <p:cNvPr id="1810" name="Google Shape;1810;g1f81ad28897_0_438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811" name="Google Shape;1811;g1f81ad28897_0_4384"/>
            <p:cNvGrpSpPr/>
            <p:nvPr/>
          </p:nvGrpSpPr>
          <p:grpSpPr>
            <a:xfrm>
              <a:off x="536716" y="0"/>
              <a:ext cx="3976708" cy="2322522"/>
              <a:chOff x="947530" y="0"/>
              <a:chExt cx="3976708" cy="2322522"/>
            </a:xfrm>
          </p:grpSpPr>
          <p:sp>
            <p:nvSpPr>
              <p:cNvPr id="1812" name="Google Shape;1812;g1f81ad28897_0_438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13" name="Google Shape;1813;g1f81ad28897_0_438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14" name="Google Shape;1814;g1f81ad28897_0_438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15" name="Google Shape;1815;g1f81ad28897_0_438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16" name="Google Shape;1816;g1f81ad28897_0_438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17" name="Google Shape;1817;g1f81ad28897_0_4384"/>
          <p:cNvSpPr txBox="1"/>
          <p:nvPr/>
        </p:nvSpPr>
        <p:spPr>
          <a:xfrm>
            <a:off x="443450" y="777575"/>
            <a:ext cx="426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Assignment</a:t>
            </a:r>
            <a:endParaRPr b="0" i="0" sz="5500" u="none" cap="none" strike="noStrike">
              <a:solidFill>
                <a:schemeClr val="lt1"/>
              </a:solidFill>
              <a:latin typeface="Fredoka"/>
              <a:ea typeface="Fredoka"/>
              <a:cs typeface="Fredoka"/>
              <a:sym typeface="Fredoka"/>
            </a:endParaRPr>
          </a:p>
        </p:txBody>
      </p:sp>
      <p:pic>
        <p:nvPicPr>
          <p:cNvPr id="1818" name="Google Shape;1818;g1f81ad28897_0_4384"/>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1819" name="Shape 1819"/>
        <p:cNvGrpSpPr/>
        <p:nvPr/>
      </p:nvGrpSpPr>
      <p:grpSpPr>
        <a:xfrm>
          <a:off x="0" y="0"/>
          <a:ext cx="0" cy="0"/>
          <a:chOff x="0" y="0"/>
          <a:chExt cx="0" cy="0"/>
        </a:xfrm>
      </p:grpSpPr>
      <p:grpSp>
        <p:nvGrpSpPr>
          <p:cNvPr id="1820" name="Google Shape;1820;g1f81ad28897_0_4403"/>
          <p:cNvGrpSpPr/>
          <p:nvPr/>
        </p:nvGrpSpPr>
        <p:grpSpPr>
          <a:xfrm>
            <a:off x="6634601" y="419286"/>
            <a:ext cx="4977959" cy="715758"/>
            <a:chOff x="6651018" y="1094904"/>
            <a:chExt cx="4977959" cy="715758"/>
          </a:xfrm>
        </p:grpSpPr>
        <p:grpSp>
          <p:nvGrpSpPr>
            <p:cNvPr id="1821" name="Google Shape;1821;g1f81ad28897_0_4403"/>
            <p:cNvGrpSpPr/>
            <p:nvPr/>
          </p:nvGrpSpPr>
          <p:grpSpPr>
            <a:xfrm flipH="1">
              <a:off x="6651018" y="1105239"/>
              <a:ext cx="4977959" cy="705423"/>
              <a:chOff x="-276224" y="579518"/>
              <a:chExt cx="4483840" cy="705423"/>
            </a:xfrm>
          </p:grpSpPr>
          <p:sp>
            <p:nvSpPr>
              <p:cNvPr id="1822" name="Google Shape;1822;g1f81ad28897_0_4403"/>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823" name="Google Shape;1823;g1f81ad28897_0_4403"/>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824" name="Google Shape;1824;g1f81ad28897_0_4403"/>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700"/>
                <a:buFont typeface="Arial"/>
                <a:buNone/>
              </a:pPr>
              <a:r>
                <a:rPr b="1" i="0" lang="en-US" sz="2700" u="none" cap="none" strike="noStrike">
                  <a:solidFill>
                    <a:schemeClr val="lt1"/>
                  </a:solidFill>
                  <a:latin typeface="Calibri"/>
                  <a:ea typeface="Calibri"/>
                  <a:cs typeface="Calibri"/>
                  <a:sym typeface="Calibri"/>
                </a:rPr>
                <a:t>For Next Session, Search for…</a:t>
              </a:r>
              <a:endParaRPr b="0" i="0" sz="1500" u="none" cap="none" strike="noStrike">
                <a:solidFill>
                  <a:srgbClr val="000000"/>
                </a:solidFill>
                <a:latin typeface="Arial"/>
                <a:ea typeface="Arial"/>
                <a:cs typeface="Arial"/>
                <a:sym typeface="Arial"/>
              </a:endParaRPr>
            </a:p>
          </p:txBody>
        </p:sp>
      </p:grpSp>
      <p:grpSp>
        <p:nvGrpSpPr>
          <p:cNvPr id="1825" name="Google Shape;1825;g1f81ad28897_0_4403"/>
          <p:cNvGrpSpPr/>
          <p:nvPr/>
        </p:nvGrpSpPr>
        <p:grpSpPr>
          <a:xfrm>
            <a:off x="546596" y="408850"/>
            <a:ext cx="4862692" cy="736415"/>
            <a:chOff x="563013" y="978293"/>
            <a:chExt cx="4862692" cy="736415"/>
          </a:xfrm>
        </p:grpSpPr>
        <p:grpSp>
          <p:nvGrpSpPr>
            <p:cNvPr id="1826" name="Google Shape;1826;g1f81ad28897_0_4403"/>
            <p:cNvGrpSpPr/>
            <p:nvPr/>
          </p:nvGrpSpPr>
          <p:grpSpPr>
            <a:xfrm>
              <a:off x="563051" y="978293"/>
              <a:ext cx="4862654" cy="736415"/>
              <a:chOff x="971550" y="628179"/>
              <a:chExt cx="4207540" cy="727323"/>
            </a:xfrm>
          </p:grpSpPr>
          <p:sp>
            <p:nvSpPr>
              <p:cNvPr id="1827" name="Google Shape;1827;g1f81ad28897_0_4403"/>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828" name="Google Shape;1828;g1f81ad28897_0_4403"/>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829" name="Google Shape;1829;g1f81ad28897_0_4403"/>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700"/>
                <a:buFont typeface="Arial"/>
                <a:buNone/>
              </a:pPr>
              <a:r>
                <a:rPr b="1" i="0" lang="en-US" sz="2700" u="none" cap="none" strike="noStrike">
                  <a:solidFill>
                    <a:schemeClr val="lt1"/>
                  </a:solidFill>
                  <a:latin typeface="Calibri"/>
                  <a:ea typeface="Calibri"/>
                  <a:cs typeface="Calibri"/>
                  <a:sym typeface="Calibri"/>
                </a:rPr>
                <a:t>In this Session, You learned…</a:t>
              </a:r>
              <a:endParaRPr b="0" i="0" sz="1500" u="none" cap="none" strike="noStrike">
                <a:solidFill>
                  <a:srgbClr val="000000"/>
                </a:solidFill>
                <a:latin typeface="Arial"/>
                <a:ea typeface="Arial"/>
                <a:cs typeface="Arial"/>
                <a:sym typeface="Arial"/>
              </a:endParaRPr>
            </a:p>
          </p:txBody>
        </p:sp>
      </p:grpSp>
      <p:sp>
        <p:nvSpPr>
          <p:cNvPr id="1830" name="Google Shape;1830;g1f81ad28897_0_4403"/>
          <p:cNvSpPr txBox="1"/>
          <p:nvPr>
            <p:ph idx="1" type="body"/>
          </p:nvPr>
        </p:nvSpPr>
        <p:spPr>
          <a:xfrm>
            <a:off x="662484" y="1247527"/>
            <a:ext cx="4746900" cy="48681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831" name="Google Shape;1831;g1f81ad28897_0_4403"/>
          <p:cNvSpPr txBox="1"/>
          <p:nvPr>
            <p:ph idx="2" type="body"/>
          </p:nvPr>
        </p:nvSpPr>
        <p:spPr>
          <a:xfrm>
            <a:off x="6762792" y="1247527"/>
            <a:ext cx="4832100" cy="4857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1832" name="Shape 1832"/>
        <p:cNvGrpSpPr/>
        <p:nvPr/>
      </p:nvGrpSpPr>
      <p:grpSpPr>
        <a:xfrm>
          <a:off x="0" y="0"/>
          <a:ext cx="0" cy="0"/>
          <a:chOff x="0" y="0"/>
          <a:chExt cx="0" cy="0"/>
        </a:xfrm>
      </p:grpSpPr>
      <p:sp>
        <p:nvSpPr>
          <p:cNvPr id="1833" name="Google Shape;1833;g1f81ad28897_0_4416"/>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ic">
  <p:cSld name="Brainstorming+Topic+pic">
    <p:spTree>
      <p:nvGrpSpPr>
        <p:cNvPr id="1834" name="Shape 1834"/>
        <p:cNvGrpSpPr/>
        <p:nvPr/>
      </p:nvGrpSpPr>
      <p:grpSpPr>
        <a:xfrm>
          <a:off x="0" y="0"/>
          <a:ext cx="0" cy="0"/>
          <a:chOff x="0" y="0"/>
          <a:chExt cx="0" cy="0"/>
        </a:xfrm>
      </p:grpSpPr>
      <p:sp>
        <p:nvSpPr>
          <p:cNvPr id="1835" name="Google Shape;1835;g1f81ad28897_0_4418"/>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6000"/>
              <a:buFont typeface="Quicksand"/>
              <a:buNone/>
              <a:defRPr b="1" i="0" sz="6000" u="none" cap="none" strike="noStrike">
                <a:solidFill>
                  <a:srgbClr val="190094"/>
                </a:solidFill>
                <a:latin typeface="Quicksand"/>
                <a:ea typeface="Quicksand"/>
                <a:cs typeface="Quicksand"/>
                <a:sym typeface="Quicksan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36" name="Google Shape;1836;g1f81ad28897_0_4418"/>
          <p:cNvSpPr txBox="1"/>
          <p:nvPr>
            <p:ph idx="2" type="body"/>
          </p:nvPr>
        </p:nvSpPr>
        <p:spPr>
          <a:xfrm>
            <a:off x="294968" y="2857500"/>
            <a:ext cx="8322000" cy="3505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900"/>
              <a:buFont typeface="Arial"/>
              <a:buNone/>
              <a:defRPr b="0" i="0" sz="1900" u="none" cap="none" strike="noStrike">
                <a:solidFill>
                  <a:schemeClr val="dk1"/>
                </a:solidFill>
                <a:latin typeface="Quicksand"/>
                <a:ea typeface="Quicksand"/>
                <a:cs typeface="Quicksand"/>
                <a:sym typeface="Quicksan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37" name="Google Shape;1837;g1f81ad28897_0_4418"/>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35"/>
                                        </p:tgtEl>
                                        <p:attrNameLst>
                                          <p:attrName>style.visibility</p:attrName>
                                        </p:attrNameLst>
                                      </p:cBhvr>
                                      <p:to>
                                        <p:strVal val="visible"/>
                                      </p:to>
                                    </p:set>
                                    <p:animEffect filter="fade" transition="in">
                                      <p:cBhvr>
                                        <p:cTn dur="500"/>
                                        <p:tgtEl>
                                          <p:spTgt spid="1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rainstorming_1">
    <p:spTree>
      <p:nvGrpSpPr>
        <p:cNvPr id="1838" name="Shape 1838"/>
        <p:cNvGrpSpPr/>
        <p:nvPr/>
      </p:nvGrpSpPr>
      <p:grpSpPr>
        <a:xfrm>
          <a:off x="0" y="0"/>
          <a:ext cx="0" cy="0"/>
          <a:chOff x="0" y="0"/>
          <a:chExt cx="0" cy="0"/>
        </a:xfrm>
      </p:grpSpPr>
      <p:grpSp>
        <p:nvGrpSpPr>
          <p:cNvPr id="1839" name="Google Shape;1839;g1f81ad28897_0_4422"/>
          <p:cNvGrpSpPr/>
          <p:nvPr/>
        </p:nvGrpSpPr>
        <p:grpSpPr>
          <a:xfrm>
            <a:off x="680011" y="-12733"/>
            <a:ext cx="4628621" cy="1818822"/>
            <a:chOff x="536716" y="-17702"/>
            <a:chExt cx="5955508" cy="2340224"/>
          </a:xfrm>
        </p:grpSpPr>
        <p:sp>
          <p:nvSpPr>
            <p:cNvPr id="1840" name="Google Shape;1840;g1f81ad28897_0_4422"/>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841" name="Google Shape;1841;g1f81ad28897_0_4422"/>
            <p:cNvGrpSpPr/>
            <p:nvPr/>
          </p:nvGrpSpPr>
          <p:grpSpPr>
            <a:xfrm>
              <a:off x="536716" y="-17702"/>
              <a:ext cx="5955508" cy="2340224"/>
              <a:chOff x="947530" y="-17702"/>
              <a:chExt cx="5955508" cy="2340224"/>
            </a:xfrm>
          </p:grpSpPr>
          <p:sp>
            <p:nvSpPr>
              <p:cNvPr id="1842" name="Google Shape;1842;g1f81ad28897_0_442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43" name="Google Shape;1843;g1f81ad28897_0_4422"/>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44" name="Google Shape;1844;g1f81ad28897_0_4422"/>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45" name="Google Shape;1845;g1f81ad28897_0_4422"/>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46" name="Google Shape;1846;g1f81ad28897_0_442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47" name="Google Shape;1847;g1f81ad28897_0_4422"/>
          <p:cNvSpPr txBox="1"/>
          <p:nvPr/>
        </p:nvSpPr>
        <p:spPr>
          <a:xfrm>
            <a:off x="639545" y="777563"/>
            <a:ext cx="45555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500" u="none" cap="none" strike="noStrike">
              <a:solidFill>
                <a:schemeClr val="lt1"/>
              </a:solidFill>
              <a:latin typeface="Fredoka"/>
              <a:ea typeface="Fredoka"/>
              <a:cs typeface="Fredoka"/>
              <a:sym typeface="Fredoka"/>
            </a:endParaRPr>
          </a:p>
        </p:txBody>
      </p:sp>
      <p:sp>
        <p:nvSpPr>
          <p:cNvPr id="1848" name="Google Shape;1848;g1f81ad28897_0_4422"/>
          <p:cNvSpPr txBox="1"/>
          <p:nvPr>
            <p:ph idx="1" type="body"/>
          </p:nvPr>
        </p:nvSpPr>
        <p:spPr>
          <a:xfrm>
            <a:off x="41057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1">
  <p:cSld name="Comparison_2">
    <p:spTree>
      <p:nvGrpSpPr>
        <p:cNvPr id="1849" name="Shape 1849"/>
        <p:cNvGrpSpPr/>
        <p:nvPr/>
      </p:nvGrpSpPr>
      <p:grpSpPr>
        <a:xfrm>
          <a:off x="0" y="0"/>
          <a:ext cx="0" cy="0"/>
          <a:chOff x="0" y="0"/>
          <a:chExt cx="0" cy="0"/>
        </a:xfrm>
      </p:grpSpPr>
      <p:sp>
        <p:nvSpPr>
          <p:cNvPr id="1850" name="Google Shape;1850;g1f81ad28897_0_4433"/>
          <p:cNvSpPr/>
          <p:nvPr/>
        </p:nvSpPr>
        <p:spPr>
          <a:xfrm>
            <a:off x="7139332" y="5105400"/>
            <a:ext cx="4580188" cy="1143436"/>
          </a:xfrm>
          <a:prstGeom prst="flowChartManualInpu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851" name="Google Shape;1851;g1f81ad28897_0_4433"/>
          <p:cNvGrpSpPr/>
          <p:nvPr/>
        </p:nvGrpSpPr>
        <p:grpSpPr>
          <a:xfrm>
            <a:off x="4736945" y="4926810"/>
            <a:ext cx="2896817" cy="2898554"/>
            <a:chOff x="4460241" y="4926810"/>
            <a:chExt cx="2896817" cy="2898554"/>
          </a:xfrm>
        </p:grpSpPr>
        <p:sp>
          <p:nvSpPr>
            <p:cNvPr id="1852" name="Google Shape;1852;g1f81ad28897_0_4433"/>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1853" name="Google Shape;1853;g1f81ad28897_0_4433"/>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1854" name="Google Shape;1854;g1f81ad28897_0_4433"/>
          <p:cNvSpPr/>
          <p:nvPr/>
        </p:nvSpPr>
        <p:spPr>
          <a:xfrm flipH="1">
            <a:off x="472480" y="5105400"/>
            <a:ext cx="4580188" cy="1143436"/>
          </a:xfrm>
          <a:prstGeom prst="flowChartManualInpu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55" name="Google Shape;1855;g1f81ad28897_0_4433"/>
          <p:cNvSpPr txBox="1"/>
          <p:nvPr>
            <p:ph idx="1" type="body"/>
          </p:nvPr>
        </p:nvSpPr>
        <p:spPr>
          <a:xfrm>
            <a:off x="472480"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4C97FF"/>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dk1"/>
              </a:buClr>
              <a:buSzPts val="1400"/>
              <a:buFont typeface="Arial"/>
              <a:buChar char="•"/>
              <a:defRPr b="0" i="0" sz="1400" u="none" cap="none" strike="noStrike">
                <a:solidFill>
                  <a:schemeClr val="dk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56" name="Google Shape;1856;g1f81ad28897_0_4433"/>
          <p:cNvSpPr txBox="1"/>
          <p:nvPr>
            <p:ph idx="2" type="body"/>
          </p:nvPr>
        </p:nvSpPr>
        <p:spPr>
          <a:xfrm>
            <a:off x="7139332"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4C97FF"/>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57" name="Google Shape;1857;g1f81ad28897_0_4433"/>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58" name="Google Shape;1858;g1f81ad28897_0_4433"/>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50"/>
                                        </p:tgtEl>
                                        <p:attrNameLst>
                                          <p:attrName>style.visibility</p:attrName>
                                        </p:attrNameLst>
                                      </p:cBhvr>
                                      <p:to>
                                        <p:strVal val="visible"/>
                                      </p:to>
                                    </p:set>
                                    <p:animEffect filter="fade" transition="in">
                                      <p:cBhvr>
                                        <p:cTn dur="500"/>
                                        <p:tgtEl>
                                          <p:spTgt spid="1850"/>
                                        </p:tgtEl>
                                      </p:cBhvr>
                                    </p:animEffect>
                                  </p:childTnLst>
                                </p:cTn>
                              </p:par>
                              <p:par>
                                <p:cTn fill="hold" nodeType="withEffect" presetClass="entr" presetID="10" presetSubtype="0">
                                  <p:stCondLst>
                                    <p:cond delay="0"/>
                                  </p:stCondLst>
                                  <p:childTnLst>
                                    <p:set>
                                      <p:cBhvr>
                                        <p:cTn dur="1" fill="hold">
                                          <p:stCondLst>
                                            <p:cond delay="0"/>
                                          </p:stCondLst>
                                        </p:cTn>
                                        <p:tgtEl>
                                          <p:spTgt spid="1854"/>
                                        </p:tgtEl>
                                        <p:attrNameLst>
                                          <p:attrName>style.visibility</p:attrName>
                                        </p:attrNameLst>
                                      </p:cBhvr>
                                      <p:to>
                                        <p:strVal val="visible"/>
                                      </p:to>
                                    </p:set>
                                    <p:animEffect filter="fade" transition="in">
                                      <p:cBhvr>
                                        <p:cTn dur="500"/>
                                        <p:tgtEl>
                                          <p:spTgt spid="18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55"/>
                                        </p:tgtEl>
                                        <p:attrNameLst>
                                          <p:attrName>style.visibility</p:attrName>
                                        </p:attrNameLst>
                                      </p:cBhvr>
                                      <p:to>
                                        <p:strVal val="visible"/>
                                      </p:to>
                                    </p:set>
                                    <p:animEffect filter="fade" transition="in">
                                      <p:cBhvr>
                                        <p:cTn dur="500"/>
                                        <p:tgtEl>
                                          <p:spTgt spid="18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56"/>
                                        </p:tgtEl>
                                        <p:attrNameLst>
                                          <p:attrName>style.visibility</p:attrName>
                                        </p:attrNameLst>
                                      </p:cBhvr>
                                      <p:to>
                                        <p:strVal val="visible"/>
                                      </p:to>
                                    </p:set>
                                    <p:animEffect filter="fade" transition="in">
                                      <p:cBhvr>
                                        <p:cTn dur="500"/>
                                        <p:tgtEl>
                                          <p:spTgt spid="185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58">
                                            <p:txEl>
                                              <p:pRg end="0" st="0"/>
                                            </p:txEl>
                                          </p:spTgt>
                                        </p:tgtEl>
                                        <p:attrNameLst>
                                          <p:attrName>style.visibility</p:attrName>
                                        </p:attrNameLst>
                                      </p:cBhvr>
                                      <p:to>
                                        <p:strVal val="visible"/>
                                      </p:to>
                                    </p:set>
                                    <p:animEffect filter="fade" transition="in">
                                      <p:cBhvr>
                                        <p:cTn dur="500"/>
                                        <p:tgtEl>
                                          <p:spTgt spid="1858">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58">
                                            <p:txEl>
                                              <p:pRg end="1" st="1"/>
                                            </p:txEl>
                                          </p:spTgt>
                                        </p:tgtEl>
                                        <p:attrNameLst>
                                          <p:attrName>style.visibility</p:attrName>
                                        </p:attrNameLst>
                                      </p:cBhvr>
                                      <p:to>
                                        <p:strVal val="visible"/>
                                      </p:to>
                                    </p:set>
                                    <p:animEffect filter="fade" transition="in">
                                      <p:cBhvr>
                                        <p:cTn dur="500"/>
                                        <p:tgtEl>
                                          <p:spTgt spid="1858">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858">
                                            <p:txEl>
                                              <p:pRg end="2" st="2"/>
                                            </p:txEl>
                                          </p:spTgt>
                                        </p:tgtEl>
                                        <p:attrNameLst>
                                          <p:attrName>style.visibility</p:attrName>
                                        </p:attrNameLst>
                                      </p:cBhvr>
                                      <p:to>
                                        <p:strVal val="visible"/>
                                      </p:to>
                                    </p:set>
                                    <p:animEffect filter="fade" transition="in">
                                      <p:cBhvr>
                                        <p:cTn dur="500"/>
                                        <p:tgtEl>
                                          <p:spTgt spid="1858">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58">
                                            <p:txEl>
                                              <p:pRg end="3" st="3"/>
                                            </p:txEl>
                                          </p:spTgt>
                                        </p:tgtEl>
                                        <p:attrNameLst>
                                          <p:attrName>style.visibility</p:attrName>
                                        </p:attrNameLst>
                                      </p:cBhvr>
                                      <p:to>
                                        <p:strVal val="visible"/>
                                      </p:to>
                                    </p:set>
                                    <p:animEffect filter="fade" transition="in">
                                      <p:cBhvr>
                                        <p:cTn dur="500"/>
                                        <p:tgtEl>
                                          <p:spTgt spid="1858">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858">
                                            <p:txEl>
                                              <p:pRg end="4" st="4"/>
                                            </p:txEl>
                                          </p:spTgt>
                                        </p:tgtEl>
                                        <p:attrNameLst>
                                          <p:attrName>style.visibility</p:attrName>
                                        </p:attrNameLst>
                                      </p:cBhvr>
                                      <p:to>
                                        <p:strVal val="visible"/>
                                      </p:to>
                                    </p:set>
                                    <p:animEffect filter="fade" transition="in">
                                      <p:cBhvr>
                                        <p:cTn dur="500"/>
                                        <p:tgtEl>
                                          <p:spTgt spid="1858">
                                            <p:txEl>
                                              <p:pRg end="4" st="4"/>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858">
                                            <p:txEl>
                                              <p:pRg end="5" st="5"/>
                                            </p:txEl>
                                          </p:spTgt>
                                        </p:tgtEl>
                                        <p:attrNameLst>
                                          <p:attrName>style.visibility</p:attrName>
                                        </p:attrNameLst>
                                      </p:cBhvr>
                                      <p:to>
                                        <p:strVal val="visible"/>
                                      </p:to>
                                    </p:set>
                                    <p:animEffect filter="fade" transition="in">
                                      <p:cBhvr>
                                        <p:cTn dur="500"/>
                                        <p:tgtEl>
                                          <p:spTgt spid="1858">
                                            <p:txEl>
                                              <p:pRg end="5" st="5"/>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858">
                                            <p:txEl>
                                              <p:pRg end="6" st="6"/>
                                            </p:txEl>
                                          </p:spTgt>
                                        </p:tgtEl>
                                        <p:attrNameLst>
                                          <p:attrName>style.visibility</p:attrName>
                                        </p:attrNameLst>
                                      </p:cBhvr>
                                      <p:to>
                                        <p:strVal val="visible"/>
                                      </p:to>
                                    </p:set>
                                    <p:animEffect filter="fade" transition="in">
                                      <p:cBhvr>
                                        <p:cTn dur="500"/>
                                        <p:tgtEl>
                                          <p:spTgt spid="1858">
                                            <p:txEl>
                                              <p:pRg end="6" st="6"/>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858">
                                            <p:txEl>
                                              <p:pRg end="7" st="7"/>
                                            </p:txEl>
                                          </p:spTgt>
                                        </p:tgtEl>
                                        <p:attrNameLst>
                                          <p:attrName>style.visibility</p:attrName>
                                        </p:attrNameLst>
                                      </p:cBhvr>
                                      <p:to>
                                        <p:strVal val="visible"/>
                                      </p:to>
                                    </p:set>
                                    <p:animEffect filter="fade" transition="in">
                                      <p:cBhvr>
                                        <p:cTn dur="500"/>
                                        <p:tgtEl>
                                          <p:spTgt spid="1858">
                                            <p:txEl>
                                              <p:pRg end="7" st="7"/>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858">
                                            <p:txEl>
                                              <p:pRg end="8" st="8"/>
                                            </p:txEl>
                                          </p:spTgt>
                                        </p:tgtEl>
                                        <p:attrNameLst>
                                          <p:attrName>style.visibility</p:attrName>
                                        </p:attrNameLst>
                                      </p:cBhvr>
                                      <p:to>
                                        <p:strVal val="visible"/>
                                      </p:to>
                                    </p:set>
                                    <p:animEffect filter="fade" transition="in">
                                      <p:cBhvr>
                                        <p:cTn dur="500"/>
                                        <p:tgtEl>
                                          <p:spTgt spid="1858">
                                            <p:txEl>
                                              <p:pRg end="8" st="8"/>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857">
                                            <p:txEl>
                                              <p:pRg end="0" st="0"/>
                                            </p:txEl>
                                          </p:spTgt>
                                        </p:tgtEl>
                                        <p:attrNameLst>
                                          <p:attrName>style.visibility</p:attrName>
                                        </p:attrNameLst>
                                      </p:cBhvr>
                                      <p:to>
                                        <p:strVal val="visible"/>
                                      </p:to>
                                    </p:set>
                                    <p:animEffect filter="fade" transition="in">
                                      <p:cBhvr>
                                        <p:cTn dur="500"/>
                                        <p:tgtEl>
                                          <p:spTgt spid="1857">
                                            <p:txEl>
                                              <p:pRg end="0" st="0"/>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857">
                                            <p:txEl>
                                              <p:pRg end="1" st="1"/>
                                            </p:txEl>
                                          </p:spTgt>
                                        </p:tgtEl>
                                        <p:attrNameLst>
                                          <p:attrName>style.visibility</p:attrName>
                                        </p:attrNameLst>
                                      </p:cBhvr>
                                      <p:to>
                                        <p:strVal val="visible"/>
                                      </p:to>
                                    </p:set>
                                    <p:animEffect filter="fade" transition="in">
                                      <p:cBhvr>
                                        <p:cTn dur="500"/>
                                        <p:tgtEl>
                                          <p:spTgt spid="1857">
                                            <p:txEl>
                                              <p:pRg end="1" st="1"/>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857">
                                            <p:txEl>
                                              <p:pRg end="2" st="2"/>
                                            </p:txEl>
                                          </p:spTgt>
                                        </p:tgtEl>
                                        <p:attrNameLst>
                                          <p:attrName>style.visibility</p:attrName>
                                        </p:attrNameLst>
                                      </p:cBhvr>
                                      <p:to>
                                        <p:strVal val="visible"/>
                                      </p:to>
                                    </p:set>
                                    <p:animEffect filter="fade" transition="in">
                                      <p:cBhvr>
                                        <p:cTn dur="500"/>
                                        <p:tgtEl>
                                          <p:spTgt spid="1857">
                                            <p:txEl>
                                              <p:pRg end="2" st="2"/>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857">
                                            <p:txEl>
                                              <p:pRg end="3" st="3"/>
                                            </p:txEl>
                                          </p:spTgt>
                                        </p:tgtEl>
                                        <p:attrNameLst>
                                          <p:attrName>style.visibility</p:attrName>
                                        </p:attrNameLst>
                                      </p:cBhvr>
                                      <p:to>
                                        <p:strVal val="visible"/>
                                      </p:to>
                                    </p:set>
                                    <p:animEffect filter="fade" transition="in">
                                      <p:cBhvr>
                                        <p:cTn dur="500"/>
                                        <p:tgtEl>
                                          <p:spTgt spid="1857">
                                            <p:txEl>
                                              <p:pRg end="3" st="3"/>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857">
                                            <p:txEl>
                                              <p:pRg end="4" st="4"/>
                                            </p:txEl>
                                          </p:spTgt>
                                        </p:tgtEl>
                                        <p:attrNameLst>
                                          <p:attrName>style.visibility</p:attrName>
                                        </p:attrNameLst>
                                      </p:cBhvr>
                                      <p:to>
                                        <p:strVal val="visible"/>
                                      </p:to>
                                    </p:set>
                                    <p:animEffect filter="fade" transition="in">
                                      <p:cBhvr>
                                        <p:cTn dur="500"/>
                                        <p:tgtEl>
                                          <p:spTgt spid="1857">
                                            <p:txEl>
                                              <p:pRg end="4" st="4"/>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857">
                                            <p:txEl>
                                              <p:pRg end="5" st="5"/>
                                            </p:txEl>
                                          </p:spTgt>
                                        </p:tgtEl>
                                        <p:attrNameLst>
                                          <p:attrName>style.visibility</p:attrName>
                                        </p:attrNameLst>
                                      </p:cBhvr>
                                      <p:to>
                                        <p:strVal val="visible"/>
                                      </p:to>
                                    </p:set>
                                    <p:animEffect filter="fade" transition="in">
                                      <p:cBhvr>
                                        <p:cTn dur="500"/>
                                        <p:tgtEl>
                                          <p:spTgt spid="1857">
                                            <p:txEl>
                                              <p:pRg end="5" st="5"/>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1857">
                                            <p:txEl>
                                              <p:pRg end="6" st="6"/>
                                            </p:txEl>
                                          </p:spTgt>
                                        </p:tgtEl>
                                        <p:attrNameLst>
                                          <p:attrName>style.visibility</p:attrName>
                                        </p:attrNameLst>
                                      </p:cBhvr>
                                      <p:to>
                                        <p:strVal val="visible"/>
                                      </p:to>
                                    </p:set>
                                    <p:animEffect filter="fade" transition="in">
                                      <p:cBhvr>
                                        <p:cTn dur="500"/>
                                        <p:tgtEl>
                                          <p:spTgt spid="1857">
                                            <p:txEl>
                                              <p:pRg end="6" st="6"/>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1857">
                                            <p:txEl>
                                              <p:pRg end="7" st="7"/>
                                            </p:txEl>
                                          </p:spTgt>
                                        </p:tgtEl>
                                        <p:attrNameLst>
                                          <p:attrName>style.visibility</p:attrName>
                                        </p:attrNameLst>
                                      </p:cBhvr>
                                      <p:to>
                                        <p:strVal val="visible"/>
                                      </p:to>
                                    </p:set>
                                    <p:animEffect filter="fade" transition="in">
                                      <p:cBhvr>
                                        <p:cTn dur="500"/>
                                        <p:tgtEl>
                                          <p:spTgt spid="1857">
                                            <p:txEl>
                                              <p:pRg end="7" st="7"/>
                                            </p:txEl>
                                          </p:spTgt>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1857">
                                            <p:txEl>
                                              <p:pRg end="8" st="8"/>
                                            </p:txEl>
                                          </p:spTgt>
                                        </p:tgtEl>
                                        <p:attrNameLst>
                                          <p:attrName>style.visibility</p:attrName>
                                        </p:attrNameLst>
                                      </p:cBhvr>
                                      <p:to>
                                        <p:strVal val="visible"/>
                                      </p:to>
                                    </p:set>
                                    <p:animEffect filter="fade" transition="in">
                                      <p:cBhvr>
                                        <p:cTn dur="500"/>
                                        <p:tgtEl>
                                          <p:spTgt spid="185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
  <p:cSld name="Learn_1st">
    <p:spTree>
      <p:nvGrpSpPr>
        <p:cNvPr id="1859" name="Shape 1859"/>
        <p:cNvGrpSpPr/>
        <p:nvPr/>
      </p:nvGrpSpPr>
      <p:grpSpPr>
        <a:xfrm>
          <a:off x="0" y="0"/>
          <a:ext cx="0" cy="0"/>
          <a:chOff x="0" y="0"/>
          <a:chExt cx="0" cy="0"/>
        </a:xfrm>
      </p:grpSpPr>
      <p:sp>
        <p:nvSpPr>
          <p:cNvPr id="1860" name="Google Shape;1860;g1f81ad28897_0_4443"/>
          <p:cNvSpPr/>
          <p:nvPr>
            <p:ph idx="2" type="pic"/>
          </p:nvPr>
        </p:nvSpPr>
        <p:spPr>
          <a:xfrm>
            <a:off x="1469571" y="1920640"/>
            <a:ext cx="9252900" cy="4108500"/>
          </a:xfrm>
          <a:prstGeom prst="rect">
            <a:avLst/>
          </a:prstGeom>
          <a:noFill/>
          <a:ln>
            <a:noFill/>
          </a:ln>
        </p:spPr>
      </p:sp>
      <p:sp>
        <p:nvSpPr>
          <p:cNvPr id="1861" name="Google Shape;1861;g1f81ad28897_0_4443"/>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62" name="Google Shape;1862;g1f81ad28897_0_4443"/>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1863" name="Shape 1863"/>
        <p:cNvGrpSpPr/>
        <p:nvPr/>
      </p:nvGrpSpPr>
      <p:grpSpPr>
        <a:xfrm>
          <a:off x="0" y="0"/>
          <a:ext cx="0" cy="0"/>
          <a:chOff x="0" y="0"/>
          <a:chExt cx="0" cy="0"/>
        </a:xfrm>
      </p:grpSpPr>
      <p:sp>
        <p:nvSpPr>
          <p:cNvPr id="1864" name="Google Shape;1864;g1f81ad28897_0_4447"/>
          <p:cNvSpPr/>
          <p:nvPr/>
        </p:nvSpPr>
        <p:spPr>
          <a:xfrm>
            <a:off x="204186" y="173736"/>
            <a:ext cx="11656500" cy="6382500"/>
          </a:xfrm>
          <a:prstGeom prst="rect">
            <a:avLst/>
          </a:prstGeom>
          <a:blipFill rotWithShape="1">
            <a:blip r:embed="rId2">
              <a:alphaModFix amt="7000"/>
            </a:blip>
            <a:tile algn="tl" flip="none" tx="0" sx="99995" ty="0" sy="99995"/>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65" name="Google Shape;1865;g1f81ad28897_0_4447"/>
          <p:cNvSpPr/>
          <p:nvPr/>
        </p:nvSpPr>
        <p:spPr>
          <a:xfrm>
            <a:off x="838200" y="3714750"/>
            <a:ext cx="3206100" cy="1076400"/>
          </a:xfrm>
          <a:prstGeom prst="rect">
            <a:avLst/>
          </a:prstGeom>
          <a:blipFill rotWithShape="1">
            <a:blip r:embed="rId3">
              <a:alphaModFix/>
            </a:blip>
            <a:stretch>
              <a:fillRect b="0" l="0" r="0" t="0"/>
            </a:stretch>
          </a:blipFill>
          <a:ln>
            <a:noFill/>
          </a:ln>
          <a:effectLst>
            <a:outerShdw blurRad="76200" rotWithShape="0" algn="tl" dir="2700000" dist="139700">
              <a:srgbClr val="000000">
                <a:alpha val="2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1866" name="Google Shape;1866;g1f81ad28897_0_4447"/>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lvl1pPr lvl="0" marR="0" rtl="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867" name="Google Shape;1867;g1f81ad28897_0_4447"/>
          <p:cNvSpPr txBox="1"/>
          <p:nvPr>
            <p:ph idx="1" type="body"/>
          </p:nvPr>
        </p:nvSpPr>
        <p:spPr>
          <a:xfrm>
            <a:off x="838200" y="3077083"/>
            <a:ext cx="7752900" cy="542700"/>
          </a:xfrm>
          <a:prstGeom prst="rect">
            <a:avLst/>
          </a:prstGeom>
          <a:noFill/>
          <a:ln>
            <a:noFill/>
          </a:ln>
          <a:effectLst>
            <a:outerShdw blurRad="76200" rotWithShape="0" algn="tl" dir="2700000" dist="139700">
              <a:schemeClr val="dk1">
                <a:alpha val="9020"/>
              </a:schemeClr>
            </a:outerShdw>
          </a:effectLst>
        </p:spPr>
        <p:txBody>
          <a:bodyPr anchorCtr="0" anchor="t" bIns="0" lIns="0" spcFirstLastPara="1" rIns="0" wrap="square" tIns="91425">
            <a:noAutofit/>
          </a:bodyPr>
          <a:lstStyle>
            <a:lvl1pPr indent="-228600" lvl="0" marL="457200" marR="0" rtl="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1868" name="Shape 1868"/>
        <p:cNvGrpSpPr/>
        <p:nvPr/>
      </p:nvGrpSpPr>
      <p:grpSpPr>
        <a:xfrm>
          <a:off x="0" y="0"/>
          <a:ext cx="0" cy="0"/>
          <a:chOff x="0" y="0"/>
          <a:chExt cx="0" cy="0"/>
        </a:xfrm>
      </p:grpSpPr>
      <p:grpSp>
        <p:nvGrpSpPr>
          <p:cNvPr id="1869" name="Google Shape;1869;g1f81ad28897_0_4452"/>
          <p:cNvGrpSpPr/>
          <p:nvPr/>
        </p:nvGrpSpPr>
        <p:grpSpPr>
          <a:xfrm>
            <a:off x="680011" y="0"/>
            <a:ext cx="3090697" cy="1806089"/>
            <a:chOff x="536716" y="-1319"/>
            <a:chExt cx="3976708" cy="2323841"/>
          </a:xfrm>
        </p:grpSpPr>
        <p:sp>
          <p:nvSpPr>
            <p:cNvPr id="1870" name="Google Shape;1870;g1f81ad28897_0_445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871" name="Google Shape;1871;g1f81ad28897_0_4452"/>
            <p:cNvGrpSpPr/>
            <p:nvPr/>
          </p:nvGrpSpPr>
          <p:grpSpPr>
            <a:xfrm>
              <a:off x="536716" y="0"/>
              <a:ext cx="3976708" cy="2322522"/>
              <a:chOff x="947530" y="0"/>
              <a:chExt cx="3976708" cy="2322522"/>
            </a:xfrm>
          </p:grpSpPr>
          <p:sp>
            <p:nvSpPr>
              <p:cNvPr id="1872" name="Google Shape;1872;g1f81ad28897_0_445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73" name="Google Shape;1873;g1f81ad28897_0_445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74" name="Google Shape;1874;g1f81ad28897_0_445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875" name="Google Shape;1875;g1f81ad28897_0_445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876" name="Google Shape;1876;g1f81ad28897_0_445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nvGrpSpPr>
          <p:cNvPr id="1877" name="Google Shape;1877;g1f81ad28897_0_4452"/>
          <p:cNvGrpSpPr/>
          <p:nvPr/>
        </p:nvGrpSpPr>
        <p:grpSpPr>
          <a:xfrm>
            <a:off x="4978675" y="230124"/>
            <a:ext cx="6585927" cy="6481913"/>
            <a:chOff x="4481529" y="255149"/>
            <a:chExt cx="6585927" cy="6481913"/>
          </a:xfrm>
        </p:grpSpPr>
        <p:sp>
          <p:nvSpPr>
            <p:cNvPr id="1878" name="Google Shape;1878;g1f81ad28897_0_4452"/>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392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nvGrpSpPr>
            <p:cNvPr id="1879" name="Google Shape;1879;g1f81ad28897_0_4452"/>
            <p:cNvGrpSpPr/>
            <p:nvPr/>
          </p:nvGrpSpPr>
          <p:grpSpPr>
            <a:xfrm>
              <a:off x="5620317" y="1114019"/>
              <a:ext cx="3943959" cy="4769705"/>
              <a:chOff x="6160170" y="1922227"/>
              <a:chExt cx="3328794" cy="4025747"/>
            </a:xfrm>
          </p:grpSpPr>
          <p:sp>
            <p:nvSpPr>
              <p:cNvPr id="1880" name="Google Shape;1880;g1f81ad28897_0_4452"/>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1" name="Google Shape;1881;g1f81ad28897_0_4452"/>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nvGrpSpPr>
              <p:cNvPr id="1882" name="Google Shape;1882;g1f81ad28897_0_4452"/>
              <p:cNvGrpSpPr/>
              <p:nvPr/>
            </p:nvGrpSpPr>
            <p:grpSpPr>
              <a:xfrm rot="-2084623">
                <a:off x="6852798" y="2171736"/>
                <a:ext cx="1813520" cy="2998018"/>
                <a:chOff x="6852949" y="2172109"/>
                <a:chExt cx="1813541" cy="2998053"/>
              </a:xfrm>
            </p:grpSpPr>
            <p:sp>
              <p:nvSpPr>
                <p:cNvPr id="1883" name="Google Shape;1883;g1f81ad28897_0_4452"/>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4" name="Google Shape;1884;g1f81ad28897_0_4452"/>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5" name="Google Shape;1885;g1f81ad28897_0_4452"/>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6" name="Google Shape;1886;g1f81ad28897_0_4452"/>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7" name="Google Shape;1887;g1f81ad28897_0_4452"/>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8" name="Google Shape;1888;g1f81ad28897_0_4452"/>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89" name="Google Shape;1889;g1f81ad28897_0_4452"/>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0" name="Google Shape;1890;g1f81ad28897_0_4452"/>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1" name="Google Shape;1891;g1f81ad28897_0_4452"/>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2" name="Google Shape;1892;g1f81ad28897_0_4452"/>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3" name="Google Shape;1893;g1f81ad28897_0_4452"/>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4" name="Google Shape;1894;g1f81ad28897_0_4452"/>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5" name="Google Shape;1895;g1f81ad28897_0_4452"/>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6" name="Google Shape;1896;g1f81ad28897_0_4452"/>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7" name="Google Shape;1897;g1f81ad28897_0_4452"/>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8" name="Google Shape;1898;g1f81ad28897_0_4452"/>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899" name="Google Shape;1899;g1f81ad28897_0_4452"/>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900" name="Google Shape;1900;g1f81ad28897_0_4452"/>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901" name="Google Shape;1901;g1f81ad28897_0_4452"/>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902" name="Google Shape;1902;g1f81ad28897_0_4452"/>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903" name="Google Shape;1903;g1f81ad28897_0_4452"/>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grpSp>
      <p:sp>
        <p:nvSpPr>
          <p:cNvPr id="1904" name="Google Shape;1904;g1f81ad28897_0_4452"/>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chemeClr val="lt1"/>
                </a:solidFill>
                <a:latin typeface="Fredoka"/>
                <a:ea typeface="Fredoka"/>
                <a:cs typeface="Fredoka"/>
                <a:sym typeface="Fredoka"/>
              </a:rPr>
              <a:t>Learn</a:t>
            </a:r>
            <a:endParaRPr b="0" i="0" sz="1500" u="none" cap="none" strike="noStrike">
              <a:solidFill>
                <a:srgbClr val="000000"/>
              </a:solidFill>
              <a:latin typeface="Arial"/>
              <a:ea typeface="Arial"/>
              <a:cs typeface="Arial"/>
              <a:sym typeface="Arial"/>
            </a:endParaRPr>
          </a:p>
        </p:txBody>
      </p:sp>
      <p:sp>
        <p:nvSpPr>
          <p:cNvPr id="1905" name="Google Shape;1905;g1f81ad28897_0_4452"/>
          <p:cNvSpPr txBox="1"/>
          <p:nvPr>
            <p:ph idx="1" type="body"/>
          </p:nvPr>
        </p:nvSpPr>
        <p:spPr>
          <a:xfrm>
            <a:off x="7529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Explore_1">
    <p:spTree>
      <p:nvGrpSpPr>
        <p:cNvPr id="1906" name="Shape 1906"/>
        <p:cNvGrpSpPr/>
        <p:nvPr/>
      </p:nvGrpSpPr>
      <p:grpSpPr>
        <a:xfrm>
          <a:off x="0" y="0"/>
          <a:ext cx="0" cy="0"/>
          <a:chOff x="0" y="0"/>
          <a:chExt cx="0" cy="0"/>
        </a:xfrm>
      </p:grpSpPr>
      <p:grpSp>
        <p:nvGrpSpPr>
          <p:cNvPr id="1907" name="Google Shape;1907;g1f81ad28897_0_4490"/>
          <p:cNvGrpSpPr/>
          <p:nvPr/>
        </p:nvGrpSpPr>
        <p:grpSpPr>
          <a:xfrm>
            <a:off x="680011" y="0"/>
            <a:ext cx="3090697" cy="1806089"/>
            <a:chOff x="536716" y="-1319"/>
            <a:chExt cx="3976708" cy="2323841"/>
          </a:xfrm>
        </p:grpSpPr>
        <p:sp>
          <p:nvSpPr>
            <p:cNvPr id="1908" name="Google Shape;1908;g1f81ad28897_0_449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909" name="Google Shape;1909;g1f81ad28897_0_4490"/>
            <p:cNvGrpSpPr/>
            <p:nvPr/>
          </p:nvGrpSpPr>
          <p:grpSpPr>
            <a:xfrm>
              <a:off x="536716" y="0"/>
              <a:ext cx="3976708" cy="2322522"/>
              <a:chOff x="947530" y="0"/>
              <a:chExt cx="3976708" cy="2322522"/>
            </a:xfrm>
          </p:grpSpPr>
          <p:sp>
            <p:nvSpPr>
              <p:cNvPr id="1910" name="Google Shape;1910;g1f81ad28897_0_449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11" name="Google Shape;1911;g1f81ad28897_0_449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12" name="Google Shape;1912;g1f81ad28897_0_449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13" name="Google Shape;1913;g1f81ad28897_0_449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914" name="Google Shape;1914;g1f81ad28897_0_449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915" name="Google Shape;1915;g1f81ad28897_0_4490"/>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chemeClr val="lt1"/>
                </a:solidFill>
                <a:latin typeface="Fredoka"/>
                <a:ea typeface="Fredoka"/>
                <a:cs typeface="Fredoka"/>
                <a:sym typeface="Fredoka"/>
              </a:rPr>
              <a:t>Recap</a:t>
            </a:r>
            <a:endParaRPr b="0" i="0" sz="1500" u="none" cap="none" strike="noStrike">
              <a:solidFill>
                <a:srgbClr val="000000"/>
              </a:solidFill>
              <a:latin typeface="Arial"/>
              <a:ea typeface="Arial"/>
              <a:cs typeface="Arial"/>
              <a:sym typeface="Arial"/>
            </a:endParaRPr>
          </a:p>
        </p:txBody>
      </p:sp>
      <p:sp>
        <p:nvSpPr>
          <p:cNvPr id="1916" name="Google Shape;1916;g1f81ad28897_0_4490"/>
          <p:cNvSpPr txBox="1"/>
          <p:nvPr>
            <p:ph idx="1" type="body"/>
          </p:nvPr>
        </p:nvSpPr>
        <p:spPr>
          <a:xfrm>
            <a:off x="7529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pic>
        <p:nvPicPr>
          <p:cNvPr id="1917" name="Google Shape;1917;g1f81ad28897_0_4490"/>
          <p:cNvPicPr preferRelativeResize="0"/>
          <p:nvPr/>
        </p:nvPicPr>
        <p:blipFill rotWithShape="1">
          <a:blip r:embed="rId2">
            <a:alphaModFix/>
          </a:blip>
          <a:srcRect b="0" l="0" r="0" t="0"/>
          <a:stretch/>
        </p:blipFill>
        <p:spPr>
          <a:xfrm>
            <a:off x="5235825" y="784825"/>
            <a:ext cx="6222751" cy="5260125"/>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pic">
  <p:cSld name="Discussion/Question+pic">
    <p:spTree>
      <p:nvGrpSpPr>
        <p:cNvPr id="1918" name="Shape 1918"/>
        <p:cNvGrpSpPr/>
        <p:nvPr/>
      </p:nvGrpSpPr>
      <p:grpSpPr>
        <a:xfrm>
          <a:off x="0" y="0"/>
          <a:ext cx="0" cy="0"/>
          <a:chOff x="0" y="0"/>
          <a:chExt cx="0" cy="0"/>
        </a:xfrm>
      </p:grpSpPr>
      <p:grpSp>
        <p:nvGrpSpPr>
          <p:cNvPr id="1919" name="Google Shape;1919;g1f81ad28897_0_4502"/>
          <p:cNvGrpSpPr/>
          <p:nvPr/>
        </p:nvGrpSpPr>
        <p:grpSpPr>
          <a:xfrm>
            <a:off x="5803718" y="1118298"/>
            <a:ext cx="5561352" cy="5357067"/>
            <a:chOff x="7462727" y="2117289"/>
            <a:chExt cx="4121046" cy="3969668"/>
          </a:xfrm>
        </p:grpSpPr>
        <p:sp>
          <p:nvSpPr>
            <p:cNvPr id="1920" name="Google Shape;1920;g1f81ad28897_0_450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21" name="Google Shape;1921;g1f81ad28897_0_450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nvGrpSpPr>
          <p:cNvPr id="1922" name="Google Shape;1922;g1f81ad28897_0_4502"/>
          <p:cNvGrpSpPr/>
          <p:nvPr/>
        </p:nvGrpSpPr>
        <p:grpSpPr>
          <a:xfrm rot="-3106231">
            <a:off x="5587067" y="949040"/>
            <a:ext cx="5561434" cy="5357146"/>
            <a:chOff x="7462727" y="2117289"/>
            <a:chExt cx="4121046" cy="3969668"/>
          </a:xfrm>
        </p:grpSpPr>
        <p:sp>
          <p:nvSpPr>
            <p:cNvPr id="1923" name="Google Shape;1923;g1f81ad28897_0_450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24" name="Google Shape;1924;g1f81ad28897_0_450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nvGrpSpPr>
          <p:cNvPr id="1925" name="Google Shape;1925;g1f81ad28897_0_4502"/>
          <p:cNvGrpSpPr/>
          <p:nvPr/>
        </p:nvGrpSpPr>
        <p:grpSpPr>
          <a:xfrm rot="-6988776">
            <a:off x="5722402" y="776297"/>
            <a:ext cx="5561222" cy="5356942"/>
            <a:chOff x="7462727" y="2117289"/>
            <a:chExt cx="4121046" cy="3969668"/>
          </a:xfrm>
        </p:grpSpPr>
        <p:sp>
          <p:nvSpPr>
            <p:cNvPr id="1926" name="Google Shape;1926;g1f81ad28897_0_450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27" name="Google Shape;1927;g1f81ad28897_0_450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928" name="Google Shape;1928;g1f81ad28897_0_4502"/>
          <p:cNvSpPr/>
          <p:nvPr>
            <p:ph idx="2" type="pic"/>
          </p:nvPr>
        </p:nvSpPr>
        <p:spPr>
          <a:xfrm>
            <a:off x="6188049" y="1305317"/>
            <a:ext cx="4649700" cy="4651500"/>
          </a:xfrm>
          <a:prstGeom prst="ellipse">
            <a:avLst/>
          </a:prstGeom>
          <a:noFill/>
          <a:ln>
            <a:noFill/>
          </a:ln>
        </p:spPr>
      </p:sp>
      <p:sp>
        <p:nvSpPr>
          <p:cNvPr id="1929" name="Google Shape;1929;g1f81ad28897_0_4502"/>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6000"/>
              <a:buFont typeface="Arial"/>
              <a:buNone/>
              <a:defRPr b="0" i="0" sz="6000" u="none" cap="none" strike="noStrike">
                <a:solidFill>
                  <a:srgbClr val="190094"/>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930" name="Google Shape;1930;g1f81ad28897_0_4502"/>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19009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500"/>
                                        <p:tgtEl>
                                          <p:spTgt spid="1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8"/>
                                        </p:tgtEl>
                                        <p:attrNameLst>
                                          <p:attrName>style.visibility</p:attrName>
                                        </p:attrNameLst>
                                      </p:cBhvr>
                                      <p:to>
                                        <p:strVal val="visible"/>
                                      </p:to>
                                    </p:set>
                                    <p:anim calcmode="lin" valueType="num">
                                      <p:cBhvr additive="base">
                                        <p:cTn dur="500"/>
                                        <p:tgtEl>
                                          <p:spTgt spid="19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191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2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2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
  <p:cSld name="1st Step_1">
    <p:spTree>
      <p:nvGrpSpPr>
        <p:cNvPr id="1931" name="Shape 1931"/>
        <p:cNvGrpSpPr/>
        <p:nvPr/>
      </p:nvGrpSpPr>
      <p:grpSpPr>
        <a:xfrm>
          <a:off x="0" y="0"/>
          <a:ext cx="0" cy="0"/>
          <a:chOff x="0" y="0"/>
          <a:chExt cx="0" cy="0"/>
        </a:xfrm>
      </p:grpSpPr>
      <p:sp>
        <p:nvSpPr>
          <p:cNvPr id="1932" name="Google Shape;1932;g1f81ad28897_0_4515"/>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33" name="Google Shape;1933;g1f81ad28897_0_4515"/>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FFFFFF"/>
                </a:solidFill>
                <a:latin typeface="Fredoka"/>
                <a:ea typeface="Fredoka"/>
                <a:cs typeface="Fredoka"/>
                <a:sym typeface="Fredoka"/>
              </a:rPr>
              <a:t>Steps</a:t>
            </a:r>
            <a:endParaRPr b="0" i="0" sz="1500" u="none" cap="none" strike="noStrike">
              <a:solidFill>
                <a:srgbClr val="000000"/>
              </a:solidFill>
              <a:latin typeface="Arial"/>
              <a:ea typeface="Arial"/>
              <a:cs typeface="Arial"/>
              <a:sym typeface="Arial"/>
            </a:endParaRPr>
          </a:p>
        </p:txBody>
      </p:sp>
      <p:grpSp>
        <p:nvGrpSpPr>
          <p:cNvPr id="1934" name="Google Shape;1934;g1f81ad28897_0_4515"/>
          <p:cNvGrpSpPr/>
          <p:nvPr/>
        </p:nvGrpSpPr>
        <p:grpSpPr>
          <a:xfrm>
            <a:off x="680011" y="0"/>
            <a:ext cx="3090697" cy="1806089"/>
            <a:chOff x="536716" y="-1319"/>
            <a:chExt cx="3976708" cy="2323841"/>
          </a:xfrm>
        </p:grpSpPr>
        <p:sp>
          <p:nvSpPr>
            <p:cNvPr id="1935" name="Google Shape;1935;g1f81ad28897_0_4515"/>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1936" name="Google Shape;1936;g1f81ad28897_0_4515"/>
            <p:cNvGrpSpPr/>
            <p:nvPr/>
          </p:nvGrpSpPr>
          <p:grpSpPr>
            <a:xfrm>
              <a:off x="536716" y="0"/>
              <a:ext cx="3976708" cy="2322522"/>
              <a:chOff x="947530" y="0"/>
              <a:chExt cx="3976708" cy="2322522"/>
            </a:xfrm>
          </p:grpSpPr>
          <p:sp>
            <p:nvSpPr>
              <p:cNvPr id="1937" name="Google Shape;1937;g1f81ad28897_0_4515"/>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38" name="Google Shape;1938;g1f81ad28897_0_4515"/>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39" name="Google Shape;1939;g1f81ad28897_0_4515"/>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40" name="Google Shape;1940;g1f81ad28897_0_4515"/>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941" name="Google Shape;1941;g1f81ad28897_0_4515"/>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942" name="Google Shape;1942;g1f81ad28897_0_4515"/>
          <p:cNvSpPr txBox="1"/>
          <p:nvPr/>
        </p:nvSpPr>
        <p:spPr>
          <a:xfrm>
            <a:off x="390525" y="772050"/>
            <a:ext cx="35973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4500" u="none" cap="none" strike="noStrike">
                <a:solidFill>
                  <a:srgbClr val="FFFFFF"/>
                </a:solidFill>
                <a:latin typeface="Fredoka"/>
                <a:ea typeface="Fredoka"/>
                <a:cs typeface="Fredoka"/>
                <a:sym typeface="Fredoka"/>
              </a:rPr>
              <a:t>Brainstorm</a:t>
            </a:r>
            <a:endParaRPr b="0" i="0" sz="500" u="none" cap="none" strike="noStrike">
              <a:solidFill>
                <a:srgbClr val="000000"/>
              </a:solidFill>
              <a:latin typeface="Arial"/>
              <a:ea typeface="Arial"/>
              <a:cs typeface="Arial"/>
              <a:sym typeface="Arial"/>
            </a:endParaRPr>
          </a:p>
        </p:txBody>
      </p:sp>
      <p:sp>
        <p:nvSpPr>
          <p:cNvPr id="1943" name="Google Shape;1943;g1f81ad28897_0_4515"/>
          <p:cNvSpPr txBox="1"/>
          <p:nvPr/>
        </p:nvSpPr>
        <p:spPr>
          <a:xfrm>
            <a:off x="2132250" y="2459250"/>
            <a:ext cx="7927500" cy="193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6000" u="none" cap="none" strike="noStrike">
                <a:solidFill>
                  <a:srgbClr val="190094"/>
                </a:solidFill>
                <a:latin typeface="Fredoka"/>
                <a:ea typeface="Fredoka"/>
                <a:cs typeface="Fredoka"/>
                <a:sym typeface="Fredoka"/>
              </a:rPr>
              <a:t>How to get input from the User?</a:t>
            </a:r>
            <a:endParaRPr b="0" i="0" sz="2000" u="none" cap="none" strike="noStrike">
              <a:solidFill>
                <a:srgbClr val="190094"/>
              </a:solidFill>
              <a:latin typeface="Arial"/>
              <a:ea typeface="Arial"/>
              <a:cs typeface="Arial"/>
              <a:sym typeface="Aria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layout">
  <p:cSld name="1st Step_1_1">
    <p:spTree>
      <p:nvGrpSpPr>
        <p:cNvPr id="1944" name="Shape 1944"/>
        <p:cNvGrpSpPr/>
        <p:nvPr/>
      </p:nvGrpSpPr>
      <p:grpSpPr>
        <a:xfrm>
          <a:off x="0" y="0"/>
          <a:ext cx="0" cy="0"/>
          <a:chOff x="0" y="0"/>
          <a:chExt cx="0" cy="0"/>
        </a:xfrm>
      </p:grpSpPr>
      <p:sp>
        <p:nvSpPr>
          <p:cNvPr id="1945" name="Google Shape;1945;g1f81ad28897_0_4528"/>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46" name="Google Shape;1946;g1f81ad28897_0_4528"/>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FFFFFF"/>
                </a:solidFill>
                <a:latin typeface="Fredoka"/>
                <a:ea typeface="Fredoka"/>
                <a:cs typeface="Fredoka"/>
                <a:sym typeface="Fredoka"/>
              </a:rPr>
              <a:t>Steps</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view">
  <p:cSld name="1st Step_2">
    <p:spTree>
      <p:nvGrpSpPr>
        <p:cNvPr id="1947" name="Shape 1947"/>
        <p:cNvGrpSpPr/>
        <p:nvPr/>
      </p:nvGrpSpPr>
      <p:grpSpPr>
        <a:xfrm>
          <a:off x="0" y="0"/>
          <a:ext cx="0" cy="0"/>
          <a:chOff x="0" y="0"/>
          <a:chExt cx="0" cy="0"/>
        </a:xfrm>
      </p:grpSpPr>
      <p:sp>
        <p:nvSpPr>
          <p:cNvPr id="1948" name="Google Shape;1948;g1f81ad28897_0_4531"/>
          <p:cNvSpPr/>
          <p:nvPr>
            <p:ph idx="2" type="pic"/>
          </p:nvPr>
        </p:nvSpPr>
        <p:spPr>
          <a:xfrm>
            <a:off x="2476500" y="1982961"/>
            <a:ext cx="7238700" cy="3767700"/>
          </a:xfrm>
          <a:prstGeom prst="rect">
            <a:avLst/>
          </a:prstGeom>
          <a:noFill/>
          <a:ln>
            <a:noFill/>
          </a:ln>
        </p:spPr>
      </p:sp>
      <p:sp>
        <p:nvSpPr>
          <p:cNvPr id="1949" name="Google Shape;1949;g1f81ad28897_0_4531"/>
          <p:cNvSpPr txBox="1"/>
          <p:nvPr>
            <p:ph idx="1" type="body"/>
          </p:nvPr>
        </p:nvSpPr>
        <p:spPr>
          <a:xfrm>
            <a:off x="1338902" y="5977473"/>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950" name="Google Shape;1950;g1f81ad28897_0_4531"/>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951" name="Google Shape;1951;g1f81ad28897_0_4531"/>
          <p:cNvGrpSpPr/>
          <p:nvPr/>
        </p:nvGrpSpPr>
        <p:grpSpPr>
          <a:xfrm>
            <a:off x="680011" y="0"/>
            <a:ext cx="3090697" cy="1806089"/>
            <a:chOff x="536716" y="-1319"/>
            <a:chExt cx="3976708" cy="2323841"/>
          </a:xfrm>
        </p:grpSpPr>
        <p:sp>
          <p:nvSpPr>
            <p:cNvPr id="1952" name="Google Shape;1952;g1f81ad28897_0_453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1953" name="Google Shape;1953;g1f81ad28897_0_4531"/>
            <p:cNvGrpSpPr/>
            <p:nvPr/>
          </p:nvGrpSpPr>
          <p:grpSpPr>
            <a:xfrm>
              <a:off x="536716" y="0"/>
              <a:ext cx="3976708" cy="2322522"/>
              <a:chOff x="947530" y="0"/>
              <a:chExt cx="3976708" cy="2322522"/>
            </a:xfrm>
          </p:grpSpPr>
          <p:sp>
            <p:nvSpPr>
              <p:cNvPr id="1954" name="Google Shape;1954;g1f81ad28897_0_453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55" name="Google Shape;1955;g1f81ad28897_0_453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56" name="Google Shape;1956;g1f81ad28897_0_453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1957" name="Google Shape;1957;g1f81ad28897_0_453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958" name="Google Shape;1958;g1f81ad28897_0_453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1959" name="Google Shape;1959;g1f81ad28897_0_4531"/>
          <p:cNvSpPr txBox="1"/>
          <p:nvPr/>
        </p:nvSpPr>
        <p:spPr>
          <a:xfrm>
            <a:off x="716350" y="1014013"/>
            <a:ext cx="3018000" cy="5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3100" u="none" cap="none" strike="noStrike">
                <a:solidFill>
                  <a:srgbClr val="FFFFFF"/>
                </a:solidFill>
                <a:latin typeface="Fredoka"/>
                <a:ea typeface="Fredoka"/>
                <a:cs typeface="Fredoka"/>
                <a:sym typeface="Fredoka"/>
              </a:rPr>
              <a:t>Project Preview</a:t>
            </a:r>
            <a:endParaRPr b="0" i="0" sz="3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First slide">
  <p:cSld name="Session Entry Point with Science background_1">
    <p:spTree>
      <p:nvGrpSpPr>
        <p:cNvPr id="1960" name="Shape 1960"/>
        <p:cNvGrpSpPr/>
        <p:nvPr/>
      </p:nvGrpSpPr>
      <p:grpSpPr>
        <a:xfrm>
          <a:off x="0" y="0"/>
          <a:ext cx="0" cy="0"/>
          <a:chOff x="0" y="0"/>
          <a:chExt cx="0" cy="0"/>
        </a:xfrm>
      </p:grpSpPr>
      <p:sp>
        <p:nvSpPr>
          <p:cNvPr id="1961" name="Google Shape;1961;g1f81ad28897_0_4544"/>
          <p:cNvSpPr/>
          <p:nvPr/>
        </p:nvSpPr>
        <p:spPr>
          <a:xfrm>
            <a:off x="204186" y="173736"/>
            <a:ext cx="11656500" cy="6382500"/>
          </a:xfrm>
          <a:prstGeom prst="rect">
            <a:avLst/>
          </a:prstGeom>
          <a:blipFill rotWithShape="1">
            <a:blip r:embed="rId2">
              <a:alphaModFix amt="7000"/>
            </a:blip>
            <a:tile algn="tl" flip="none" tx="0" sx="99995" ty="0" sy="99995"/>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62" name="Google Shape;1962;g1f81ad28897_0_4544"/>
          <p:cNvSpPr/>
          <p:nvPr/>
        </p:nvSpPr>
        <p:spPr>
          <a:xfrm>
            <a:off x="838200" y="3714750"/>
            <a:ext cx="3206100" cy="1076400"/>
          </a:xfrm>
          <a:prstGeom prst="rect">
            <a:avLst/>
          </a:prstGeom>
          <a:blipFill rotWithShape="1">
            <a:blip r:embed="rId3">
              <a:alphaModFix/>
            </a:blip>
            <a:stretch>
              <a:fillRect b="0" l="0" r="0" t="0"/>
            </a:stretch>
          </a:blipFill>
          <a:ln>
            <a:noFill/>
          </a:ln>
          <a:effectLst>
            <a:outerShdw blurRad="76200" rotWithShape="0" algn="tl" dir="2700000" dist="139700">
              <a:srgbClr val="000000">
                <a:alpha val="2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1963" name="Google Shape;1963;g1f81ad28897_0_4544"/>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lvl1pPr lvl="0" marR="0" rtl="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964" name="Google Shape;1964;g1f81ad28897_0_4544"/>
          <p:cNvSpPr txBox="1"/>
          <p:nvPr>
            <p:ph idx="1" type="body"/>
          </p:nvPr>
        </p:nvSpPr>
        <p:spPr>
          <a:xfrm>
            <a:off x="838200" y="3077083"/>
            <a:ext cx="7752900" cy="542700"/>
          </a:xfrm>
          <a:prstGeom prst="rect">
            <a:avLst/>
          </a:prstGeom>
          <a:noFill/>
          <a:ln>
            <a:noFill/>
          </a:ln>
          <a:effectLst>
            <a:outerShdw blurRad="76200" rotWithShape="0" algn="tl" dir="2700000" dist="139700">
              <a:schemeClr val="dk1">
                <a:alpha val="9020"/>
              </a:schemeClr>
            </a:outerShdw>
          </a:effectLst>
        </p:spPr>
        <p:txBody>
          <a:bodyPr anchorCtr="0" anchor="t" bIns="0" lIns="0" spcFirstLastPara="1" rIns="0" wrap="square" tIns="91425">
            <a:noAutofit/>
          </a:bodyPr>
          <a:lstStyle>
            <a:lvl1pPr indent="-228600" lvl="0" marL="457200" marR="0" rtl="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econd slide">
  <p:cSld name="1_Title with Two contetns T3_1">
    <p:spTree>
      <p:nvGrpSpPr>
        <p:cNvPr id="1965" name="Shape 1965"/>
        <p:cNvGrpSpPr/>
        <p:nvPr/>
      </p:nvGrpSpPr>
      <p:grpSpPr>
        <a:xfrm>
          <a:off x="0" y="0"/>
          <a:ext cx="0" cy="0"/>
          <a:chOff x="0" y="0"/>
          <a:chExt cx="0" cy="0"/>
        </a:xfrm>
      </p:grpSpPr>
      <p:grpSp>
        <p:nvGrpSpPr>
          <p:cNvPr id="1966" name="Google Shape;1966;g1f81ad28897_0_4549"/>
          <p:cNvGrpSpPr/>
          <p:nvPr/>
        </p:nvGrpSpPr>
        <p:grpSpPr>
          <a:xfrm>
            <a:off x="-1" y="579518"/>
            <a:ext cx="11387071" cy="823623"/>
            <a:chOff x="0" y="579518"/>
            <a:chExt cx="4125900" cy="823623"/>
          </a:xfrm>
        </p:grpSpPr>
        <p:sp>
          <p:nvSpPr>
            <p:cNvPr id="1967" name="Google Shape;1967;g1f81ad28897_0_4549"/>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968" name="Google Shape;1968;g1f81ad28897_0_4549"/>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969" name="Google Shape;1969;g1f81ad28897_0_4549"/>
          <p:cNvSpPr txBox="1"/>
          <p:nvPr>
            <p:ph type="title"/>
          </p:nvPr>
        </p:nvSpPr>
        <p:spPr>
          <a:xfrm>
            <a:off x="180975" y="579519"/>
            <a:ext cx="11112900" cy="726300"/>
          </a:xfrm>
          <a:prstGeom prst="rect">
            <a:avLst/>
          </a:prstGeom>
          <a:noFill/>
          <a:ln>
            <a:noFill/>
          </a:ln>
        </p:spPr>
        <p:txBody>
          <a:bodyPr anchorCtr="0" anchor="t" bIns="45700" lIns="91425" spcFirstLastPara="1" rIns="91425" wrap="square" tIns="91425">
            <a:noAutofit/>
          </a:bodyPr>
          <a:lstStyle>
            <a:lvl1pPr lvl="0" marR="0" rtl="0" algn="l">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70" name="Google Shape;1970;g1f81ad28897_0_4549"/>
          <p:cNvSpPr txBox="1"/>
          <p:nvPr>
            <p:ph idx="1"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71" name="Google Shape;1971;g1f81ad28897_0_4549"/>
          <p:cNvSpPr txBox="1"/>
          <p:nvPr/>
        </p:nvSpPr>
        <p:spPr>
          <a:xfrm>
            <a:off x="459625" y="2332675"/>
            <a:ext cx="7492500" cy="1092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300" u="none" cap="none" strike="noStrike">
              <a:solidFill>
                <a:srgbClr val="172A4B"/>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300" u="none" cap="none" strike="noStrike">
                <a:solidFill>
                  <a:srgbClr val="172A4B"/>
                </a:solidFill>
                <a:latin typeface="Arial"/>
                <a:ea typeface="Arial"/>
                <a:cs typeface="Arial"/>
                <a:sym typeface="Arial"/>
              </a:rPr>
              <a:t> </a:t>
            </a:r>
            <a:endParaRPr b="0" i="0" sz="2300" u="none" cap="none" strike="noStrike">
              <a:solidFill>
                <a:srgbClr val="000000"/>
              </a:solidFill>
              <a:latin typeface="Arial"/>
              <a:ea typeface="Arial"/>
              <a:cs typeface="Arial"/>
              <a:sym typeface="Arial"/>
            </a:endParaRPr>
          </a:p>
        </p:txBody>
      </p:sp>
      <p:pic>
        <p:nvPicPr>
          <p:cNvPr id="1972" name="Google Shape;1972;g1f81ad28897_0_4549"/>
          <p:cNvPicPr preferRelativeResize="0"/>
          <p:nvPr/>
        </p:nvPicPr>
        <p:blipFill rotWithShape="1">
          <a:blip r:embed="rId2">
            <a:alphaModFix/>
          </a:blip>
          <a:srcRect b="0" l="0" r="0" t="0"/>
          <a:stretch/>
        </p:blipFill>
        <p:spPr>
          <a:xfrm>
            <a:off x="7952176" y="1946548"/>
            <a:ext cx="3403950" cy="3403950"/>
          </a:xfrm>
          <a:prstGeom prst="rect">
            <a:avLst/>
          </a:prstGeom>
          <a:noFill/>
          <a:ln>
            <a:noFill/>
          </a:ln>
        </p:spPr>
      </p:pic>
      <p:sp>
        <p:nvSpPr>
          <p:cNvPr id="1973" name="Google Shape;1973;g1f81ad28897_0_4549"/>
          <p:cNvSpPr txBox="1"/>
          <p:nvPr/>
        </p:nvSpPr>
        <p:spPr>
          <a:xfrm>
            <a:off x="276128" y="1526745"/>
            <a:ext cx="48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rgbClr val="004CBF"/>
                </a:solidFill>
                <a:latin typeface="Arial"/>
                <a:ea typeface="Arial"/>
                <a:cs typeface="Arial"/>
                <a:sym typeface="Arial"/>
              </a:rPr>
              <a:t>Resources </a:t>
            </a:r>
            <a:endParaRPr b="0" i="0" sz="1500" u="none" cap="none" strike="noStrike">
              <a:solidFill>
                <a:srgbClr val="000000"/>
              </a:solidFill>
              <a:latin typeface="Arial"/>
              <a:ea typeface="Arial"/>
              <a:cs typeface="Arial"/>
              <a:sym typeface="Arial"/>
            </a:endParaRPr>
          </a:p>
        </p:txBody>
      </p:sp>
      <p:sp>
        <p:nvSpPr>
          <p:cNvPr id="1974" name="Google Shape;1974;g1f81ad28897_0_4549"/>
          <p:cNvSpPr txBox="1"/>
          <p:nvPr/>
        </p:nvSpPr>
        <p:spPr>
          <a:xfrm>
            <a:off x="459623" y="4892350"/>
            <a:ext cx="7492500" cy="11544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1100"/>
              </a:spcBef>
              <a:spcAft>
                <a:spcPts val="0"/>
              </a:spcAft>
              <a:buClr>
                <a:srgbClr val="000000"/>
              </a:buClr>
              <a:buSzPts val="2300"/>
              <a:buFont typeface="Arial"/>
              <a:buNone/>
            </a:pPr>
            <a:r>
              <a:t/>
            </a:r>
            <a:endParaRPr b="1" i="0" sz="2300" u="none" cap="none" strike="noStrike">
              <a:solidFill>
                <a:srgbClr val="7F7F7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300" u="none" cap="none" strike="noStrike">
              <a:solidFill>
                <a:srgbClr val="172A4B"/>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300" u="none" cap="none" strike="noStrike">
                <a:solidFill>
                  <a:srgbClr val="172A4B"/>
                </a:solidFill>
                <a:latin typeface="Arial"/>
                <a:ea typeface="Arial"/>
                <a:cs typeface="Arial"/>
                <a:sym typeface="Arial"/>
              </a:rPr>
              <a:t> </a:t>
            </a:r>
            <a:endParaRPr b="0" i="0" sz="2300" u="none" cap="none" strike="noStrike">
              <a:solidFill>
                <a:srgbClr val="000000"/>
              </a:solidFill>
              <a:latin typeface="Arial"/>
              <a:ea typeface="Arial"/>
              <a:cs typeface="Arial"/>
              <a:sym typeface="Arial"/>
            </a:endParaRPr>
          </a:p>
        </p:txBody>
      </p:sp>
      <p:sp>
        <p:nvSpPr>
          <p:cNvPr id="1975" name="Google Shape;1975;g1f81ad28897_0_4549"/>
          <p:cNvSpPr txBox="1"/>
          <p:nvPr/>
        </p:nvSpPr>
        <p:spPr>
          <a:xfrm>
            <a:off x="276128" y="4086420"/>
            <a:ext cx="48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rgbClr val="004CBF"/>
                </a:solidFill>
                <a:latin typeface="Arial"/>
                <a:ea typeface="Arial"/>
                <a:cs typeface="Arial"/>
                <a:sym typeface="Arial"/>
              </a:rPr>
              <a:t>Assignment </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ic+ definition">
  <p:cSld name="1_Title with content T3_1">
    <p:spTree>
      <p:nvGrpSpPr>
        <p:cNvPr id="1976" name="Shape 1976"/>
        <p:cNvGrpSpPr/>
        <p:nvPr/>
      </p:nvGrpSpPr>
      <p:grpSpPr>
        <a:xfrm>
          <a:off x="0" y="0"/>
          <a:ext cx="0" cy="0"/>
          <a:chOff x="0" y="0"/>
          <a:chExt cx="0" cy="0"/>
        </a:xfrm>
      </p:grpSpPr>
      <p:sp>
        <p:nvSpPr>
          <p:cNvPr id="1977" name="Google Shape;1977;g1f81ad28897_0_4560"/>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23850" lvl="0" marL="4572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1pPr>
            <a:lvl2pPr indent="-323850" lvl="1" marL="9144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2pPr>
            <a:lvl3pPr indent="-323850" lvl="2" marL="13716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3pPr>
            <a:lvl4pPr indent="-323850" lvl="3" marL="18288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4pPr>
            <a:lvl5pPr indent="-323850" lvl="4" marL="2286000" marR="0" rtl="0" algn="l">
              <a:lnSpc>
                <a:spcPct val="100000"/>
              </a:lnSpc>
              <a:spcBef>
                <a:spcPts val="0"/>
              </a:spcBef>
              <a:spcAft>
                <a:spcPts val="0"/>
              </a:spcAft>
              <a:buClr>
                <a:schemeClr val="accent2"/>
              </a:buClr>
              <a:buSzPts val="1500"/>
              <a:buFont typeface="Arial"/>
              <a:buChar char="•"/>
              <a:defRPr b="1" i="0" sz="15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grpSp>
        <p:nvGrpSpPr>
          <p:cNvPr id="1978" name="Google Shape;1978;g1f81ad28897_0_4560"/>
          <p:cNvGrpSpPr/>
          <p:nvPr/>
        </p:nvGrpSpPr>
        <p:grpSpPr>
          <a:xfrm>
            <a:off x="-1" y="579518"/>
            <a:ext cx="11387071" cy="823623"/>
            <a:chOff x="0" y="579518"/>
            <a:chExt cx="4125900" cy="823623"/>
          </a:xfrm>
        </p:grpSpPr>
        <p:sp>
          <p:nvSpPr>
            <p:cNvPr id="1979" name="Google Shape;1979;g1f81ad28897_0_4560"/>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1980" name="Google Shape;1980;g1f81ad28897_0_4560"/>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1981" name="Google Shape;1981;g1f81ad28897_0_4560"/>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100000"/>
              </a:lnSpc>
              <a:spcBef>
                <a:spcPts val="0"/>
              </a:spcBef>
              <a:spcAft>
                <a:spcPts val="0"/>
              </a:spcAft>
              <a:buClr>
                <a:srgbClr val="000000"/>
              </a:buClr>
              <a:buSzPts val="15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82" name="Google Shape;1982;g1f81ad28897_0_4560"/>
          <p:cNvSpPr txBox="1"/>
          <p:nvPr/>
        </p:nvSpPr>
        <p:spPr>
          <a:xfrm>
            <a:off x="2055150" y="5194875"/>
            <a:ext cx="8081700" cy="63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83" name="Shape 1983"/>
        <p:cNvGrpSpPr/>
        <p:nvPr/>
      </p:nvGrpSpPr>
      <p:grpSpPr>
        <a:xfrm>
          <a:off x="0" y="0"/>
          <a:ext cx="0" cy="0"/>
          <a:chOff x="0" y="0"/>
          <a:chExt cx="0" cy="0"/>
        </a:xfrm>
      </p:grpSpPr>
      <p:sp>
        <p:nvSpPr>
          <p:cNvPr id="1984" name="Google Shape;1984;g1f81ad28897_0_4695"/>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5600"/>
              <a:buFont typeface="Verdana"/>
              <a:buNone/>
              <a:defRPr b="0" i="0" sz="56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985" name="Google Shape;1985;g1f81ad28897_0_4695"/>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1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1986" name="Google Shape;1986;g1f81ad28897_0_4695"/>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500"/>
              <a:buFont typeface="Arial"/>
              <a:buNone/>
              <a:defRPr b="0" i="0" sz="19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9pPr>
          </a:lstStyle>
          <a:p/>
        </p:txBody>
      </p:sp>
      <p:sp>
        <p:nvSpPr>
          <p:cNvPr id="1987" name="Google Shape;1987;g1f81ad28897_0_4695"/>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500"/>
              <a:buFont typeface="Arial"/>
              <a:buNone/>
              <a:defRPr b="0" i="0" sz="1900" u="none" cap="none" strike="noStrike">
                <a:solidFill>
                  <a:srgbClr val="888888"/>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Quicksand"/>
                <a:ea typeface="Quicksand"/>
                <a:cs typeface="Quicksand"/>
                <a:sym typeface="Quicksand"/>
              </a:defRPr>
            </a:lvl9pPr>
          </a:lstStyle>
          <a:p/>
        </p:txBody>
      </p:sp>
      <p:sp>
        <p:nvSpPr>
          <p:cNvPr id="1988" name="Google Shape;1988;g1f81ad28897_0_4695"/>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1pPr>
            <a:lvl2pPr indent="0" lvl="1"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2pPr>
            <a:lvl3pPr indent="0" lvl="2"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3pPr>
            <a:lvl4pPr indent="0" lvl="3"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4pPr>
            <a:lvl5pPr indent="0" lvl="4"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5pPr>
            <a:lvl6pPr indent="0" lvl="5"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6pPr>
            <a:lvl7pPr indent="0" lvl="6"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7pPr>
            <a:lvl8pPr indent="0" lvl="7"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8pPr>
            <a:lvl9pPr indent="0" lvl="8" marL="0" marR="0" rtl="0" algn="r">
              <a:lnSpc>
                <a:spcPct val="100000"/>
              </a:lnSpc>
              <a:spcBef>
                <a:spcPts val="0"/>
              </a:spcBef>
              <a:spcAft>
                <a:spcPts val="0"/>
              </a:spcAft>
              <a:buClr>
                <a:srgbClr val="000000"/>
              </a:buClr>
              <a:buSzPts val="1900"/>
              <a:buFont typeface="Arial"/>
              <a:buNone/>
              <a:defRPr b="0" i="0" sz="19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1989" name="Shape 1989"/>
        <p:cNvGrpSpPr/>
        <p:nvPr/>
      </p:nvGrpSpPr>
      <p:grpSpPr>
        <a:xfrm>
          <a:off x="0" y="0"/>
          <a:ext cx="0" cy="0"/>
          <a:chOff x="0" y="0"/>
          <a:chExt cx="0" cy="0"/>
        </a:xfrm>
      </p:grpSpPr>
      <p:sp>
        <p:nvSpPr>
          <p:cNvPr id="1990" name="Google Shape;1990;g1f81ad28897_0_4701"/>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91" name="Google Shape;1991;g1f81ad28897_0_4701"/>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92" name="Google Shape;1992;g1f81ad28897_0_4701"/>
          <p:cNvSpPr/>
          <p:nvPr/>
        </p:nvSpPr>
        <p:spPr>
          <a:xfrm>
            <a:off x="9686155" y="698"/>
            <a:ext cx="72000" cy="1554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1993" name="Google Shape;1993;g1f81ad28897_0_4701"/>
          <p:cNvGrpSpPr/>
          <p:nvPr/>
        </p:nvGrpSpPr>
        <p:grpSpPr>
          <a:xfrm>
            <a:off x="911104" y="1079070"/>
            <a:ext cx="10369887" cy="4698606"/>
            <a:chOff x="1290381" y="1417103"/>
            <a:chExt cx="9045610" cy="4098575"/>
          </a:xfrm>
        </p:grpSpPr>
        <p:sp>
          <p:nvSpPr>
            <p:cNvPr id="1994" name="Google Shape;1994;g1f81ad28897_0_4701"/>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95" name="Google Shape;1995;g1f81ad28897_0_4701"/>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1996" name="Google Shape;1996;g1f81ad28897_0_4701"/>
          <p:cNvSpPr/>
          <p:nvPr/>
        </p:nvSpPr>
        <p:spPr>
          <a:xfrm>
            <a:off x="9650105" y="0"/>
            <a:ext cx="72000" cy="1554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1997" name="Google Shape;1997;g1f81ad28897_0_4701"/>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1998" name="Shape 1998"/>
        <p:cNvGrpSpPr/>
        <p:nvPr/>
      </p:nvGrpSpPr>
      <p:grpSpPr>
        <a:xfrm>
          <a:off x="0" y="0"/>
          <a:ext cx="0" cy="0"/>
          <a:chOff x="0" y="0"/>
          <a:chExt cx="0" cy="0"/>
        </a:xfrm>
      </p:grpSpPr>
      <p:grpSp>
        <p:nvGrpSpPr>
          <p:cNvPr id="1999" name="Google Shape;1999;g1f81ad28897_0_4710"/>
          <p:cNvGrpSpPr/>
          <p:nvPr/>
        </p:nvGrpSpPr>
        <p:grpSpPr>
          <a:xfrm>
            <a:off x="680011" y="0"/>
            <a:ext cx="3090697" cy="1806089"/>
            <a:chOff x="536716" y="-1319"/>
            <a:chExt cx="3976708" cy="2323841"/>
          </a:xfrm>
        </p:grpSpPr>
        <p:sp>
          <p:nvSpPr>
            <p:cNvPr id="2000" name="Google Shape;2000;g1f81ad28897_0_471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2001" name="Google Shape;2001;g1f81ad28897_0_4710"/>
            <p:cNvGrpSpPr/>
            <p:nvPr/>
          </p:nvGrpSpPr>
          <p:grpSpPr>
            <a:xfrm>
              <a:off x="536716" y="0"/>
              <a:ext cx="3976708" cy="2322522"/>
              <a:chOff x="947530" y="0"/>
              <a:chExt cx="3976708" cy="2322522"/>
            </a:xfrm>
          </p:grpSpPr>
          <p:sp>
            <p:nvSpPr>
              <p:cNvPr id="2002" name="Google Shape;2002;g1f81ad28897_0_471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03" name="Google Shape;2003;g1f81ad28897_0_471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04" name="Google Shape;2004;g1f81ad28897_0_471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05" name="Google Shape;2005;g1f81ad28897_0_471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06" name="Google Shape;2006;g1f81ad28897_0_471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07" name="Google Shape;2007;g1f81ad28897_0_4710"/>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500" u="none" cap="none" strike="noStrike">
              <a:solidFill>
                <a:schemeClr val="lt1"/>
              </a:solidFill>
              <a:latin typeface="Fredoka"/>
              <a:ea typeface="Fredoka"/>
              <a:cs typeface="Fredoka"/>
              <a:sym typeface="Fredoka"/>
            </a:endParaRPr>
          </a:p>
        </p:txBody>
      </p:sp>
      <p:pic>
        <p:nvPicPr>
          <p:cNvPr id="2008" name="Google Shape;2008;g1f81ad28897_0_4710"/>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2009" name="Shape 2009"/>
        <p:cNvGrpSpPr/>
        <p:nvPr/>
      </p:nvGrpSpPr>
      <p:grpSpPr>
        <a:xfrm>
          <a:off x="0" y="0"/>
          <a:ext cx="0" cy="0"/>
          <a:chOff x="0" y="0"/>
          <a:chExt cx="0" cy="0"/>
        </a:xfrm>
      </p:grpSpPr>
      <p:pic>
        <p:nvPicPr>
          <p:cNvPr id="2010" name="Google Shape;2010;g1f81ad28897_0_4721"/>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2011" name="Google Shape;2011;g1f81ad28897_0_4721"/>
          <p:cNvSpPr txBox="1"/>
          <p:nvPr/>
        </p:nvSpPr>
        <p:spPr>
          <a:xfrm>
            <a:off x="6288656" y="2231425"/>
            <a:ext cx="4768500" cy="1785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002060"/>
                </a:solidFill>
                <a:latin typeface="Fredoka"/>
                <a:ea typeface="Fredoka"/>
                <a:cs typeface="Fredoka"/>
                <a:sym typeface="Fredoka"/>
              </a:rPr>
              <a:t>ANY QUESTIONS?</a:t>
            </a:r>
            <a:endParaRPr b="0" i="0" sz="15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2012" name="Shape 2012"/>
        <p:cNvGrpSpPr/>
        <p:nvPr/>
      </p:nvGrpSpPr>
      <p:grpSpPr>
        <a:xfrm>
          <a:off x="0" y="0"/>
          <a:ext cx="0" cy="0"/>
          <a:chOff x="0" y="0"/>
          <a:chExt cx="0" cy="0"/>
        </a:xfrm>
      </p:grpSpPr>
      <p:sp>
        <p:nvSpPr>
          <p:cNvPr id="2013" name="Google Shape;2013;g1f81ad28897_0_4724"/>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1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14" name="Google Shape;2014;g1f81ad28897_0_4724"/>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7200" lvl="0" marL="457200" marR="0" rtl="0" algn="l">
              <a:lnSpc>
                <a:spcPct val="90000"/>
              </a:lnSpc>
              <a:spcBef>
                <a:spcPts val="1100"/>
              </a:spcBef>
              <a:spcAft>
                <a:spcPts val="0"/>
              </a:spcAft>
              <a:buClr>
                <a:schemeClr val="accent2"/>
              </a:buClr>
              <a:buSzPts val="3600"/>
              <a:buFont typeface="Noto Sans Symbols"/>
              <a:buChar char="∙"/>
              <a:defRPr b="0" i="0" sz="2800" u="none" cap="none" strike="noStrike">
                <a:solidFill>
                  <a:srgbClr val="172A4B"/>
                </a:solidFill>
                <a:latin typeface="Quicksand"/>
                <a:ea typeface="Quicksand"/>
                <a:cs typeface="Quicksand"/>
                <a:sym typeface="Quicksand"/>
              </a:defRPr>
            </a:lvl1pPr>
            <a:lvl2pPr indent="-425450" lvl="1" marL="914400" marR="0" rtl="0" algn="l">
              <a:lnSpc>
                <a:spcPct val="90000"/>
              </a:lnSpc>
              <a:spcBef>
                <a:spcPts val="500"/>
              </a:spcBef>
              <a:spcAft>
                <a:spcPts val="0"/>
              </a:spcAft>
              <a:buClr>
                <a:schemeClr val="accent2"/>
              </a:buClr>
              <a:buSzPts val="3100"/>
              <a:buFont typeface="Noto Sans Symbols"/>
              <a:buChar char="∙"/>
              <a:defRPr b="0" i="0" sz="2400" u="none" cap="none" strike="noStrike">
                <a:solidFill>
                  <a:srgbClr val="172A4B"/>
                </a:solidFill>
                <a:latin typeface="Quicksand"/>
                <a:ea typeface="Quicksand"/>
                <a:cs typeface="Quicksand"/>
                <a:sym typeface="Quicksand"/>
              </a:defRPr>
            </a:lvl2pPr>
            <a:lvl3pPr indent="-400050" lvl="2" marL="1371600" marR="0" rtl="0" algn="l">
              <a:lnSpc>
                <a:spcPct val="90000"/>
              </a:lnSpc>
              <a:spcBef>
                <a:spcPts val="500"/>
              </a:spcBef>
              <a:spcAft>
                <a:spcPts val="0"/>
              </a:spcAft>
              <a:buClr>
                <a:schemeClr val="accent2"/>
              </a:buClr>
              <a:buSzPts val="2700"/>
              <a:buFont typeface="Noto Sans Symbols"/>
              <a:buChar char="∙"/>
              <a:defRPr b="0" i="0" sz="2000" u="none" cap="none" strike="noStrike">
                <a:solidFill>
                  <a:srgbClr val="172A4B"/>
                </a:solidFill>
                <a:latin typeface="Quicksand"/>
                <a:ea typeface="Quicksand"/>
                <a:cs typeface="Quicksand"/>
                <a:sym typeface="Quicksand"/>
              </a:defRPr>
            </a:lvl3pPr>
            <a:lvl4pPr indent="-381000" lvl="3" marL="1828800" marR="0" rtl="0" algn="l">
              <a:lnSpc>
                <a:spcPct val="90000"/>
              </a:lnSpc>
              <a:spcBef>
                <a:spcPts val="500"/>
              </a:spcBef>
              <a:spcAft>
                <a:spcPts val="0"/>
              </a:spcAft>
              <a:buClr>
                <a:schemeClr val="accent2"/>
              </a:buClr>
              <a:buSzPts val="2400"/>
              <a:buFont typeface="Noto Sans Symbols"/>
              <a:buChar char="∙"/>
              <a:defRPr b="0" i="0" sz="1900" u="none" cap="none" strike="noStrike">
                <a:solidFill>
                  <a:srgbClr val="172A4B"/>
                </a:solidFill>
                <a:latin typeface="Quicksand"/>
                <a:ea typeface="Quicksand"/>
                <a:cs typeface="Quicksand"/>
                <a:sym typeface="Quicksand"/>
              </a:defRPr>
            </a:lvl4pPr>
            <a:lvl5pPr indent="-381000" lvl="4" marL="2286000" marR="0" rtl="0" algn="l">
              <a:lnSpc>
                <a:spcPct val="90000"/>
              </a:lnSpc>
              <a:spcBef>
                <a:spcPts val="500"/>
              </a:spcBef>
              <a:spcAft>
                <a:spcPts val="0"/>
              </a:spcAft>
              <a:buClr>
                <a:schemeClr val="accent2"/>
              </a:buClr>
              <a:buSzPts val="2400"/>
              <a:buFont typeface="Noto Sans Symbols"/>
              <a:buChar char="∙"/>
              <a:defRPr b="0"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15" name="Google Shape;2015;g1f81ad28897_0_4724"/>
          <p:cNvSpPr txBox="1"/>
          <p:nvPr/>
        </p:nvSpPr>
        <p:spPr>
          <a:xfrm>
            <a:off x="996843" y="968220"/>
            <a:ext cx="4207500" cy="699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500"/>
              <a:buFont typeface="Quicksand"/>
              <a:buNone/>
            </a:pPr>
            <a:r>
              <a:rPr b="1" i="0" lang="en-US" sz="5500" u="none" cap="none" strike="noStrike">
                <a:solidFill>
                  <a:srgbClr val="002060"/>
                </a:solidFill>
                <a:latin typeface="Quicksand"/>
                <a:ea typeface="Quicksand"/>
                <a:cs typeface="Quicksand"/>
                <a:sym typeface="Quicksand"/>
              </a:rPr>
              <a:t>CONTENTS </a:t>
            </a:r>
            <a:endParaRPr b="1" i="0" sz="5500" u="none" cap="none" strike="noStrike">
              <a:solidFill>
                <a:srgbClr val="FC7C00"/>
              </a:solidFill>
              <a:latin typeface="Quicksand"/>
              <a:ea typeface="Quicksand"/>
              <a:cs typeface="Quicksand"/>
              <a:sym typeface="Quicksand"/>
            </a:endParaRPr>
          </a:p>
        </p:txBody>
      </p:sp>
      <p:sp>
        <p:nvSpPr>
          <p:cNvPr id="2016" name="Google Shape;2016;g1f81ad28897_0_472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500" u="none" cap="none" strike="noStrike">
              <a:solidFill>
                <a:srgbClr val="000000"/>
              </a:solidFill>
              <a:latin typeface="Arial"/>
              <a:ea typeface="Arial"/>
              <a:cs typeface="Arial"/>
              <a:sym typeface="Arial"/>
            </a:endParaRPr>
          </a:p>
        </p:txBody>
      </p:sp>
      <p:sp>
        <p:nvSpPr>
          <p:cNvPr id="2017" name="Google Shape;2017;g1f81ad28897_0_4724"/>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1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ection Seprator ">
  <p:cSld name="blank Section Seprator ">
    <p:spTree>
      <p:nvGrpSpPr>
        <p:cNvPr id="2018" name="Shape 2018"/>
        <p:cNvGrpSpPr/>
        <p:nvPr/>
      </p:nvGrpSpPr>
      <p:grpSpPr>
        <a:xfrm>
          <a:off x="0" y="0"/>
          <a:ext cx="0" cy="0"/>
          <a:chOff x="0" y="0"/>
          <a:chExt cx="0" cy="0"/>
        </a:xfrm>
      </p:grpSpPr>
      <p:grpSp>
        <p:nvGrpSpPr>
          <p:cNvPr id="2019" name="Google Shape;2019;g1f81ad28897_0_4730"/>
          <p:cNvGrpSpPr/>
          <p:nvPr/>
        </p:nvGrpSpPr>
        <p:grpSpPr>
          <a:xfrm>
            <a:off x="680011" y="0"/>
            <a:ext cx="3090697" cy="1806089"/>
            <a:chOff x="536716" y="-1319"/>
            <a:chExt cx="3976708" cy="2323841"/>
          </a:xfrm>
        </p:grpSpPr>
        <p:sp>
          <p:nvSpPr>
            <p:cNvPr id="2020" name="Google Shape;2020;g1f81ad28897_0_473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2021" name="Google Shape;2021;g1f81ad28897_0_4730"/>
            <p:cNvGrpSpPr/>
            <p:nvPr/>
          </p:nvGrpSpPr>
          <p:grpSpPr>
            <a:xfrm>
              <a:off x="536716" y="0"/>
              <a:ext cx="3976708" cy="2322522"/>
              <a:chOff x="947530" y="0"/>
              <a:chExt cx="3976708" cy="2322522"/>
            </a:xfrm>
          </p:grpSpPr>
          <p:sp>
            <p:nvSpPr>
              <p:cNvPr id="2022" name="Google Shape;2022;g1f81ad28897_0_473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23" name="Google Shape;2023;g1f81ad28897_0_473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24" name="Google Shape;2024;g1f81ad28897_0_473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25" name="Google Shape;2025;g1f81ad28897_0_473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26" name="Google Shape;2026;g1f81ad28897_0_473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27" name="Google Shape;2027;g1f81ad28897_0_4730"/>
          <p:cNvSpPr txBox="1"/>
          <p:nvPr>
            <p:ph type="title"/>
          </p:nvPr>
        </p:nvSpPr>
        <p:spPr>
          <a:xfrm>
            <a:off x="680025" y="642115"/>
            <a:ext cx="3018000" cy="1089300"/>
          </a:xfrm>
          <a:prstGeom prst="rect">
            <a:avLst/>
          </a:prstGeom>
          <a:noFill/>
          <a:ln>
            <a:noFill/>
          </a:ln>
        </p:spPr>
        <p:txBody>
          <a:bodyPr anchorCtr="0" anchor="t" bIns="182875" lIns="91425" spcFirstLastPara="1" rIns="91425" wrap="square" tIns="182875">
            <a:normAutofit/>
          </a:bodyPr>
          <a:lstStyle>
            <a:lvl1pPr lvl="0" marR="0" rtl="0" algn="ctr">
              <a:lnSpc>
                <a:spcPct val="90000"/>
              </a:lnSpc>
              <a:spcBef>
                <a:spcPts val="0"/>
              </a:spcBef>
              <a:spcAft>
                <a:spcPts val="0"/>
              </a:spcAft>
              <a:buClr>
                <a:schemeClr val="lt1"/>
              </a:buClr>
              <a:buSzPts val="5500"/>
              <a:buFont typeface="Fredoka"/>
              <a:buNone/>
              <a:defRPr b="1" i="0" sz="5500" u="none" cap="none" strike="noStrike">
                <a:solidFill>
                  <a:schemeClr val="lt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2028" name="Google Shape;2028;g1f81ad28897_0_4730"/>
          <p:cNvSpPr/>
          <p:nvPr>
            <p:ph idx="2" type="pic"/>
          </p:nvPr>
        </p:nvSpPr>
        <p:spPr>
          <a:xfrm>
            <a:off x="6174558" y="1357460"/>
            <a:ext cx="5081100" cy="4557600"/>
          </a:xfrm>
          <a:prstGeom prst="rect">
            <a:avLst/>
          </a:prstGeom>
          <a:noFill/>
          <a:ln>
            <a:noFill/>
          </a:ln>
        </p:spPr>
      </p:sp>
      <p:sp>
        <p:nvSpPr>
          <p:cNvPr id="2029" name="Google Shape;2029;g1f81ad28897_0_4730"/>
          <p:cNvSpPr txBox="1"/>
          <p:nvPr>
            <p:ph idx="1"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1500"/>
              <a:buFont typeface="Arial"/>
              <a:buNone/>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900"/>
              <a:buFont typeface="Arial"/>
              <a:buNone/>
              <a:defRPr b="0" i="0" sz="19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900"/>
              <a:buFont typeface="Arial"/>
              <a:buNone/>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30" name="Google Shape;2030;g1f81ad28897_0_4730"/>
          <p:cNvSpPr txBox="1"/>
          <p:nvPr>
            <p:ph idx="3" type="body"/>
          </p:nvPr>
        </p:nvSpPr>
        <p:spPr>
          <a:xfrm>
            <a:off x="7529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2031" name="Shape 2031"/>
        <p:cNvGrpSpPr/>
        <p:nvPr/>
      </p:nvGrpSpPr>
      <p:grpSpPr>
        <a:xfrm>
          <a:off x="0" y="0"/>
          <a:ext cx="0" cy="0"/>
          <a:chOff x="0" y="0"/>
          <a:chExt cx="0" cy="0"/>
        </a:xfrm>
      </p:grpSpPr>
      <p:sp>
        <p:nvSpPr>
          <p:cNvPr id="2032" name="Google Shape;2032;g1f81ad28897_0_4743"/>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500" u="none" cap="none" strike="noStrike">
              <a:solidFill>
                <a:srgbClr val="000000"/>
              </a:solidFill>
              <a:latin typeface="Arial"/>
              <a:ea typeface="Arial"/>
              <a:cs typeface="Arial"/>
              <a:sym typeface="Arial"/>
            </a:endParaRPr>
          </a:p>
        </p:txBody>
      </p:sp>
      <p:pic>
        <p:nvPicPr>
          <p:cNvPr id="2033" name="Google Shape;2033;g1f81ad28897_0_4743"/>
          <p:cNvPicPr preferRelativeResize="0"/>
          <p:nvPr/>
        </p:nvPicPr>
        <p:blipFill rotWithShape="1">
          <a:blip r:embed="rId2">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2034" name="Shape 2034"/>
        <p:cNvGrpSpPr/>
        <p:nvPr/>
      </p:nvGrpSpPr>
      <p:grpSpPr>
        <a:xfrm>
          <a:off x="0" y="0"/>
          <a:ext cx="0" cy="0"/>
          <a:chOff x="0" y="0"/>
          <a:chExt cx="0" cy="0"/>
        </a:xfrm>
      </p:grpSpPr>
      <p:grpSp>
        <p:nvGrpSpPr>
          <p:cNvPr id="2035" name="Google Shape;2035;g1f81ad28897_0_4750"/>
          <p:cNvGrpSpPr/>
          <p:nvPr/>
        </p:nvGrpSpPr>
        <p:grpSpPr>
          <a:xfrm>
            <a:off x="0" y="579518"/>
            <a:ext cx="4207500" cy="823623"/>
            <a:chOff x="0" y="579518"/>
            <a:chExt cx="4207500" cy="823623"/>
          </a:xfrm>
        </p:grpSpPr>
        <p:sp>
          <p:nvSpPr>
            <p:cNvPr id="2036" name="Google Shape;2036;g1f81ad28897_0_4750"/>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37" name="Google Shape;2037;g1f81ad28897_0_4750"/>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38" name="Google Shape;2038;g1f81ad28897_0_4750"/>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39" name="Google Shape;2039;g1f81ad28897_0_4750"/>
          <p:cNvSpPr txBox="1"/>
          <p:nvPr>
            <p:ph idx="2"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ctr">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40" name="Google Shape;2040;g1f81ad28897_0_4750"/>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2041" name="Shape 2041"/>
        <p:cNvGrpSpPr/>
        <p:nvPr/>
      </p:nvGrpSpPr>
      <p:grpSpPr>
        <a:xfrm>
          <a:off x="0" y="0"/>
          <a:ext cx="0" cy="0"/>
          <a:chOff x="0" y="0"/>
          <a:chExt cx="0" cy="0"/>
        </a:xfrm>
      </p:grpSpPr>
      <p:sp>
        <p:nvSpPr>
          <p:cNvPr id="2042" name="Google Shape;2042;g1f81ad28897_0_475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grpSp>
        <p:nvGrpSpPr>
          <p:cNvPr id="2043" name="Google Shape;2043;g1f81ad28897_0_4757"/>
          <p:cNvGrpSpPr/>
          <p:nvPr/>
        </p:nvGrpSpPr>
        <p:grpSpPr>
          <a:xfrm>
            <a:off x="-1" y="579518"/>
            <a:ext cx="7079588" cy="823623"/>
            <a:chOff x="0" y="579518"/>
            <a:chExt cx="4146900" cy="823623"/>
          </a:xfrm>
        </p:grpSpPr>
        <p:sp>
          <p:nvSpPr>
            <p:cNvPr id="2044" name="Google Shape;2044;g1f81ad28897_0_4757"/>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45" name="Google Shape;2045;g1f81ad28897_0_475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46" name="Google Shape;2046;g1f81ad28897_0_4757"/>
          <p:cNvSpPr txBox="1"/>
          <p:nvPr>
            <p:ph idx="2"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47" name="Google Shape;2047;g1f81ad28897_0_4757"/>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2048" name="Shape 2048"/>
        <p:cNvGrpSpPr/>
        <p:nvPr/>
      </p:nvGrpSpPr>
      <p:grpSpPr>
        <a:xfrm>
          <a:off x="0" y="0"/>
          <a:ext cx="0" cy="0"/>
          <a:chOff x="0" y="0"/>
          <a:chExt cx="0" cy="0"/>
        </a:xfrm>
      </p:grpSpPr>
      <p:grpSp>
        <p:nvGrpSpPr>
          <p:cNvPr id="2049" name="Google Shape;2049;g1f81ad28897_0_4764"/>
          <p:cNvGrpSpPr/>
          <p:nvPr/>
        </p:nvGrpSpPr>
        <p:grpSpPr>
          <a:xfrm>
            <a:off x="0" y="579518"/>
            <a:ext cx="4207500" cy="823623"/>
            <a:chOff x="0" y="579518"/>
            <a:chExt cx="4207500" cy="823623"/>
          </a:xfrm>
        </p:grpSpPr>
        <p:sp>
          <p:nvSpPr>
            <p:cNvPr id="2050" name="Google Shape;2050;g1f81ad28897_0_4764"/>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51" name="Google Shape;2051;g1f81ad28897_0_476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52" name="Google Shape;2052;g1f81ad28897_0_4764"/>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900"/>
              <a:buFont typeface="Arial"/>
              <a:buNone/>
              <a:defRPr b="1" i="0" sz="19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900"/>
              <a:buFont typeface="Arial"/>
              <a:buNone/>
              <a:defRPr b="1"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53" name="Google Shape;2053;g1f81ad28897_0_4764"/>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54" name="Google Shape;2054;g1f81ad28897_0_4764"/>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55" name="Google Shape;2055;g1f81ad28897_0_4764"/>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2056" name="Shape 2056"/>
        <p:cNvGrpSpPr/>
        <p:nvPr/>
      </p:nvGrpSpPr>
      <p:grpSpPr>
        <a:xfrm>
          <a:off x="0" y="0"/>
          <a:ext cx="0" cy="0"/>
          <a:chOff x="0" y="0"/>
          <a:chExt cx="0" cy="0"/>
        </a:xfrm>
      </p:grpSpPr>
      <p:grpSp>
        <p:nvGrpSpPr>
          <p:cNvPr id="2057" name="Google Shape;2057;g1f81ad28897_0_4772"/>
          <p:cNvGrpSpPr/>
          <p:nvPr/>
        </p:nvGrpSpPr>
        <p:grpSpPr>
          <a:xfrm>
            <a:off x="-1" y="579518"/>
            <a:ext cx="7079588" cy="823623"/>
            <a:chOff x="0" y="579518"/>
            <a:chExt cx="4146900" cy="823623"/>
          </a:xfrm>
        </p:grpSpPr>
        <p:sp>
          <p:nvSpPr>
            <p:cNvPr id="2058" name="Google Shape;2058;g1f81ad28897_0_4772"/>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59" name="Google Shape;2059;g1f81ad28897_0_477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60" name="Google Shape;2060;g1f81ad28897_0_477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900"/>
              <a:buFont typeface="Arial"/>
              <a:buNone/>
              <a:defRPr b="1" i="0" sz="19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900"/>
              <a:buFont typeface="Arial"/>
              <a:buNone/>
              <a:defRPr b="1"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61" name="Google Shape;2061;g1f81ad28897_0_477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1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62" name="Google Shape;2062;g1f81ad28897_0_4772"/>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63" name="Google Shape;2063;g1f81ad28897_0_4772"/>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2064" name="Shape 2064"/>
        <p:cNvGrpSpPr/>
        <p:nvPr/>
      </p:nvGrpSpPr>
      <p:grpSpPr>
        <a:xfrm>
          <a:off x="0" y="0"/>
          <a:ext cx="0" cy="0"/>
          <a:chOff x="0" y="0"/>
          <a:chExt cx="0" cy="0"/>
        </a:xfrm>
      </p:grpSpPr>
      <p:grpSp>
        <p:nvGrpSpPr>
          <p:cNvPr id="2065" name="Google Shape;2065;g1f81ad28897_0_4780"/>
          <p:cNvGrpSpPr/>
          <p:nvPr/>
        </p:nvGrpSpPr>
        <p:grpSpPr>
          <a:xfrm>
            <a:off x="0" y="579518"/>
            <a:ext cx="4207500" cy="823623"/>
            <a:chOff x="0" y="579518"/>
            <a:chExt cx="4207500" cy="823623"/>
          </a:xfrm>
        </p:grpSpPr>
        <p:sp>
          <p:nvSpPr>
            <p:cNvPr id="2066" name="Google Shape;2066;g1f81ad28897_0_4780"/>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067" name="Google Shape;2067;g1f81ad28897_0_4780"/>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068" name="Google Shape;2068;g1f81ad28897_0_4780"/>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900"/>
              <a:buFont typeface="Arial"/>
              <a:buNone/>
              <a:defRPr b="1" i="0" sz="19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2069" name="Google Shape;2069;g1f81ad28897_0_4780"/>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1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9250" lvl="2" marL="13716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70" name="Google Shape;2070;g1f81ad28897_0_4780"/>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900"/>
              <a:buFont typeface="Arial"/>
              <a:buNone/>
              <a:defRPr b="1" i="0" sz="19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2071" name="Google Shape;2071;g1f81ad28897_0_4780"/>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1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9250" lvl="2" marL="1371600" marR="0" rtl="0" algn="l">
              <a:lnSpc>
                <a:spcPct val="90000"/>
              </a:lnSpc>
              <a:spcBef>
                <a:spcPts val="500"/>
              </a:spcBef>
              <a:spcAft>
                <a:spcPts val="0"/>
              </a:spcAft>
              <a:buClr>
                <a:schemeClr val="accent2"/>
              </a:buClr>
              <a:buSzPts val="1900"/>
              <a:buFont typeface="Arial"/>
              <a:buChar char="•"/>
              <a:defRPr b="0" i="0" sz="19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72" name="Google Shape;2072;g1f81ad28897_0_4780"/>
          <p:cNvSpPr txBox="1"/>
          <p:nvPr>
            <p:ph idx="5"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73" name="Google Shape;2073;g1f81ad28897_0_4780"/>
          <p:cNvSpPr txBox="1"/>
          <p:nvPr>
            <p:ph type="title"/>
          </p:nvPr>
        </p:nvSpPr>
        <p:spPr>
          <a:xfrm>
            <a:off x="180975" y="579519"/>
            <a:ext cx="111129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2074" name="Shape 2074"/>
        <p:cNvGrpSpPr/>
        <p:nvPr/>
      </p:nvGrpSpPr>
      <p:grpSpPr>
        <a:xfrm>
          <a:off x="0" y="0"/>
          <a:ext cx="0" cy="0"/>
          <a:chOff x="0" y="0"/>
          <a:chExt cx="0" cy="0"/>
        </a:xfrm>
      </p:grpSpPr>
      <p:sp>
        <p:nvSpPr>
          <p:cNvPr id="2075" name="Google Shape;2075;g1f81ad28897_0_479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pic>
        <p:nvPicPr>
          <p:cNvPr id="2076" name="Google Shape;2076;g1f81ad28897_0_4790"/>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2077" name="Google Shape;2077;g1f81ad28897_0_4790"/>
          <p:cNvSpPr txBox="1"/>
          <p:nvPr>
            <p:ph idx="1" type="body"/>
          </p:nvPr>
        </p:nvSpPr>
        <p:spPr>
          <a:xfrm>
            <a:off x="3789363" y="5721350"/>
            <a:ext cx="5091300" cy="5481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1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002060"/>
              </a:buClr>
              <a:buSzPts val="1900"/>
              <a:buFont typeface="Arial"/>
              <a:buNone/>
              <a:defRPr b="1" i="0" sz="1900" u="none" cap="none" strike="noStrike">
                <a:solidFill>
                  <a:srgbClr val="002060"/>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002060"/>
              </a:buClr>
              <a:buSzPts val="1900"/>
              <a:buFont typeface="Arial"/>
              <a:buNone/>
              <a:defRPr b="1" i="0" sz="1900" u="none" cap="none" strike="noStrike">
                <a:solidFill>
                  <a:srgbClr val="002060"/>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2078" name="Shape 2078"/>
        <p:cNvGrpSpPr/>
        <p:nvPr/>
      </p:nvGrpSpPr>
      <p:grpSpPr>
        <a:xfrm>
          <a:off x="0" y="0"/>
          <a:ext cx="0" cy="0"/>
          <a:chOff x="0" y="0"/>
          <a:chExt cx="0" cy="0"/>
        </a:xfrm>
      </p:grpSpPr>
      <p:sp>
        <p:nvSpPr>
          <p:cNvPr id="2079" name="Google Shape;2079;g1f81ad28897_0_4794"/>
          <p:cNvSpPr txBox="1"/>
          <p:nvPr>
            <p:ph type="title"/>
          </p:nvPr>
        </p:nvSpPr>
        <p:spPr>
          <a:xfrm>
            <a:off x="839788" y="457200"/>
            <a:ext cx="3932100" cy="16005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2080" name="Google Shape;2080;g1f81ad28897_0_4794"/>
          <p:cNvSpPr txBox="1"/>
          <p:nvPr>
            <p:ph idx="1" type="body"/>
          </p:nvPr>
        </p:nvSpPr>
        <p:spPr>
          <a:xfrm>
            <a:off x="5183188" y="987425"/>
            <a:ext cx="6172500" cy="4873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1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2081" name="Google Shape;2081;g1f81ad28897_0_479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1500"/>
              <a:buFont typeface="Arial"/>
              <a:buNone/>
              <a:defRPr b="0" i="0" sz="15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Quicksand"/>
                <a:ea typeface="Quicksand"/>
                <a:cs typeface="Quicksand"/>
                <a:sym typeface="Quicksand"/>
              </a:defRPr>
            </a:lvl9pPr>
          </a:lstStyle>
          <a:p/>
        </p:txBody>
      </p:sp>
      <p:sp>
        <p:nvSpPr>
          <p:cNvPr id="2082" name="Google Shape;2082;g1f81ad28897_0_4794"/>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83" name="Shape 2083"/>
        <p:cNvGrpSpPr/>
        <p:nvPr/>
      </p:nvGrpSpPr>
      <p:grpSpPr>
        <a:xfrm>
          <a:off x="0" y="0"/>
          <a:ext cx="0" cy="0"/>
          <a:chOff x="0" y="0"/>
          <a:chExt cx="0" cy="0"/>
        </a:xfrm>
      </p:grpSpPr>
      <p:sp>
        <p:nvSpPr>
          <p:cNvPr id="2084" name="Google Shape;2084;g1f81ad28897_0_4799"/>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Quicksand"/>
              <a:buNone/>
              <a:defRPr b="1" i="0" sz="6900" u="none" cap="none" strike="noStrike">
                <a:solidFill>
                  <a:srgbClr val="172A4B"/>
                </a:solidFill>
                <a:latin typeface="Quicksand"/>
                <a:ea typeface="Quicksand"/>
                <a:cs typeface="Quicksand"/>
                <a:sym typeface="Quicksand"/>
              </a:defRPr>
            </a:lvl1pPr>
            <a:lvl2pPr lvl="1"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9pPr>
          </a:lstStyle>
          <a:p/>
        </p:txBody>
      </p:sp>
      <p:sp>
        <p:nvSpPr>
          <p:cNvPr id="2085" name="Google Shape;2085;g1f81ad28897_0_4799"/>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1" i="0" sz="1900"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9pPr>
          </a:lstStyle>
          <a:p/>
        </p:txBody>
      </p:sp>
      <p:sp>
        <p:nvSpPr>
          <p:cNvPr id="2086" name="Google Shape;2086;g1f81ad28897_0_479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2087" name="Google Shape;2087;g1f81ad28897_0_4799"/>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1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88" name="Google Shape;2088;g1f81ad28897_0_4799"/>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089" name="Shape 2089"/>
        <p:cNvGrpSpPr/>
        <p:nvPr/>
      </p:nvGrpSpPr>
      <p:grpSpPr>
        <a:xfrm>
          <a:off x="0" y="0"/>
          <a:ext cx="0" cy="0"/>
          <a:chOff x="0" y="0"/>
          <a:chExt cx="0" cy="0"/>
        </a:xfrm>
      </p:grpSpPr>
      <p:sp>
        <p:nvSpPr>
          <p:cNvPr id="2090" name="Google Shape;2090;g1f81ad28897_0_4805"/>
          <p:cNvSpPr txBox="1"/>
          <p:nvPr>
            <p:ph type="ctrTitle"/>
          </p:nvPr>
        </p:nvSpPr>
        <p:spPr>
          <a:xfrm>
            <a:off x="959999" y="1147200"/>
            <a:ext cx="10048500" cy="27531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69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9pPr>
          </a:lstStyle>
          <a:p/>
        </p:txBody>
      </p:sp>
      <p:sp>
        <p:nvSpPr>
          <p:cNvPr id="2091" name="Google Shape;2091;g1f81ad28897_0_4805"/>
          <p:cNvSpPr txBox="1"/>
          <p:nvPr>
            <p:ph idx="1" type="subTitle"/>
          </p:nvPr>
        </p:nvSpPr>
        <p:spPr>
          <a:xfrm>
            <a:off x="959999" y="3765767"/>
            <a:ext cx="100485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0" i="0" sz="1900"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00" u="none" cap="none" strike="noStrike">
                <a:solidFill>
                  <a:schemeClr val="dk1"/>
                </a:solidFill>
                <a:latin typeface="Quicksand"/>
                <a:ea typeface="Quicksand"/>
                <a:cs typeface="Quicksand"/>
                <a:sym typeface="Quicksand"/>
              </a:defRPr>
            </a:lvl9pPr>
          </a:lstStyle>
          <a:p/>
        </p:txBody>
      </p:sp>
      <p:sp>
        <p:nvSpPr>
          <p:cNvPr id="2092" name="Google Shape;2092;g1f81ad28897_0_480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2093" name="Google Shape;2093;g1f81ad28897_0_4805"/>
          <p:cNvSpPr txBox="1"/>
          <p:nvPr>
            <p:ph idx="2"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2094" name="Shape 2094"/>
        <p:cNvGrpSpPr/>
        <p:nvPr/>
      </p:nvGrpSpPr>
      <p:grpSpPr>
        <a:xfrm>
          <a:off x="0" y="0"/>
          <a:ext cx="0" cy="0"/>
          <a:chOff x="0" y="0"/>
          <a:chExt cx="0" cy="0"/>
        </a:xfrm>
      </p:grpSpPr>
      <p:sp>
        <p:nvSpPr>
          <p:cNvPr id="2095" name="Google Shape;2095;g1f81ad28897_0_4810"/>
          <p:cNvSpPr txBox="1"/>
          <p:nvPr>
            <p:ph type="ctrTitle"/>
          </p:nvPr>
        </p:nvSpPr>
        <p:spPr>
          <a:xfrm>
            <a:off x="579432" y="1300532"/>
            <a:ext cx="2430000" cy="37197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9pPr>
          </a:lstStyle>
          <a:p/>
        </p:txBody>
      </p:sp>
      <p:sp>
        <p:nvSpPr>
          <p:cNvPr id="2096" name="Google Shape;2096;g1f81ad28897_0_481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2097" name="Google Shape;2097;g1f81ad28897_0_4810"/>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98" name="Google Shape;2098;g1f81ad28897_0_4810"/>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1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099" name="Google Shape;2099;g1f81ad28897_0_4810"/>
          <p:cNvSpPr txBox="1"/>
          <p:nvPr>
            <p:ph idx="3" type="body"/>
          </p:nvPr>
        </p:nvSpPr>
        <p:spPr>
          <a:xfrm>
            <a:off x="3124200" y="1300163"/>
            <a:ext cx="8488500" cy="4814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1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100" name="Google Shape;2100;g1f81ad28897_0_4810"/>
          <p:cNvSpPr txBox="1"/>
          <p:nvPr>
            <p:ph idx="4"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2101" name="Shape 2101"/>
        <p:cNvGrpSpPr/>
        <p:nvPr/>
      </p:nvGrpSpPr>
      <p:grpSpPr>
        <a:xfrm>
          <a:off x="0" y="0"/>
          <a:ext cx="0" cy="0"/>
          <a:chOff x="0" y="0"/>
          <a:chExt cx="0" cy="0"/>
        </a:xfrm>
      </p:grpSpPr>
      <p:sp>
        <p:nvSpPr>
          <p:cNvPr id="2102" name="Google Shape;2102;g1f81ad28897_0_481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2103" name="Google Shape;2103;g1f81ad28897_0_481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1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900"/>
              <a:buFont typeface="Arial"/>
              <a:buNone/>
              <a:defRPr b="0" i="0" sz="19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2104" name="Google Shape;2104;g1f81ad28897_0_481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900"/>
              <a:buFont typeface="Quicksand"/>
              <a:buNone/>
            </a:pPr>
            <a:r>
              <a:t/>
            </a:r>
            <a:endParaRPr b="0" i="0" sz="1900" u="none" cap="none" strike="noStrike">
              <a:solidFill>
                <a:schemeClr val="dk1"/>
              </a:solidFill>
              <a:latin typeface="Calibri"/>
              <a:ea typeface="Calibri"/>
              <a:cs typeface="Calibri"/>
              <a:sym typeface="Calibri"/>
            </a:endParaRPr>
          </a:p>
        </p:txBody>
      </p:sp>
      <p:sp>
        <p:nvSpPr>
          <p:cNvPr id="2105" name="Google Shape;2105;g1f81ad28897_0_4817"/>
          <p:cNvSpPr txBox="1"/>
          <p:nvPr>
            <p:ph idx="2"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1500"/>
              <a:buFont typeface="Arial"/>
              <a:buNone/>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2106" name="Shape 2106"/>
        <p:cNvGrpSpPr/>
        <p:nvPr/>
      </p:nvGrpSpPr>
      <p:grpSpPr>
        <a:xfrm>
          <a:off x="0" y="0"/>
          <a:ext cx="0" cy="0"/>
          <a:chOff x="0" y="0"/>
          <a:chExt cx="0" cy="0"/>
        </a:xfrm>
      </p:grpSpPr>
      <p:sp>
        <p:nvSpPr>
          <p:cNvPr id="2107" name="Google Shape;2107;g1f81ad28897_0_4822"/>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55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00" u="none" cap="none" strike="noStrike">
                <a:solidFill>
                  <a:srgbClr val="000000"/>
                </a:solidFill>
                <a:latin typeface="Arial"/>
                <a:ea typeface="Arial"/>
                <a:cs typeface="Arial"/>
                <a:sym typeface="Arial"/>
              </a:defRPr>
            </a:lvl9pPr>
          </a:lstStyle>
          <a:p/>
        </p:txBody>
      </p:sp>
      <p:sp>
        <p:nvSpPr>
          <p:cNvPr id="2108" name="Google Shape;2108;g1f81ad28897_0_4822"/>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1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109" name="Google Shape;2109;g1f81ad28897_0_4822"/>
          <p:cNvSpPr txBox="1"/>
          <p:nvPr>
            <p:ph idx="2" type="body"/>
          </p:nvPr>
        </p:nvSpPr>
        <p:spPr>
          <a:xfrm>
            <a:off x="959999" y="5124450"/>
            <a:ext cx="4488300" cy="99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110" name="Google Shape;2110;g1f81ad28897_0_4822"/>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23850" lvl="0" marL="457200" marR="0" rtl="0" algn="l">
              <a:lnSpc>
                <a:spcPct val="90000"/>
              </a:lnSpc>
              <a:spcBef>
                <a:spcPts val="1100"/>
              </a:spcBef>
              <a:spcAft>
                <a:spcPts val="0"/>
              </a:spcAft>
              <a:buClr>
                <a:schemeClr val="lt1"/>
              </a:buClr>
              <a:buSzPts val="1500"/>
              <a:buFont typeface="Arial"/>
              <a:buChar char="•"/>
              <a:defRPr b="1" i="0" sz="15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2111" name="Shape 2111"/>
        <p:cNvGrpSpPr/>
        <p:nvPr/>
      </p:nvGrpSpPr>
      <p:grpSpPr>
        <a:xfrm>
          <a:off x="0" y="0"/>
          <a:ext cx="0" cy="0"/>
          <a:chOff x="0" y="0"/>
          <a:chExt cx="0" cy="0"/>
        </a:xfrm>
      </p:grpSpPr>
      <p:sp>
        <p:nvSpPr>
          <p:cNvPr id="2112" name="Google Shape;2112;g1f81ad28897_0_4827"/>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9250" lvl="0" marL="457200" marR="0" rtl="0" algn="l">
              <a:lnSpc>
                <a:spcPct val="115000"/>
              </a:lnSpc>
              <a:spcBef>
                <a:spcPts val="0"/>
              </a:spcBef>
              <a:spcAft>
                <a:spcPts val="0"/>
              </a:spcAft>
              <a:buClr>
                <a:srgbClr val="1955CC"/>
              </a:buClr>
              <a:buSzPts val="1900"/>
              <a:buFont typeface="Arial"/>
              <a:buChar char="●"/>
              <a:defRPr b="0" i="0" sz="2800" u="none" cap="none" strike="noStrike">
                <a:solidFill>
                  <a:srgbClr val="1955CC"/>
                </a:solidFill>
                <a:latin typeface="Quicksand"/>
                <a:ea typeface="Quicksand"/>
                <a:cs typeface="Quicksand"/>
                <a:sym typeface="Quicksand"/>
              </a:defRPr>
            </a:lvl1pPr>
            <a:lvl2pPr indent="-323850" lvl="1" marL="914400" marR="0" rtl="0" algn="l">
              <a:lnSpc>
                <a:spcPct val="115000"/>
              </a:lnSpc>
              <a:spcBef>
                <a:spcPts val="2100"/>
              </a:spcBef>
              <a:spcAft>
                <a:spcPts val="0"/>
              </a:spcAft>
              <a:buClr>
                <a:schemeClr val="dk1"/>
              </a:buClr>
              <a:buSzPts val="1500"/>
              <a:buFont typeface="Arial"/>
              <a:buChar char="○"/>
              <a:defRPr b="0" i="0" sz="2400" u="none" cap="none" strike="noStrike">
                <a:solidFill>
                  <a:schemeClr val="dk1"/>
                </a:solidFill>
                <a:latin typeface="Quicksand"/>
                <a:ea typeface="Quicksand"/>
                <a:cs typeface="Quicksand"/>
                <a:sym typeface="Quicksand"/>
              </a:defRPr>
            </a:lvl2pPr>
            <a:lvl3pPr indent="-323850" lvl="2" marL="1371600" marR="0" rtl="0" algn="l">
              <a:lnSpc>
                <a:spcPct val="115000"/>
              </a:lnSpc>
              <a:spcBef>
                <a:spcPts val="2100"/>
              </a:spcBef>
              <a:spcAft>
                <a:spcPts val="0"/>
              </a:spcAft>
              <a:buClr>
                <a:schemeClr val="dk1"/>
              </a:buClr>
              <a:buSzPts val="1500"/>
              <a:buFont typeface="Arial"/>
              <a:buChar char="■"/>
              <a:defRPr b="0" i="0" sz="2000" u="none" cap="none" strike="noStrike">
                <a:solidFill>
                  <a:schemeClr val="dk1"/>
                </a:solidFill>
                <a:latin typeface="Quicksand"/>
                <a:ea typeface="Quicksand"/>
                <a:cs typeface="Quicksand"/>
                <a:sym typeface="Quicksand"/>
              </a:defRPr>
            </a:lvl3pPr>
            <a:lvl4pPr indent="-323850" lvl="3" marL="1828800" marR="0" rtl="0" algn="l">
              <a:lnSpc>
                <a:spcPct val="115000"/>
              </a:lnSpc>
              <a:spcBef>
                <a:spcPts val="2100"/>
              </a:spcBef>
              <a:spcAft>
                <a:spcPts val="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4pPr>
            <a:lvl5pPr indent="-323850" lvl="4" marL="2286000" marR="0" rtl="0" algn="l">
              <a:lnSpc>
                <a:spcPct val="115000"/>
              </a:lnSpc>
              <a:spcBef>
                <a:spcPts val="2100"/>
              </a:spcBef>
              <a:spcAft>
                <a:spcPts val="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5pPr>
            <a:lvl6pPr indent="-323850" lvl="5" marL="2743200" marR="0" rtl="0" algn="l">
              <a:lnSpc>
                <a:spcPct val="115000"/>
              </a:lnSpc>
              <a:spcBef>
                <a:spcPts val="2100"/>
              </a:spcBef>
              <a:spcAft>
                <a:spcPts val="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6pPr>
            <a:lvl7pPr indent="-323850" lvl="6" marL="3200400" marR="0" rtl="0" algn="l">
              <a:lnSpc>
                <a:spcPct val="115000"/>
              </a:lnSpc>
              <a:spcBef>
                <a:spcPts val="2100"/>
              </a:spcBef>
              <a:spcAft>
                <a:spcPts val="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7pPr>
            <a:lvl8pPr indent="-323850" lvl="7" marL="3657600" marR="0" rtl="0" algn="l">
              <a:lnSpc>
                <a:spcPct val="115000"/>
              </a:lnSpc>
              <a:spcBef>
                <a:spcPts val="2100"/>
              </a:spcBef>
              <a:spcAft>
                <a:spcPts val="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8pPr>
            <a:lvl9pPr indent="-323850" lvl="8" marL="4114800" marR="0" rtl="0" algn="l">
              <a:lnSpc>
                <a:spcPct val="115000"/>
              </a:lnSpc>
              <a:spcBef>
                <a:spcPts val="2100"/>
              </a:spcBef>
              <a:spcAft>
                <a:spcPts val="2100"/>
              </a:spcAft>
              <a:buClr>
                <a:schemeClr val="dk1"/>
              </a:buClr>
              <a:buSzPts val="1500"/>
              <a:buFont typeface="Arial"/>
              <a:buChar char="■"/>
              <a:defRPr b="0" i="0" sz="1900" u="none" cap="none" strike="noStrike">
                <a:solidFill>
                  <a:schemeClr val="dk1"/>
                </a:solidFill>
                <a:latin typeface="Quicksand"/>
                <a:ea typeface="Quicksand"/>
                <a:cs typeface="Quicksand"/>
                <a:sym typeface="Quicksand"/>
              </a:defRPr>
            </a:lvl9pPr>
          </a:lstStyle>
          <a:p/>
        </p:txBody>
      </p:sp>
      <p:sp>
        <p:nvSpPr>
          <p:cNvPr id="2113" name="Google Shape;2113;g1f81ad28897_0_4827"/>
          <p:cNvSpPr txBox="1"/>
          <p:nvPr>
            <p:ph type="title"/>
          </p:nvPr>
        </p:nvSpPr>
        <p:spPr>
          <a:xfrm>
            <a:off x="414533" y="644434"/>
            <a:ext cx="11361600" cy="62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900" u="none" cap="none" strike="noStrike">
                <a:solidFill>
                  <a:srgbClr val="000000"/>
                </a:solidFill>
                <a:latin typeface="Arial"/>
                <a:ea typeface="Arial"/>
                <a:cs typeface="Arial"/>
                <a:sym typeface="Arial"/>
              </a:defRPr>
            </a:lvl9pPr>
          </a:lstStyle>
          <a:p/>
        </p:txBody>
      </p:sp>
      <p:sp>
        <p:nvSpPr>
          <p:cNvPr id="2114" name="Google Shape;2114;g1f81ad28897_0_4827"/>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1pPr>
            <a:lvl2pPr indent="0" lvl="1"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2pPr>
            <a:lvl3pPr indent="0" lvl="2"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3pPr>
            <a:lvl4pPr indent="0" lvl="3"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4pPr>
            <a:lvl5pPr indent="0" lvl="4"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5pPr>
            <a:lvl6pPr indent="0" lvl="5"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6pPr>
            <a:lvl7pPr indent="0" lvl="6"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7pPr>
            <a:lvl8pPr indent="0" lvl="7"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8pPr>
            <a:lvl9pPr indent="0" lvl="8" marL="0" marR="0" rtl="0" algn="ctr">
              <a:lnSpc>
                <a:spcPct val="100000"/>
              </a:lnSpc>
              <a:spcBef>
                <a:spcPts val="0"/>
              </a:spcBef>
              <a:spcAft>
                <a:spcPts val="0"/>
              </a:spcAft>
              <a:buClr>
                <a:srgbClr val="000000"/>
              </a:buClr>
              <a:buSzPts val="800"/>
              <a:buFont typeface="Arial"/>
              <a:buNone/>
              <a:defRPr b="0" i="0" sz="1100"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2115" name="Google Shape;2115;g1f81ad28897_0_4827"/>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rtl="0" algn="r">
              <a:lnSpc>
                <a:spcPct val="100000"/>
              </a:lnSpc>
              <a:spcBef>
                <a:spcPts val="0"/>
              </a:spcBef>
              <a:spcAft>
                <a:spcPts val="0"/>
              </a:spcAft>
              <a:buClr>
                <a:srgbClr val="1955CC"/>
              </a:buClr>
              <a:buSzPts val="1900"/>
              <a:buFont typeface="Arial"/>
              <a:buNone/>
              <a:defRPr b="1" i="0" sz="1600" u="none" cap="none" strike="noStrike">
                <a:solidFill>
                  <a:srgbClr val="1955CC"/>
                </a:solidFill>
                <a:latin typeface="Quicksand"/>
                <a:ea typeface="Quicksand"/>
                <a:cs typeface="Quicksand"/>
                <a:sym typeface="Quicksand"/>
              </a:defRPr>
            </a:lvl1pPr>
            <a:lvl2pPr lvl="1" marR="0" rtl="0" algn="l">
              <a:lnSpc>
                <a:spcPct val="115000"/>
              </a:lnSpc>
              <a:spcBef>
                <a:spcPts val="0"/>
              </a:spcBef>
              <a:spcAft>
                <a:spcPts val="0"/>
              </a:spcAft>
              <a:buClr>
                <a:schemeClr val="dk1"/>
              </a:buClr>
              <a:buSzPts val="1500"/>
              <a:buFont typeface="Arial"/>
              <a:buNone/>
              <a:defRPr b="0" i="0" sz="2400" u="none" cap="none" strike="noStrike">
                <a:solidFill>
                  <a:schemeClr val="dk1"/>
                </a:solidFill>
                <a:latin typeface="Quicksand"/>
                <a:ea typeface="Quicksand"/>
                <a:cs typeface="Quicksand"/>
                <a:sym typeface="Quicksand"/>
              </a:defRPr>
            </a:lvl2pPr>
            <a:lvl3pPr lvl="2" marR="0" rtl="0" algn="l">
              <a:lnSpc>
                <a:spcPct val="115000"/>
              </a:lnSpc>
              <a:spcBef>
                <a:spcPts val="2100"/>
              </a:spcBef>
              <a:spcAft>
                <a:spcPts val="0"/>
              </a:spcAft>
              <a:buClr>
                <a:schemeClr val="dk1"/>
              </a:buClr>
              <a:buSzPts val="1500"/>
              <a:buFont typeface="Arial"/>
              <a:buNone/>
              <a:defRPr b="0" i="0" sz="2000" u="none" cap="none" strike="noStrike">
                <a:solidFill>
                  <a:schemeClr val="dk1"/>
                </a:solidFill>
                <a:latin typeface="Quicksand"/>
                <a:ea typeface="Quicksand"/>
                <a:cs typeface="Quicksand"/>
                <a:sym typeface="Quicksand"/>
              </a:defRPr>
            </a:lvl3pPr>
            <a:lvl4pPr lvl="3" marR="0" rtl="0" algn="l">
              <a:lnSpc>
                <a:spcPct val="115000"/>
              </a:lnSpc>
              <a:spcBef>
                <a:spcPts val="2100"/>
              </a:spcBef>
              <a:spcAft>
                <a:spcPts val="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4pPr>
            <a:lvl5pPr lvl="4" marR="0" rtl="0" algn="l">
              <a:lnSpc>
                <a:spcPct val="115000"/>
              </a:lnSpc>
              <a:spcBef>
                <a:spcPts val="2100"/>
              </a:spcBef>
              <a:spcAft>
                <a:spcPts val="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5pPr>
            <a:lvl6pPr lvl="5" marR="0" rtl="0" algn="l">
              <a:lnSpc>
                <a:spcPct val="115000"/>
              </a:lnSpc>
              <a:spcBef>
                <a:spcPts val="2100"/>
              </a:spcBef>
              <a:spcAft>
                <a:spcPts val="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6pPr>
            <a:lvl7pPr lvl="6" marR="0" rtl="0" algn="l">
              <a:lnSpc>
                <a:spcPct val="115000"/>
              </a:lnSpc>
              <a:spcBef>
                <a:spcPts val="2100"/>
              </a:spcBef>
              <a:spcAft>
                <a:spcPts val="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7pPr>
            <a:lvl8pPr lvl="7" marR="0" rtl="0" algn="l">
              <a:lnSpc>
                <a:spcPct val="115000"/>
              </a:lnSpc>
              <a:spcBef>
                <a:spcPts val="2100"/>
              </a:spcBef>
              <a:spcAft>
                <a:spcPts val="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8pPr>
            <a:lvl9pPr lvl="8" marR="0" rtl="0" algn="l">
              <a:lnSpc>
                <a:spcPct val="115000"/>
              </a:lnSpc>
              <a:spcBef>
                <a:spcPts val="2100"/>
              </a:spcBef>
              <a:spcAft>
                <a:spcPts val="2100"/>
              </a:spcAft>
              <a:buClr>
                <a:schemeClr val="dk1"/>
              </a:buClr>
              <a:buSzPts val="1500"/>
              <a:buFont typeface="Arial"/>
              <a:buNone/>
              <a:defRPr b="0" i="0" sz="1900" u="none" cap="none" strike="noStrike">
                <a:solidFill>
                  <a:schemeClr val="dk1"/>
                </a:solidFill>
                <a:latin typeface="Quicksand"/>
                <a:ea typeface="Quicksand"/>
                <a:cs typeface="Quicksand"/>
                <a:sym typeface="Quicksand"/>
              </a:defRPr>
            </a:lvl9pPr>
          </a:lstStyle>
          <a:p/>
        </p:txBody>
      </p:sp>
      <p:pic>
        <p:nvPicPr>
          <p:cNvPr descr="Logo&#10;&#10;Description automatically generated" id="2116" name="Google Shape;2116;g1f81ad28897_0_4827"/>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_1st_Keywords 2">
  <p:cSld name="1_Learn_1st_Keywords_2">
    <p:spTree>
      <p:nvGrpSpPr>
        <p:cNvPr id="2117" name="Shape 2117"/>
        <p:cNvGrpSpPr/>
        <p:nvPr/>
      </p:nvGrpSpPr>
      <p:grpSpPr>
        <a:xfrm>
          <a:off x="0" y="0"/>
          <a:ext cx="0" cy="0"/>
          <a:chOff x="0" y="0"/>
          <a:chExt cx="0" cy="0"/>
        </a:xfrm>
      </p:grpSpPr>
      <p:sp>
        <p:nvSpPr>
          <p:cNvPr id="2118" name="Google Shape;2118;g1f81ad28897_0_4833"/>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19" name="Google Shape;2119;g1f81ad28897_0_4833"/>
          <p:cNvSpPr txBox="1"/>
          <p:nvPr>
            <p:ph idx="2" type="body"/>
          </p:nvPr>
        </p:nvSpPr>
        <p:spPr>
          <a:xfrm>
            <a:off x="1451556" y="5968528"/>
            <a:ext cx="3812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20" name="Google Shape;2120;g1f81ad28897_0_4833"/>
          <p:cNvSpPr txBox="1"/>
          <p:nvPr>
            <p:ph idx="3" type="body"/>
          </p:nvPr>
        </p:nvSpPr>
        <p:spPr>
          <a:xfrm>
            <a:off x="6813884" y="5968528"/>
            <a:ext cx="3812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21" name="Google Shape;2121;g1f81ad28897_0_4833"/>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p:cSld name="Learn+ Text">
    <p:spTree>
      <p:nvGrpSpPr>
        <p:cNvPr id="2122" name="Shape 2122"/>
        <p:cNvGrpSpPr/>
        <p:nvPr/>
      </p:nvGrpSpPr>
      <p:grpSpPr>
        <a:xfrm>
          <a:off x="0" y="0"/>
          <a:ext cx="0" cy="0"/>
          <a:chOff x="0" y="0"/>
          <a:chExt cx="0" cy="0"/>
        </a:xfrm>
      </p:grpSpPr>
      <p:sp>
        <p:nvSpPr>
          <p:cNvPr id="2123" name="Google Shape;2123;g1f81ad28897_0_4838"/>
          <p:cNvSpPr/>
          <p:nvPr>
            <p:ph idx="2" type="pic"/>
          </p:nvPr>
        </p:nvSpPr>
        <p:spPr>
          <a:xfrm>
            <a:off x="2476500" y="1982961"/>
            <a:ext cx="7238700" cy="3767700"/>
          </a:xfrm>
          <a:prstGeom prst="rect">
            <a:avLst/>
          </a:prstGeom>
          <a:noFill/>
          <a:ln>
            <a:noFill/>
          </a:ln>
        </p:spPr>
      </p:sp>
      <p:sp>
        <p:nvSpPr>
          <p:cNvPr id="2124" name="Google Shape;2124;g1f81ad28897_0_4838"/>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25" name="Google Shape;2125;g1f81ad28897_0_4838"/>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E)">
  <p:cSld name="Task Review (E)">
    <p:spTree>
      <p:nvGrpSpPr>
        <p:cNvPr id="2126" name="Shape 2126"/>
        <p:cNvGrpSpPr/>
        <p:nvPr/>
      </p:nvGrpSpPr>
      <p:grpSpPr>
        <a:xfrm>
          <a:off x="0" y="0"/>
          <a:ext cx="0" cy="0"/>
          <a:chOff x="0" y="0"/>
          <a:chExt cx="0" cy="0"/>
        </a:xfrm>
      </p:grpSpPr>
      <p:pic>
        <p:nvPicPr>
          <p:cNvPr id="2127" name="Google Shape;2127;g1f81ad28897_0_4842"/>
          <p:cNvPicPr preferRelativeResize="0"/>
          <p:nvPr/>
        </p:nvPicPr>
        <p:blipFill rotWithShape="1">
          <a:blip r:embed="rId2">
            <a:alphaModFix/>
          </a:blip>
          <a:srcRect b="0" l="0" r="0" t="0"/>
          <a:stretch/>
        </p:blipFill>
        <p:spPr>
          <a:xfrm>
            <a:off x="4305300" y="1470534"/>
            <a:ext cx="3581402" cy="3438232"/>
          </a:xfrm>
          <a:prstGeom prst="rect">
            <a:avLst/>
          </a:prstGeom>
          <a:noFill/>
          <a:ln>
            <a:noFill/>
          </a:ln>
        </p:spPr>
      </p:pic>
      <p:pic>
        <p:nvPicPr>
          <p:cNvPr id="2128" name="Google Shape;2128;g1f81ad28897_0_4842"/>
          <p:cNvPicPr preferRelativeResize="0"/>
          <p:nvPr/>
        </p:nvPicPr>
        <p:blipFill rotWithShape="1">
          <a:blip r:embed="rId3">
            <a:alphaModFix/>
          </a:blip>
          <a:srcRect b="0" l="0" r="0" t="0"/>
          <a:stretch/>
        </p:blipFill>
        <p:spPr>
          <a:xfrm>
            <a:off x="168589" y="265215"/>
            <a:ext cx="2744417" cy="977179"/>
          </a:xfrm>
          <a:prstGeom prst="rect">
            <a:avLst/>
          </a:prstGeom>
          <a:noFill/>
          <a:ln>
            <a:noFill/>
          </a:ln>
        </p:spPr>
      </p:pic>
      <p:sp>
        <p:nvSpPr>
          <p:cNvPr id="2129" name="Google Shape;2129;g1f81ad28897_0_4842"/>
          <p:cNvSpPr/>
          <p:nvPr/>
        </p:nvSpPr>
        <p:spPr>
          <a:xfrm>
            <a:off x="4273405" y="1831129"/>
            <a:ext cx="594000" cy="447300"/>
          </a:xfrm>
          <a:prstGeom prst="roundRect">
            <a:avLst>
              <a:gd fmla="val 16667" name="adj"/>
            </a:avLst>
          </a:prstGeom>
          <a:solidFill>
            <a:srgbClr val="190094"/>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9CC12"/>
              </a:solidFill>
              <a:latin typeface="Quicksand"/>
              <a:ea typeface="Quicksand"/>
              <a:cs typeface="Quicksand"/>
              <a:sym typeface="Quicksand"/>
            </a:endParaRPr>
          </a:p>
        </p:txBody>
      </p:sp>
      <p:pic>
        <p:nvPicPr>
          <p:cNvPr descr="Checkmark" id="2130" name="Google Shape;2130;g1f81ad28897_0_4842"/>
          <p:cNvPicPr preferRelativeResize="0"/>
          <p:nvPr/>
        </p:nvPicPr>
        <p:blipFill rotWithShape="1">
          <a:blip r:embed="rId4">
            <a:alphaModFix/>
          </a:blip>
          <a:srcRect b="0" l="0" r="0" t="0"/>
          <a:stretch/>
        </p:blipFill>
        <p:spPr>
          <a:xfrm rot="-225182">
            <a:off x="4367566" y="1504532"/>
            <a:ext cx="628438" cy="914400"/>
          </a:xfrm>
          <a:prstGeom prst="rect">
            <a:avLst/>
          </a:prstGeom>
          <a:noFill/>
          <a:ln>
            <a:noFill/>
          </a:ln>
          <a:effectLst>
            <a:outerShdw blurRad="50800" rotWithShape="0" algn="tl" dir="2700000" dist="38100">
              <a:srgbClr val="000000">
                <a:alpha val="40000"/>
              </a:srgbClr>
            </a:outerShdw>
          </a:effectLst>
        </p:spPr>
      </p:pic>
      <p:sp>
        <p:nvSpPr>
          <p:cNvPr id="2131" name="Google Shape;2131;g1f81ad28897_0_4842"/>
          <p:cNvSpPr txBox="1"/>
          <p:nvPr>
            <p:ph idx="1" type="body"/>
          </p:nvPr>
        </p:nvSpPr>
        <p:spPr>
          <a:xfrm>
            <a:off x="4984660" y="1866295"/>
            <a:ext cx="2774100" cy="2540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32" name="Google Shape;2132;g1f81ad28897_0_4842"/>
          <p:cNvSpPr txBox="1"/>
          <p:nvPr/>
        </p:nvSpPr>
        <p:spPr>
          <a:xfrm>
            <a:off x="271986" y="434252"/>
            <a:ext cx="26421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190094"/>
                </a:solidFill>
                <a:latin typeface="Arial"/>
                <a:ea typeface="Arial"/>
                <a:cs typeface="Arial"/>
                <a:sym typeface="Arial"/>
              </a:rPr>
              <a:t>Task review</a:t>
            </a:r>
            <a:endParaRPr b="0" i="0" sz="1500" u="none" cap="none" strike="noStrike">
              <a:solidFill>
                <a:srgbClr val="000000"/>
              </a:solidFill>
              <a:latin typeface="Arial"/>
              <a:ea typeface="Arial"/>
              <a:cs typeface="Arial"/>
              <a:sym typeface="Arial"/>
            </a:endParaRPr>
          </a:p>
        </p:txBody>
      </p:sp>
      <p:pic>
        <p:nvPicPr>
          <p:cNvPr id="2133" name="Google Shape;2133;g1f81ad28897_0_4842"/>
          <p:cNvPicPr preferRelativeResize="0"/>
          <p:nvPr/>
        </p:nvPicPr>
        <p:blipFill rotWithShape="1">
          <a:blip r:embed="rId5">
            <a:alphaModFix/>
          </a:blip>
          <a:srcRect b="0" l="0" r="0" t="0"/>
          <a:stretch/>
        </p:blipFill>
        <p:spPr>
          <a:xfrm>
            <a:off x="1278194" y="5173964"/>
            <a:ext cx="9008806" cy="1722830"/>
          </a:xfrm>
          <a:prstGeom prst="rect">
            <a:avLst/>
          </a:prstGeom>
          <a:noFill/>
          <a:ln>
            <a:noFill/>
          </a:ln>
        </p:spPr>
      </p:pic>
      <p:pic>
        <p:nvPicPr>
          <p:cNvPr id="2134" name="Google Shape;2134;g1f81ad28897_0_4842"/>
          <p:cNvPicPr preferRelativeResize="0"/>
          <p:nvPr/>
        </p:nvPicPr>
        <p:blipFill rotWithShape="1">
          <a:blip r:embed="rId6">
            <a:alphaModFix/>
          </a:blip>
          <a:srcRect b="0" l="0" r="0" t="0"/>
          <a:stretch/>
        </p:blipFill>
        <p:spPr>
          <a:xfrm>
            <a:off x="11124135" y="430640"/>
            <a:ext cx="517064" cy="6463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31"/>
                                        </p:tgtEl>
                                        <p:attrNameLst>
                                          <p:attrName>style.visibility</p:attrName>
                                        </p:attrNameLst>
                                      </p:cBhvr>
                                      <p:to>
                                        <p:strVal val="visible"/>
                                      </p:to>
                                    </p:set>
                                    <p:animEffect filter="fade" transition="in">
                                      <p:cBhvr>
                                        <p:cTn dur="500"/>
                                        <p:tgtEl>
                                          <p:spTgt spid="2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0"/>
                                        </p:tgtEl>
                                        <p:attrNameLst>
                                          <p:attrName>style.visibility</p:attrName>
                                        </p:attrNameLst>
                                      </p:cBhvr>
                                      <p:to>
                                        <p:strVal val="visible"/>
                                      </p:to>
                                    </p:set>
                                    <p:animEffect filter="fade" transition="in">
                                      <p:cBhvr>
                                        <p:cTn dur="500"/>
                                        <p:tgtEl>
                                          <p:spTgt spid="2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1">
  <p:cSld name="Learn+ Text_1">
    <p:spTree>
      <p:nvGrpSpPr>
        <p:cNvPr id="2135" name="Shape 2135"/>
        <p:cNvGrpSpPr/>
        <p:nvPr/>
      </p:nvGrpSpPr>
      <p:grpSpPr>
        <a:xfrm>
          <a:off x="0" y="0"/>
          <a:ext cx="0" cy="0"/>
          <a:chOff x="0" y="0"/>
          <a:chExt cx="0" cy="0"/>
        </a:xfrm>
      </p:grpSpPr>
      <p:sp>
        <p:nvSpPr>
          <p:cNvPr id="2136" name="Google Shape;2136;g1f81ad28897_0_4851"/>
          <p:cNvSpPr/>
          <p:nvPr>
            <p:ph idx="2" type="pic"/>
          </p:nvPr>
        </p:nvSpPr>
        <p:spPr>
          <a:xfrm>
            <a:off x="2476525" y="1106361"/>
            <a:ext cx="7238700" cy="3767700"/>
          </a:xfrm>
          <a:prstGeom prst="rect">
            <a:avLst/>
          </a:prstGeom>
          <a:noFill/>
          <a:ln>
            <a:noFill/>
          </a:ln>
        </p:spPr>
      </p:sp>
      <p:sp>
        <p:nvSpPr>
          <p:cNvPr id="2137" name="Google Shape;2137;g1f81ad28897_0_4851"/>
          <p:cNvSpPr/>
          <p:nvPr/>
        </p:nvSpPr>
        <p:spPr>
          <a:xfrm>
            <a:off x="1006193" y="5176635"/>
            <a:ext cx="10179600" cy="6225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38" name="Google Shape;2138;g1f81ad28897_0_4851"/>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39" name="Google Shape;2139;g1f81ad28897_0_4851"/>
          <p:cNvSpPr txBox="1"/>
          <p:nvPr>
            <p:ph idx="3" type="body"/>
          </p:nvPr>
        </p:nvSpPr>
        <p:spPr>
          <a:xfrm>
            <a:off x="1328602" y="5257023"/>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2140" name="Google Shape;2140;g1f81ad28897_0_4851"/>
          <p:cNvGrpSpPr/>
          <p:nvPr/>
        </p:nvGrpSpPr>
        <p:grpSpPr>
          <a:xfrm>
            <a:off x="11772676" y="3269566"/>
            <a:ext cx="285129" cy="641391"/>
            <a:chOff x="9089236" y="2726129"/>
            <a:chExt cx="285129" cy="641391"/>
          </a:xfrm>
        </p:grpSpPr>
        <p:sp>
          <p:nvSpPr>
            <p:cNvPr id="2141" name="Google Shape;2141;g1f81ad28897_0_4851"/>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42" name="Google Shape;2142;g1f81ad28897_0_4851">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43" name="Google Shape;2143;g1f81ad28897_0_4851"/>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nvGrpSpPr>
          <p:cNvPr id="2144" name="Google Shape;2144;g1f81ad28897_0_4851"/>
          <p:cNvGrpSpPr/>
          <p:nvPr/>
        </p:nvGrpSpPr>
        <p:grpSpPr>
          <a:xfrm>
            <a:off x="124445" y="3269566"/>
            <a:ext cx="285130" cy="641242"/>
            <a:chOff x="2661392" y="2726128"/>
            <a:chExt cx="285130" cy="641242"/>
          </a:xfrm>
        </p:grpSpPr>
        <p:sp>
          <p:nvSpPr>
            <p:cNvPr id="2145" name="Google Shape;2145;g1f81ad28897_0_4851">
              <a:hlinkClick action="ppaction://hlinkshowjump?jump=previousslide"/>
            </p:cNvPr>
            <p:cNvSpPr/>
            <p:nvPr/>
          </p:nvSpPr>
          <p:spPr>
            <a:xfrm>
              <a:off x="2669796" y="2767097"/>
              <a:ext cx="270123" cy="600273"/>
            </a:xfrm>
            <a:custGeom>
              <a:rect b="b" l="l" r="r" t="t"/>
              <a:pathLst>
                <a:path extrusionOk="0" h="600273" w="270123">
                  <a:moveTo>
                    <a:pt x="0" y="306290"/>
                  </a:moveTo>
                  <a:lnTo>
                    <a:pt x="284080" y="0"/>
                  </a:lnTo>
                  <a:lnTo>
                    <a:pt x="284080" y="612579"/>
                  </a:lnTo>
                  <a:lnTo>
                    <a:pt x="0" y="306290"/>
                  </a:lnTo>
                  <a:close/>
                </a:path>
              </a:pathLst>
            </a:custGeom>
            <a:solidFill>
              <a:srgbClr val="FCE3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46" name="Google Shape;2146;g1f81ad28897_0_4851"/>
            <p:cNvSpPr/>
            <p:nvPr/>
          </p:nvSpPr>
          <p:spPr>
            <a:xfrm>
              <a:off x="2661392" y="2726128"/>
              <a:ext cx="285130" cy="345157"/>
            </a:xfrm>
            <a:custGeom>
              <a:rect b="b" l="l" r="r" t="t"/>
              <a:pathLst>
                <a:path extrusionOk="0" h="345157" w="285130">
                  <a:moveTo>
                    <a:pt x="8404" y="345307"/>
                  </a:moveTo>
                  <a:lnTo>
                    <a:pt x="0" y="306290"/>
                  </a:lnTo>
                  <a:lnTo>
                    <a:pt x="284080" y="0"/>
                  </a:lnTo>
                  <a:lnTo>
                    <a:pt x="292484" y="39018"/>
                  </a:lnTo>
                  <a:lnTo>
                    <a:pt x="8404" y="345307"/>
                  </a:lnTo>
                  <a:close/>
                </a:path>
              </a:pathLst>
            </a:custGeom>
            <a:solidFill>
              <a:srgbClr val="F2EAC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2">
  <p:cSld name="Learn+ Text_2">
    <p:spTree>
      <p:nvGrpSpPr>
        <p:cNvPr id="2147" name="Shape 2147"/>
        <p:cNvGrpSpPr/>
        <p:nvPr/>
      </p:nvGrpSpPr>
      <p:grpSpPr>
        <a:xfrm>
          <a:off x="0" y="0"/>
          <a:ext cx="0" cy="0"/>
          <a:chOff x="0" y="0"/>
          <a:chExt cx="0" cy="0"/>
        </a:xfrm>
      </p:grpSpPr>
      <p:sp>
        <p:nvSpPr>
          <p:cNvPr id="2148" name="Google Shape;2148;g1f81ad28897_0_4863"/>
          <p:cNvSpPr/>
          <p:nvPr>
            <p:ph idx="2" type="pic"/>
          </p:nvPr>
        </p:nvSpPr>
        <p:spPr>
          <a:xfrm>
            <a:off x="2471625" y="951686"/>
            <a:ext cx="7238700" cy="3767700"/>
          </a:xfrm>
          <a:prstGeom prst="rect">
            <a:avLst/>
          </a:prstGeom>
          <a:noFill/>
          <a:ln>
            <a:noFill/>
          </a:ln>
        </p:spPr>
      </p:sp>
      <p:sp>
        <p:nvSpPr>
          <p:cNvPr id="2149" name="Google Shape;2149;g1f81ad28897_0_4863"/>
          <p:cNvSpPr/>
          <p:nvPr/>
        </p:nvSpPr>
        <p:spPr>
          <a:xfrm>
            <a:off x="1150593" y="5083835"/>
            <a:ext cx="10179600" cy="6225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50" name="Google Shape;2150;g1f81ad28897_0_4863"/>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51" name="Google Shape;2151;g1f81ad28897_0_4863"/>
          <p:cNvSpPr txBox="1"/>
          <p:nvPr>
            <p:ph idx="3" type="body"/>
          </p:nvPr>
        </p:nvSpPr>
        <p:spPr>
          <a:xfrm>
            <a:off x="1400202" y="5164223"/>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2152" name="Google Shape;2152;g1f81ad28897_0_4863"/>
          <p:cNvGrpSpPr/>
          <p:nvPr/>
        </p:nvGrpSpPr>
        <p:grpSpPr>
          <a:xfrm>
            <a:off x="11772676" y="3269566"/>
            <a:ext cx="285129" cy="641391"/>
            <a:chOff x="9089236" y="2726129"/>
            <a:chExt cx="285129" cy="641391"/>
          </a:xfrm>
        </p:grpSpPr>
        <p:sp>
          <p:nvSpPr>
            <p:cNvPr id="2153" name="Google Shape;2153;g1f81ad28897_0_4863"/>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54" name="Google Shape;2154;g1f81ad28897_0_4863">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55" name="Google Shape;2155;g1f81ad28897_0_4863"/>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nvGrpSpPr>
          <p:cNvPr id="2156" name="Google Shape;2156;g1f81ad28897_0_4863"/>
          <p:cNvGrpSpPr/>
          <p:nvPr/>
        </p:nvGrpSpPr>
        <p:grpSpPr>
          <a:xfrm>
            <a:off x="124445" y="3269566"/>
            <a:ext cx="285130" cy="641242"/>
            <a:chOff x="2661392" y="2726128"/>
            <a:chExt cx="285130" cy="641242"/>
          </a:xfrm>
        </p:grpSpPr>
        <p:sp>
          <p:nvSpPr>
            <p:cNvPr id="2157" name="Google Shape;2157;g1f81ad28897_0_4863">
              <a:hlinkClick action="ppaction://hlinkshowjump?jump=previousslide"/>
            </p:cNvPr>
            <p:cNvSpPr/>
            <p:nvPr/>
          </p:nvSpPr>
          <p:spPr>
            <a:xfrm>
              <a:off x="2669796" y="2767097"/>
              <a:ext cx="270123" cy="600273"/>
            </a:xfrm>
            <a:custGeom>
              <a:rect b="b" l="l" r="r" t="t"/>
              <a:pathLst>
                <a:path extrusionOk="0" h="600273" w="270123">
                  <a:moveTo>
                    <a:pt x="0" y="306290"/>
                  </a:moveTo>
                  <a:lnTo>
                    <a:pt x="284080" y="0"/>
                  </a:lnTo>
                  <a:lnTo>
                    <a:pt x="284080" y="612579"/>
                  </a:lnTo>
                  <a:lnTo>
                    <a:pt x="0" y="306290"/>
                  </a:lnTo>
                  <a:close/>
                </a:path>
              </a:pathLst>
            </a:custGeom>
            <a:solidFill>
              <a:srgbClr val="FCE3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58" name="Google Shape;2158;g1f81ad28897_0_4863"/>
            <p:cNvSpPr/>
            <p:nvPr/>
          </p:nvSpPr>
          <p:spPr>
            <a:xfrm>
              <a:off x="2661392" y="2726128"/>
              <a:ext cx="285130" cy="345157"/>
            </a:xfrm>
            <a:custGeom>
              <a:rect b="b" l="l" r="r" t="t"/>
              <a:pathLst>
                <a:path extrusionOk="0" h="345157" w="285130">
                  <a:moveTo>
                    <a:pt x="8404" y="345307"/>
                  </a:moveTo>
                  <a:lnTo>
                    <a:pt x="0" y="306290"/>
                  </a:lnTo>
                  <a:lnTo>
                    <a:pt x="284080" y="0"/>
                  </a:lnTo>
                  <a:lnTo>
                    <a:pt x="292484" y="39018"/>
                  </a:lnTo>
                  <a:lnTo>
                    <a:pt x="8404" y="345307"/>
                  </a:lnTo>
                  <a:close/>
                </a:path>
              </a:pathLst>
            </a:custGeom>
            <a:solidFill>
              <a:srgbClr val="F2EAC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nets">
  <p:cSld name="Planets">
    <p:bg>
      <p:bgPr>
        <a:solidFill>
          <a:srgbClr val="002060"/>
        </a:solidFill>
      </p:bgPr>
    </p:bg>
    <p:spTree>
      <p:nvGrpSpPr>
        <p:cNvPr id="2159" name="Shape 2159"/>
        <p:cNvGrpSpPr/>
        <p:nvPr/>
      </p:nvGrpSpPr>
      <p:grpSpPr>
        <a:xfrm>
          <a:off x="0" y="0"/>
          <a:ext cx="0" cy="0"/>
          <a:chOff x="0" y="0"/>
          <a:chExt cx="0" cy="0"/>
        </a:xfrm>
      </p:grpSpPr>
      <p:grpSp>
        <p:nvGrpSpPr>
          <p:cNvPr id="2160" name="Google Shape;2160;g1f81ad28897_0_4875"/>
          <p:cNvGrpSpPr/>
          <p:nvPr/>
        </p:nvGrpSpPr>
        <p:grpSpPr>
          <a:xfrm>
            <a:off x="-489108" y="-1744898"/>
            <a:ext cx="13632010" cy="9214800"/>
            <a:chOff x="-489108" y="-1744898"/>
            <a:chExt cx="13632010" cy="9214800"/>
          </a:xfrm>
        </p:grpSpPr>
        <p:grpSp>
          <p:nvGrpSpPr>
            <p:cNvPr id="2161" name="Google Shape;2161;g1f81ad28897_0_4875"/>
            <p:cNvGrpSpPr/>
            <p:nvPr/>
          </p:nvGrpSpPr>
          <p:grpSpPr>
            <a:xfrm>
              <a:off x="-489108" y="-1744898"/>
              <a:ext cx="13632010" cy="9214800"/>
              <a:chOff x="-271394" y="-419858"/>
              <a:chExt cx="13632010" cy="9214800"/>
            </a:xfrm>
          </p:grpSpPr>
          <p:pic>
            <p:nvPicPr>
              <p:cNvPr id="2162" name="Google Shape;2162;g1f81ad28897_0_4875"/>
              <p:cNvPicPr preferRelativeResize="0"/>
              <p:nvPr/>
            </p:nvPicPr>
            <p:blipFill rotWithShape="1">
              <a:blip r:embed="rId2">
                <a:alphaModFix/>
              </a:blip>
              <a:srcRect b="0" l="0" r="0" t="0"/>
              <a:stretch/>
            </p:blipFill>
            <p:spPr>
              <a:xfrm>
                <a:off x="-66810" y="-419858"/>
                <a:ext cx="3411623" cy="3151890"/>
              </a:xfrm>
              <a:prstGeom prst="rect">
                <a:avLst/>
              </a:prstGeom>
              <a:noFill/>
              <a:ln>
                <a:noFill/>
              </a:ln>
            </p:spPr>
          </p:pic>
          <p:grpSp>
            <p:nvGrpSpPr>
              <p:cNvPr id="2163" name="Google Shape;2163;g1f81ad28897_0_4875"/>
              <p:cNvGrpSpPr/>
              <p:nvPr/>
            </p:nvGrpSpPr>
            <p:grpSpPr>
              <a:xfrm>
                <a:off x="-271394" y="530031"/>
                <a:ext cx="13632010" cy="8264911"/>
                <a:chOff x="-851966" y="-535848"/>
                <a:chExt cx="13632010" cy="8264911"/>
              </a:xfrm>
            </p:grpSpPr>
            <p:pic>
              <p:nvPicPr>
                <p:cNvPr id="2164" name="Google Shape;2164;g1f81ad28897_0_4875"/>
                <p:cNvPicPr preferRelativeResize="0"/>
                <p:nvPr/>
              </p:nvPicPr>
              <p:blipFill rotWithShape="1">
                <a:blip r:embed="rId2">
                  <a:alphaModFix/>
                </a:blip>
                <a:srcRect b="0" l="0" r="0" t="0"/>
                <a:stretch/>
              </p:blipFill>
              <p:spPr>
                <a:xfrm>
                  <a:off x="2897040" y="-78002"/>
                  <a:ext cx="3411623" cy="3151890"/>
                </a:xfrm>
                <a:prstGeom prst="rect">
                  <a:avLst/>
                </a:prstGeom>
                <a:noFill/>
                <a:ln>
                  <a:noFill/>
                </a:ln>
              </p:spPr>
            </p:pic>
            <p:pic>
              <p:nvPicPr>
                <p:cNvPr id="2165" name="Google Shape;2165;g1f81ad28897_0_4875"/>
                <p:cNvPicPr preferRelativeResize="0"/>
                <p:nvPr/>
              </p:nvPicPr>
              <p:blipFill rotWithShape="1">
                <a:blip r:embed="rId2">
                  <a:alphaModFix/>
                </a:blip>
                <a:srcRect b="0" l="0" r="0" t="0"/>
                <a:stretch/>
              </p:blipFill>
              <p:spPr>
                <a:xfrm>
                  <a:off x="5830672" y="210310"/>
                  <a:ext cx="3411623" cy="3151890"/>
                </a:xfrm>
                <a:prstGeom prst="rect">
                  <a:avLst/>
                </a:prstGeom>
                <a:noFill/>
                <a:ln>
                  <a:noFill/>
                </a:ln>
              </p:spPr>
            </p:pic>
            <p:pic>
              <p:nvPicPr>
                <p:cNvPr id="2166" name="Google Shape;2166;g1f81ad28897_0_4875"/>
                <p:cNvPicPr preferRelativeResize="0"/>
                <p:nvPr/>
              </p:nvPicPr>
              <p:blipFill rotWithShape="1">
                <a:blip r:embed="rId2">
                  <a:alphaModFix/>
                </a:blip>
                <a:srcRect b="0" l="0" r="0" t="0"/>
                <a:stretch/>
              </p:blipFill>
              <p:spPr>
                <a:xfrm>
                  <a:off x="8720015" y="-159341"/>
                  <a:ext cx="3411623" cy="3151890"/>
                </a:xfrm>
                <a:prstGeom prst="rect">
                  <a:avLst/>
                </a:prstGeom>
                <a:noFill/>
                <a:ln>
                  <a:noFill/>
                </a:ln>
              </p:spPr>
            </p:pic>
            <p:pic>
              <p:nvPicPr>
                <p:cNvPr id="2167" name="Google Shape;2167;g1f81ad28897_0_4875"/>
                <p:cNvPicPr preferRelativeResize="0"/>
                <p:nvPr/>
              </p:nvPicPr>
              <p:blipFill rotWithShape="1">
                <a:blip r:embed="rId2">
                  <a:alphaModFix/>
                </a:blip>
                <a:srcRect b="0" l="0" r="0" t="0"/>
                <a:stretch/>
              </p:blipFill>
              <p:spPr>
                <a:xfrm>
                  <a:off x="4755624" y="3437502"/>
                  <a:ext cx="3411623" cy="3151890"/>
                </a:xfrm>
                <a:prstGeom prst="rect">
                  <a:avLst/>
                </a:prstGeom>
                <a:noFill/>
                <a:ln>
                  <a:noFill/>
                </a:ln>
              </p:spPr>
            </p:pic>
            <p:pic>
              <p:nvPicPr>
                <p:cNvPr id="2168" name="Google Shape;2168;g1f81ad28897_0_4875"/>
                <p:cNvPicPr preferRelativeResize="0"/>
                <p:nvPr/>
              </p:nvPicPr>
              <p:blipFill rotWithShape="1">
                <a:blip r:embed="rId2">
                  <a:alphaModFix/>
                </a:blip>
                <a:srcRect b="0" l="0" r="0" t="0"/>
                <a:stretch/>
              </p:blipFill>
              <p:spPr>
                <a:xfrm>
                  <a:off x="732828" y="3300834"/>
                  <a:ext cx="3411623" cy="3151890"/>
                </a:xfrm>
                <a:prstGeom prst="rect">
                  <a:avLst/>
                </a:prstGeom>
                <a:noFill/>
                <a:ln>
                  <a:noFill/>
                </a:ln>
              </p:spPr>
            </p:pic>
            <p:pic>
              <p:nvPicPr>
                <p:cNvPr id="2169" name="Google Shape;2169;g1f81ad28897_0_4875"/>
                <p:cNvPicPr preferRelativeResize="0"/>
                <p:nvPr/>
              </p:nvPicPr>
              <p:blipFill rotWithShape="1">
                <a:blip r:embed="rId2">
                  <a:alphaModFix/>
                </a:blip>
                <a:srcRect b="0" l="0" r="0" t="0"/>
                <a:stretch/>
              </p:blipFill>
              <p:spPr>
                <a:xfrm>
                  <a:off x="-213796" y="3326826"/>
                  <a:ext cx="3411623" cy="3151890"/>
                </a:xfrm>
                <a:prstGeom prst="rect">
                  <a:avLst/>
                </a:prstGeom>
                <a:noFill/>
                <a:ln>
                  <a:noFill/>
                </a:ln>
              </p:spPr>
            </p:pic>
            <p:pic>
              <p:nvPicPr>
                <p:cNvPr id="2170" name="Google Shape;2170;g1f81ad28897_0_4875"/>
                <p:cNvPicPr preferRelativeResize="0"/>
                <p:nvPr/>
              </p:nvPicPr>
              <p:blipFill rotWithShape="1">
                <a:blip r:embed="rId2">
                  <a:alphaModFix/>
                </a:blip>
                <a:srcRect b="0" l="0" r="0" t="0"/>
                <a:stretch/>
              </p:blipFill>
              <p:spPr>
                <a:xfrm>
                  <a:off x="-851966" y="-535848"/>
                  <a:ext cx="3411623" cy="3151890"/>
                </a:xfrm>
                <a:prstGeom prst="rect">
                  <a:avLst/>
                </a:prstGeom>
                <a:noFill/>
                <a:ln>
                  <a:noFill/>
                </a:ln>
              </p:spPr>
            </p:pic>
            <p:pic>
              <p:nvPicPr>
                <p:cNvPr id="2171" name="Google Shape;2171;g1f81ad28897_0_4875"/>
                <p:cNvPicPr preferRelativeResize="0"/>
                <p:nvPr/>
              </p:nvPicPr>
              <p:blipFill rotWithShape="1">
                <a:blip r:embed="rId2">
                  <a:alphaModFix/>
                </a:blip>
                <a:srcRect b="0" l="0" r="0" t="0"/>
                <a:stretch/>
              </p:blipFill>
              <p:spPr>
                <a:xfrm>
                  <a:off x="1250625" y="1425284"/>
                  <a:ext cx="3411623" cy="3151890"/>
                </a:xfrm>
                <a:prstGeom prst="rect">
                  <a:avLst/>
                </a:prstGeom>
                <a:noFill/>
                <a:ln>
                  <a:noFill/>
                </a:ln>
              </p:spPr>
            </p:pic>
            <p:pic>
              <p:nvPicPr>
                <p:cNvPr id="2172" name="Google Shape;2172;g1f81ad28897_0_4875"/>
                <p:cNvPicPr preferRelativeResize="0"/>
                <p:nvPr/>
              </p:nvPicPr>
              <p:blipFill rotWithShape="1">
                <a:blip r:embed="rId2">
                  <a:alphaModFix/>
                </a:blip>
                <a:srcRect b="0" l="0" r="0" t="0"/>
                <a:stretch/>
              </p:blipFill>
              <p:spPr>
                <a:xfrm>
                  <a:off x="3314398" y="1960533"/>
                  <a:ext cx="3411623" cy="3151890"/>
                </a:xfrm>
                <a:prstGeom prst="rect">
                  <a:avLst/>
                </a:prstGeom>
                <a:noFill/>
                <a:ln>
                  <a:noFill/>
                </a:ln>
              </p:spPr>
            </p:pic>
            <p:pic>
              <p:nvPicPr>
                <p:cNvPr id="2173" name="Google Shape;2173;g1f81ad28897_0_4875"/>
                <p:cNvPicPr preferRelativeResize="0"/>
                <p:nvPr/>
              </p:nvPicPr>
              <p:blipFill rotWithShape="1">
                <a:blip r:embed="rId2">
                  <a:alphaModFix/>
                </a:blip>
                <a:srcRect b="0" l="0" r="0" t="0"/>
                <a:stretch/>
              </p:blipFill>
              <p:spPr>
                <a:xfrm>
                  <a:off x="6946686" y="2155905"/>
                  <a:ext cx="3411623" cy="3151890"/>
                </a:xfrm>
                <a:prstGeom prst="rect">
                  <a:avLst/>
                </a:prstGeom>
                <a:noFill/>
                <a:ln>
                  <a:noFill/>
                </a:ln>
              </p:spPr>
            </p:pic>
            <p:pic>
              <p:nvPicPr>
                <p:cNvPr id="2174" name="Google Shape;2174;g1f81ad28897_0_4875"/>
                <p:cNvPicPr preferRelativeResize="0"/>
                <p:nvPr/>
              </p:nvPicPr>
              <p:blipFill rotWithShape="1">
                <a:blip r:embed="rId2">
                  <a:alphaModFix/>
                </a:blip>
                <a:srcRect b="0" l="0" r="0" t="0"/>
                <a:stretch/>
              </p:blipFill>
              <p:spPr>
                <a:xfrm>
                  <a:off x="3811346" y="4127329"/>
                  <a:ext cx="3411623" cy="3151890"/>
                </a:xfrm>
                <a:prstGeom prst="rect">
                  <a:avLst/>
                </a:prstGeom>
                <a:noFill/>
                <a:ln>
                  <a:noFill/>
                </a:ln>
              </p:spPr>
            </p:pic>
            <p:pic>
              <p:nvPicPr>
                <p:cNvPr id="2175" name="Google Shape;2175;g1f81ad28897_0_4875"/>
                <p:cNvPicPr preferRelativeResize="0"/>
                <p:nvPr/>
              </p:nvPicPr>
              <p:blipFill rotWithShape="1">
                <a:blip r:embed="rId2">
                  <a:alphaModFix/>
                </a:blip>
                <a:srcRect b="0" l="0" r="0" t="0"/>
                <a:stretch/>
              </p:blipFill>
              <p:spPr>
                <a:xfrm>
                  <a:off x="9368421" y="4577173"/>
                  <a:ext cx="3411623" cy="3151890"/>
                </a:xfrm>
                <a:prstGeom prst="rect">
                  <a:avLst/>
                </a:prstGeom>
                <a:noFill/>
                <a:ln>
                  <a:noFill/>
                </a:ln>
              </p:spPr>
            </p:pic>
          </p:grpSp>
        </p:grpSp>
        <p:pic>
          <p:nvPicPr>
            <p:cNvPr id="2176" name="Google Shape;2176;g1f81ad28897_0_4875"/>
            <p:cNvPicPr preferRelativeResize="0"/>
            <p:nvPr/>
          </p:nvPicPr>
          <p:blipFill rotWithShape="1">
            <a:blip r:embed="rId3">
              <a:alphaModFix/>
            </a:blip>
            <a:srcRect b="0" l="0" r="0" t="0"/>
            <a:stretch/>
          </p:blipFill>
          <p:spPr>
            <a:xfrm>
              <a:off x="11221412" y="-103700"/>
              <a:ext cx="741874" cy="741874"/>
            </a:xfrm>
            <a:prstGeom prst="rect">
              <a:avLst/>
            </a:prstGeom>
            <a:noFill/>
            <a:ln>
              <a:noFill/>
            </a:ln>
          </p:spPr>
        </p:pic>
      </p:grpSp>
      <p:sp>
        <p:nvSpPr>
          <p:cNvPr id="2177" name="Google Shape;2177;g1f81ad28897_0_4875"/>
          <p:cNvSpPr txBox="1"/>
          <p:nvPr/>
        </p:nvSpPr>
        <p:spPr>
          <a:xfrm>
            <a:off x="118434" y="143349"/>
            <a:ext cx="2332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FD7D00"/>
                </a:solidFill>
                <a:latin typeface="Arial"/>
                <a:ea typeface="Arial"/>
                <a:cs typeface="Arial"/>
                <a:sym typeface="Arial"/>
              </a:rPr>
              <a:t>ISCHOOL</a:t>
            </a:r>
            <a:r>
              <a:rPr b="0" i="0" lang="en-US" sz="2800" u="none" cap="none" strike="noStrike">
                <a:solidFill>
                  <a:srgbClr val="FFC000"/>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ADVENTURE</a:t>
            </a:r>
            <a:endParaRPr b="0" i="0" sz="2800" u="none" cap="none" strike="noStrike">
              <a:solidFill>
                <a:schemeClr val="dk2"/>
              </a:solidFill>
              <a:latin typeface="Arial"/>
              <a:ea typeface="Arial"/>
              <a:cs typeface="Arial"/>
              <a:sym typeface="Arial"/>
            </a:endParaRPr>
          </a:p>
        </p:txBody>
      </p:sp>
      <p:sp>
        <p:nvSpPr>
          <p:cNvPr id="2178" name="Google Shape;2178;g1f81ad28897_0_4875"/>
          <p:cNvSpPr txBox="1"/>
          <p:nvPr/>
        </p:nvSpPr>
        <p:spPr>
          <a:xfrm>
            <a:off x="609653" y="3752490"/>
            <a:ext cx="1610400" cy="84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CODING BASICS</a:t>
            </a:r>
            <a:br>
              <a:rPr b="0" i="0" lang="en-US" sz="1900" u="none" cap="none" strike="noStrike">
                <a:solidFill>
                  <a:schemeClr val="lt1"/>
                </a:solidFill>
                <a:latin typeface="Arial"/>
                <a:ea typeface="Arial"/>
                <a:cs typeface="Arial"/>
                <a:sym typeface="Arial"/>
              </a:rPr>
            </a:br>
            <a:r>
              <a:rPr b="0" i="0" lang="en-US" sz="1100" u="none" cap="none" strike="noStrike">
                <a:solidFill>
                  <a:srgbClr val="00957B"/>
                </a:solidFill>
                <a:latin typeface="Arial"/>
                <a:ea typeface="Arial"/>
                <a:cs typeface="Arial"/>
                <a:sym typeface="Arial"/>
              </a:rPr>
              <a:t>PLANET</a:t>
            </a:r>
            <a:endParaRPr b="0" i="0" sz="1900" u="none" cap="none" strike="noStrike">
              <a:solidFill>
                <a:srgbClr val="00957B"/>
              </a:solidFill>
              <a:latin typeface="Arial"/>
              <a:ea typeface="Arial"/>
              <a:cs typeface="Arial"/>
              <a:sym typeface="Arial"/>
            </a:endParaRPr>
          </a:p>
        </p:txBody>
      </p:sp>
      <p:sp>
        <p:nvSpPr>
          <p:cNvPr id="2179" name="Google Shape;2179;g1f81ad28897_0_4875"/>
          <p:cNvSpPr txBox="1"/>
          <p:nvPr/>
        </p:nvSpPr>
        <p:spPr>
          <a:xfrm>
            <a:off x="2770170" y="6219699"/>
            <a:ext cx="2983200" cy="84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Game Development with ai</a:t>
            </a:r>
            <a:br>
              <a:rPr b="0" i="0" lang="en-US" sz="1900" u="none" cap="none" strike="noStrike">
                <a:solidFill>
                  <a:schemeClr val="lt1"/>
                </a:solidFill>
                <a:latin typeface="Arial"/>
                <a:ea typeface="Arial"/>
                <a:cs typeface="Arial"/>
                <a:sym typeface="Arial"/>
              </a:rPr>
            </a:br>
            <a:r>
              <a:rPr b="0" i="0" lang="en-US" sz="1100" u="none" cap="none" strike="noStrike">
                <a:solidFill>
                  <a:srgbClr val="FFAB19"/>
                </a:solidFill>
                <a:latin typeface="Arial"/>
                <a:ea typeface="Arial"/>
                <a:cs typeface="Arial"/>
                <a:sym typeface="Arial"/>
              </a:rPr>
              <a:t>PLANET</a:t>
            </a:r>
            <a:endParaRPr b="0" i="0" sz="1900" u="none" cap="none" strike="noStrike">
              <a:solidFill>
                <a:srgbClr val="FFAB19"/>
              </a:solidFill>
              <a:latin typeface="Arial"/>
              <a:ea typeface="Arial"/>
              <a:cs typeface="Arial"/>
              <a:sym typeface="Arial"/>
            </a:endParaRPr>
          </a:p>
        </p:txBody>
      </p:sp>
      <p:sp>
        <p:nvSpPr>
          <p:cNvPr id="2180" name="Google Shape;2180;g1f81ad28897_0_4875"/>
          <p:cNvSpPr txBox="1"/>
          <p:nvPr/>
        </p:nvSpPr>
        <p:spPr>
          <a:xfrm>
            <a:off x="6958177" y="3991671"/>
            <a:ext cx="16104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Python 101</a:t>
            </a:r>
            <a:br>
              <a:rPr b="0" i="0" lang="en-US" sz="1900" u="none" cap="none" strike="noStrike">
                <a:solidFill>
                  <a:schemeClr val="lt1"/>
                </a:solidFill>
                <a:latin typeface="Arial"/>
                <a:ea typeface="Arial"/>
                <a:cs typeface="Arial"/>
                <a:sym typeface="Arial"/>
              </a:rPr>
            </a:br>
            <a:r>
              <a:rPr b="0" i="0" lang="en-US" sz="1100" u="none" cap="none" strike="noStrike">
                <a:solidFill>
                  <a:srgbClr val="67CDED"/>
                </a:solidFill>
                <a:latin typeface="Arial"/>
                <a:ea typeface="Arial"/>
                <a:cs typeface="Arial"/>
                <a:sym typeface="Arial"/>
              </a:rPr>
              <a:t>PLANET</a:t>
            </a:r>
            <a:endParaRPr b="0" i="0" sz="1900" u="none" cap="none" strike="noStrike">
              <a:solidFill>
                <a:srgbClr val="67CDED"/>
              </a:solidFill>
              <a:latin typeface="Arial"/>
              <a:ea typeface="Arial"/>
              <a:cs typeface="Arial"/>
              <a:sym typeface="Arial"/>
            </a:endParaRPr>
          </a:p>
        </p:txBody>
      </p:sp>
      <p:sp>
        <p:nvSpPr>
          <p:cNvPr id="2181" name="Google Shape;2181;g1f81ad28897_0_4875"/>
          <p:cNvSpPr txBox="1"/>
          <p:nvPr/>
        </p:nvSpPr>
        <p:spPr>
          <a:xfrm>
            <a:off x="10074225" y="6040601"/>
            <a:ext cx="1610400" cy="84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Chatbot Development</a:t>
            </a:r>
            <a:br>
              <a:rPr b="0" i="0" lang="en-US" sz="1900" u="none" cap="none" strike="noStrike">
                <a:solidFill>
                  <a:schemeClr val="lt1"/>
                </a:solidFill>
                <a:latin typeface="Arial"/>
                <a:ea typeface="Arial"/>
                <a:cs typeface="Arial"/>
                <a:sym typeface="Arial"/>
              </a:rPr>
            </a:br>
            <a:r>
              <a:rPr b="0" i="0" lang="en-US" sz="1100" u="none" cap="none" strike="noStrike">
                <a:solidFill>
                  <a:srgbClr val="F5BF00"/>
                </a:solidFill>
                <a:latin typeface="Arial"/>
                <a:ea typeface="Arial"/>
                <a:cs typeface="Arial"/>
                <a:sym typeface="Arial"/>
              </a:rPr>
              <a:t>PLANET</a:t>
            </a:r>
            <a:endParaRPr b="0" i="0" sz="1900" u="none" cap="none" strike="noStrike">
              <a:solidFill>
                <a:srgbClr val="F5BF00"/>
              </a:solidFill>
              <a:latin typeface="Arial"/>
              <a:ea typeface="Arial"/>
              <a:cs typeface="Arial"/>
              <a:sym typeface="Arial"/>
            </a:endParaRPr>
          </a:p>
        </p:txBody>
      </p:sp>
      <p:pic>
        <p:nvPicPr>
          <p:cNvPr id="2182" name="Google Shape;2182;g1f81ad28897_0_4875"/>
          <p:cNvPicPr preferRelativeResize="0"/>
          <p:nvPr/>
        </p:nvPicPr>
        <p:blipFill rotWithShape="1">
          <a:blip r:embed="rId4">
            <a:alphaModFix/>
          </a:blip>
          <a:srcRect b="0" l="0" r="0" t="0"/>
          <a:stretch/>
        </p:blipFill>
        <p:spPr>
          <a:xfrm>
            <a:off x="9718455" y="3737877"/>
            <a:ext cx="2224449" cy="2302728"/>
          </a:xfrm>
          <a:prstGeom prst="rect">
            <a:avLst/>
          </a:prstGeom>
          <a:noFill/>
          <a:ln>
            <a:noFill/>
          </a:ln>
        </p:spPr>
      </p:pic>
      <p:sp>
        <p:nvSpPr>
          <p:cNvPr id="2183" name="Google Shape;2183;g1f81ad28897_0_4875"/>
          <p:cNvSpPr/>
          <p:nvPr/>
        </p:nvSpPr>
        <p:spPr>
          <a:xfrm>
            <a:off x="9757849" y="3803717"/>
            <a:ext cx="2099100" cy="20991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84" name="Google Shape;2184;g1f81ad28897_0_4875"/>
          <p:cNvSpPr/>
          <p:nvPr/>
        </p:nvSpPr>
        <p:spPr>
          <a:xfrm>
            <a:off x="-513408" y="2524712"/>
            <a:ext cx="4149300" cy="4319700"/>
          </a:xfrm>
          <a:prstGeom prst="arc">
            <a:avLst>
              <a:gd fmla="val 16200000" name="adj1"/>
              <a:gd fmla="val 26260" name="adj2"/>
            </a:avLst>
          </a:prstGeom>
          <a:noFill/>
          <a:ln cap="flat" cmpd="sng" w="571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pic>
        <p:nvPicPr>
          <p:cNvPr id="2185" name="Google Shape;2185;g1f81ad28897_0_4875"/>
          <p:cNvPicPr preferRelativeResize="0"/>
          <p:nvPr/>
        </p:nvPicPr>
        <p:blipFill rotWithShape="1">
          <a:blip r:embed="rId5">
            <a:alphaModFix/>
          </a:blip>
          <a:srcRect b="0" l="0" r="0" t="0"/>
          <a:stretch/>
        </p:blipFill>
        <p:spPr>
          <a:xfrm>
            <a:off x="246848" y="1362858"/>
            <a:ext cx="2182696" cy="2176082"/>
          </a:xfrm>
          <a:prstGeom prst="rect">
            <a:avLst/>
          </a:prstGeom>
          <a:noFill/>
          <a:ln>
            <a:noFill/>
          </a:ln>
        </p:spPr>
      </p:pic>
      <p:sp>
        <p:nvSpPr>
          <p:cNvPr id="2186" name="Google Shape;2186;g1f81ad28897_0_4875"/>
          <p:cNvSpPr/>
          <p:nvPr/>
        </p:nvSpPr>
        <p:spPr>
          <a:xfrm rot="5657479">
            <a:off x="2918230" y="197400"/>
            <a:ext cx="4149533" cy="4319202"/>
          </a:xfrm>
          <a:prstGeom prst="arc">
            <a:avLst>
              <a:gd fmla="val 16200000" name="adj1"/>
              <a:gd fmla="val 26260" name="adj2"/>
            </a:avLst>
          </a:prstGeom>
          <a:noFill/>
          <a:ln cap="flat" cmpd="sng" w="571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pic>
        <p:nvPicPr>
          <p:cNvPr id="2187" name="Google Shape;2187;g1f81ad28897_0_4875"/>
          <p:cNvPicPr preferRelativeResize="0"/>
          <p:nvPr/>
        </p:nvPicPr>
        <p:blipFill rotWithShape="1">
          <a:blip r:embed="rId6">
            <a:alphaModFix/>
          </a:blip>
          <a:srcRect b="0" l="0" r="0" t="0"/>
          <a:stretch/>
        </p:blipFill>
        <p:spPr>
          <a:xfrm>
            <a:off x="2706171" y="3744506"/>
            <a:ext cx="2828925" cy="2477257"/>
          </a:xfrm>
          <a:prstGeom prst="rect">
            <a:avLst/>
          </a:prstGeom>
          <a:noFill/>
          <a:ln>
            <a:noFill/>
          </a:ln>
        </p:spPr>
      </p:pic>
      <p:pic>
        <p:nvPicPr>
          <p:cNvPr id="2188" name="Google Shape;2188;g1f81ad28897_0_4875"/>
          <p:cNvPicPr preferRelativeResize="0"/>
          <p:nvPr/>
        </p:nvPicPr>
        <p:blipFill rotWithShape="1">
          <a:blip r:embed="rId7">
            <a:alphaModFix/>
          </a:blip>
          <a:srcRect b="0" l="0" r="0" t="0"/>
          <a:stretch/>
        </p:blipFill>
        <p:spPr>
          <a:xfrm>
            <a:off x="6610249" y="1523662"/>
            <a:ext cx="2302727" cy="2302727"/>
          </a:xfrm>
          <a:prstGeom prst="rect">
            <a:avLst/>
          </a:prstGeom>
          <a:noFill/>
          <a:ln>
            <a:noFill/>
          </a:ln>
        </p:spPr>
      </p:pic>
      <p:pic>
        <p:nvPicPr>
          <p:cNvPr id="2189" name="Google Shape;2189;g1f81ad28897_0_4875"/>
          <p:cNvPicPr preferRelativeResize="0"/>
          <p:nvPr/>
        </p:nvPicPr>
        <p:blipFill rotWithShape="1">
          <a:blip r:embed="rId7">
            <a:alphaModFix/>
          </a:blip>
          <a:srcRect b="0" l="0" r="0" t="0"/>
          <a:stretch/>
        </p:blipFill>
        <p:spPr>
          <a:xfrm>
            <a:off x="6583679" y="1497384"/>
            <a:ext cx="2302727" cy="2302727"/>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_Task">
  <p:cSld name="Bonus_Task">
    <p:spTree>
      <p:nvGrpSpPr>
        <p:cNvPr id="2190" name="Shape 2190"/>
        <p:cNvGrpSpPr/>
        <p:nvPr/>
      </p:nvGrpSpPr>
      <p:grpSpPr>
        <a:xfrm>
          <a:off x="0" y="0"/>
          <a:ext cx="0" cy="0"/>
          <a:chOff x="0" y="0"/>
          <a:chExt cx="0" cy="0"/>
        </a:xfrm>
      </p:grpSpPr>
      <p:pic>
        <p:nvPicPr>
          <p:cNvPr id="2191" name="Google Shape;2191;g1f81ad28897_0_4906"/>
          <p:cNvPicPr preferRelativeResize="0"/>
          <p:nvPr/>
        </p:nvPicPr>
        <p:blipFill rotWithShape="1">
          <a:blip r:embed="rId2">
            <a:alphaModFix/>
          </a:blip>
          <a:srcRect b="0" l="0" r="0" t="0"/>
          <a:stretch/>
        </p:blipFill>
        <p:spPr>
          <a:xfrm>
            <a:off x="157832" y="300652"/>
            <a:ext cx="2455383" cy="790419"/>
          </a:xfrm>
          <a:prstGeom prst="rect">
            <a:avLst/>
          </a:prstGeom>
          <a:noFill/>
          <a:ln>
            <a:noFill/>
          </a:ln>
        </p:spPr>
      </p:pic>
      <p:sp>
        <p:nvSpPr>
          <p:cNvPr id="2192" name="Google Shape;2192;g1f81ad28897_0_4906"/>
          <p:cNvSpPr txBox="1"/>
          <p:nvPr/>
        </p:nvSpPr>
        <p:spPr>
          <a:xfrm>
            <a:off x="656713" y="372696"/>
            <a:ext cx="14577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task</a:t>
            </a:r>
            <a:endParaRPr b="1" i="0" sz="3600" u="none" cap="none" strike="noStrike">
              <a:solidFill>
                <a:srgbClr val="FD7D00"/>
              </a:solidFill>
              <a:latin typeface="Arial"/>
              <a:ea typeface="Arial"/>
              <a:cs typeface="Arial"/>
              <a:sym typeface="Arial"/>
            </a:endParaRPr>
          </a:p>
        </p:txBody>
      </p:sp>
      <p:grpSp>
        <p:nvGrpSpPr>
          <p:cNvPr id="2193" name="Google Shape;2193;g1f81ad28897_0_4906"/>
          <p:cNvGrpSpPr/>
          <p:nvPr/>
        </p:nvGrpSpPr>
        <p:grpSpPr>
          <a:xfrm>
            <a:off x="3979752" y="1195266"/>
            <a:ext cx="4230705" cy="3362400"/>
            <a:chOff x="3979752" y="1195266"/>
            <a:chExt cx="4230705" cy="3362400"/>
          </a:xfrm>
        </p:grpSpPr>
        <p:sp>
          <p:nvSpPr>
            <p:cNvPr id="2194" name="Google Shape;2194;g1f81ad28897_0_4906"/>
            <p:cNvSpPr/>
            <p:nvPr/>
          </p:nvSpPr>
          <p:spPr>
            <a:xfrm>
              <a:off x="3979752" y="1195266"/>
              <a:ext cx="4228800" cy="3362400"/>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2195" name="Google Shape;2195;g1f81ad28897_0_4906"/>
            <p:cNvGrpSpPr/>
            <p:nvPr/>
          </p:nvGrpSpPr>
          <p:grpSpPr>
            <a:xfrm>
              <a:off x="3981542" y="1894042"/>
              <a:ext cx="4228915" cy="941852"/>
              <a:chOff x="3981542" y="2270324"/>
              <a:chExt cx="4228915" cy="941852"/>
            </a:xfrm>
          </p:grpSpPr>
          <p:sp>
            <p:nvSpPr>
              <p:cNvPr id="2196" name="Google Shape;2196;g1f81ad28897_0_4906"/>
              <p:cNvSpPr/>
              <p:nvPr/>
            </p:nvSpPr>
            <p:spPr>
              <a:xfrm>
                <a:off x="4085145" y="2270324"/>
                <a:ext cx="4125312" cy="244881"/>
              </a:xfrm>
              <a:custGeom>
                <a:rect b="b" l="l" r="r" t="t"/>
                <a:pathLst>
                  <a:path extrusionOk="0" h="244881" w="4125312">
                    <a:moveTo>
                      <a:pt x="123062" y="-149"/>
                    </a:moveTo>
                    <a:lnTo>
                      <a:pt x="4083653" y="-149"/>
                    </a:lnTo>
                    <a:lnTo>
                      <a:pt x="4112013" y="90438"/>
                    </a:lnTo>
                    <a:cubicBezTo>
                      <a:pt x="4120461" y="131371"/>
                      <a:pt x="4124897" y="173755"/>
                      <a:pt x="4124897" y="217165"/>
                    </a:cubicBezTo>
                    <a:lnTo>
                      <a:pt x="4124897" y="244733"/>
                    </a:lnTo>
                    <a:lnTo>
                      <a:pt x="123062" y="244733"/>
                    </a:lnTo>
                    <a:cubicBezTo>
                      <a:pt x="54872" y="244733"/>
                      <a:pt x="-415" y="189917"/>
                      <a:pt x="-415" y="122292"/>
                    </a:cubicBezTo>
                    <a:cubicBezTo>
                      <a:pt x="-415" y="54667"/>
                      <a:pt x="54872" y="-149"/>
                      <a:pt x="123062" y="-149"/>
                    </a:cubicBezTo>
                    <a:close/>
                  </a:path>
                </a:pathLst>
              </a:custGeom>
              <a:solidFill>
                <a:srgbClr val="94D6DB">
                  <a:alpha val="1333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97" name="Google Shape;2197;g1f81ad28897_0_4906"/>
              <p:cNvSpPr/>
              <p:nvPr/>
            </p:nvSpPr>
            <p:spPr>
              <a:xfrm>
                <a:off x="5205949" y="2609391"/>
                <a:ext cx="3004508" cy="244881"/>
              </a:xfrm>
              <a:custGeom>
                <a:rect b="b" l="l" r="r" t="t"/>
                <a:pathLst>
                  <a:path extrusionOk="0" h="244881" w="3004508">
                    <a:moveTo>
                      <a:pt x="122958" y="-149"/>
                    </a:moveTo>
                    <a:lnTo>
                      <a:pt x="3004093" y="-149"/>
                    </a:lnTo>
                    <a:lnTo>
                      <a:pt x="3004093" y="244733"/>
                    </a:lnTo>
                    <a:lnTo>
                      <a:pt x="122958" y="244733"/>
                    </a:lnTo>
                    <a:cubicBezTo>
                      <a:pt x="54825" y="244733"/>
                      <a:pt x="-415" y="189917"/>
                      <a:pt x="-415" y="122292"/>
                    </a:cubicBezTo>
                    <a:cubicBezTo>
                      <a:pt x="-415" y="54667"/>
                      <a:pt x="54825" y="-149"/>
                      <a:pt x="122958" y="-149"/>
                    </a:cubicBezTo>
                    <a:close/>
                  </a:path>
                </a:pathLst>
              </a:custGeom>
              <a:solidFill>
                <a:srgbClr val="746797">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98" name="Google Shape;2198;g1f81ad28897_0_4906"/>
              <p:cNvSpPr/>
              <p:nvPr/>
            </p:nvSpPr>
            <p:spPr>
              <a:xfrm>
                <a:off x="7080235" y="2967295"/>
                <a:ext cx="1130222" cy="244881"/>
              </a:xfrm>
              <a:custGeom>
                <a:rect b="b" l="l" r="r" t="t"/>
                <a:pathLst>
                  <a:path extrusionOk="0" h="244881" w="1130222">
                    <a:moveTo>
                      <a:pt x="122713" y="-149"/>
                    </a:moveTo>
                    <a:lnTo>
                      <a:pt x="1129808" y="-149"/>
                    </a:lnTo>
                    <a:lnTo>
                      <a:pt x="1129808" y="244733"/>
                    </a:lnTo>
                    <a:lnTo>
                      <a:pt x="122713" y="244733"/>
                    </a:lnTo>
                    <a:cubicBezTo>
                      <a:pt x="54712" y="244733"/>
                      <a:pt x="-415" y="189917"/>
                      <a:pt x="-415" y="122292"/>
                    </a:cubicBezTo>
                    <a:cubicBezTo>
                      <a:pt x="-415" y="54667"/>
                      <a:pt x="54712" y="-149"/>
                      <a:pt x="122713" y="-149"/>
                    </a:cubicBezTo>
                    <a:close/>
                  </a:path>
                </a:pathLst>
              </a:custGeom>
              <a:solidFill>
                <a:srgbClr val="4386C7">
                  <a:alpha val="1176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199" name="Google Shape;2199;g1f81ad28897_0_4906"/>
              <p:cNvSpPr/>
              <p:nvPr/>
            </p:nvSpPr>
            <p:spPr>
              <a:xfrm>
                <a:off x="4622001" y="2618810"/>
                <a:ext cx="442670" cy="244881"/>
              </a:xfrm>
              <a:custGeom>
                <a:rect b="b" l="l" r="r" t="t"/>
                <a:pathLst>
                  <a:path extrusionOk="0" h="244881" w="442670">
                    <a:moveTo>
                      <a:pt x="-415" y="122292"/>
                    </a:moveTo>
                    <a:cubicBezTo>
                      <a:pt x="-415" y="54667"/>
                      <a:pt x="54401" y="-149"/>
                      <a:pt x="122026" y="-149"/>
                    </a:cubicBezTo>
                    <a:lnTo>
                      <a:pt x="319815" y="-149"/>
                    </a:lnTo>
                    <a:cubicBezTo>
                      <a:pt x="387440" y="-149"/>
                      <a:pt x="442256" y="54667"/>
                      <a:pt x="442256" y="122292"/>
                    </a:cubicBezTo>
                    <a:lnTo>
                      <a:pt x="442256" y="122292"/>
                    </a:lnTo>
                    <a:cubicBezTo>
                      <a:pt x="442256" y="189917"/>
                      <a:pt x="387440" y="244733"/>
                      <a:pt x="319815" y="244733"/>
                    </a:cubicBezTo>
                    <a:lnTo>
                      <a:pt x="122026" y="244733"/>
                    </a:lnTo>
                    <a:cubicBezTo>
                      <a:pt x="54401" y="244733"/>
                      <a:pt x="-415" y="189917"/>
                      <a:pt x="-415" y="122292"/>
                    </a:cubicBezTo>
                    <a:close/>
                  </a:path>
                </a:pathLst>
              </a:custGeom>
              <a:solidFill>
                <a:srgbClr val="D0729A">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200" name="Google Shape;2200;g1f81ad28897_0_4906"/>
              <p:cNvSpPr/>
              <p:nvPr/>
            </p:nvSpPr>
            <p:spPr>
              <a:xfrm>
                <a:off x="3981542" y="2609391"/>
                <a:ext cx="480344" cy="244881"/>
              </a:xfrm>
              <a:custGeom>
                <a:rect b="b" l="l" r="r" t="t"/>
                <a:pathLst>
                  <a:path extrusionOk="0" h="244881" w="480344">
                    <a:moveTo>
                      <a:pt x="-415" y="-149"/>
                    </a:moveTo>
                    <a:lnTo>
                      <a:pt x="356500" y="-149"/>
                    </a:lnTo>
                    <a:cubicBezTo>
                      <a:pt x="424662" y="-149"/>
                      <a:pt x="479930" y="54667"/>
                      <a:pt x="479930" y="122292"/>
                    </a:cubicBezTo>
                    <a:cubicBezTo>
                      <a:pt x="479930" y="189917"/>
                      <a:pt x="424662" y="244733"/>
                      <a:pt x="356500" y="244733"/>
                    </a:cubicBezTo>
                    <a:lnTo>
                      <a:pt x="-415" y="244733"/>
                    </a:lnTo>
                    <a:lnTo>
                      <a:pt x="-415" y="-149"/>
                    </a:lnTo>
                    <a:close/>
                  </a:path>
                </a:pathLst>
              </a:custGeom>
              <a:solidFill>
                <a:srgbClr val="94D6DB">
                  <a:alpha val="1333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grpSp>
      <p:sp>
        <p:nvSpPr>
          <p:cNvPr id="2201" name="Google Shape;2201;g1f81ad28897_0_4906"/>
          <p:cNvSpPr txBox="1"/>
          <p:nvPr>
            <p:ph idx="1" type="body"/>
          </p:nvPr>
        </p:nvSpPr>
        <p:spPr>
          <a:xfrm>
            <a:off x="4184253" y="1384526"/>
            <a:ext cx="3819900" cy="2902800"/>
          </a:xfrm>
          <a:prstGeom prst="rect">
            <a:avLst/>
          </a:prstGeom>
          <a:noFill/>
          <a:ln>
            <a:noFill/>
          </a:ln>
        </p:spPr>
        <p:txBody>
          <a:bodyPr anchorCtr="0" anchor="ctr" bIns="45700" lIns="91425" spcFirstLastPara="1" rIns="91425" wrap="square" tIns="45700">
            <a:noAutofit/>
          </a:bodyPr>
          <a:lstStyle>
            <a:lvl1pPr indent="-349250" lvl="0" marL="457200" marR="0" rtl="0" algn="l">
              <a:lnSpc>
                <a:spcPct val="100000"/>
              </a:lnSpc>
              <a:spcBef>
                <a:spcPts val="0"/>
              </a:spcBef>
              <a:spcAft>
                <a:spcPts val="0"/>
              </a:spcAft>
              <a:buClr>
                <a:srgbClr val="CD2172"/>
              </a:buClr>
              <a:buSzPts val="1900"/>
              <a:buFont typeface="Arial"/>
              <a:buChar char="+"/>
              <a:defRPr b="0" i="0" sz="1900" u="none" cap="none" strike="noStrike">
                <a:solidFill>
                  <a:schemeClr val="lt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02" name="Google Shape;2202;g1f81ad28897_0_4906"/>
          <p:cNvSpPr txBox="1"/>
          <p:nvPr/>
        </p:nvSpPr>
        <p:spPr>
          <a:xfrm>
            <a:off x="1841754" y="-263490"/>
            <a:ext cx="9408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4486C6"/>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pic>
        <p:nvPicPr>
          <p:cNvPr id="2203" name="Google Shape;2203;g1f81ad28897_0_4906"/>
          <p:cNvPicPr preferRelativeResize="0"/>
          <p:nvPr/>
        </p:nvPicPr>
        <p:blipFill rotWithShape="1">
          <a:blip r:embed="rId3">
            <a:alphaModFix/>
          </a:blip>
          <a:srcRect b="0" l="0" r="0" t="0"/>
          <a:stretch/>
        </p:blipFill>
        <p:spPr>
          <a:xfrm>
            <a:off x="1905000" y="5151537"/>
            <a:ext cx="8381998" cy="1510986"/>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2204" name="Shape 2204"/>
        <p:cNvGrpSpPr/>
        <p:nvPr/>
      </p:nvGrpSpPr>
      <p:grpSpPr>
        <a:xfrm>
          <a:off x="0" y="0"/>
          <a:ext cx="0" cy="0"/>
          <a:chOff x="0" y="0"/>
          <a:chExt cx="0" cy="0"/>
        </a:xfrm>
      </p:grpSpPr>
      <p:grpSp>
        <p:nvGrpSpPr>
          <p:cNvPr id="2205" name="Google Shape;2205;g1f81ad28897_0_4920"/>
          <p:cNvGrpSpPr/>
          <p:nvPr/>
        </p:nvGrpSpPr>
        <p:grpSpPr>
          <a:xfrm>
            <a:off x="680011" y="0"/>
            <a:ext cx="3090697" cy="1806089"/>
            <a:chOff x="536716" y="-1319"/>
            <a:chExt cx="3976708" cy="2323841"/>
          </a:xfrm>
        </p:grpSpPr>
        <p:sp>
          <p:nvSpPr>
            <p:cNvPr id="2206" name="Google Shape;2206;g1f81ad28897_0_492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2207" name="Google Shape;2207;g1f81ad28897_0_4920"/>
            <p:cNvGrpSpPr/>
            <p:nvPr/>
          </p:nvGrpSpPr>
          <p:grpSpPr>
            <a:xfrm>
              <a:off x="536716" y="0"/>
              <a:ext cx="3976708" cy="2322522"/>
              <a:chOff x="947530" y="0"/>
              <a:chExt cx="3976708" cy="2322522"/>
            </a:xfrm>
          </p:grpSpPr>
          <p:sp>
            <p:nvSpPr>
              <p:cNvPr id="2208" name="Google Shape;2208;g1f81ad28897_0_492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209" name="Google Shape;2209;g1f81ad28897_0_492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210" name="Google Shape;2210;g1f81ad28897_0_492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211" name="Google Shape;2211;g1f81ad28897_0_492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212" name="Google Shape;2212;g1f81ad28897_0_492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213" name="Google Shape;2213;g1f81ad28897_0_4920"/>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chemeClr val="lt1"/>
                </a:solidFill>
                <a:latin typeface="Fredoka"/>
                <a:ea typeface="Fredoka"/>
                <a:cs typeface="Fredoka"/>
                <a:sym typeface="Fredoka"/>
              </a:rPr>
              <a:t>Recap</a:t>
            </a:r>
            <a:endParaRPr b="0" i="0" sz="1500" u="none" cap="none" strike="noStrike">
              <a:solidFill>
                <a:srgbClr val="000000"/>
              </a:solidFill>
              <a:latin typeface="Arial"/>
              <a:ea typeface="Arial"/>
              <a:cs typeface="Arial"/>
              <a:sym typeface="Arial"/>
            </a:endParaRPr>
          </a:p>
        </p:txBody>
      </p:sp>
      <p:pic>
        <p:nvPicPr>
          <p:cNvPr id="2214" name="Google Shape;2214;g1f81ad28897_0_4920"/>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2215" name="Google Shape;2215;g1f81ad28897_0_4920"/>
          <p:cNvSpPr txBox="1"/>
          <p:nvPr>
            <p:ph idx="1" type="body"/>
          </p:nvPr>
        </p:nvSpPr>
        <p:spPr>
          <a:xfrm>
            <a:off x="752936" y="2133600"/>
            <a:ext cx="4482900" cy="326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1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sson intro">
  <p:cSld name="1_lesson intro">
    <p:spTree>
      <p:nvGrpSpPr>
        <p:cNvPr id="2216" name="Shape 2216"/>
        <p:cNvGrpSpPr/>
        <p:nvPr/>
      </p:nvGrpSpPr>
      <p:grpSpPr>
        <a:xfrm>
          <a:off x="0" y="0"/>
          <a:ext cx="0" cy="0"/>
          <a:chOff x="0" y="0"/>
          <a:chExt cx="0" cy="0"/>
        </a:xfrm>
      </p:grpSpPr>
      <p:sp>
        <p:nvSpPr>
          <p:cNvPr id="2217" name="Google Shape;2217;g1f81ad28897_0_4932"/>
          <p:cNvSpPr txBox="1"/>
          <p:nvPr>
            <p:ph idx="1" type="body"/>
          </p:nvPr>
        </p:nvSpPr>
        <p:spPr>
          <a:xfrm>
            <a:off x="0" y="0"/>
            <a:ext cx="12192000" cy="3108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18" name="Google Shape;2218;g1f81ad28897_0_4932"/>
          <p:cNvSpPr txBox="1"/>
          <p:nvPr>
            <p:ph idx="2" type="body"/>
          </p:nvPr>
        </p:nvSpPr>
        <p:spPr>
          <a:xfrm>
            <a:off x="0" y="3108960"/>
            <a:ext cx="12192000" cy="37491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_1">
    <p:spTree>
      <p:nvGrpSpPr>
        <p:cNvPr id="2219" name="Shape 2219"/>
        <p:cNvGrpSpPr/>
        <p:nvPr/>
      </p:nvGrpSpPr>
      <p:grpSpPr>
        <a:xfrm>
          <a:off x="0" y="0"/>
          <a:ext cx="0" cy="0"/>
          <a:chOff x="0" y="0"/>
          <a:chExt cx="0" cy="0"/>
        </a:xfrm>
      </p:grpSpPr>
      <p:sp>
        <p:nvSpPr>
          <p:cNvPr id="2220" name="Google Shape;2220;g1f81ad28897_0_4935"/>
          <p:cNvSpPr txBox="1"/>
          <p:nvPr/>
        </p:nvSpPr>
        <p:spPr>
          <a:xfrm>
            <a:off x="4940145" y="4958080"/>
            <a:ext cx="2522100" cy="2643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1" i="0" lang="en-US" sz="9600" u="none" cap="none" strike="noStrike">
                <a:solidFill>
                  <a:schemeClr val="dk1"/>
                </a:solidFill>
                <a:latin typeface="Quicksand"/>
                <a:ea typeface="Quicksand"/>
                <a:cs typeface="Quicksand"/>
                <a:sym typeface="Quicksand"/>
              </a:rPr>
              <a:t>VS</a:t>
            </a:r>
            <a:endParaRPr b="1" i="0" sz="1500" u="none" cap="none" strike="noStrike">
              <a:solidFill>
                <a:srgbClr val="000000"/>
              </a:solidFill>
              <a:latin typeface="Quicksand"/>
              <a:ea typeface="Quicksand"/>
              <a:cs typeface="Quicksand"/>
              <a:sym typeface="Quicksand"/>
            </a:endParaRPr>
          </a:p>
        </p:txBody>
      </p:sp>
      <p:sp>
        <p:nvSpPr>
          <p:cNvPr id="2221" name="Google Shape;2221;g1f81ad28897_0_4935"/>
          <p:cNvSpPr txBox="1"/>
          <p:nvPr>
            <p:ph idx="1" type="body"/>
          </p:nvPr>
        </p:nvSpPr>
        <p:spPr>
          <a:xfrm>
            <a:off x="472480"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4C97FF"/>
                </a:solidFill>
                <a:latin typeface="Quicksand SemiBold"/>
                <a:ea typeface="Quicksand SemiBold"/>
                <a:cs typeface="Quicksand SemiBold"/>
                <a:sym typeface="Quicksand SemiBol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22" name="Google Shape;2222;g1f81ad28897_0_4935"/>
          <p:cNvSpPr txBox="1"/>
          <p:nvPr>
            <p:ph idx="2" type="body"/>
          </p:nvPr>
        </p:nvSpPr>
        <p:spPr>
          <a:xfrm>
            <a:off x="7139332"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4C97FF"/>
                </a:solidFill>
                <a:latin typeface="Quicksand SemiBold"/>
                <a:ea typeface="Quicksand SemiBold"/>
                <a:cs typeface="Quicksand SemiBold"/>
                <a:sym typeface="Quicksand SemiBol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23" name="Google Shape;2223;g1f81ad28897_0_4935"/>
          <p:cNvSpPr txBox="1"/>
          <p:nvPr>
            <p:ph idx="3" type="body"/>
          </p:nvPr>
        </p:nvSpPr>
        <p:spPr>
          <a:xfrm>
            <a:off x="621905" y="448078"/>
            <a:ext cx="42801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24" name="Google Shape;2224;g1f81ad28897_0_4935"/>
          <p:cNvSpPr txBox="1"/>
          <p:nvPr>
            <p:ph idx="4" type="body"/>
          </p:nvPr>
        </p:nvSpPr>
        <p:spPr>
          <a:xfrm>
            <a:off x="7290195" y="448078"/>
            <a:ext cx="42801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21"/>
                                        </p:tgtEl>
                                        <p:attrNameLst>
                                          <p:attrName>style.visibility</p:attrName>
                                        </p:attrNameLst>
                                      </p:cBhvr>
                                      <p:to>
                                        <p:strVal val="visible"/>
                                      </p:to>
                                    </p:set>
                                    <p:animEffect filter="fade" transition="in">
                                      <p:cBhvr>
                                        <p:cTn dur="500"/>
                                        <p:tgtEl>
                                          <p:spTgt spid="222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22"/>
                                        </p:tgtEl>
                                        <p:attrNameLst>
                                          <p:attrName>style.visibility</p:attrName>
                                        </p:attrNameLst>
                                      </p:cBhvr>
                                      <p:to>
                                        <p:strVal val="visible"/>
                                      </p:to>
                                    </p:set>
                                    <p:animEffect filter="fade" transition="in">
                                      <p:cBhvr>
                                        <p:cTn dur="500"/>
                                        <p:tgtEl>
                                          <p:spTgt spid="22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4">
                                            <p:txEl>
                                              <p:pRg end="0" st="0"/>
                                            </p:txEl>
                                          </p:spTgt>
                                        </p:tgtEl>
                                        <p:attrNameLst>
                                          <p:attrName>style.visibility</p:attrName>
                                        </p:attrNameLst>
                                      </p:cBhvr>
                                      <p:to>
                                        <p:strVal val="visible"/>
                                      </p:to>
                                    </p:set>
                                    <p:animEffect filter="fade" transition="in">
                                      <p:cBhvr>
                                        <p:cTn dur="500"/>
                                        <p:tgtEl>
                                          <p:spTgt spid="2224">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24">
                                            <p:txEl>
                                              <p:pRg end="1" st="1"/>
                                            </p:txEl>
                                          </p:spTgt>
                                        </p:tgtEl>
                                        <p:attrNameLst>
                                          <p:attrName>style.visibility</p:attrName>
                                        </p:attrNameLst>
                                      </p:cBhvr>
                                      <p:to>
                                        <p:strVal val="visible"/>
                                      </p:to>
                                    </p:set>
                                    <p:animEffect filter="fade" transition="in">
                                      <p:cBhvr>
                                        <p:cTn dur="500"/>
                                        <p:tgtEl>
                                          <p:spTgt spid="2224">
                                            <p:txEl>
                                              <p:pRg end="1" st="1"/>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24">
                                            <p:txEl>
                                              <p:pRg end="2" st="2"/>
                                            </p:txEl>
                                          </p:spTgt>
                                        </p:tgtEl>
                                        <p:attrNameLst>
                                          <p:attrName>style.visibility</p:attrName>
                                        </p:attrNameLst>
                                      </p:cBhvr>
                                      <p:to>
                                        <p:strVal val="visible"/>
                                      </p:to>
                                    </p:set>
                                    <p:animEffect filter="fade" transition="in">
                                      <p:cBhvr>
                                        <p:cTn dur="500"/>
                                        <p:tgtEl>
                                          <p:spTgt spid="2224">
                                            <p:txEl>
                                              <p:pRg end="2" st="2"/>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24">
                                            <p:txEl>
                                              <p:pRg end="3" st="3"/>
                                            </p:txEl>
                                          </p:spTgt>
                                        </p:tgtEl>
                                        <p:attrNameLst>
                                          <p:attrName>style.visibility</p:attrName>
                                        </p:attrNameLst>
                                      </p:cBhvr>
                                      <p:to>
                                        <p:strVal val="visible"/>
                                      </p:to>
                                    </p:set>
                                    <p:animEffect filter="fade" transition="in">
                                      <p:cBhvr>
                                        <p:cTn dur="500"/>
                                        <p:tgtEl>
                                          <p:spTgt spid="2224">
                                            <p:txEl>
                                              <p:pRg end="3" st="3"/>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24">
                                            <p:txEl>
                                              <p:pRg end="4" st="4"/>
                                            </p:txEl>
                                          </p:spTgt>
                                        </p:tgtEl>
                                        <p:attrNameLst>
                                          <p:attrName>style.visibility</p:attrName>
                                        </p:attrNameLst>
                                      </p:cBhvr>
                                      <p:to>
                                        <p:strVal val="visible"/>
                                      </p:to>
                                    </p:set>
                                    <p:animEffect filter="fade" transition="in">
                                      <p:cBhvr>
                                        <p:cTn dur="500"/>
                                        <p:tgtEl>
                                          <p:spTgt spid="2224">
                                            <p:txEl>
                                              <p:pRg end="4" st="4"/>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224">
                                            <p:txEl>
                                              <p:pRg end="5" st="5"/>
                                            </p:txEl>
                                          </p:spTgt>
                                        </p:tgtEl>
                                        <p:attrNameLst>
                                          <p:attrName>style.visibility</p:attrName>
                                        </p:attrNameLst>
                                      </p:cBhvr>
                                      <p:to>
                                        <p:strVal val="visible"/>
                                      </p:to>
                                    </p:set>
                                    <p:animEffect filter="fade" transition="in">
                                      <p:cBhvr>
                                        <p:cTn dur="500"/>
                                        <p:tgtEl>
                                          <p:spTgt spid="2224">
                                            <p:txEl>
                                              <p:pRg end="5" st="5"/>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224">
                                            <p:txEl>
                                              <p:pRg end="6" st="6"/>
                                            </p:txEl>
                                          </p:spTgt>
                                        </p:tgtEl>
                                        <p:attrNameLst>
                                          <p:attrName>style.visibility</p:attrName>
                                        </p:attrNameLst>
                                      </p:cBhvr>
                                      <p:to>
                                        <p:strVal val="visible"/>
                                      </p:to>
                                    </p:set>
                                    <p:animEffect filter="fade" transition="in">
                                      <p:cBhvr>
                                        <p:cTn dur="500"/>
                                        <p:tgtEl>
                                          <p:spTgt spid="2224">
                                            <p:txEl>
                                              <p:pRg end="6" st="6"/>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224">
                                            <p:txEl>
                                              <p:pRg end="7" st="7"/>
                                            </p:txEl>
                                          </p:spTgt>
                                        </p:tgtEl>
                                        <p:attrNameLst>
                                          <p:attrName>style.visibility</p:attrName>
                                        </p:attrNameLst>
                                      </p:cBhvr>
                                      <p:to>
                                        <p:strVal val="visible"/>
                                      </p:to>
                                    </p:set>
                                    <p:animEffect filter="fade" transition="in">
                                      <p:cBhvr>
                                        <p:cTn dur="500"/>
                                        <p:tgtEl>
                                          <p:spTgt spid="2224">
                                            <p:txEl>
                                              <p:pRg end="7" st="7"/>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224">
                                            <p:txEl>
                                              <p:pRg end="8" st="8"/>
                                            </p:txEl>
                                          </p:spTgt>
                                        </p:tgtEl>
                                        <p:attrNameLst>
                                          <p:attrName>style.visibility</p:attrName>
                                        </p:attrNameLst>
                                      </p:cBhvr>
                                      <p:to>
                                        <p:strVal val="visible"/>
                                      </p:to>
                                    </p:set>
                                    <p:animEffect filter="fade" transition="in">
                                      <p:cBhvr>
                                        <p:cTn dur="500"/>
                                        <p:tgtEl>
                                          <p:spTgt spid="2224">
                                            <p:txEl>
                                              <p:pRg end="8" st="8"/>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223">
                                            <p:txEl>
                                              <p:pRg end="0" st="0"/>
                                            </p:txEl>
                                          </p:spTgt>
                                        </p:tgtEl>
                                        <p:attrNameLst>
                                          <p:attrName>style.visibility</p:attrName>
                                        </p:attrNameLst>
                                      </p:cBhvr>
                                      <p:to>
                                        <p:strVal val="visible"/>
                                      </p:to>
                                    </p:set>
                                    <p:animEffect filter="fade" transition="in">
                                      <p:cBhvr>
                                        <p:cTn dur="500"/>
                                        <p:tgtEl>
                                          <p:spTgt spid="2223">
                                            <p:txEl>
                                              <p:pRg end="0" st="0"/>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223">
                                            <p:txEl>
                                              <p:pRg end="1" st="1"/>
                                            </p:txEl>
                                          </p:spTgt>
                                        </p:tgtEl>
                                        <p:attrNameLst>
                                          <p:attrName>style.visibility</p:attrName>
                                        </p:attrNameLst>
                                      </p:cBhvr>
                                      <p:to>
                                        <p:strVal val="visible"/>
                                      </p:to>
                                    </p:set>
                                    <p:animEffect filter="fade" transition="in">
                                      <p:cBhvr>
                                        <p:cTn dur="500"/>
                                        <p:tgtEl>
                                          <p:spTgt spid="2223">
                                            <p:txEl>
                                              <p:pRg end="1" st="1"/>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223">
                                            <p:txEl>
                                              <p:pRg end="2" st="2"/>
                                            </p:txEl>
                                          </p:spTgt>
                                        </p:tgtEl>
                                        <p:attrNameLst>
                                          <p:attrName>style.visibility</p:attrName>
                                        </p:attrNameLst>
                                      </p:cBhvr>
                                      <p:to>
                                        <p:strVal val="visible"/>
                                      </p:to>
                                    </p:set>
                                    <p:animEffect filter="fade" transition="in">
                                      <p:cBhvr>
                                        <p:cTn dur="500"/>
                                        <p:tgtEl>
                                          <p:spTgt spid="2223">
                                            <p:txEl>
                                              <p:pRg end="2" st="2"/>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223">
                                            <p:txEl>
                                              <p:pRg end="3" st="3"/>
                                            </p:txEl>
                                          </p:spTgt>
                                        </p:tgtEl>
                                        <p:attrNameLst>
                                          <p:attrName>style.visibility</p:attrName>
                                        </p:attrNameLst>
                                      </p:cBhvr>
                                      <p:to>
                                        <p:strVal val="visible"/>
                                      </p:to>
                                    </p:set>
                                    <p:animEffect filter="fade" transition="in">
                                      <p:cBhvr>
                                        <p:cTn dur="500"/>
                                        <p:tgtEl>
                                          <p:spTgt spid="2223">
                                            <p:txEl>
                                              <p:pRg end="3" st="3"/>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2223">
                                            <p:txEl>
                                              <p:pRg end="4" st="4"/>
                                            </p:txEl>
                                          </p:spTgt>
                                        </p:tgtEl>
                                        <p:attrNameLst>
                                          <p:attrName>style.visibility</p:attrName>
                                        </p:attrNameLst>
                                      </p:cBhvr>
                                      <p:to>
                                        <p:strVal val="visible"/>
                                      </p:to>
                                    </p:set>
                                    <p:animEffect filter="fade" transition="in">
                                      <p:cBhvr>
                                        <p:cTn dur="500"/>
                                        <p:tgtEl>
                                          <p:spTgt spid="2223">
                                            <p:txEl>
                                              <p:pRg end="4" st="4"/>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2223">
                                            <p:txEl>
                                              <p:pRg end="5" st="5"/>
                                            </p:txEl>
                                          </p:spTgt>
                                        </p:tgtEl>
                                        <p:attrNameLst>
                                          <p:attrName>style.visibility</p:attrName>
                                        </p:attrNameLst>
                                      </p:cBhvr>
                                      <p:to>
                                        <p:strVal val="visible"/>
                                      </p:to>
                                    </p:set>
                                    <p:animEffect filter="fade" transition="in">
                                      <p:cBhvr>
                                        <p:cTn dur="500"/>
                                        <p:tgtEl>
                                          <p:spTgt spid="2223">
                                            <p:txEl>
                                              <p:pRg end="5" st="5"/>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2223">
                                            <p:txEl>
                                              <p:pRg end="6" st="6"/>
                                            </p:txEl>
                                          </p:spTgt>
                                        </p:tgtEl>
                                        <p:attrNameLst>
                                          <p:attrName>style.visibility</p:attrName>
                                        </p:attrNameLst>
                                      </p:cBhvr>
                                      <p:to>
                                        <p:strVal val="visible"/>
                                      </p:to>
                                    </p:set>
                                    <p:animEffect filter="fade" transition="in">
                                      <p:cBhvr>
                                        <p:cTn dur="500"/>
                                        <p:tgtEl>
                                          <p:spTgt spid="2223">
                                            <p:txEl>
                                              <p:pRg end="6" st="6"/>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2223">
                                            <p:txEl>
                                              <p:pRg end="7" st="7"/>
                                            </p:txEl>
                                          </p:spTgt>
                                        </p:tgtEl>
                                        <p:attrNameLst>
                                          <p:attrName>style.visibility</p:attrName>
                                        </p:attrNameLst>
                                      </p:cBhvr>
                                      <p:to>
                                        <p:strVal val="visible"/>
                                      </p:to>
                                    </p:set>
                                    <p:animEffect filter="fade" transition="in">
                                      <p:cBhvr>
                                        <p:cTn dur="500"/>
                                        <p:tgtEl>
                                          <p:spTgt spid="2223">
                                            <p:txEl>
                                              <p:pRg end="7" st="7"/>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2223">
                                            <p:txEl>
                                              <p:pRg end="8" st="8"/>
                                            </p:txEl>
                                          </p:spTgt>
                                        </p:tgtEl>
                                        <p:attrNameLst>
                                          <p:attrName>style.visibility</p:attrName>
                                        </p:attrNameLst>
                                      </p:cBhvr>
                                      <p:to>
                                        <p:strVal val="visible"/>
                                      </p:to>
                                    </p:set>
                                    <p:animEffect filter="fade" transition="in">
                                      <p:cBhvr>
                                        <p:cTn dur="500"/>
                                        <p:tgtEl>
                                          <p:spTgt spid="222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Text">
  <p:cSld name="Learn_1st_Text">
    <p:spTree>
      <p:nvGrpSpPr>
        <p:cNvPr id="2225" name="Shape 2225"/>
        <p:cNvGrpSpPr/>
        <p:nvPr/>
      </p:nvGrpSpPr>
      <p:grpSpPr>
        <a:xfrm>
          <a:off x="0" y="0"/>
          <a:ext cx="0" cy="0"/>
          <a:chOff x="0" y="0"/>
          <a:chExt cx="0" cy="0"/>
        </a:xfrm>
      </p:grpSpPr>
      <p:sp>
        <p:nvSpPr>
          <p:cNvPr id="2226" name="Google Shape;2226;g1f81ad28897_0_4941"/>
          <p:cNvSpPr/>
          <p:nvPr>
            <p:ph idx="2" type="pic"/>
          </p:nvPr>
        </p:nvSpPr>
        <p:spPr>
          <a:xfrm>
            <a:off x="2476500" y="1147636"/>
            <a:ext cx="7238700" cy="3767700"/>
          </a:xfrm>
          <a:prstGeom prst="rect">
            <a:avLst/>
          </a:prstGeom>
          <a:noFill/>
          <a:ln>
            <a:noFill/>
          </a:ln>
        </p:spPr>
      </p:sp>
      <p:sp>
        <p:nvSpPr>
          <p:cNvPr id="2227" name="Google Shape;2227;g1f81ad28897_0_4941"/>
          <p:cNvSpPr/>
          <p:nvPr/>
        </p:nvSpPr>
        <p:spPr>
          <a:xfrm>
            <a:off x="1057793" y="5266010"/>
            <a:ext cx="10179600" cy="6225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228" name="Google Shape;2228;g1f81ad28897_0_4941"/>
          <p:cNvSpPr txBox="1"/>
          <p:nvPr>
            <p:ph idx="1" type="body"/>
          </p:nvPr>
        </p:nvSpPr>
        <p:spPr>
          <a:xfrm>
            <a:off x="409575" y="347725"/>
            <a:ext cx="4602300" cy="1436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29" name="Google Shape;2229;g1f81ad28897_0_4941"/>
          <p:cNvSpPr txBox="1"/>
          <p:nvPr>
            <p:ph idx="3" type="body"/>
          </p:nvPr>
        </p:nvSpPr>
        <p:spPr>
          <a:xfrm>
            <a:off x="1255802" y="5426798"/>
            <a:ext cx="9680400" cy="461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rtl="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230" name="Google Shape;2230;g1f81ad28897_0_4941"/>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248" name="Shape 2248"/>
        <p:cNvGrpSpPr/>
        <p:nvPr/>
      </p:nvGrpSpPr>
      <p:grpSpPr>
        <a:xfrm>
          <a:off x="0" y="0"/>
          <a:ext cx="0" cy="0"/>
          <a:chOff x="0" y="0"/>
          <a:chExt cx="0" cy="0"/>
        </a:xfrm>
      </p:grpSpPr>
      <p:sp>
        <p:nvSpPr>
          <p:cNvPr id="2249" name="Google Shape;2249;g3f582461e68_0_454"/>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353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0" name="Google Shape;2250;g3f582461e68_0_454"/>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1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51" name="Google Shape;2251;g3f582461e68_0_454"/>
          <p:cNvSpPr txBox="1"/>
          <p:nvPr>
            <p:ph idx="12" type="sldNum"/>
          </p:nvPr>
        </p:nvSpPr>
        <p:spPr>
          <a:xfrm>
            <a:off x="5730320" y="6332997"/>
            <a:ext cx="731700" cy="5250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r>
              <a:t/>
            </a:r>
            <a:endParaRPr/>
          </a:p>
          <a:p>
            <a:pPr indent="0" lvl="0" marL="0" rtl="0" algn="ct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52" name="Shape 2252"/>
        <p:cNvGrpSpPr/>
        <p:nvPr/>
      </p:nvGrpSpPr>
      <p:grpSpPr>
        <a:xfrm>
          <a:off x="0" y="0"/>
          <a:ext cx="0" cy="0"/>
          <a:chOff x="0" y="0"/>
          <a:chExt cx="0" cy="0"/>
        </a:xfrm>
      </p:grpSpPr>
      <p:sp>
        <p:nvSpPr>
          <p:cNvPr id="2253" name="Google Shape;2253;g3f582461e68_0_458"/>
          <p:cNvSpPr txBox="1"/>
          <p:nvPr/>
        </p:nvSpPr>
        <p:spPr>
          <a:xfrm>
            <a:off x="854675" y="2764213"/>
            <a:ext cx="3810000" cy="794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254" name="Google Shape;2254;g3f582461e68_0_458"/>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2255" name="Shape 2255"/>
        <p:cNvGrpSpPr/>
        <p:nvPr/>
      </p:nvGrpSpPr>
      <p:grpSpPr>
        <a:xfrm>
          <a:off x="0" y="0"/>
          <a:ext cx="0" cy="0"/>
          <a:chOff x="0" y="0"/>
          <a:chExt cx="0" cy="0"/>
        </a:xfrm>
      </p:grpSpPr>
      <p:sp>
        <p:nvSpPr>
          <p:cNvPr id="2256" name="Google Shape;2256;g3f582461e68_0_461"/>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57" name="Google Shape;2257;g3f582461e68_0_461"/>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lang="en-US" sz="4800">
                <a:solidFill>
                  <a:srgbClr val="002060"/>
                </a:solidFill>
                <a:latin typeface="Quicksand"/>
                <a:ea typeface="Quicksand"/>
                <a:cs typeface="Quicksand"/>
                <a:sym typeface="Quicksand"/>
              </a:rPr>
              <a:t>Session Agenda</a:t>
            </a:r>
            <a:endParaRPr b="1" i="0" sz="4800" u="none" cap="none" strike="noStrike">
              <a:solidFill>
                <a:srgbClr val="FC7C00"/>
              </a:solidFill>
              <a:latin typeface="Quicksand"/>
              <a:ea typeface="Quicksand"/>
              <a:cs typeface="Quicksand"/>
              <a:sym typeface="Quicksand"/>
            </a:endParaRPr>
          </a:p>
        </p:txBody>
      </p:sp>
      <p:sp>
        <p:nvSpPr>
          <p:cNvPr id="2258" name="Google Shape;2258;g3f582461e68_0_461"/>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1" i="0" sz="2800" u="none" cap="small" strike="noStrike">
              <a:solidFill>
                <a:srgbClr val="757070"/>
              </a:solidFill>
              <a:latin typeface="Quicksand"/>
              <a:ea typeface="Quicksand"/>
              <a:cs typeface="Quicksand"/>
              <a:sym typeface="Quicksand"/>
            </a:endParaRPr>
          </a:p>
        </p:txBody>
      </p:sp>
      <p:sp>
        <p:nvSpPr>
          <p:cNvPr id="2259" name="Google Shape;2259;g3f582461e68_0_461"/>
          <p:cNvSpPr txBox="1"/>
          <p:nvPr>
            <p:ph idx="2" type="body"/>
          </p:nvPr>
        </p:nvSpPr>
        <p:spPr>
          <a:xfrm>
            <a:off x="1871000" y="1667184"/>
            <a:ext cx="8773200" cy="40971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60" name="Google Shape;2260;g3f582461e68_0_461"/>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2261" name="Shape 2261"/>
        <p:cNvGrpSpPr/>
        <p:nvPr/>
      </p:nvGrpSpPr>
      <p:grpSpPr>
        <a:xfrm>
          <a:off x="0" y="0"/>
          <a:ext cx="0" cy="0"/>
          <a:chOff x="0" y="0"/>
          <a:chExt cx="0" cy="0"/>
        </a:xfrm>
      </p:grpSpPr>
      <p:grpSp>
        <p:nvGrpSpPr>
          <p:cNvPr id="2262" name="Google Shape;2262;g3f582461e68_0_467"/>
          <p:cNvGrpSpPr/>
          <p:nvPr/>
        </p:nvGrpSpPr>
        <p:grpSpPr>
          <a:xfrm>
            <a:off x="680011" y="0"/>
            <a:ext cx="3090697" cy="1806089"/>
            <a:chOff x="536716" y="-1319"/>
            <a:chExt cx="3976708" cy="2323841"/>
          </a:xfrm>
        </p:grpSpPr>
        <p:sp>
          <p:nvSpPr>
            <p:cNvPr id="2263" name="Google Shape;2263;g3f582461e68_0_46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264" name="Google Shape;2264;g3f582461e68_0_467"/>
            <p:cNvGrpSpPr/>
            <p:nvPr/>
          </p:nvGrpSpPr>
          <p:grpSpPr>
            <a:xfrm>
              <a:off x="536716" y="0"/>
              <a:ext cx="3976708" cy="2322522"/>
              <a:chOff x="947530" y="0"/>
              <a:chExt cx="3976708" cy="2322522"/>
            </a:xfrm>
          </p:grpSpPr>
          <p:sp>
            <p:nvSpPr>
              <p:cNvPr id="2265" name="Google Shape;2265;g3f582461e68_0_46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66" name="Google Shape;2266;g3f582461e68_0_46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67" name="Google Shape;2267;g3f582461e68_0_46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68" name="Google Shape;2268;g3f582461e68_0_46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69" name="Google Shape;2269;g3f582461e68_0_46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70" name="Google Shape;2270;g3f582461e68_0_46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2271" name="Google Shape;2271;g3f582461e68_0_467"/>
          <p:cNvGrpSpPr/>
          <p:nvPr/>
        </p:nvGrpSpPr>
        <p:grpSpPr>
          <a:xfrm>
            <a:off x="5346784" y="1129383"/>
            <a:ext cx="4318845" cy="2583681"/>
            <a:chOff x="5320151" y="896335"/>
            <a:chExt cx="4318845" cy="2583681"/>
          </a:xfrm>
        </p:grpSpPr>
        <p:sp>
          <p:nvSpPr>
            <p:cNvPr id="2272" name="Google Shape;2272;g3f582461e68_0_46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3" name="Google Shape;2273;g3f582461e68_0_46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74" name="Google Shape;2274;g3f582461e68_0_467"/>
          <p:cNvGrpSpPr/>
          <p:nvPr/>
        </p:nvGrpSpPr>
        <p:grpSpPr>
          <a:xfrm>
            <a:off x="8020375" y="1479739"/>
            <a:ext cx="1344658" cy="4110296"/>
            <a:chOff x="7993742" y="1246691"/>
            <a:chExt cx="1344658" cy="4110296"/>
          </a:xfrm>
        </p:grpSpPr>
        <p:sp>
          <p:nvSpPr>
            <p:cNvPr id="2275" name="Google Shape;2275;g3f582461e68_0_467"/>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6" name="Google Shape;2276;g3f582461e68_0_467"/>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7" name="Google Shape;2277;g3f582461e68_0_467"/>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8" name="Google Shape;2278;g3f582461e68_0_467"/>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9" name="Google Shape;2279;g3f582461e68_0_467"/>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0" name="Google Shape;2280;g3f582461e68_0_467"/>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1" name="Google Shape;2281;g3f582461e68_0_467"/>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2" name="Google Shape;2282;g3f582461e68_0_467"/>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3" name="Google Shape;2283;g3f582461e68_0_467"/>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4" name="Google Shape;2284;g3f582461e68_0_467"/>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5" name="Google Shape;2285;g3f582461e68_0_467"/>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6" name="Google Shape;2286;g3f582461e68_0_46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7" name="Google Shape;2287;g3f582461e68_0_46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8" name="Google Shape;2288;g3f582461e68_0_467"/>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9" name="Google Shape;2289;g3f582461e68_0_467"/>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0" name="Google Shape;2290;g3f582461e68_0_467"/>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1" name="Google Shape;2291;g3f582461e68_0_467"/>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2" name="Google Shape;2292;g3f582461e68_0_467"/>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3" name="Google Shape;2293;g3f582461e68_0_467"/>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4" name="Google Shape;2294;g3f582461e68_0_467"/>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5" name="Google Shape;2295;g3f582461e68_0_46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6" name="Google Shape;2296;g3f582461e68_0_46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7" name="Google Shape;2297;g3f582461e68_0_467"/>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8" name="Google Shape;2298;g3f582461e68_0_467"/>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9" name="Google Shape;2299;g3f582461e68_0_467"/>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0" name="Google Shape;2300;g3f582461e68_0_467"/>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1" name="Google Shape;2301;g3f582461e68_0_467"/>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2" name="Google Shape;2302;g3f582461e68_0_467"/>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3" name="Google Shape;2303;g3f582461e68_0_467"/>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4" name="Google Shape;2304;g3f582461e68_0_467"/>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5" name="Google Shape;2305;g3f582461e68_0_467"/>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6" name="Google Shape;2306;g3f582461e68_0_467"/>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7" name="Google Shape;2307;g3f582461e68_0_467"/>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8" name="Google Shape;2308;g3f582461e68_0_467"/>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9" name="Google Shape;2309;g3f582461e68_0_467"/>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0" name="Google Shape;2310;g3f582461e68_0_467"/>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1" name="Google Shape;2311;g3f582461e68_0_467"/>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2" name="Google Shape;2312;g3f582461e68_0_467"/>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3" name="Google Shape;2313;g3f582461e68_0_467"/>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4" name="Google Shape;2314;g3f582461e68_0_467"/>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5" name="Google Shape;2315;g3f582461e68_0_467"/>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6" name="Google Shape;2316;g3f582461e68_0_467"/>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7" name="Google Shape;2317;g3f582461e68_0_467"/>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8" name="Google Shape;2318;g3f582461e68_0_467"/>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9" name="Google Shape;2319;g3f582461e68_0_467"/>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20" name="Google Shape;2320;g3f582461e68_0_467"/>
          <p:cNvGrpSpPr/>
          <p:nvPr/>
        </p:nvGrpSpPr>
        <p:grpSpPr>
          <a:xfrm>
            <a:off x="6181783" y="2432841"/>
            <a:ext cx="2702942" cy="1829559"/>
            <a:chOff x="6155150" y="2199793"/>
            <a:chExt cx="2702942" cy="1829559"/>
          </a:xfrm>
        </p:grpSpPr>
        <p:sp>
          <p:nvSpPr>
            <p:cNvPr id="2321" name="Google Shape;2321;g3f582461e68_0_467"/>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2" name="Google Shape;2322;g3f582461e68_0_467"/>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3" name="Google Shape;2323;g3f582461e68_0_467"/>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4" name="Google Shape;2324;g3f582461e68_0_467"/>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5" name="Google Shape;2325;g3f582461e68_0_467"/>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6" name="Google Shape;2326;g3f582461e68_0_467"/>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7" name="Google Shape;2327;g3f582461e68_0_467"/>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8" name="Google Shape;2328;g3f582461e68_0_467"/>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9" name="Google Shape;2329;g3f582461e68_0_467"/>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0" name="Google Shape;2330;g3f582461e68_0_467"/>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31" name="Google Shape;2331;g3f582461e68_0_467"/>
          <p:cNvGrpSpPr/>
          <p:nvPr/>
        </p:nvGrpSpPr>
        <p:grpSpPr>
          <a:xfrm>
            <a:off x="5355452" y="1806760"/>
            <a:ext cx="1514699" cy="3783660"/>
            <a:chOff x="5328819" y="1573712"/>
            <a:chExt cx="1514699" cy="3783660"/>
          </a:xfrm>
        </p:grpSpPr>
        <p:sp>
          <p:nvSpPr>
            <p:cNvPr id="2332" name="Google Shape;2332;g3f582461e68_0_467"/>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3" name="Google Shape;2333;g3f582461e68_0_467"/>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4" name="Google Shape;2334;g3f582461e68_0_4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5" name="Google Shape;2335;g3f582461e68_0_4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6" name="Google Shape;2336;g3f582461e68_0_46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7" name="Google Shape;2337;g3f582461e68_0_467"/>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8" name="Google Shape;2338;g3f582461e68_0_467"/>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9" name="Google Shape;2339;g3f582461e68_0_467"/>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0" name="Google Shape;2340;g3f582461e68_0_467"/>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1" name="Google Shape;2341;g3f582461e68_0_467"/>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2" name="Google Shape;2342;g3f582461e68_0_467"/>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3" name="Google Shape;2343;g3f582461e68_0_467"/>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4" name="Google Shape;2344;g3f582461e68_0_467"/>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5" name="Google Shape;2345;g3f582461e68_0_467"/>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6" name="Google Shape;2346;g3f582461e68_0_46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7" name="Google Shape;2347;g3f582461e68_0_46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8" name="Google Shape;2348;g3f582461e68_0_467"/>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9" name="Google Shape;2349;g3f582461e68_0_467"/>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0" name="Google Shape;2350;g3f582461e68_0_467"/>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1" name="Google Shape;2351;g3f582461e68_0_467"/>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2" name="Google Shape;2352;g3f582461e68_0_467"/>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3" name="Google Shape;2353;g3f582461e68_0_46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4" name="Google Shape;2354;g3f582461e68_0_46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5" name="Google Shape;2355;g3f582461e68_0_467"/>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6" name="Google Shape;2356;g3f582461e68_0_467"/>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7" name="Google Shape;2357;g3f582461e68_0_46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8" name="Google Shape;2358;g3f582461e68_0_46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9" name="Google Shape;2359;g3f582461e68_0_467"/>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0" name="Google Shape;2360;g3f582461e68_0_467"/>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1" name="Google Shape;2361;g3f582461e68_0_467"/>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2" name="Google Shape;2362;g3f582461e68_0_467"/>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3" name="Google Shape;2363;g3f582461e68_0_467"/>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4" name="Google Shape;2364;g3f582461e68_0_467"/>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5" name="Google Shape;2365;g3f582461e68_0_467"/>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6" name="Google Shape;2366;g3f582461e68_0_467"/>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7" name="Google Shape;2367;g3f582461e68_0_467"/>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8" name="Google Shape;2368;g3f582461e68_0_467"/>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9" name="Google Shape;2369;g3f582461e68_0_467"/>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0" name="Google Shape;2370;g3f582461e68_0_467"/>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1" name="Google Shape;2371;g3f582461e68_0_46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2" name="Google Shape;2372;g3f582461e68_0_46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3" name="Google Shape;2373;g3f582461e68_0_467"/>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4" name="Google Shape;2374;g3f582461e68_0_467"/>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5" name="Google Shape;2375;g3f582461e68_0_467"/>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6" name="Google Shape;2376;g3f582461e68_0_467"/>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7" name="Google Shape;2377;g3f582461e68_0_467"/>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8" name="Google Shape;2378;g3f582461e68_0_46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79" name="Google Shape;2379;g3f582461e68_0_46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0" name="Google Shape;2380;g3f582461e68_0_46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1" name="Google Shape;2381;g3f582461e68_0_46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2" name="Google Shape;2382;g3f582461e68_0_46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3" name="Google Shape;2383;g3f582461e68_0_46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4" name="Google Shape;2384;g3f582461e68_0_467"/>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5" name="Google Shape;2385;g3f582461e68_0_467"/>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6" name="Google Shape;2386;g3f582461e68_0_467"/>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387" name="Google Shape;2387;g3f582461e68_0_467"/>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8" name="Google Shape;2388;g3f582461e68_0_46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2389" name="Shape 2389"/>
        <p:cNvGrpSpPr/>
        <p:nvPr/>
      </p:nvGrpSpPr>
      <p:grpSpPr>
        <a:xfrm>
          <a:off x="0" y="0"/>
          <a:ext cx="0" cy="0"/>
          <a:chOff x="0" y="0"/>
          <a:chExt cx="0" cy="0"/>
        </a:xfrm>
      </p:grpSpPr>
      <p:sp>
        <p:nvSpPr>
          <p:cNvPr id="2390" name="Google Shape;2390;g3f582461e68_0_595"/>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391" name="Google Shape;2391;g3f582461e68_0_595"/>
          <p:cNvGrpSpPr/>
          <p:nvPr/>
        </p:nvGrpSpPr>
        <p:grpSpPr>
          <a:xfrm>
            <a:off x="-1" y="579518"/>
            <a:ext cx="11387071" cy="823623"/>
            <a:chOff x="0" y="579518"/>
            <a:chExt cx="4125900" cy="823623"/>
          </a:xfrm>
        </p:grpSpPr>
        <p:sp>
          <p:nvSpPr>
            <p:cNvPr id="2392" name="Google Shape;2392;g3f582461e68_0_595"/>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93" name="Google Shape;2393;g3f582461e68_0_595"/>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394" name="Google Shape;2394;g3f582461e68_0_59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95" name="Google Shape;2395;g3f582461e68_0_595"/>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2396" name="Shape 2396"/>
        <p:cNvGrpSpPr/>
        <p:nvPr/>
      </p:nvGrpSpPr>
      <p:grpSpPr>
        <a:xfrm>
          <a:off x="0" y="0"/>
          <a:ext cx="0" cy="0"/>
          <a:chOff x="0" y="0"/>
          <a:chExt cx="0" cy="0"/>
        </a:xfrm>
      </p:grpSpPr>
      <p:grpSp>
        <p:nvGrpSpPr>
          <p:cNvPr id="2397" name="Google Shape;2397;g3f582461e68_0_602"/>
          <p:cNvGrpSpPr/>
          <p:nvPr/>
        </p:nvGrpSpPr>
        <p:grpSpPr>
          <a:xfrm>
            <a:off x="680011" y="0"/>
            <a:ext cx="3090697" cy="1806089"/>
            <a:chOff x="536716" y="-1319"/>
            <a:chExt cx="3976708" cy="2323841"/>
          </a:xfrm>
        </p:grpSpPr>
        <p:sp>
          <p:nvSpPr>
            <p:cNvPr id="2398" name="Google Shape;2398;g3f582461e68_0_60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399" name="Google Shape;2399;g3f582461e68_0_602"/>
            <p:cNvGrpSpPr/>
            <p:nvPr/>
          </p:nvGrpSpPr>
          <p:grpSpPr>
            <a:xfrm>
              <a:off x="536716" y="0"/>
              <a:ext cx="3976708" cy="2322522"/>
              <a:chOff x="947530" y="0"/>
              <a:chExt cx="3976708" cy="2322522"/>
            </a:xfrm>
          </p:grpSpPr>
          <p:sp>
            <p:nvSpPr>
              <p:cNvPr id="2400" name="Google Shape;2400;g3f582461e68_0_60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01" name="Google Shape;2401;g3f582461e68_0_60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02" name="Google Shape;2402;g3f582461e68_0_60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03" name="Google Shape;2403;g3f582461e68_0_60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404" name="Google Shape;2404;g3f582461e68_0_60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405" name="Google Shape;2405;g3f582461e68_0_602"/>
          <p:cNvGrpSpPr/>
          <p:nvPr/>
        </p:nvGrpSpPr>
        <p:grpSpPr>
          <a:xfrm>
            <a:off x="4978675" y="230124"/>
            <a:ext cx="6585927" cy="6481912"/>
            <a:chOff x="4481529" y="255149"/>
            <a:chExt cx="6585927" cy="6481912"/>
          </a:xfrm>
        </p:grpSpPr>
        <p:sp>
          <p:nvSpPr>
            <p:cNvPr id="2406" name="Google Shape;2406;g3f582461e68_0_602"/>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07" name="Google Shape;2407;g3f582461e68_0_602"/>
            <p:cNvGrpSpPr/>
            <p:nvPr/>
          </p:nvGrpSpPr>
          <p:grpSpPr>
            <a:xfrm>
              <a:off x="5620319" y="1114011"/>
              <a:ext cx="3943961" cy="4769709"/>
              <a:chOff x="6160165" y="1922222"/>
              <a:chExt cx="3328799" cy="4025751"/>
            </a:xfrm>
          </p:grpSpPr>
          <p:sp>
            <p:nvSpPr>
              <p:cNvPr id="2408" name="Google Shape;2408;g3f582461e68_0_602"/>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9" name="Google Shape;2409;g3f582461e68_0_602"/>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10" name="Google Shape;2410;g3f582461e68_0_602"/>
              <p:cNvGrpSpPr/>
              <p:nvPr/>
            </p:nvGrpSpPr>
            <p:grpSpPr>
              <a:xfrm rot="-2084623">
                <a:off x="6852794" y="2171732"/>
                <a:ext cx="1813520" cy="2998018"/>
                <a:chOff x="6852949" y="2172109"/>
                <a:chExt cx="1813541" cy="2998053"/>
              </a:xfrm>
            </p:grpSpPr>
            <p:sp>
              <p:nvSpPr>
                <p:cNvPr id="2411" name="Google Shape;2411;g3f582461e68_0_602"/>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2" name="Google Shape;2412;g3f582461e68_0_602"/>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3" name="Google Shape;2413;g3f582461e68_0_602"/>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4" name="Google Shape;2414;g3f582461e68_0_602"/>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5" name="Google Shape;2415;g3f582461e68_0_602"/>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6" name="Google Shape;2416;g3f582461e68_0_602"/>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7" name="Google Shape;2417;g3f582461e68_0_602"/>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8" name="Google Shape;2418;g3f582461e68_0_602"/>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9" name="Google Shape;2419;g3f582461e68_0_602"/>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0" name="Google Shape;2420;g3f582461e68_0_602"/>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1" name="Google Shape;2421;g3f582461e68_0_602"/>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2" name="Google Shape;2422;g3f582461e68_0_602"/>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3" name="Google Shape;2423;g3f582461e68_0_602"/>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4" name="Google Shape;2424;g3f582461e68_0_602"/>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5" name="Google Shape;2425;g3f582461e68_0_602"/>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6" name="Google Shape;2426;g3f582461e68_0_602"/>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7" name="Google Shape;2427;g3f582461e68_0_602"/>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8" name="Google Shape;2428;g3f582461e68_0_602"/>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9" name="Google Shape;2429;g3f582461e68_0_602"/>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0" name="Google Shape;2430;g3f582461e68_0_602"/>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1" name="Google Shape;2431;g3f582461e68_0_602"/>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2432" name="Google Shape;2432;g3f582461e68_0_602"/>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2433" name="Google Shape;2433;g3f582461e68_0_602"/>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34" name="Shape 2434"/>
        <p:cNvGrpSpPr/>
        <p:nvPr/>
      </p:nvGrpSpPr>
      <p:grpSpPr>
        <a:xfrm>
          <a:off x="0" y="0"/>
          <a:ext cx="0" cy="0"/>
          <a:chOff x="0" y="0"/>
          <a:chExt cx="0" cy="0"/>
        </a:xfrm>
      </p:grpSpPr>
      <p:sp>
        <p:nvSpPr>
          <p:cNvPr id="2435" name="Google Shape;2435;g3f582461e68_0_640"/>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36" name="Google Shape;2436;g3f582461e68_0_640"/>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437" name="Google Shape;2437;g3f582461e68_0_640"/>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438" name="Google Shape;2438;g3f582461e68_0_640"/>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439" name="Google Shape;2439;g3f582461e68_0_640"/>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2440" name="Shape 2440"/>
        <p:cNvGrpSpPr/>
        <p:nvPr/>
      </p:nvGrpSpPr>
      <p:grpSpPr>
        <a:xfrm>
          <a:off x="0" y="0"/>
          <a:ext cx="0" cy="0"/>
          <a:chOff x="0" y="0"/>
          <a:chExt cx="0" cy="0"/>
        </a:xfrm>
      </p:grpSpPr>
      <p:grpSp>
        <p:nvGrpSpPr>
          <p:cNvPr id="2441" name="Google Shape;2441;g3f582461e68_0_646"/>
          <p:cNvGrpSpPr/>
          <p:nvPr/>
        </p:nvGrpSpPr>
        <p:grpSpPr>
          <a:xfrm>
            <a:off x="-1" y="579518"/>
            <a:ext cx="11387071" cy="823623"/>
            <a:chOff x="0" y="579518"/>
            <a:chExt cx="4125900" cy="823623"/>
          </a:xfrm>
        </p:grpSpPr>
        <p:sp>
          <p:nvSpPr>
            <p:cNvPr id="2442" name="Google Shape;2442;g3f582461e68_0_646"/>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43" name="Google Shape;2443;g3f582461e68_0_646"/>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444" name="Google Shape;2444;g3f582461e68_0_646"/>
          <p:cNvSpPr txBox="1"/>
          <p:nvPr>
            <p:ph type="title"/>
          </p:nvPr>
        </p:nvSpPr>
        <p:spPr>
          <a:xfrm>
            <a:off x="180975" y="579519"/>
            <a:ext cx="11112600" cy="726300"/>
          </a:xfrm>
          <a:prstGeom prst="rect">
            <a:avLst/>
          </a:prstGeom>
          <a:noFill/>
          <a:ln>
            <a:noFill/>
          </a:ln>
        </p:spPr>
        <p:txBody>
          <a:bodyPr anchorCtr="0" anchor="t" bIns="4570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45" name="Google Shape;2445;g3f582461e68_0_646"/>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46" name="Google Shape;2446;g3f582461e68_0_646"/>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47" name="Google Shape;2447;g3f582461e68_0_646"/>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2448" name="Shape 2448"/>
        <p:cNvGrpSpPr/>
        <p:nvPr/>
      </p:nvGrpSpPr>
      <p:grpSpPr>
        <a:xfrm>
          <a:off x="0" y="0"/>
          <a:ext cx="0" cy="0"/>
          <a:chOff x="0" y="0"/>
          <a:chExt cx="0" cy="0"/>
        </a:xfrm>
      </p:grpSpPr>
      <p:sp>
        <p:nvSpPr>
          <p:cNvPr id="2449" name="Google Shape;2449;g3f582461e68_0_654"/>
          <p:cNvSpPr txBox="1"/>
          <p:nvPr/>
        </p:nvSpPr>
        <p:spPr>
          <a:xfrm>
            <a:off x="1122400" y="2754450"/>
            <a:ext cx="4324800" cy="1349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2450" name="Google Shape;2450;g3f582461e68_0_654"/>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2451" name="Shape 2451"/>
        <p:cNvGrpSpPr/>
        <p:nvPr/>
      </p:nvGrpSpPr>
      <p:grpSpPr>
        <a:xfrm>
          <a:off x="0" y="0"/>
          <a:ext cx="0" cy="0"/>
          <a:chOff x="0" y="0"/>
          <a:chExt cx="0" cy="0"/>
        </a:xfrm>
      </p:grpSpPr>
      <p:grpSp>
        <p:nvGrpSpPr>
          <p:cNvPr id="2452" name="Google Shape;2452;g3f582461e68_0_657"/>
          <p:cNvGrpSpPr/>
          <p:nvPr/>
        </p:nvGrpSpPr>
        <p:grpSpPr>
          <a:xfrm>
            <a:off x="680011" y="0"/>
            <a:ext cx="3090697" cy="1806089"/>
            <a:chOff x="536716" y="-1319"/>
            <a:chExt cx="3976708" cy="2323841"/>
          </a:xfrm>
        </p:grpSpPr>
        <p:sp>
          <p:nvSpPr>
            <p:cNvPr id="2453" name="Google Shape;2453;g3f582461e68_0_65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454" name="Google Shape;2454;g3f582461e68_0_657"/>
            <p:cNvGrpSpPr/>
            <p:nvPr/>
          </p:nvGrpSpPr>
          <p:grpSpPr>
            <a:xfrm>
              <a:off x="536716" y="0"/>
              <a:ext cx="3976708" cy="2322522"/>
              <a:chOff x="947530" y="0"/>
              <a:chExt cx="3976708" cy="2322522"/>
            </a:xfrm>
          </p:grpSpPr>
          <p:sp>
            <p:nvSpPr>
              <p:cNvPr id="2455" name="Google Shape;2455;g3f582461e68_0_65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56" name="Google Shape;2456;g3f582461e68_0_65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57" name="Google Shape;2457;g3f582461e68_0_65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58" name="Google Shape;2458;g3f582461e68_0_65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459" name="Google Shape;2459;g3f582461e68_0_65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460" name="Google Shape;2460;g3f582461e68_0_657"/>
          <p:cNvSpPr txBox="1"/>
          <p:nvPr/>
        </p:nvSpPr>
        <p:spPr>
          <a:xfrm>
            <a:off x="680025" y="702900"/>
            <a:ext cx="24738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Fredoka"/>
                <a:ea typeface="Fredoka"/>
                <a:cs typeface="Fredoka"/>
                <a:sym typeface="Fredoka"/>
              </a:rPr>
              <a:t>Activity</a:t>
            </a:r>
            <a:endParaRPr b="0" i="0" sz="1400" u="none" cap="none" strike="noStrike">
              <a:solidFill>
                <a:srgbClr val="000000"/>
              </a:solidFill>
              <a:latin typeface="Arial"/>
              <a:ea typeface="Arial"/>
              <a:cs typeface="Arial"/>
              <a:sym typeface="Arial"/>
            </a:endParaRPr>
          </a:p>
        </p:txBody>
      </p:sp>
      <p:grpSp>
        <p:nvGrpSpPr>
          <p:cNvPr id="2461" name="Google Shape;2461;g3f582461e68_0_657"/>
          <p:cNvGrpSpPr/>
          <p:nvPr/>
        </p:nvGrpSpPr>
        <p:grpSpPr>
          <a:xfrm>
            <a:off x="5941746" y="1054485"/>
            <a:ext cx="4147720" cy="4749029"/>
            <a:chOff x="5329188" y="1014865"/>
            <a:chExt cx="4147720" cy="4749029"/>
          </a:xfrm>
        </p:grpSpPr>
        <p:grpSp>
          <p:nvGrpSpPr>
            <p:cNvPr id="2462" name="Google Shape;2462;g3f582461e68_0_657"/>
            <p:cNvGrpSpPr/>
            <p:nvPr/>
          </p:nvGrpSpPr>
          <p:grpSpPr>
            <a:xfrm>
              <a:off x="5329188" y="1014865"/>
              <a:ext cx="4147720" cy="3894027"/>
              <a:chOff x="5329188" y="1014865"/>
              <a:chExt cx="4147720" cy="3894027"/>
            </a:xfrm>
          </p:grpSpPr>
          <p:sp>
            <p:nvSpPr>
              <p:cNvPr id="2463" name="Google Shape;2463;g3f582461e68_0_657"/>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4" name="Google Shape;2464;g3f582461e68_0_657"/>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65" name="Google Shape;2465;g3f582461e68_0_657"/>
            <p:cNvGrpSpPr/>
            <p:nvPr/>
          </p:nvGrpSpPr>
          <p:grpSpPr>
            <a:xfrm>
              <a:off x="5474376" y="5044181"/>
              <a:ext cx="3724515" cy="719713"/>
              <a:chOff x="5474376" y="5044181"/>
              <a:chExt cx="3724515" cy="719713"/>
            </a:xfrm>
          </p:grpSpPr>
          <p:sp>
            <p:nvSpPr>
              <p:cNvPr id="2466" name="Google Shape;2466;g3f582461e68_0_657"/>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7" name="Google Shape;2467;g3f582461e68_0_657"/>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68" name="Google Shape;2468;g3f582461e68_0_657"/>
            <p:cNvGrpSpPr/>
            <p:nvPr/>
          </p:nvGrpSpPr>
          <p:grpSpPr>
            <a:xfrm>
              <a:off x="6679374" y="3857046"/>
              <a:ext cx="1534214" cy="247727"/>
              <a:chOff x="6679374" y="3857046"/>
              <a:chExt cx="1534214" cy="247727"/>
            </a:xfrm>
          </p:grpSpPr>
          <p:sp>
            <p:nvSpPr>
              <p:cNvPr id="2469" name="Google Shape;2469;g3f582461e68_0_657"/>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0" name="Google Shape;2470;g3f582461e68_0_657"/>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1" name="Google Shape;2471;g3f582461e68_0_657"/>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2" name="Google Shape;2472;g3f582461e68_0_657"/>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3" name="Google Shape;2473;g3f582461e68_0_657"/>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4" name="Google Shape;2474;g3f582461e68_0_657"/>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5" name="Google Shape;2475;g3f582461e68_0_657"/>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6" name="Google Shape;2476;g3f582461e68_0_657"/>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7" name="Google Shape;2477;g3f582461e68_0_657"/>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8" name="Google Shape;2478;g3f582461e68_0_657"/>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79" name="Google Shape;2479;g3f582461e68_0_657"/>
            <p:cNvGrpSpPr/>
            <p:nvPr/>
          </p:nvGrpSpPr>
          <p:grpSpPr>
            <a:xfrm>
              <a:off x="6150150" y="1372824"/>
              <a:ext cx="1654036" cy="1634647"/>
              <a:chOff x="6150150" y="1372824"/>
              <a:chExt cx="1654036" cy="1634647"/>
            </a:xfrm>
          </p:grpSpPr>
          <p:sp>
            <p:nvSpPr>
              <p:cNvPr id="2480" name="Google Shape;2480;g3f582461e68_0_657"/>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1" name="Google Shape;2481;g3f582461e68_0_657"/>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2" name="Google Shape;2482;g3f582461e68_0_657"/>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3" name="Google Shape;2483;g3f582461e68_0_657"/>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4" name="Google Shape;2484;g3f582461e68_0_657"/>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85" name="Google Shape;2485;g3f582461e68_0_657"/>
            <p:cNvGrpSpPr/>
            <p:nvPr/>
          </p:nvGrpSpPr>
          <p:grpSpPr>
            <a:xfrm>
              <a:off x="7567967" y="2334044"/>
              <a:ext cx="1372636" cy="1390272"/>
              <a:chOff x="7567967" y="2334044"/>
              <a:chExt cx="1372636" cy="1390272"/>
            </a:xfrm>
          </p:grpSpPr>
          <p:sp>
            <p:nvSpPr>
              <p:cNvPr id="2486" name="Google Shape;2486;g3f582461e68_0_657"/>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7" name="Google Shape;2487;g3f582461e68_0_657"/>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8" name="Google Shape;2488;g3f582461e68_0_657"/>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9" name="Google Shape;2489;g3f582461e68_0_657"/>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90" name="Google Shape;2490;g3f582461e68_0_657"/>
            <p:cNvGrpSpPr/>
            <p:nvPr/>
          </p:nvGrpSpPr>
          <p:grpSpPr>
            <a:xfrm>
              <a:off x="5716757" y="2701775"/>
              <a:ext cx="2100989" cy="2869805"/>
              <a:chOff x="5716757" y="2701775"/>
              <a:chExt cx="2100989" cy="2869805"/>
            </a:xfrm>
          </p:grpSpPr>
          <p:sp>
            <p:nvSpPr>
              <p:cNvPr id="2491" name="Google Shape;2491;g3f582461e68_0_657"/>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2" name="Google Shape;2492;g3f582461e68_0_657"/>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3" name="Google Shape;2493;g3f582461e68_0_657"/>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4" name="Google Shape;2494;g3f582461e68_0_657"/>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5" name="Google Shape;2495;g3f582461e68_0_657"/>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6" name="Google Shape;2496;g3f582461e68_0_657"/>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7" name="Google Shape;2497;g3f582461e68_0_657"/>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8" name="Google Shape;2498;g3f582461e68_0_657"/>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9" name="Google Shape;2499;g3f582461e68_0_657"/>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0" name="Google Shape;2500;g3f582461e68_0_657"/>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1" name="Google Shape;2501;g3f582461e68_0_657"/>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2" name="Google Shape;2502;g3f582461e68_0_657"/>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3" name="Google Shape;2503;g3f582461e68_0_657"/>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4" name="Google Shape;2504;g3f582461e68_0_657"/>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5" name="Google Shape;2505;g3f582461e68_0_657"/>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6" name="Google Shape;2506;g3f582461e68_0_657"/>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7" name="Google Shape;2507;g3f582461e68_0_657"/>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8" name="Google Shape;2508;g3f582461e68_0_657"/>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9" name="Google Shape;2509;g3f582461e68_0_657"/>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0" name="Google Shape;2510;g3f582461e68_0_657"/>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1" name="Google Shape;2511;g3f582461e68_0_657"/>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2" name="Google Shape;2512;g3f582461e68_0_657"/>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3" name="Google Shape;2513;g3f582461e68_0_657"/>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4" name="Google Shape;2514;g3f582461e68_0_657"/>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5" name="Google Shape;2515;g3f582461e68_0_657"/>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6" name="Google Shape;2516;g3f582461e68_0_657"/>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7" name="Google Shape;2517;g3f582461e68_0_657"/>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518" name="Google Shape;2518;g3f582461e68_0_657"/>
              <p:cNvGrpSpPr/>
              <p:nvPr/>
            </p:nvGrpSpPr>
            <p:grpSpPr>
              <a:xfrm>
                <a:off x="5909424" y="3227297"/>
                <a:ext cx="721708" cy="913466"/>
                <a:chOff x="5909424" y="3227297"/>
                <a:chExt cx="721708" cy="913466"/>
              </a:xfrm>
            </p:grpSpPr>
            <p:sp>
              <p:nvSpPr>
                <p:cNvPr id="2519" name="Google Shape;2519;g3f582461e68_0_657"/>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0" name="Google Shape;2520;g3f582461e68_0_657"/>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521" name="Google Shape;2521;g3f582461e68_0_657"/>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2" name="Google Shape;2522;g3f582461e68_0_657"/>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3" name="Google Shape;2523;g3f582461e68_0_657"/>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4" name="Google Shape;2524;g3f582461e68_0_657"/>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525" name="Google Shape;2525;g3f582461e68_0_657"/>
              <p:cNvGrpSpPr/>
              <p:nvPr/>
            </p:nvGrpSpPr>
            <p:grpSpPr>
              <a:xfrm>
                <a:off x="6175444" y="3103172"/>
                <a:ext cx="262591" cy="280323"/>
                <a:chOff x="6175444" y="3103172"/>
                <a:chExt cx="262591" cy="280323"/>
              </a:xfrm>
            </p:grpSpPr>
            <p:sp>
              <p:nvSpPr>
                <p:cNvPr id="2526" name="Google Shape;2526;g3f582461e68_0_657"/>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7" name="Google Shape;2527;g3f582461e68_0_657"/>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528" name="Google Shape;2528;g3f582461e68_0_657"/>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9" name="Google Shape;2529;g3f582461e68_0_657"/>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0" name="Google Shape;2530;g3f582461e68_0_657"/>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1" name="Google Shape;2531;g3f582461e68_0_657"/>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532" name="Google Shape;2532;g3f582461e68_0_657"/>
              <p:cNvGrpSpPr/>
              <p:nvPr/>
            </p:nvGrpSpPr>
            <p:grpSpPr>
              <a:xfrm>
                <a:off x="6084245" y="2777613"/>
                <a:ext cx="361352" cy="401447"/>
                <a:chOff x="6084245" y="2777613"/>
                <a:chExt cx="361352" cy="401447"/>
              </a:xfrm>
            </p:grpSpPr>
            <p:sp>
              <p:nvSpPr>
                <p:cNvPr id="2533" name="Google Shape;2533;g3f582461e68_0_657"/>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4" name="Google Shape;2534;g3f582461e68_0_657"/>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535" name="Google Shape;2535;g3f582461e68_0_657"/>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6" name="Google Shape;2536;g3f582461e68_0_657"/>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7" name="Google Shape;2537;g3f582461e68_0_657"/>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8" name="Google Shape;2538;g3f582461e68_0_657"/>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39" name="Google Shape;2539;g3f582461e68_0_657"/>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0" name="Google Shape;2540;g3f582461e68_0_657"/>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1" name="Google Shape;2541;g3f582461e68_0_657"/>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2" name="Google Shape;2542;g3f582461e68_0_657"/>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3" name="Google Shape;2543;g3f582461e68_0_657"/>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4" name="Google Shape;2544;g3f582461e68_0_657"/>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5" name="Google Shape;2545;g3f582461e68_0_657"/>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6" name="Google Shape;2546;g3f582461e68_0_657"/>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7" name="Google Shape;2547;g3f582461e68_0_657"/>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48" name="Google Shape;2548;g3f582461e68_0_657"/>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549" name="Google Shape;2549;g3f582461e68_0_657"/>
              <p:cNvGrpSpPr/>
              <p:nvPr/>
            </p:nvGrpSpPr>
            <p:grpSpPr>
              <a:xfrm>
                <a:off x="5914287" y="3433041"/>
                <a:ext cx="962877" cy="299634"/>
                <a:chOff x="5914287" y="3433041"/>
                <a:chExt cx="962877" cy="299634"/>
              </a:xfrm>
            </p:grpSpPr>
            <p:sp>
              <p:nvSpPr>
                <p:cNvPr id="2550" name="Google Shape;2550;g3f582461e68_0_657"/>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1" name="Google Shape;2551;g3f582461e68_0_657"/>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552" name="Google Shape;2552;g3f582461e68_0_657"/>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3" name="Google Shape;2553;g3f582461e68_0_657"/>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4" name="Google Shape;2554;g3f582461e68_0_657"/>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5" name="Google Shape;2555;g3f582461e68_0_657"/>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6" name="Google Shape;2556;g3f582461e68_0_657"/>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7" name="Google Shape;2557;g3f582461e68_0_657"/>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8" name="Google Shape;2558;g3f582461e68_0_657"/>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9" name="Google Shape;2559;g3f582461e68_0_657"/>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0" name="Google Shape;2560;g3f582461e68_0_657"/>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1" name="Google Shape;2561;g3f582461e68_0_657"/>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2" name="Google Shape;2562;g3f582461e68_0_657"/>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3" name="Google Shape;2563;g3f582461e68_0_657"/>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4" name="Google Shape;2564;g3f582461e68_0_657"/>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5" name="Google Shape;2565;g3f582461e68_0_657"/>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6" name="Google Shape;2566;g3f582461e68_0_657"/>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2567" name="Google Shape;2567;g3f582461e68_0_65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68" name="Google Shape;2568;g3f582461e68_0_657"/>
          <p:cNvSpPr txBox="1"/>
          <p:nvPr>
            <p:ph type="title"/>
          </p:nvPr>
        </p:nvSpPr>
        <p:spPr>
          <a:xfrm>
            <a:off x="2956267" y="691450"/>
            <a:ext cx="557400" cy="980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1pPr>
            <a:lvl2pPr lvl="1">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2pPr>
            <a:lvl3pPr lvl="2">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3pPr>
            <a:lvl4pPr lvl="3">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4pPr>
            <a:lvl5pPr lvl="4">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5pPr>
            <a:lvl6pPr lvl="5">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6pPr>
            <a:lvl7pPr lvl="6">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7pPr>
            <a:lvl8pPr lvl="7">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8pPr>
            <a:lvl9pPr lvl="8">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2569" name="Shape 2569"/>
        <p:cNvGrpSpPr/>
        <p:nvPr/>
      </p:nvGrpSpPr>
      <p:grpSpPr>
        <a:xfrm>
          <a:off x="0" y="0"/>
          <a:ext cx="0" cy="0"/>
          <a:chOff x="0" y="0"/>
          <a:chExt cx="0" cy="0"/>
        </a:xfrm>
      </p:grpSpPr>
      <p:sp>
        <p:nvSpPr>
          <p:cNvPr id="2570" name="Google Shape;2570;g3f582461e68_0_775"/>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71" name="Google Shape;2571;g3f582461e68_0_775"/>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72" name="Google Shape;2572;g3f582461e68_0_775"/>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73" name="Google Shape;2573;g3f582461e68_0_775"/>
          <p:cNvGrpSpPr/>
          <p:nvPr/>
        </p:nvGrpSpPr>
        <p:grpSpPr>
          <a:xfrm>
            <a:off x="911104" y="1079070"/>
            <a:ext cx="10369887" cy="4698606"/>
            <a:chOff x="1290381" y="1417103"/>
            <a:chExt cx="9045610" cy="4098575"/>
          </a:xfrm>
        </p:grpSpPr>
        <p:sp>
          <p:nvSpPr>
            <p:cNvPr id="2574" name="Google Shape;2574;g3f582461e68_0_775"/>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75" name="Google Shape;2575;g3f582461e68_0_775"/>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76" name="Google Shape;2576;g3f582461e68_0_775"/>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77" name="Google Shape;2577;g3f582461e68_0_775"/>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2578" name="Shape 2578"/>
        <p:cNvGrpSpPr/>
        <p:nvPr/>
      </p:nvGrpSpPr>
      <p:grpSpPr>
        <a:xfrm>
          <a:off x="0" y="0"/>
          <a:ext cx="0" cy="0"/>
          <a:chOff x="0" y="0"/>
          <a:chExt cx="0" cy="0"/>
        </a:xfrm>
      </p:grpSpPr>
      <p:grpSp>
        <p:nvGrpSpPr>
          <p:cNvPr id="2579" name="Google Shape;2579;g3f582461e68_0_784"/>
          <p:cNvGrpSpPr/>
          <p:nvPr/>
        </p:nvGrpSpPr>
        <p:grpSpPr>
          <a:xfrm>
            <a:off x="680011" y="0"/>
            <a:ext cx="3090697" cy="1806089"/>
            <a:chOff x="536716" y="-1319"/>
            <a:chExt cx="3976708" cy="2323841"/>
          </a:xfrm>
        </p:grpSpPr>
        <p:sp>
          <p:nvSpPr>
            <p:cNvPr id="2580" name="Google Shape;2580;g3f582461e68_0_78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81" name="Google Shape;2581;g3f582461e68_0_784"/>
            <p:cNvGrpSpPr/>
            <p:nvPr/>
          </p:nvGrpSpPr>
          <p:grpSpPr>
            <a:xfrm>
              <a:off x="536716" y="0"/>
              <a:ext cx="3976708" cy="2322522"/>
              <a:chOff x="947530" y="0"/>
              <a:chExt cx="3976708" cy="2322522"/>
            </a:xfrm>
          </p:grpSpPr>
          <p:sp>
            <p:nvSpPr>
              <p:cNvPr id="2582" name="Google Shape;2582;g3f582461e68_0_78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83" name="Google Shape;2583;g3f582461e68_0_78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84" name="Google Shape;2584;g3f582461e68_0_78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85" name="Google Shape;2585;g3f582461e68_0_78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86" name="Google Shape;2586;g3f582461e68_0_78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87" name="Google Shape;2587;g3f582461e68_0_784"/>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2588" name="Google Shape;2588;g3f582461e68_0_784"/>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s">
  <p:cSld name="Tasks">
    <p:spTree>
      <p:nvGrpSpPr>
        <p:cNvPr id="2589" name="Shape 2589"/>
        <p:cNvGrpSpPr/>
        <p:nvPr/>
      </p:nvGrpSpPr>
      <p:grpSpPr>
        <a:xfrm>
          <a:off x="0" y="0"/>
          <a:ext cx="0" cy="0"/>
          <a:chOff x="0" y="0"/>
          <a:chExt cx="0" cy="0"/>
        </a:xfrm>
      </p:grpSpPr>
      <p:pic>
        <p:nvPicPr>
          <p:cNvPr id="2590" name="Google Shape;2590;g3f582461e68_0_795"/>
          <p:cNvPicPr preferRelativeResize="0"/>
          <p:nvPr/>
        </p:nvPicPr>
        <p:blipFill rotWithShape="1">
          <a:blip r:embed="rId2">
            <a:alphaModFix/>
          </a:blip>
          <a:srcRect b="0" l="0" r="0" t="0"/>
          <a:stretch/>
        </p:blipFill>
        <p:spPr>
          <a:xfrm>
            <a:off x="1052356" y="626052"/>
            <a:ext cx="5605895" cy="5605895"/>
          </a:xfrm>
          <a:prstGeom prst="rect">
            <a:avLst/>
          </a:prstGeom>
          <a:noFill/>
          <a:ln>
            <a:noFill/>
          </a:ln>
        </p:spPr>
      </p:pic>
      <p:sp>
        <p:nvSpPr>
          <p:cNvPr id="2591" name="Google Shape;2591;g3f582461e68_0_795"/>
          <p:cNvSpPr txBox="1"/>
          <p:nvPr>
            <p:ph idx="1" type="body"/>
          </p:nvPr>
        </p:nvSpPr>
        <p:spPr>
          <a:xfrm>
            <a:off x="6657975" y="2059619"/>
            <a:ext cx="4687800" cy="398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2592" name="Google Shape;2592;g3f582461e68_0_795"/>
          <p:cNvGrpSpPr/>
          <p:nvPr/>
        </p:nvGrpSpPr>
        <p:grpSpPr>
          <a:xfrm>
            <a:off x="7456649" y="0"/>
            <a:ext cx="3090697" cy="1806089"/>
            <a:chOff x="536716" y="-1319"/>
            <a:chExt cx="3976708" cy="2323841"/>
          </a:xfrm>
        </p:grpSpPr>
        <p:sp>
          <p:nvSpPr>
            <p:cNvPr id="2593" name="Google Shape;2593;g3f582461e68_0_795"/>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94" name="Google Shape;2594;g3f582461e68_0_795"/>
            <p:cNvGrpSpPr/>
            <p:nvPr/>
          </p:nvGrpSpPr>
          <p:grpSpPr>
            <a:xfrm>
              <a:off x="536716" y="0"/>
              <a:ext cx="3976708" cy="2322522"/>
              <a:chOff x="947530" y="0"/>
              <a:chExt cx="3976708" cy="2322522"/>
            </a:xfrm>
          </p:grpSpPr>
          <p:sp>
            <p:nvSpPr>
              <p:cNvPr id="2595" name="Google Shape;2595;g3f582461e68_0_795"/>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96" name="Google Shape;2596;g3f582461e68_0_795"/>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97" name="Google Shape;2597;g3f582461e68_0_795"/>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98" name="Google Shape;2598;g3f582461e68_0_795"/>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99" name="Google Shape;2599;g3f582461e68_0_795"/>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00" name="Google Shape;2600;g3f582461e68_0_795"/>
          <p:cNvSpPr txBox="1"/>
          <p:nvPr/>
        </p:nvSpPr>
        <p:spPr>
          <a:xfrm>
            <a:off x="7456663"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Tasks</a:t>
            </a:r>
            <a:endParaRPr b="0" i="0" sz="1400" u="none" cap="none" strike="noStrike">
              <a:solidFill>
                <a:srgbClr val="000000"/>
              </a:solidFill>
              <a:latin typeface="Arial"/>
              <a:ea typeface="Arial"/>
              <a:cs typeface="Arial"/>
              <a:sym typeface="Arial"/>
            </a:endParaRPr>
          </a:p>
        </p:txBody>
      </p:sp>
      <p:sp>
        <p:nvSpPr>
          <p:cNvPr id="2601" name="Google Shape;2601;g3f582461e68_0_79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
        <p:nvSpPr>
          <p:cNvPr id="2602" name="Google Shape;2602;g3f582461e68_0_795"/>
          <p:cNvSpPr txBox="1"/>
          <p:nvPr>
            <p:ph idx="2" type="sldNum"/>
          </p:nvPr>
        </p:nvSpPr>
        <p:spPr>
          <a:xfrm>
            <a:off x="5730320" y="6332997"/>
            <a:ext cx="731700" cy="5250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r>
              <a:t/>
            </a:r>
            <a:endParaRPr/>
          </a:p>
          <a:p>
            <a:pPr indent="0" lvl="0" marL="0" rtl="0" algn="ct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2603" name="Shape 2603"/>
        <p:cNvGrpSpPr/>
        <p:nvPr/>
      </p:nvGrpSpPr>
      <p:grpSpPr>
        <a:xfrm>
          <a:off x="0" y="0"/>
          <a:ext cx="0" cy="0"/>
          <a:chOff x="0" y="0"/>
          <a:chExt cx="0" cy="0"/>
        </a:xfrm>
      </p:grpSpPr>
      <p:grpSp>
        <p:nvGrpSpPr>
          <p:cNvPr id="2604" name="Google Shape;2604;g3f582461e68_0_809"/>
          <p:cNvGrpSpPr/>
          <p:nvPr/>
        </p:nvGrpSpPr>
        <p:grpSpPr>
          <a:xfrm>
            <a:off x="6634601" y="419286"/>
            <a:ext cx="4977959" cy="715758"/>
            <a:chOff x="6651018" y="1094904"/>
            <a:chExt cx="4977959" cy="715758"/>
          </a:xfrm>
        </p:grpSpPr>
        <p:grpSp>
          <p:nvGrpSpPr>
            <p:cNvPr id="2605" name="Google Shape;2605;g3f582461e68_0_809"/>
            <p:cNvGrpSpPr/>
            <p:nvPr/>
          </p:nvGrpSpPr>
          <p:grpSpPr>
            <a:xfrm flipH="1">
              <a:off x="6651018" y="1105239"/>
              <a:ext cx="4977959" cy="705423"/>
              <a:chOff x="-276224" y="579518"/>
              <a:chExt cx="4483840" cy="705423"/>
            </a:xfrm>
          </p:grpSpPr>
          <p:sp>
            <p:nvSpPr>
              <p:cNvPr id="2606" name="Google Shape;2606;g3f582461e68_0_809"/>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07" name="Google Shape;2607;g3f582461e68_0_809"/>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608" name="Google Shape;2608;g3f582461e68_0_809"/>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2609" name="Google Shape;2609;g3f582461e68_0_809"/>
          <p:cNvGrpSpPr/>
          <p:nvPr/>
        </p:nvGrpSpPr>
        <p:grpSpPr>
          <a:xfrm>
            <a:off x="546596" y="408850"/>
            <a:ext cx="4862692" cy="736415"/>
            <a:chOff x="563013" y="978293"/>
            <a:chExt cx="4862692" cy="736415"/>
          </a:xfrm>
        </p:grpSpPr>
        <p:grpSp>
          <p:nvGrpSpPr>
            <p:cNvPr id="2610" name="Google Shape;2610;g3f582461e68_0_809"/>
            <p:cNvGrpSpPr/>
            <p:nvPr/>
          </p:nvGrpSpPr>
          <p:grpSpPr>
            <a:xfrm>
              <a:off x="563051" y="978293"/>
              <a:ext cx="4862654" cy="736415"/>
              <a:chOff x="971550" y="628179"/>
              <a:chExt cx="4207540" cy="727323"/>
            </a:xfrm>
          </p:grpSpPr>
          <p:sp>
            <p:nvSpPr>
              <p:cNvPr id="2611" name="Google Shape;2611;g3f582461e68_0_809"/>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12" name="Google Shape;2612;g3f582461e68_0_809"/>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613" name="Google Shape;2613;g3f582461e68_0_809"/>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2614" name="Google Shape;2614;g3f582461e68_0_809"/>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15" name="Google Shape;2615;g3f582461e68_0_809"/>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616" name="Shape 2616"/>
        <p:cNvGrpSpPr/>
        <p:nvPr/>
      </p:nvGrpSpPr>
      <p:grpSpPr>
        <a:xfrm>
          <a:off x="0" y="0"/>
          <a:ext cx="0" cy="0"/>
          <a:chOff x="0" y="0"/>
          <a:chExt cx="0" cy="0"/>
        </a:xfrm>
      </p:grpSpPr>
      <p:grpSp>
        <p:nvGrpSpPr>
          <p:cNvPr id="2617" name="Google Shape;2617;g3f582461e68_0_822"/>
          <p:cNvGrpSpPr/>
          <p:nvPr/>
        </p:nvGrpSpPr>
        <p:grpSpPr>
          <a:xfrm>
            <a:off x="680011" y="0"/>
            <a:ext cx="3090697" cy="1806089"/>
            <a:chOff x="536716" y="-1319"/>
            <a:chExt cx="3976708" cy="2323841"/>
          </a:xfrm>
        </p:grpSpPr>
        <p:sp>
          <p:nvSpPr>
            <p:cNvPr id="2618" name="Google Shape;2618;g3f582461e68_0_82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619" name="Google Shape;2619;g3f582461e68_0_822"/>
            <p:cNvGrpSpPr/>
            <p:nvPr/>
          </p:nvGrpSpPr>
          <p:grpSpPr>
            <a:xfrm>
              <a:off x="536716" y="0"/>
              <a:ext cx="3976708" cy="2322522"/>
              <a:chOff x="947530" y="0"/>
              <a:chExt cx="3976708" cy="2322522"/>
            </a:xfrm>
          </p:grpSpPr>
          <p:sp>
            <p:nvSpPr>
              <p:cNvPr id="2620" name="Google Shape;2620;g3f582461e68_0_82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21" name="Google Shape;2621;g3f582461e68_0_82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22" name="Google Shape;2622;g3f582461e68_0_82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4800" u="none" cap="none" strike="noStrike">
                    <a:solidFill>
                      <a:schemeClr val="lt1"/>
                    </a:solidFill>
                    <a:latin typeface="Quicksand"/>
                    <a:ea typeface="Quicksand"/>
                    <a:cs typeface="Quicksand"/>
                    <a:sym typeface="Quicksand"/>
                  </a:rPr>
                  <a:t>Q &amp; A </a:t>
                </a:r>
                <a:endParaRPr b="1" i="0" sz="4800" u="none" cap="none" strike="noStrike">
                  <a:solidFill>
                    <a:schemeClr val="lt1"/>
                  </a:solidFill>
                  <a:latin typeface="Quicksand"/>
                  <a:ea typeface="Quicksand"/>
                  <a:cs typeface="Quicksand"/>
                  <a:sym typeface="Quicksand"/>
                </a:endParaRPr>
              </a:p>
            </p:txBody>
          </p:sp>
          <p:sp>
            <p:nvSpPr>
              <p:cNvPr id="2623" name="Google Shape;2623;g3f582461e68_0_82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24" name="Google Shape;2624;g3f582461e68_0_82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2625" name="Shape 2625"/>
        <p:cNvGrpSpPr/>
        <p:nvPr/>
      </p:nvGrpSpPr>
      <p:grpSpPr>
        <a:xfrm>
          <a:off x="0" y="0"/>
          <a:ext cx="0" cy="0"/>
          <a:chOff x="0" y="0"/>
          <a:chExt cx="0" cy="0"/>
        </a:xfrm>
      </p:grpSpPr>
      <p:pic>
        <p:nvPicPr>
          <p:cNvPr id="2626" name="Google Shape;2626;g3f582461e68_0_831"/>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2627" name="Google Shape;2627;g3f582461e68_0_831"/>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628" name="Shape 2628"/>
        <p:cNvGrpSpPr/>
        <p:nvPr/>
      </p:nvGrpSpPr>
      <p:grpSpPr>
        <a:xfrm>
          <a:off x="0" y="0"/>
          <a:ext cx="0" cy="0"/>
          <a:chOff x="0" y="0"/>
          <a:chExt cx="0" cy="0"/>
        </a:xfrm>
      </p:grpSpPr>
      <p:sp>
        <p:nvSpPr>
          <p:cNvPr id="2629" name="Google Shape;2629;g3f582461e68_0_834"/>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1_Title slide_1">
    <p:spTree>
      <p:nvGrpSpPr>
        <p:cNvPr id="2630" name="Shape 2630"/>
        <p:cNvGrpSpPr/>
        <p:nvPr/>
      </p:nvGrpSpPr>
      <p:grpSpPr>
        <a:xfrm>
          <a:off x="0" y="0"/>
          <a:ext cx="0" cy="0"/>
          <a:chOff x="0" y="0"/>
          <a:chExt cx="0" cy="0"/>
        </a:xfrm>
      </p:grpSpPr>
      <p:sp>
        <p:nvSpPr>
          <p:cNvPr id="2631" name="Google Shape;2631;g3f582461e68_0_836"/>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Calibri"/>
              <a:buNone/>
              <a:defRPr b="1" i="0" sz="6933" u="none" cap="none" strike="noStrike">
                <a:solidFill>
                  <a:srgbClr val="172A4B"/>
                </a:solidFill>
                <a:latin typeface="Calibri"/>
                <a:ea typeface="Calibri"/>
                <a:cs typeface="Calibri"/>
                <a:sym typeface="Calibri"/>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2632" name="Google Shape;2632;g3f582461e68_0_836"/>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t" bIns="45700" lIns="91425" spcFirstLastPara="1" rIns="91425" wrap="square" tIns="18275">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3" name="Google Shape;2633;g3f582461e68_0_836"/>
          <p:cNvSpPr txBox="1"/>
          <p:nvPr>
            <p:ph idx="2"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4" name="Google Shape;2634;g3f582461e68_0_836"/>
          <p:cNvSpPr txBox="1"/>
          <p:nvPr>
            <p:ph idx="3"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5" name="Google Shape;2635;g3f582461e68_0_83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36" name="Google Shape;2636;g3f582461e68_0_836"/>
          <p:cNvSpPr txBox="1"/>
          <p:nvPr>
            <p:ph idx="4" type="sldNum"/>
          </p:nvPr>
        </p:nvSpPr>
        <p:spPr>
          <a:xfrm>
            <a:off x="1397100" y="6000300"/>
            <a:ext cx="8727300" cy="5250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Q&amp;A">
  <p:cSld name="1st Q&amp;A">
    <p:spTree>
      <p:nvGrpSpPr>
        <p:cNvPr id="2637" name="Shape 2637"/>
        <p:cNvGrpSpPr/>
        <p:nvPr/>
      </p:nvGrpSpPr>
      <p:grpSpPr>
        <a:xfrm>
          <a:off x="0" y="0"/>
          <a:ext cx="0" cy="0"/>
          <a:chOff x="0" y="0"/>
          <a:chExt cx="0" cy="0"/>
        </a:xfrm>
      </p:grpSpPr>
      <p:grpSp>
        <p:nvGrpSpPr>
          <p:cNvPr id="2638" name="Google Shape;2638;g3f582461e68_0_843"/>
          <p:cNvGrpSpPr/>
          <p:nvPr/>
        </p:nvGrpSpPr>
        <p:grpSpPr>
          <a:xfrm>
            <a:off x="443462" y="0"/>
            <a:ext cx="4424088" cy="1806089"/>
            <a:chOff x="536716" y="-1319"/>
            <a:chExt cx="3976708" cy="2323841"/>
          </a:xfrm>
        </p:grpSpPr>
        <p:sp>
          <p:nvSpPr>
            <p:cNvPr id="2639" name="Google Shape;2639;g3f582461e68_0_843"/>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2640" name="Google Shape;2640;g3f582461e68_0_843"/>
            <p:cNvGrpSpPr/>
            <p:nvPr/>
          </p:nvGrpSpPr>
          <p:grpSpPr>
            <a:xfrm>
              <a:off x="536716" y="0"/>
              <a:ext cx="3976708" cy="2322522"/>
              <a:chOff x="947530" y="0"/>
              <a:chExt cx="3976708" cy="2322522"/>
            </a:xfrm>
          </p:grpSpPr>
          <p:sp>
            <p:nvSpPr>
              <p:cNvPr id="2641" name="Google Shape;2641;g3f582461e68_0_84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642" name="Google Shape;2642;g3f582461e68_0_843"/>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643" name="Google Shape;2643;g3f582461e68_0_843"/>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2644" name="Google Shape;2644;g3f582461e68_0_843"/>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645" name="Google Shape;2645;g3f582461e68_0_84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2646" name="Google Shape;2646;g3f582461e68_0_843"/>
          <p:cNvSpPr txBox="1"/>
          <p:nvPr/>
        </p:nvSpPr>
        <p:spPr>
          <a:xfrm>
            <a:off x="443450" y="777575"/>
            <a:ext cx="426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Q &amp; A</a:t>
            </a:r>
            <a:endParaRPr b="0" i="0" sz="5500" u="none" cap="none" strike="noStrike">
              <a:solidFill>
                <a:schemeClr val="lt1"/>
              </a:solidFill>
              <a:latin typeface="Fredoka"/>
              <a:ea typeface="Fredoka"/>
              <a:cs typeface="Fredoka"/>
              <a:sym typeface="Fredoka"/>
            </a:endParaRPr>
          </a:p>
        </p:txBody>
      </p:sp>
      <p:sp>
        <p:nvSpPr>
          <p:cNvPr id="2647" name="Google Shape;2647;g3f582461e68_0_843"/>
          <p:cNvSpPr/>
          <p:nvPr/>
        </p:nvSpPr>
        <p:spPr>
          <a:xfrm>
            <a:off x="3170875" y="2698425"/>
            <a:ext cx="6104100" cy="3519300"/>
          </a:xfrm>
          <a:prstGeom prst="bevel">
            <a:avLst>
              <a:gd fmla="val 569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2648" name="Google Shape;2648;g3f582461e68_0_843">
            <a:hlinkClick action="ppaction://hlinkshowjump?jump=previousslide"/>
          </p:cNvPr>
          <p:cNvPicPr preferRelativeResize="0"/>
          <p:nvPr/>
        </p:nvPicPr>
        <p:blipFill rotWithShape="1">
          <a:blip r:embed="rId2">
            <a:alphaModFix/>
          </a:blip>
          <a:srcRect b="0" l="0" r="0" t="0"/>
          <a:stretch/>
        </p:blipFill>
        <p:spPr>
          <a:xfrm>
            <a:off x="2237535" y="3911074"/>
            <a:ext cx="607125" cy="758719"/>
          </a:xfrm>
          <a:prstGeom prst="rect">
            <a:avLst/>
          </a:prstGeom>
          <a:noFill/>
          <a:ln>
            <a:noFill/>
          </a:ln>
        </p:spPr>
      </p:pic>
      <p:pic>
        <p:nvPicPr>
          <p:cNvPr id="2649" name="Google Shape;2649;g3f582461e68_0_843">
            <a:hlinkClick action="ppaction://hlinkshowjump?jump=nextslide"/>
          </p:cNvPr>
          <p:cNvPicPr preferRelativeResize="0"/>
          <p:nvPr/>
        </p:nvPicPr>
        <p:blipFill rotWithShape="1">
          <a:blip r:embed="rId3">
            <a:alphaModFix/>
          </a:blip>
          <a:srcRect b="0" l="0" r="0" t="0"/>
          <a:stretch/>
        </p:blipFill>
        <p:spPr>
          <a:xfrm>
            <a:off x="9601200" y="3910219"/>
            <a:ext cx="607113" cy="76039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667" name="Shape 2667"/>
        <p:cNvGrpSpPr/>
        <p:nvPr/>
      </p:nvGrpSpPr>
      <p:grpSpPr>
        <a:xfrm>
          <a:off x="0" y="0"/>
          <a:ext cx="0" cy="0"/>
          <a:chOff x="0" y="0"/>
          <a:chExt cx="0" cy="0"/>
        </a:xfrm>
      </p:grpSpPr>
      <p:sp>
        <p:nvSpPr>
          <p:cNvPr id="2668" name="Google Shape;2668;g3f582461e68_0_1746"/>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69" name="Google Shape;2669;g3f582461e68_0_1746"/>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392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70" name="Google Shape;2670;g3f582461e68_0_1746"/>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1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671" name="Shape 2671"/>
        <p:cNvGrpSpPr/>
        <p:nvPr/>
      </p:nvGrpSpPr>
      <p:grpSpPr>
        <a:xfrm>
          <a:off x="0" y="0"/>
          <a:ext cx="0" cy="0"/>
          <a:chOff x="0" y="0"/>
          <a:chExt cx="0" cy="0"/>
        </a:xfrm>
      </p:grpSpPr>
      <p:sp>
        <p:nvSpPr>
          <p:cNvPr id="2672" name="Google Shape;2672;g3f582461e68_0_1750"/>
          <p:cNvSpPr txBox="1"/>
          <p:nvPr/>
        </p:nvSpPr>
        <p:spPr>
          <a:xfrm>
            <a:off x="854675" y="2764213"/>
            <a:ext cx="3810000" cy="794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673" name="Google Shape;2673;g3f582461e68_0_1750"/>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2674" name="Shape 2674"/>
        <p:cNvGrpSpPr/>
        <p:nvPr/>
      </p:nvGrpSpPr>
      <p:grpSpPr>
        <a:xfrm>
          <a:off x="0" y="0"/>
          <a:ext cx="0" cy="0"/>
          <a:chOff x="0" y="0"/>
          <a:chExt cx="0" cy="0"/>
        </a:xfrm>
      </p:grpSpPr>
      <p:sp>
        <p:nvSpPr>
          <p:cNvPr id="2675" name="Google Shape;2675;g3f582461e68_0_1753"/>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76" name="Google Shape;2676;g3f582461e68_0_1753"/>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2677" name="Google Shape;2677;g3f582461e68_0_1753"/>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1" i="0" sz="2800" u="none" cap="small" strike="noStrike">
              <a:solidFill>
                <a:srgbClr val="757070"/>
              </a:solidFill>
              <a:latin typeface="Quicksand"/>
              <a:ea typeface="Quicksand"/>
              <a:cs typeface="Quicksand"/>
              <a:sym typeface="Quicksand"/>
            </a:endParaRPr>
          </a:p>
        </p:txBody>
      </p:sp>
      <p:sp>
        <p:nvSpPr>
          <p:cNvPr id="2678" name="Google Shape;2678;g3f582461e68_0_1753"/>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79" name="Google Shape;2679;g3f582461e68_0_1753"/>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2680" name="Shape 2680"/>
        <p:cNvGrpSpPr/>
        <p:nvPr/>
      </p:nvGrpSpPr>
      <p:grpSpPr>
        <a:xfrm>
          <a:off x="0" y="0"/>
          <a:ext cx="0" cy="0"/>
          <a:chOff x="0" y="0"/>
          <a:chExt cx="0" cy="0"/>
        </a:xfrm>
      </p:grpSpPr>
      <p:grpSp>
        <p:nvGrpSpPr>
          <p:cNvPr id="2681" name="Google Shape;2681;g3f582461e68_0_1759"/>
          <p:cNvGrpSpPr/>
          <p:nvPr/>
        </p:nvGrpSpPr>
        <p:grpSpPr>
          <a:xfrm>
            <a:off x="680011" y="0"/>
            <a:ext cx="3090697" cy="1806089"/>
            <a:chOff x="536716" y="-1319"/>
            <a:chExt cx="3976708" cy="2323841"/>
          </a:xfrm>
        </p:grpSpPr>
        <p:sp>
          <p:nvSpPr>
            <p:cNvPr id="2682" name="Google Shape;2682;g3f582461e68_0_175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683" name="Google Shape;2683;g3f582461e68_0_1759"/>
            <p:cNvGrpSpPr/>
            <p:nvPr/>
          </p:nvGrpSpPr>
          <p:grpSpPr>
            <a:xfrm>
              <a:off x="536716" y="0"/>
              <a:ext cx="3976708" cy="2322522"/>
              <a:chOff x="947530" y="0"/>
              <a:chExt cx="3976708" cy="2322522"/>
            </a:xfrm>
          </p:grpSpPr>
          <p:sp>
            <p:nvSpPr>
              <p:cNvPr id="2684" name="Google Shape;2684;g3f582461e68_0_175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85" name="Google Shape;2685;g3f582461e68_0_175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86" name="Google Shape;2686;g3f582461e68_0_175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87" name="Google Shape;2687;g3f582461e68_0_175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88" name="Google Shape;2688;g3f582461e68_0_175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89" name="Google Shape;2689;g3f582461e68_0_175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2690" name="Google Shape;2690;g3f582461e68_0_1759"/>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2691" name="Google Shape;2691;g3f582461e68_0_175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92" name="Shape 2692"/>
        <p:cNvGrpSpPr/>
        <p:nvPr/>
      </p:nvGrpSpPr>
      <p:grpSpPr>
        <a:xfrm>
          <a:off x="0" y="0"/>
          <a:ext cx="0" cy="0"/>
          <a:chOff x="0" y="0"/>
          <a:chExt cx="0" cy="0"/>
        </a:xfrm>
      </p:grpSpPr>
      <p:sp>
        <p:nvSpPr>
          <p:cNvPr id="2693" name="Google Shape;2693;g3f582461e68_0_1771"/>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94" name="Google Shape;2694;g3f582461e68_0_1771"/>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95" name="Google Shape;2695;g3f582461e68_0_1771"/>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696" name="Google Shape;2696;g3f582461e68_0_1771"/>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697" name="Google Shape;2697;g3f582461e68_0_1771"/>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2698" name="Shape 2698"/>
        <p:cNvGrpSpPr/>
        <p:nvPr/>
      </p:nvGrpSpPr>
      <p:grpSpPr>
        <a:xfrm>
          <a:off x="0" y="0"/>
          <a:ext cx="0" cy="0"/>
          <a:chOff x="0" y="0"/>
          <a:chExt cx="0" cy="0"/>
        </a:xfrm>
      </p:grpSpPr>
      <p:grpSp>
        <p:nvGrpSpPr>
          <p:cNvPr id="2699" name="Google Shape;2699;g3f582461e68_0_1777"/>
          <p:cNvGrpSpPr/>
          <p:nvPr/>
        </p:nvGrpSpPr>
        <p:grpSpPr>
          <a:xfrm>
            <a:off x="680011" y="0"/>
            <a:ext cx="3090697" cy="1806089"/>
            <a:chOff x="536716" y="-1319"/>
            <a:chExt cx="3976708" cy="2323841"/>
          </a:xfrm>
        </p:grpSpPr>
        <p:sp>
          <p:nvSpPr>
            <p:cNvPr id="2700" name="Google Shape;2700;g3f582461e68_0_177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701" name="Google Shape;2701;g3f582461e68_0_1777"/>
            <p:cNvGrpSpPr/>
            <p:nvPr/>
          </p:nvGrpSpPr>
          <p:grpSpPr>
            <a:xfrm>
              <a:off x="536716" y="0"/>
              <a:ext cx="3976708" cy="2322522"/>
              <a:chOff x="947530" y="0"/>
              <a:chExt cx="3976708" cy="2322522"/>
            </a:xfrm>
          </p:grpSpPr>
          <p:sp>
            <p:nvSpPr>
              <p:cNvPr id="2702" name="Google Shape;2702;g3f582461e68_0_177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703" name="Google Shape;2703;g3f582461e68_0_177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704" name="Google Shape;2704;g3f582461e68_0_177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705" name="Google Shape;2705;g3f582461e68_0_177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706" name="Google Shape;2706;g3f582461e68_0_177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707" name="Google Shape;2707;g3f582461e68_0_177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2708" name="Google Shape;2708;g3f582461e68_0_1777"/>
          <p:cNvGrpSpPr/>
          <p:nvPr/>
        </p:nvGrpSpPr>
        <p:grpSpPr>
          <a:xfrm>
            <a:off x="5346784" y="1129383"/>
            <a:ext cx="4318845" cy="2583681"/>
            <a:chOff x="5320151" y="896335"/>
            <a:chExt cx="4318845" cy="2583681"/>
          </a:xfrm>
        </p:grpSpPr>
        <p:sp>
          <p:nvSpPr>
            <p:cNvPr id="2709" name="Google Shape;2709;g3f582461e68_0_177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0" name="Google Shape;2710;g3f582461e68_0_177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711" name="Google Shape;2711;g3f582461e68_0_1777"/>
          <p:cNvGrpSpPr/>
          <p:nvPr/>
        </p:nvGrpSpPr>
        <p:grpSpPr>
          <a:xfrm>
            <a:off x="8020375" y="1479739"/>
            <a:ext cx="1344658" cy="4110296"/>
            <a:chOff x="7993742" y="1246691"/>
            <a:chExt cx="1344658" cy="4110296"/>
          </a:xfrm>
        </p:grpSpPr>
        <p:sp>
          <p:nvSpPr>
            <p:cNvPr id="2712" name="Google Shape;2712;g3f582461e68_0_1777"/>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3" name="Google Shape;2713;g3f582461e68_0_1777"/>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4" name="Google Shape;2714;g3f582461e68_0_1777"/>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5" name="Google Shape;2715;g3f582461e68_0_1777"/>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6" name="Google Shape;2716;g3f582461e68_0_1777"/>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7" name="Google Shape;2717;g3f582461e68_0_1777"/>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8" name="Google Shape;2718;g3f582461e68_0_1777"/>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9" name="Google Shape;2719;g3f582461e68_0_1777"/>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0" name="Google Shape;2720;g3f582461e68_0_1777"/>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1" name="Google Shape;2721;g3f582461e68_0_1777"/>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2" name="Google Shape;2722;g3f582461e68_0_1777"/>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3" name="Google Shape;2723;g3f582461e68_0_177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4" name="Google Shape;2724;g3f582461e68_0_177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5" name="Google Shape;2725;g3f582461e68_0_1777"/>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6" name="Google Shape;2726;g3f582461e68_0_1777"/>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7" name="Google Shape;2727;g3f582461e68_0_1777"/>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8" name="Google Shape;2728;g3f582461e68_0_1777"/>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9" name="Google Shape;2729;g3f582461e68_0_1777"/>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0" name="Google Shape;2730;g3f582461e68_0_1777"/>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1" name="Google Shape;2731;g3f582461e68_0_1777"/>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2" name="Google Shape;2732;g3f582461e68_0_177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3" name="Google Shape;2733;g3f582461e68_0_177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4" name="Google Shape;2734;g3f582461e68_0_1777"/>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5" name="Google Shape;2735;g3f582461e68_0_1777"/>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6" name="Google Shape;2736;g3f582461e68_0_1777"/>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7" name="Google Shape;2737;g3f582461e68_0_1777"/>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8" name="Google Shape;2738;g3f582461e68_0_1777"/>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9" name="Google Shape;2739;g3f582461e68_0_1777"/>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0" name="Google Shape;2740;g3f582461e68_0_1777"/>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1" name="Google Shape;2741;g3f582461e68_0_1777"/>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2" name="Google Shape;2742;g3f582461e68_0_1777"/>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3" name="Google Shape;2743;g3f582461e68_0_1777"/>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4" name="Google Shape;2744;g3f582461e68_0_1777"/>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5" name="Google Shape;2745;g3f582461e68_0_1777"/>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6" name="Google Shape;2746;g3f582461e68_0_1777"/>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7" name="Google Shape;2747;g3f582461e68_0_1777"/>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8" name="Google Shape;2748;g3f582461e68_0_1777"/>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9" name="Google Shape;2749;g3f582461e68_0_1777"/>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0" name="Google Shape;2750;g3f582461e68_0_1777"/>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1" name="Google Shape;2751;g3f582461e68_0_1777"/>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2" name="Google Shape;2752;g3f582461e68_0_1777"/>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3" name="Google Shape;2753;g3f582461e68_0_1777"/>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4" name="Google Shape;2754;g3f582461e68_0_1777"/>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5" name="Google Shape;2755;g3f582461e68_0_1777"/>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6" name="Google Shape;2756;g3f582461e68_0_1777"/>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757" name="Google Shape;2757;g3f582461e68_0_1777"/>
          <p:cNvGrpSpPr/>
          <p:nvPr/>
        </p:nvGrpSpPr>
        <p:grpSpPr>
          <a:xfrm>
            <a:off x="6181783" y="2432841"/>
            <a:ext cx="2702942" cy="1829559"/>
            <a:chOff x="6155150" y="2199793"/>
            <a:chExt cx="2702942" cy="1829559"/>
          </a:xfrm>
        </p:grpSpPr>
        <p:sp>
          <p:nvSpPr>
            <p:cNvPr id="2758" name="Google Shape;2758;g3f582461e68_0_1777"/>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9" name="Google Shape;2759;g3f582461e68_0_1777"/>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0" name="Google Shape;2760;g3f582461e68_0_1777"/>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1" name="Google Shape;2761;g3f582461e68_0_1777"/>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2" name="Google Shape;2762;g3f582461e68_0_1777"/>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3" name="Google Shape;2763;g3f582461e68_0_1777"/>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4" name="Google Shape;2764;g3f582461e68_0_1777"/>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5" name="Google Shape;2765;g3f582461e68_0_1777"/>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6" name="Google Shape;2766;g3f582461e68_0_1777"/>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7" name="Google Shape;2767;g3f582461e68_0_1777"/>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768" name="Google Shape;2768;g3f582461e68_0_1777"/>
          <p:cNvGrpSpPr/>
          <p:nvPr/>
        </p:nvGrpSpPr>
        <p:grpSpPr>
          <a:xfrm>
            <a:off x="5355452" y="1806760"/>
            <a:ext cx="1514699" cy="3783660"/>
            <a:chOff x="5328819" y="1573712"/>
            <a:chExt cx="1514699" cy="3783660"/>
          </a:xfrm>
        </p:grpSpPr>
        <p:sp>
          <p:nvSpPr>
            <p:cNvPr id="2769" name="Google Shape;2769;g3f582461e68_0_1777"/>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0" name="Google Shape;2770;g3f582461e68_0_1777"/>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1" name="Google Shape;2771;g3f582461e68_0_17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2" name="Google Shape;2772;g3f582461e68_0_17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3" name="Google Shape;2773;g3f582461e68_0_17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4" name="Google Shape;2774;g3f582461e68_0_1777"/>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5" name="Google Shape;2775;g3f582461e68_0_1777"/>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6" name="Google Shape;2776;g3f582461e68_0_1777"/>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7" name="Google Shape;2777;g3f582461e68_0_1777"/>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8" name="Google Shape;2778;g3f582461e68_0_1777"/>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9" name="Google Shape;2779;g3f582461e68_0_1777"/>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0" name="Google Shape;2780;g3f582461e68_0_1777"/>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1" name="Google Shape;2781;g3f582461e68_0_1777"/>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2" name="Google Shape;2782;g3f582461e68_0_1777"/>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3" name="Google Shape;2783;g3f582461e68_0_177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4" name="Google Shape;2784;g3f582461e68_0_177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5" name="Google Shape;2785;g3f582461e68_0_1777"/>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6" name="Google Shape;2786;g3f582461e68_0_1777"/>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7" name="Google Shape;2787;g3f582461e68_0_1777"/>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8" name="Google Shape;2788;g3f582461e68_0_1777"/>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9" name="Google Shape;2789;g3f582461e68_0_1777"/>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0" name="Google Shape;2790;g3f582461e68_0_177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1" name="Google Shape;2791;g3f582461e68_0_177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2" name="Google Shape;2792;g3f582461e68_0_1777"/>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3" name="Google Shape;2793;g3f582461e68_0_1777"/>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4" name="Google Shape;2794;g3f582461e68_0_177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5" name="Google Shape;2795;g3f582461e68_0_177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6" name="Google Shape;2796;g3f582461e68_0_1777"/>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7" name="Google Shape;2797;g3f582461e68_0_1777"/>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8" name="Google Shape;2798;g3f582461e68_0_1777"/>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9" name="Google Shape;2799;g3f582461e68_0_1777"/>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0" name="Google Shape;2800;g3f582461e68_0_1777"/>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1" name="Google Shape;2801;g3f582461e68_0_1777"/>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2" name="Google Shape;2802;g3f582461e68_0_1777"/>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3" name="Google Shape;2803;g3f582461e68_0_1777"/>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4" name="Google Shape;2804;g3f582461e68_0_1777"/>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5" name="Google Shape;2805;g3f582461e68_0_1777"/>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6" name="Google Shape;2806;g3f582461e68_0_1777"/>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7" name="Google Shape;2807;g3f582461e68_0_1777"/>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8" name="Google Shape;2808;g3f582461e68_0_177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9" name="Google Shape;2809;g3f582461e68_0_177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0" name="Google Shape;2810;g3f582461e68_0_1777"/>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1" name="Google Shape;2811;g3f582461e68_0_1777"/>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2" name="Google Shape;2812;g3f582461e68_0_1777"/>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3" name="Google Shape;2813;g3f582461e68_0_1777"/>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4" name="Google Shape;2814;g3f582461e68_0_1777"/>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5" name="Google Shape;2815;g3f582461e68_0_177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6" name="Google Shape;2816;g3f582461e68_0_177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7" name="Google Shape;2817;g3f582461e68_0_177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8" name="Google Shape;2818;g3f582461e68_0_177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9" name="Google Shape;2819;g3f582461e68_0_177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0" name="Google Shape;2820;g3f582461e68_0_177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1" name="Google Shape;2821;g3f582461e68_0_1777"/>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2" name="Google Shape;2822;g3f582461e68_0_1777"/>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3" name="Google Shape;2823;g3f582461e68_0_1777"/>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824" name="Google Shape;2824;g3f582461e68_0_1777"/>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5" name="Google Shape;2825;g3f582461e68_0_177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2826" name="Shape 2826"/>
        <p:cNvGrpSpPr/>
        <p:nvPr/>
      </p:nvGrpSpPr>
      <p:grpSpPr>
        <a:xfrm>
          <a:off x="0" y="0"/>
          <a:ext cx="0" cy="0"/>
          <a:chOff x="0" y="0"/>
          <a:chExt cx="0" cy="0"/>
        </a:xfrm>
      </p:grpSpPr>
      <p:sp>
        <p:nvSpPr>
          <p:cNvPr id="2827" name="Google Shape;2827;g3f582461e68_0_1905"/>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828" name="Google Shape;2828;g3f582461e68_0_1905"/>
          <p:cNvGrpSpPr/>
          <p:nvPr/>
        </p:nvGrpSpPr>
        <p:grpSpPr>
          <a:xfrm>
            <a:off x="-1" y="579518"/>
            <a:ext cx="11387071" cy="823623"/>
            <a:chOff x="0" y="579518"/>
            <a:chExt cx="4125900" cy="823623"/>
          </a:xfrm>
        </p:grpSpPr>
        <p:sp>
          <p:nvSpPr>
            <p:cNvPr id="2829" name="Google Shape;2829;g3f582461e68_0_1905"/>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30" name="Google Shape;2830;g3f582461e68_0_1905"/>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831" name="Google Shape;2831;g3f582461e68_0_190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32" name="Google Shape;2832;g3f582461e68_0_1905"/>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ection Seprator ">
  <p:cSld name="blank Section Seprator ">
    <p:spTree>
      <p:nvGrpSpPr>
        <p:cNvPr id="2833" name="Shape 2833"/>
        <p:cNvGrpSpPr/>
        <p:nvPr/>
      </p:nvGrpSpPr>
      <p:grpSpPr>
        <a:xfrm>
          <a:off x="0" y="0"/>
          <a:ext cx="0" cy="0"/>
          <a:chOff x="0" y="0"/>
          <a:chExt cx="0" cy="0"/>
        </a:xfrm>
      </p:grpSpPr>
      <p:grpSp>
        <p:nvGrpSpPr>
          <p:cNvPr id="2834" name="Google Shape;2834;g3f582461e68_0_1912"/>
          <p:cNvGrpSpPr/>
          <p:nvPr/>
        </p:nvGrpSpPr>
        <p:grpSpPr>
          <a:xfrm>
            <a:off x="680011" y="0"/>
            <a:ext cx="3090697" cy="1806089"/>
            <a:chOff x="536716" y="-1319"/>
            <a:chExt cx="3976708" cy="2323841"/>
          </a:xfrm>
        </p:grpSpPr>
        <p:sp>
          <p:nvSpPr>
            <p:cNvPr id="2835" name="Google Shape;2835;g3f582461e68_0_191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36" name="Google Shape;2836;g3f582461e68_0_1912"/>
            <p:cNvGrpSpPr/>
            <p:nvPr/>
          </p:nvGrpSpPr>
          <p:grpSpPr>
            <a:xfrm>
              <a:off x="536716" y="0"/>
              <a:ext cx="3976708" cy="2322522"/>
              <a:chOff x="947530" y="0"/>
              <a:chExt cx="3976708" cy="2322522"/>
            </a:xfrm>
          </p:grpSpPr>
          <p:sp>
            <p:nvSpPr>
              <p:cNvPr id="2837" name="Google Shape;2837;g3f582461e68_0_191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38" name="Google Shape;2838;g3f582461e68_0_191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39" name="Google Shape;2839;g3f582461e68_0_191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40" name="Google Shape;2840;g3f582461e68_0_191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41" name="Google Shape;2841;g3f582461e68_0_191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42" name="Google Shape;2842;g3f582461e68_0_1912"/>
          <p:cNvSpPr txBox="1"/>
          <p:nvPr>
            <p:ph type="title"/>
          </p:nvPr>
        </p:nvSpPr>
        <p:spPr>
          <a:xfrm>
            <a:off x="680025" y="642115"/>
            <a:ext cx="3018000" cy="1089300"/>
          </a:xfrm>
          <a:prstGeom prst="rect">
            <a:avLst/>
          </a:prstGeom>
          <a:noFill/>
          <a:ln>
            <a:noFill/>
          </a:ln>
        </p:spPr>
        <p:txBody>
          <a:bodyPr anchorCtr="0" anchor="t" bIns="182875" lIns="91425" spcFirstLastPara="1" rIns="91425" wrap="square" tIns="182875">
            <a:normAutofit/>
          </a:bodyPr>
          <a:lstStyle>
            <a:lvl1pPr lvl="0" marR="0" algn="ctr">
              <a:lnSpc>
                <a:spcPct val="90000"/>
              </a:lnSpc>
              <a:spcBef>
                <a:spcPts val="0"/>
              </a:spcBef>
              <a:spcAft>
                <a:spcPts val="0"/>
              </a:spcAft>
              <a:buClr>
                <a:schemeClr val="lt1"/>
              </a:buClr>
              <a:buSzPts val="5400"/>
              <a:buFont typeface="Fredoka"/>
              <a:buNone/>
              <a:defRPr b="1" i="0" sz="5400" u="none" cap="none" strike="noStrike">
                <a:solidFill>
                  <a:schemeClr val="lt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43" name="Google Shape;2843;g3f582461e68_0_1912"/>
          <p:cNvSpPr/>
          <p:nvPr>
            <p:ph idx="2" type="pic"/>
          </p:nvPr>
        </p:nvSpPr>
        <p:spPr>
          <a:xfrm>
            <a:off x="6174558" y="1357460"/>
            <a:ext cx="5081100" cy="4557600"/>
          </a:xfrm>
          <a:prstGeom prst="rect">
            <a:avLst/>
          </a:prstGeom>
          <a:noFill/>
          <a:ln>
            <a:noFill/>
          </a:ln>
        </p:spPr>
      </p:sp>
      <p:sp>
        <p:nvSpPr>
          <p:cNvPr id="2844" name="Google Shape;2844;g3f582461e68_0_1912"/>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845" name="Google Shape;2845;g3f582461e68_0_1912"/>
          <p:cNvSpPr txBox="1"/>
          <p:nvPr>
            <p:ph idx="3"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_1">
    <p:spTree>
      <p:nvGrpSpPr>
        <p:cNvPr id="2846" name="Shape 2846"/>
        <p:cNvGrpSpPr/>
        <p:nvPr/>
      </p:nvGrpSpPr>
      <p:grpSpPr>
        <a:xfrm>
          <a:off x="0" y="0"/>
          <a:ext cx="0" cy="0"/>
          <a:chOff x="0" y="0"/>
          <a:chExt cx="0" cy="0"/>
        </a:xfrm>
      </p:grpSpPr>
      <p:sp>
        <p:nvSpPr>
          <p:cNvPr id="2847" name="Google Shape;2847;g3f582461e68_0_1925"/>
          <p:cNvSpPr txBox="1"/>
          <p:nvPr/>
        </p:nvSpPr>
        <p:spPr>
          <a:xfrm>
            <a:off x="1122400" y="2754450"/>
            <a:ext cx="4324800" cy="1349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2848" name="Google Shape;2848;g3f582461e68_0_1925"/>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2849" name="Shape 2849"/>
        <p:cNvGrpSpPr/>
        <p:nvPr/>
      </p:nvGrpSpPr>
      <p:grpSpPr>
        <a:xfrm>
          <a:off x="0" y="0"/>
          <a:ext cx="0" cy="0"/>
          <a:chOff x="0" y="0"/>
          <a:chExt cx="0" cy="0"/>
        </a:xfrm>
      </p:grpSpPr>
      <p:grpSp>
        <p:nvGrpSpPr>
          <p:cNvPr id="2850" name="Google Shape;2850;g3f582461e68_0_1928"/>
          <p:cNvGrpSpPr/>
          <p:nvPr/>
        </p:nvGrpSpPr>
        <p:grpSpPr>
          <a:xfrm>
            <a:off x="680011" y="0"/>
            <a:ext cx="3090697" cy="1806089"/>
            <a:chOff x="536716" y="-1319"/>
            <a:chExt cx="3976708" cy="2323841"/>
          </a:xfrm>
        </p:grpSpPr>
        <p:sp>
          <p:nvSpPr>
            <p:cNvPr id="2851" name="Google Shape;2851;g3f582461e68_0_192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52" name="Google Shape;2852;g3f582461e68_0_1928"/>
            <p:cNvGrpSpPr/>
            <p:nvPr/>
          </p:nvGrpSpPr>
          <p:grpSpPr>
            <a:xfrm>
              <a:off x="536716" y="0"/>
              <a:ext cx="3976708" cy="2322522"/>
              <a:chOff x="947530" y="0"/>
              <a:chExt cx="3976708" cy="2322522"/>
            </a:xfrm>
          </p:grpSpPr>
          <p:sp>
            <p:nvSpPr>
              <p:cNvPr id="2853" name="Google Shape;2853;g3f582461e68_0_192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54" name="Google Shape;2854;g3f582461e68_0_192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55" name="Google Shape;2855;g3f582461e68_0_192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56" name="Google Shape;2856;g3f582461e68_0_192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57" name="Google Shape;2857;g3f582461e68_0_192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58" name="Google Shape;2858;g3f582461e68_0_1928"/>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2859" name="Google Shape;2859;g3f582461e68_0_1928"/>
          <p:cNvGrpSpPr/>
          <p:nvPr/>
        </p:nvGrpSpPr>
        <p:grpSpPr>
          <a:xfrm>
            <a:off x="5941746" y="1054485"/>
            <a:ext cx="4147720" cy="4749029"/>
            <a:chOff x="5329188" y="1014865"/>
            <a:chExt cx="4147720" cy="4749029"/>
          </a:xfrm>
        </p:grpSpPr>
        <p:grpSp>
          <p:nvGrpSpPr>
            <p:cNvPr id="2860" name="Google Shape;2860;g3f582461e68_0_1928"/>
            <p:cNvGrpSpPr/>
            <p:nvPr/>
          </p:nvGrpSpPr>
          <p:grpSpPr>
            <a:xfrm>
              <a:off x="5329188" y="1014865"/>
              <a:ext cx="4147720" cy="3894027"/>
              <a:chOff x="5329188" y="1014865"/>
              <a:chExt cx="4147720" cy="3894027"/>
            </a:xfrm>
          </p:grpSpPr>
          <p:sp>
            <p:nvSpPr>
              <p:cNvPr id="2861" name="Google Shape;2861;g3f582461e68_0_1928"/>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62" name="Google Shape;2862;g3f582461e68_0_1928"/>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63" name="Google Shape;2863;g3f582461e68_0_1928"/>
            <p:cNvGrpSpPr/>
            <p:nvPr/>
          </p:nvGrpSpPr>
          <p:grpSpPr>
            <a:xfrm>
              <a:off x="5474376" y="5044181"/>
              <a:ext cx="3724515" cy="719713"/>
              <a:chOff x="5474376" y="5044181"/>
              <a:chExt cx="3724515" cy="719713"/>
            </a:xfrm>
          </p:grpSpPr>
          <p:sp>
            <p:nvSpPr>
              <p:cNvPr id="2864" name="Google Shape;2864;g3f582461e68_0_1928"/>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65" name="Google Shape;2865;g3f582461e68_0_1928"/>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66" name="Google Shape;2866;g3f582461e68_0_1928"/>
            <p:cNvGrpSpPr/>
            <p:nvPr/>
          </p:nvGrpSpPr>
          <p:grpSpPr>
            <a:xfrm>
              <a:off x="6679374" y="3857046"/>
              <a:ext cx="1534214" cy="247727"/>
              <a:chOff x="6679374" y="3857046"/>
              <a:chExt cx="1534214" cy="247727"/>
            </a:xfrm>
          </p:grpSpPr>
          <p:sp>
            <p:nvSpPr>
              <p:cNvPr id="2867" name="Google Shape;2867;g3f582461e68_0_1928"/>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68" name="Google Shape;2868;g3f582461e68_0_1928"/>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69" name="Google Shape;2869;g3f582461e68_0_1928"/>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0" name="Google Shape;2870;g3f582461e68_0_1928"/>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1" name="Google Shape;2871;g3f582461e68_0_1928"/>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2" name="Google Shape;2872;g3f582461e68_0_1928"/>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3" name="Google Shape;2873;g3f582461e68_0_1928"/>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4" name="Google Shape;2874;g3f582461e68_0_1928"/>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5" name="Google Shape;2875;g3f582461e68_0_1928"/>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6" name="Google Shape;2876;g3f582461e68_0_1928"/>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77" name="Google Shape;2877;g3f582461e68_0_1928"/>
            <p:cNvGrpSpPr/>
            <p:nvPr/>
          </p:nvGrpSpPr>
          <p:grpSpPr>
            <a:xfrm>
              <a:off x="6150150" y="1372824"/>
              <a:ext cx="1654036" cy="1634647"/>
              <a:chOff x="6150150" y="1372824"/>
              <a:chExt cx="1654036" cy="1634647"/>
            </a:xfrm>
          </p:grpSpPr>
          <p:sp>
            <p:nvSpPr>
              <p:cNvPr id="2878" name="Google Shape;2878;g3f582461e68_0_1928"/>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9" name="Google Shape;2879;g3f582461e68_0_1928"/>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0" name="Google Shape;2880;g3f582461e68_0_1928"/>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1" name="Google Shape;2881;g3f582461e68_0_1928"/>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2" name="Google Shape;2882;g3f582461e68_0_1928"/>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83" name="Google Shape;2883;g3f582461e68_0_1928"/>
            <p:cNvGrpSpPr/>
            <p:nvPr/>
          </p:nvGrpSpPr>
          <p:grpSpPr>
            <a:xfrm>
              <a:off x="7567967" y="2334044"/>
              <a:ext cx="1372636" cy="1390272"/>
              <a:chOff x="7567967" y="2334044"/>
              <a:chExt cx="1372636" cy="1390272"/>
            </a:xfrm>
          </p:grpSpPr>
          <p:sp>
            <p:nvSpPr>
              <p:cNvPr id="2884" name="Google Shape;2884;g3f582461e68_0_1928"/>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5" name="Google Shape;2885;g3f582461e68_0_1928"/>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6" name="Google Shape;2886;g3f582461e68_0_1928"/>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7" name="Google Shape;2887;g3f582461e68_0_1928"/>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88" name="Google Shape;2888;g3f582461e68_0_1928"/>
            <p:cNvGrpSpPr/>
            <p:nvPr/>
          </p:nvGrpSpPr>
          <p:grpSpPr>
            <a:xfrm>
              <a:off x="5716757" y="2701775"/>
              <a:ext cx="2100989" cy="2869805"/>
              <a:chOff x="5716757" y="2701775"/>
              <a:chExt cx="2100989" cy="2869805"/>
            </a:xfrm>
          </p:grpSpPr>
          <p:sp>
            <p:nvSpPr>
              <p:cNvPr id="2889" name="Google Shape;2889;g3f582461e68_0_1928"/>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0" name="Google Shape;2890;g3f582461e68_0_1928"/>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1" name="Google Shape;2891;g3f582461e68_0_1928"/>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2" name="Google Shape;2892;g3f582461e68_0_1928"/>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3" name="Google Shape;2893;g3f582461e68_0_1928"/>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4" name="Google Shape;2894;g3f582461e68_0_1928"/>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5" name="Google Shape;2895;g3f582461e68_0_1928"/>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6" name="Google Shape;2896;g3f582461e68_0_1928"/>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7" name="Google Shape;2897;g3f582461e68_0_1928"/>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8" name="Google Shape;2898;g3f582461e68_0_1928"/>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9" name="Google Shape;2899;g3f582461e68_0_1928"/>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0" name="Google Shape;2900;g3f582461e68_0_1928"/>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1" name="Google Shape;2901;g3f582461e68_0_1928"/>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2" name="Google Shape;2902;g3f582461e68_0_1928"/>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3" name="Google Shape;2903;g3f582461e68_0_1928"/>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4" name="Google Shape;2904;g3f582461e68_0_1928"/>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5" name="Google Shape;2905;g3f582461e68_0_1928"/>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6" name="Google Shape;2906;g3f582461e68_0_1928"/>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7" name="Google Shape;2907;g3f582461e68_0_1928"/>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8" name="Google Shape;2908;g3f582461e68_0_1928"/>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9" name="Google Shape;2909;g3f582461e68_0_1928"/>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0" name="Google Shape;2910;g3f582461e68_0_1928"/>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1" name="Google Shape;2911;g3f582461e68_0_1928"/>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2" name="Google Shape;2912;g3f582461e68_0_1928"/>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3" name="Google Shape;2913;g3f582461e68_0_1928"/>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4" name="Google Shape;2914;g3f582461e68_0_1928"/>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5" name="Google Shape;2915;g3f582461e68_0_1928"/>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16" name="Google Shape;2916;g3f582461e68_0_1928"/>
              <p:cNvGrpSpPr/>
              <p:nvPr/>
            </p:nvGrpSpPr>
            <p:grpSpPr>
              <a:xfrm>
                <a:off x="5909424" y="3227297"/>
                <a:ext cx="721708" cy="913466"/>
                <a:chOff x="5909424" y="3227297"/>
                <a:chExt cx="721708" cy="913466"/>
              </a:xfrm>
            </p:grpSpPr>
            <p:sp>
              <p:nvSpPr>
                <p:cNvPr id="2917" name="Google Shape;2917;g3f582461e68_0_1928"/>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8" name="Google Shape;2918;g3f582461e68_0_1928"/>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919" name="Google Shape;2919;g3f582461e68_0_1928"/>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0" name="Google Shape;2920;g3f582461e68_0_1928"/>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1" name="Google Shape;2921;g3f582461e68_0_1928"/>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2" name="Google Shape;2922;g3f582461e68_0_1928"/>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23" name="Google Shape;2923;g3f582461e68_0_1928"/>
              <p:cNvGrpSpPr/>
              <p:nvPr/>
            </p:nvGrpSpPr>
            <p:grpSpPr>
              <a:xfrm>
                <a:off x="6175444" y="3103172"/>
                <a:ext cx="262591" cy="280323"/>
                <a:chOff x="6175444" y="3103172"/>
                <a:chExt cx="262591" cy="280323"/>
              </a:xfrm>
            </p:grpSpPr>
            <p:sp>
              <p:nvSpPr>
                <p:cNvPr id="2924" name="Google Shape;2924;g3f582461e68_0_1928"/>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5" name="Google Shape;2925;g3f582461e68_0_1928"/>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926" name="Google Shape;2926;g3f582461e68_0_1928"/>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7" name="Google Shape;2927;g3f582461e68_0_1928"/>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8" name="Google Shape;2928;g3f582461e68_0_1928"/>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29" name="Google Shape;2929;g3f582461e68_0_1928"/>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30" name="Google Shape;2930;g3f582461e68_0_1928"/>
              <p:cNvGrpSpPr/>
              <p:nvPr/>
            </p:nvGrpSpPr>
            <p:grpSpPr>
              <a:xfrm>
                <a:off x="6084245" y="2777613"/>
                <a:ext cx="361352" cy="401447"/>
                <a:chOff x="6084245" y="2777613"/>
                <a:chExt cx="361352" cy="401447"/>
              </a:xfrm>
            </p:grpSpPr>
            <p:sp>
              <p:nvSpPr>
                <p:cNvPr id="2931" name="Google Shape;2931;g3f582461e68_0_1928"/>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2" name="Google Shape;2932;g3f582461e68_0_1928"/>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933" name="Google Shape;2933;g3f582461e68_0_1928"/>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4" name="Google Shape;2934;g3f582461e68_0_1928"/>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5" name="Google Shape;2935;g3f582461e68_0_1928"/>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6" name="Google Shape;2936;g3f582461e68_0_1928"/>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7" name="Google Shape;2937;g3f582461e68_0_1928"/>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8" name="Google Shape;2938;g3f582461e68_0_1928"/>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9" name="Google Shape;2939;g3f582461e68_0_1928"/>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0" name="Google Shape;2940;g3f582461e68_0_1928"/>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1" name="Google Shape;2941;g3f582461e68_0_1928"/>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2" name="Google Shape;2942;g3f582461e68_0_1928"/>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3" name="Google Shape;2943;g3f582461e68_0_1928"/>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4" name="Google Shape;2944;g3f582461e68_0_1928"/>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5" name="Google Shape;2945;g3f582461e68_0_1928"/>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6" name="Google Shape;2946;g3f582461e68_0_1928"/>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47" name="Google Shape;2947;g3f582461e68_0_1928"/>
              <p:cNvGrpSpPr/>
              <p:nvPr/>
            </p:nvGrpSpPr>
            <p:grpSpPr>
              <a:xfrm>
                <a:off x="5914287" y="3433041"/>
                <a:ext cx="962877" cy="299634"/>
                <a:chOff x="5914287" y="3433041"/>
                <a:chExt cx="962877" cy="299634"/>
              </a:xfrm>
            </p:grpSpPr>
            <p:sp>
              <p:nvSpPr>
                <p:cNvPr id="2948" name="Google Shape;2948;g3f582461e68_0_1928"/>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9" name="Google Shape;2949;g3f582461e68_0_1928"/>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950" name="Google Shape;2950;g3f582461e68_0_1928"/>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1" name="Google Shape;2951;g3f582461e68_0_1928"/>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2" name="Google Shape;2952;g3f582461e68_0_1928"/>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3" name="Google Shape;2953;g3f582461e68_0_1928"/>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4" name="Google Shape;2954;g3f582461e68_0_1928"/>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5" name="Google Shape;2955;g3f582461e68_0_1928"/>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6" name="Google Shape;2956;g3f582461e68_0_1928"/>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7" name="Google Shape;2957;g3f582461e68_0_1928"/>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8" name="Google Shape;2958;g3f582461e68_0_1928"/>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9" name="Google Shape;2959;g3f582461e68_0_1928"/>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0" name="Google Shape;2960;g3f582461e68_0_1928"/>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1" name="Google Shape;2961;g3f582461e68_0_1928"/>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2" name="Google Shape;2962;g3f582461e68_0_1928"/>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3" name="Google Shape;2963;g3f582461e68_0_1928"/>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4" name="Google Shape;2964;g3f582461e68_0_1928"/>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2965" name="Google Shape;2965;g3f582461e68_0_192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2966" name="Shape 2966"/>
        <p:cNvGrpSpPr/>
        <p:nvPr/>
      </p:nvGrpSpPr>
      <p:grpSpPr>
        <a:xfrm>
          <a:off x="0" y="0"/>
          <a:ext cx="0" cy="0"/>
          <a:chOff x="0" y="0"/>
          <a:chExt cx="0" cy="0"/>
        </a:xfrm>
      </p:grpSpPr>
      <p:sp>
        <p:nvSpPr>
          <p:cNvPr id="2967" name="Google Shape;2967;g3f582461e68_0_2045"/>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68" name="Google Shape;2968;g3f582461e68_0_2045"/>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69" name="Google Shape;2969;g3f582461e68_0_2045"/>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970" name="Google Shape;2970;g3f582461e68_0_2045"/>
          <p:cNvGrpSpPr/>
          <p:nvPr/>
        </p:nvGrpSpPr>
        <p:grpSpPr>
          <a:xfrm>
            <a:off x="911104" y="1079070"/>
            <a:ext cx="10369887" cy="4698606"/>
            <a:chOff x="1290381" y="1417103"/>
            <a:chExt cx="9045610" cy="4098575"/>
          </a:xfrm>
        </p:grpSpPr>
        <p:sp>
          <p:nvSpPr>
            <p:cNvPr id="2971" name="Google Shape;2971;g3f582461e68_0_2045"/>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72" name="Google Shape;2972;g3f582461e68_0_2045"/>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73" name="Google Shape;2973;g3f582461e68_0_2045"/>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74" name="Google Shape;2974;g3f582461e68_0_2045"/>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2975" name="Shape 2975"/>
        <p:cNvGrpSpPr/>
        <p:nvPr/>
      </p:nvGrpSpPr>
      <p:grpSpPr>
        <a:xfrm>
          <a:off x="0" y="0"/>
          <a:ext cx="0" cy="0"/>
          <a:chOff x="0" y="0"/>
          <a:chExt cx="0" cy="0"/>
        </a:xfrm>
      </p:grpSpPr>
      <p:grpSp>
        <p:nvGrpSpPr>
          <p:cNvPr id="2976" name="Google Shape;2976;g3f582461e68_0_2054"/>
          <p:cNvGrpSpPr/>
          <p:nvPr/>
        </p:nvGrpSpPr>
        <p:grpSpPr>
          <a:xfrm>
            <a:off x="680011" y="0"/>
            <a:ext cx="3090697" cy="1806089"/>
            <a:chOff x="536716" y="-1319"/>
            <a:chExt cx="3976708" cy="2323841"/>
          </a:xfrm>
        </p:grpSpPr>
        <p:sp>
          <p:nvSpPr>
            <p:cNvPr id="2977" name="Google Shape;2977;g3f582461e68_0_205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978" name="Google Shape;2978;g3f582461e68_0_2054"/>
            <p:cNvGrpSpPr/>
            <p:nvPr/>
          </p:nvGrpSpPr>
          <p:grpSpPr>
            <a:xfrm>
              <a:off x="536716" y="0"/>
              <a:ext cx="3976708" cy="2322522"/>
              <a:chOff x="947530" y="0"/>
              <a:chExt cx="3976708" cy="2322522"/>
            </a:xfrm>
          </p:grpSpPr>
          <p:sp>
            <p:nvSpPr>
              <p:cNvPr id="2979" name="Google Shape;2979;g3f582461e68_0_205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80" name="Google Shape;2980;g3f582461e68_0_205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81" name="Google Shape;2981;g3f582461e68_0_205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82" name="Google Shape;2982;g3f582461e68_0_205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83" name="Google Shape;2983;g3f582461e68_0_205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84" name="Google Shape;2984;g3f582461e68_0_2054"/>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2985" name="Google Shape;2985;g3f582461e68_0_2054"/>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s">
  <p:cSld name="Tasks">
    <p:spTree>
      <p:nvGrpSpPr>
        <p:cNvPr id="2986" name="Shape 2986"/>
        <p:cNvGrpSpPr/>
        <p:nvPr/>
      </p:nvGrpSpPr>
      <p:grpSpPr>
        <a:xfrm>
          <a:off x="0" y="0"/>
          <a:ext cx="0" cy="0"/>
          <a:chOff x="0" y="0"/>
          <a:chExt cx="0" cy="0"/>
        </a:xfrm>
      </p:grpSpPr>
      <p:pic>
        <p:nvPicPr>
          <p:cNvPr id="2987" name="Google Shape;2987;g3f582461e68_0_2065"/>
          <p:cNvPicPr preferRelativeResize="0"/>
          <p:nvPr/>
        </p:nvPicPr>
        <p:blipFill rotWithShape="1">
          <a:blip r:embed="rId2">
            <a:alphaModFix/>
          </a:blip>
          <a:srcRect b="0" l="0" r="0" t="0"/>
          <a:stretch/>
        </p:blipFill>
        <p:spPr>
          <a:xfrm>
            <a:off x="1052356" y="626052"/>
            <a:ext cx="5605895" cy="5605895"/>
          </a:xfrm>
          <a:prstGeom prst="rect">
            <a:avLst/>
          </a:prstGeom>
          <a:noFill/>
          <a:ln>
            <a:noFill/>
          </a:ln>
        </p:spPr>
      </p:pic>
      <p:sp>
        <p:nvSpPr>
          <p:cNvPr id="2988" name="Google Shape;2988;g3f582461e68_0_2065"/>
          <p:cNvSpPr txBox="1"/>
          <p:nvPr>
            <p:ph idx="1" type="body"/>
          </p:nvPr>
        </p:nvSpPr>
        <p:spPr>
          <a:xfrm>
            <a:off x="6657975" y="2059619"/>
            <a:ext cx="4687800" cy="398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2989" name="Google Shape;2989;g3f582461e68_0_2065"/>
          <p:cNvGrpSpPr/>
          <p:nvPr/>
        </p:nvGrpSpPr>
        <p:grpSpPr>
          <a:xfrm>
            <a:off x="7456649" y="0"/>
            <a:ext cx="3090697" cy="1806089"/>
            <a:chOff x="536716" y="-1319"/>
            <a:chExt cx="3976708" cy="2323841"/>
          </a:xfrm>
        </p:grpSpPr>
        <p:sp>
          <p:nvSpPr>
            <p:cNvPr id="2990" name="Google Shape;2990;g3f582461e68_0_2065"/>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991" name="Google Shape;2991;g3f582461e68_0_2065"/>
            <p:cNvGrpSpPr/>
            <p:nvPr/>
          </p:nvGrpSpPr>
          <p:grpSpPr>
            <a:xfrm>
              <a:off x="536716" y="0"/>
              <a:ext cx="3976708" cy="2322522"/>
              <a:chOff x="947530" y="0"/>
              <a:chExt cx="3976708" cy="2322522"/>
            </a:xfrm>
          </p:grpSpPr>
          <p:sp>
            <p:nvSpPr>
              <p:cNvPr id="2992" name="Google Shape;2992;g3f582461e68_0_2065"/>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93" name="Google Shape;2993;g3f582461e68_0_2065"/>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94" name="Google Shape;2994;g3f582461e68_0_2065"/>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95" name="Google Shape;2995;g3f582461e68_0_2065"/>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96" name="Google Shape;2996;g3f582461e68_0_2065"/>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97" name="Google Shape;2997;g3f582461e68_0_2065"/>
          <p:cNvSpPr txBox="1"/>
          <p:nvPr/>
        </p:nvSpPr>
        <p:spPr>
          <a:xfrm>
            <a:off x="7456663"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Tasks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2998" name="Shape 2998"/>
        <p:cNvGrpSpPr/>
        <p:nvPr/>
      </p:nvGrpSpPr>
      <p:grpSpPr>
        <a:xfrm>
          <a:off x="0" y="0"/>
          <a:ext cx="0" cy="0"/>
          <a:chOff x="0" y="0"/>
          <a:chExt cx="0" cy="0"/>
        </a:xfrm>
      </p:grpSpPr>
      <p:grpSp>
        <p:nvGrpSpPr>
          <p:cNvPr id="2999" name="Google Shape;2999;g3f582461e68_0_2077"/>
          <p:cNvGrpSpPr/>
          <p:nvPr/>
        </p:nvGrpSpPr>
        <p:grpSpPr>
          <a:xfrm>
            <a:off x="6634601" y="419286"/>
            <a:ext cx="4977959" cy="715758"/>
            <a:chOff x="6651018" y="1094904"/>
            <a:chExt cx="4977959" cy="715758"/>
          </a:xfrm>
        </p:grpSpPr>
        <p:grpSp>
          <p:nvGrpSpPr>
            <p:cNvPr id="3000" name="Google Shape;3000;g3f582461e68_0_2077"/>
            <p:cNvGrpSpPr/>
            <p:nvPr/>
          </p:nvGrpSpPr>
          <p:grpSpPr>
            <a:xfrm flipH="1">
              <a:off x="6651018" y="1105239"/>
              <a:ext cx="4977959" cy="705423"/>
              <a:chOff x="-276224" y="579518"/>
              <a:chExt cx="4483840" cy="705423"/>
            </a:xfrm>
          </p:grpSpPr>
          <p:sp>
            <p:nvSpPr>
              <p:cNvPr id="3001" name="Google Shape;3001;g3f582461e68_0_2077"/>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02" name="Google Shape;3002;g3f582461e68_0_2077"/>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003" name="Google Shape;3003;g3f582461e68_0_2077"/>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3004" name="Google Shape;3004;g3f582461e68_0_2077"/>
          <p:cNvGrpSpPr/>
          <p:nvPr/>
        </p:nvGrpSpPr>
        <p:grpSpPr>
          <a:xfrm>
            <a:off x="546596" y="408850"/>
            <a:ext cx="4862692" cy="736415"/>
            <a:chOff x="563013" y="978293"/>
            <a:chExt cx="4862692" cy="736415"/>
          </a:xfrm>
        </p:grpSpPr>
        <p:grpSp>
          <p:nvGrpSpPr>
            <p:cNvPr id="3005" name="Google Shape;3005;g3f582461e68_0_2077"/>
            <p:cNvGrpSpPr/>
            <p:nvPr/>
          </p:nvGrpSpPr>
          <p:grpSpPr>
            <a:xfrm>
              <a:off x="563051" y="978293"/>
              <a:ext cx="4862654" cy="736415"/>
              <a:chOff x="971550" y="628179"/>
              <a:chExt cx="4207540" cy="727323"/>
            </a:xfrm>
          </p:grpSpPr>
          <p:sp>
            <p:nvSpPr>
              <p:cNvPr id="3006" name="Google Shape;3006;g3f582461e68_0_2077"/>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07" name="Google Shape;3007;g3f582461e68_0_2077"/>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008" name="Google Shape;3008;g3f582461e68_0_2077"/>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3009" name="Google Shape;3009;g3f582461e68_0_2077"/>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10" name="Google Shape;3010;g3f582461e68_0_2077"/>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3">
    <p:spTree>
      <p:nvGrpSpPr>
        <p:cNvPr id="3011" name="Shape 3011"/>
        <p:cNvGrpSpPr/>
        <p:nvPr/>
      </p:nvGrpSpPr>
      <p:grpSpPr>
        <a:xfrm>
          <a:off x="0" y="0"/>
          <a:ext cx="0" cy="0"/>
          <a:chOff x="0" y="0"/>
          <a:chExt cx="0" cy="0"/>
        </a:xfrm>
      </p:grpSpPr>
      <p:grpSp>
        <p:nvGrpSpPr>
          <p:cNvPr id="3012" name="Google Shape;3012;g3f582461e68_0_2090"/>
          <p:cNvGrpSpPr/>
          <p:nvPr/>
        </p:nvGrpSpPr>
        <p:grpSpPr>
          <a:xfrm>
            <a:off x="680011" y="0"/>
            <a:ext cx="3090697" cy="1806089"/>
            <a:chOff x="536716" y="-1319"/>
            <a:chExt cx="3976708" cy="2323841"/>
          </a:xfrm>
        </p:grpSpPr>
        <p:sp>
          <p:nvSpPr>
            <p:cNvPr id="3013" name="Google Shape;3013;g3f582461e68_0_209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014" name="Google Shape;3014;g3f582461e68_0_2090"/>
            <p:cNvGrpSpPr/>
            <p:nvPr/>
          </p:nvGrpSpPr>
          <p:grpSpPr>
            <a:xfrm>
              <a:off x="536716" y="0"/>
              <a:ext cx="3976708" cy="2322522"/>
              <a:chOff x="947530" y="0"/>
              <a:chExt cx="3976708" cy="2322522"/>
            </a:xfrm>
          </p:grpSpPr>
          <p:sp>
            <p:nvSpPr>
              <p:cNvPr id="3015" name="Google Shape;3015;g3f582461e68_0_209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16" name="Google Shape;3016;g3f582461e68_0_209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17" name="Google Shape;3017;g3f582461e68_0_209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4800" u="none" cap="none" strike="noStrike">
                    <a:solidFill>
                      <a:schemeClr val="lt1"/>
                    </a:solidFill>
                    <a:latin typeface="Quicksand"/>
                    <a:ea typeface="Quicksand"/>
                    <a:cs typeface="Quicksand"/>
                    <a:sym typeface="Quicksand"/>
                  </a:rPr>
                  <a:t>Q &amp; A </a:t>
                </a:r>
                <a:endParaRPr b="1" i="0" sz="4800" u="none" cap="none" strike="noStrike">
                  <a:solidFill>
                    <a:schemeClr val="lt1"/>
                  </a:solidFill>
                  <a:latin typeface="Quicksand"/>
                  <a:ea typeface="Quicksand"/>
                  <a:cs typeface="Quicksand"/>
                  <a:sym typeface="Quicksand"/>
                </a:endParaRPr>
              </a:p>
            </p:txBody>
          </p:sp>
          <p:sp>
            <p:nvSpPr>
              <p:cNvPr id="3018" name="Google Shape;3018;g3f582461e68_0_209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19" name="Google Shape;3019;g3f582461e68_0_209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3020" name="Shape 3020"/>
        <p:cNvGrpSpPr/>
        <p:nvPr/>
      </p:nvGrpSpPr>
      <p:grpSpPr>
        <a:xfrm>
          <a:off x="0" y="0"/>
          <a:ext cx="0" cy="0"/>
          <a:chOff x="0" y="0"/>
          <a:chExt cx="0" cy="0"/>
        </a:xfrm>
      </p:grpSpPr>
      <p:pic>
        <p:nvPicPr>
          <p:cNvPr id="3021" name="Google Shape;3021;g3f582461e68_0_2099"/>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3022" name="Google Shape;3022;g3f582461e68_0_2099"/>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023" name="Shape 3023"/>
        <p:cNvGrpSpPr/>
        <p:nvPr/>
      </p:nvGrpSpPr>
      <p:grpSpPr>
        <a:xfrm>
          <a:off x="0" y="0"/>
          <a:ext cx="0" cy="0"/>
          <a:chOff x="0" y="0"/>
          <a:chExt cx="0" cy="0"/>
        </a:xfrm>
      </p:grpSpPr>
      <p:sp>
        <p:nvSpPr>
          <p:cNvPr id="3024" name="Google Shape;3024;g3f582461e68_0_2102"/>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3025" name="Shape 3025"/>
        <p:cNvGrpSpPr/>
        <p:nvPr/>
      </p:nvGrpSpPr>
      <p:grpSpPr>
        <a:xfrm>
          <a:off x="0" y="0"/>
          <a:ext cx="0" cy="0"/>
          <a:chOff x="0" y="0"/>
          <a:chExt cx="0" cy="0"/>
        </a:xfrm>
      </p:grpSpPr>
      <p:sp>
        <p:nvSpPr>
          <p:cNvPr id="3026" name="Google Shape;3026;g3f582461e68_0_2104"/>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27" name="Google Shape;3027;g3f582461e68_0_2104"/>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28" name="Google Shape;3028;g3f582461e68_0_2104"/>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3029" name="Google Shape;3029;g3f582461e68_0_210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3030" name="Google Shape;3030;g3f582461e68_0_2104"/>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3031" name="Shape 3031"/>
        <p:cNvGrpSpPr/>
        <p:nvPr/>
      </p:nvGrpSpPr>
      <p:grpSpPr>
        <a:xfrm>
          <a:off x="0" y="0"/>
          <a:ext cx="0" cy="0"/>
          <a:chOff x="0" y="0"/>
          <a:chExt cx="0" cy="0"/>
        </a:xfrm>
      </p:grpSpPr>
      <p:sp>
        <p:nvSpPr>
          <p:cNvPr id="3032" name="Google Shape;3032;g3f582461e68_0_2110"/>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3033" name="Google Shape;3033;g3f582461e68_0_2110"/>
          <p:cNvPicPr preferRelativeResize="0"/>
          <p:nvPr/>
        </p:nvPicPr>
        <p:blipFill rotWithShape="1">
          <a:blip r:embed="rId2">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3034" name="Shape 3034"/>
        <p:cNvGrpSpPr/>
        <p:nvPr/>
      </p:nvGrpSpPr>
      <p:grpSpPr>
        <a:xfrm>
          <a:off x="0" y="0"/>
          <a:ext cx="0" cy="0"/>
          <a:chOff x="0" y="0"/>
          <a:chExt cx="0" cy="0"/>
        </a:xfrm>
      </p:grpSpPr>
      <p:sp>
        <p:nvSpPr>
          <p:cNvPr id="3035" name="Google Shape;3035;g3f582461e68_0_2113"/>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36" name="Google Shape;3036;g3f582461e68_0_2113"/>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412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37" name="Google Shape;3037;g3f582461e68_0_2113"/>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3038" name="Shape 3038"/>
        <p:cNvGrpSpPr/>
        <p:nvPr/>
      </p:nvGrpSpPr>
      <p:grpSpPr>
        <a:xfrm>
          <a:off x="0" y="0"/>
          <a:ext cx="0" cy="0"/>
          <a:chOff x="0" y="0"/>
          <a:chExt cx="0" cy="0"/>
        </a:xfrm>
      </p:grpSpPr>
      <p:grpSp>
        <p:nvGrpSpPr>
          <p:cNvPr id="3039" name="Google Shape;3039;g3f582461e68_0_2117"/>
          <p:cNvGrpSpPr/>
          <p:nvPr/>
        </p:nvGrpSpPr>
        <p:grpSpPr>
          <a:xfrm>
            <a:off x="0" y="579518"/>
            <a:ext cx="4207500" cy="823623"/>
            <a:chOff x="0" y="579518"/>
            <a:chExt cx="4207500" cy="823623"/>
          </a:xfrm>
        </p:grpSpPr>
        <p:sp>
          <p:nvSpPr>
            <p:cNvPr id="3040" name="Google Shape;3040;g3f582461e68_0_2117"/>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41" name="Google Shape;3041;g3f582461e68_0_211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42" name="Google Shape;3042;g3f582461e68_0_211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43" name="Google Shape;3043;g3f582461e68_0_211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44" name="Google Shape;3044;g3f582461e68_0_211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3045" name="Shape 3045"/>
        <p:cNvGrpSpPr/>
        <p:nvPr/>
      </p:nvGrpSpPr>
      <p:grpSpPr>
        <a:xfrm>
          <a:off x="0" y="0"/>
          <a:ext cx="0" cy="0"/>
          <a:chOff x="0" y="0"/>
          <a:chExt cx="0" cy="0"/>
        </a:xfrm>
      </p:grpSpPr>
      <p:sp>
        <p:nvSpPr>
          <p:cNvPr id="3046" name="Google Shape;3046;g3f582461e68_0_2124"/>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3047" name="Google Shape;3047;g3f582461e68_0_2124"/>
          <p:cNvGrpSpPr/>
          <p:nvPr/>
        </p:nvGrpSpPr>
        <p:grpSpPr>
          <a:xfrm>
            <a:off x="-1" y="579518"/>
            <a:ext cx="7079588" cy="823623"/>
            <a:chOff x="0" y="579518"/>
            <a:chExt cx="4146900" cy="823623"/>
          </a:xfrm>
        </p:grpSpPr>
        <p:sp>
          <p:nvSpPr>
            <p:cNvPr id="3048" name="Google Shape;3048;g3f582461e68_0_2124"/>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49" name="Google Shape;3049;g3f582461e68_0_212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50" name="Google Shape;3050;g3f582461e68_0_2124"/>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51" name="Google Shape;3051;g3f582461e68_0_212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3052" name="Shape 3052"/>
        <p:cNvGrpSpPr/>
        <p:nvPr/>
      </p:nvGrpSpPr>
      <p:grpSpPr>
        <a:xfrm>
          <a:off x="0" y="0"/>
          <a:ext cx="0" cy="0"/>
          <a:chOff x="0" y="0"/>
          <a:chExt cx="0" cy="0"/>
        </a:xfrm>
      </p:grpSpPr>
      <p:grpSp>
        <p:nvGrpSpPr>
          <p:cNvPr id="3053" name="Google Shape;3053;g3f582461e68_0_2131"/>
          <p:cNvGrpSpPr/>
          <p:nvPr/>
        </p:nvGrpSpPr>
        <p:grpSpPr>
          <a:xfrm>
            <a:off x="0" y="579518"/>
            <a:ext cx="4207500" cy="823623"/>
            <a:chOff x="0" y="579518"/>
            <a:chExt cx="4207500" cy="823623"/>
          </a:xfrm>
        </p:grpSpPr>
        <p:sp>
          <p:nvSpPr>
            <p:cNvPr id="3054" name="Google Shape;3054;g3f582461e68_0_2131"/>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55" name="Google Shape;3055;g3f582461e68_0_2131"/>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56" name="Google Shape;3056;g3f582461e68_0_2131"/>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57" name="Google Shape;3057;g3f582461e68_0_2131"/>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58" name="Google Shape;3058;g3f582461e68_0_2131"/>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59" name="Google Shape;3059;g3f582461e68_0_2131"/>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3060" name="Shape 3060"/>
        <p:cNvGrpSpPr/>
        <p:nvPr/>
      </p:nvGrpSpPr>
      <p:grpSpPr>
        <a:xfrm>
          <a:off x="0" y="0"/>
          <a:ext cx="0" cy="0"/>
          <a:chOff x="0" y="0"/>
          <a:chExt cx="0" cy="0"/>
        </a:xfrm>
      </p:grpSpPr>
      <p:grpSp>
        <p:nvGrpSpPr>
          <p:cNvPr id="3061" name="Google Shape;3061;g3f582461e68_0_2139"/>
          <p:cNvGrpSpPr/>
          <p:nvPr/>
        </p:nvGrpSpPr>
        <p:grpSpPr>
          <a:xfrm>
            <a:off x="-1" y="579518"/>
            <a:ext cx="7079588" cy="823623"/>
            <a:chOff x="0" y="579518"/>
            <a:chExt cx="4146900" cy="823623"/>
          </a:xfrm>
        </p:grpSpPr>
        <p:sp>
          <p:nvSpPr>
            <p:cNvPr id="3062" name="Google Shape;3062;g3f582461e68_0_2139"/>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63" name="Google Shape;3063;g3f582461e68_0_2139"/>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64" name="Google Shape;3064;g3f582461e68_0_2139"/>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65" name="Google Shape;3065;g3f582461e68_0_2139"/>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66" name="Google Shape;3066;g3f582461e68_0_2139"/>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67" name="Google Shape;3067;g3f582461e68_0_2139"/>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3068" name="Shape 3068"/>
        <p:cNvGrpSpPr/>
        <p:nvPr/>
      </p:nvGrpSpPr>
      <p:grpSpPr>
        <a:xfrm>
          <a:off x="0" y="0"/>
          <a:ext cx="0" cy="0"/>
          <a:chOff x="0" y="0"/>
          <a:chExt cx="0" cy="0"/>
        </a:xfrm>
      </p:grpSpPr>
      <p:grpSp>
        <p:nvGrpSpPr>
          <p:cNvPr id="3069" name="Google Shape;3069;g3f582461e68_0_2147"/>
          <p:cNvGrpSpPr/>
          <p:nvPr/>
        </p:nvGrpSpPr>
        <p:grpSpPr>
          <a:xfrm>
            <a:off x="0" y="579518"/>
            <a:ext cx="4207500" cy="823623"/>
            <a:chOff x="0" y="579518"/>
            <a:chExt cx="4207500" cy="823623"/>
          </a:xfrm>
        </p:grpSpPr>
        <p:sp>
          <p:nvSpPr>
            <p:cNvPr id="3070" name="Google Shape;3070;g3f582461e68_0_2147"/>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71" name="Google Shape;3071;g3f582461e68_0_214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72" name="Google Shape;3072;g3f582461e68_0_2147"/>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073" name="Google Shape;3073;g3f582461e68_0_2147"/>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74" name="Google Shape;3074;g3f582461e68_0_2147"/>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075" name="Google Shape;3075;g3f582461e68_0_2147"/>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76" name="Google Shape;3076;g3f582461e68_0_2147"/>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77" name="Google Shape;3077;g3f582461e68_0_214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3078" name="Shape 3078"/>
        <p:cNvGrpSpPr/>
        <p:nvPr/>
      </p:nvGrpSpPr>
      <p:grpSpPr>
        <a:xfrm>
          <a:off x="0" y="0"/>
          <a:ext cx="0" cy="0"/>
          <a:chOff x="0" y="0"/>
          <a:chExt cx="0" cy="0"/>
        </a:xfrm>
      </p:grpSpPr>
      <p:pic>
        <p:nvPicPr>
          <p:cNvPr id="3079" name="Google Shape;3079;g3f582461e68_0_2157"/>
          <p:cNvPicPr preferRelativeResize="0"/>
          <p:nvPr/>
        </p:nvPicPr>
        <p:blipFill rotWithShape="1">
          <a:blip r:embed="rId2">
            <a:alphaModFix/>
          </a:blip>
          <a:srcRect b="0" l="0" r="0" t="0"/>
          <a:stretch/>
        </p:blipFill>
        <p:spPr>
          <a:xfrm>
            <a:off x="5580495" y="918441"/>
            <a:ext cx="4762500" cy="4762500"/>
          </a:xfrm>
          <a:prstGeom prst="rect">
            <a:avLst/>
          </a:prstGeom>
          <a:noFill/>
          <a:ln>
            <a:noFill/>
          </a:ln>
        </p:spPr>
      </p:pic>
      <p:grpSp>
        <p:nvGrpSpPr>
          <p:cNvPr id="3080" name="Google Shape;3080;g3f582461e68_0_2157"/>
          <p:cNvGrpSpPr/>
          <p:nvPr/>
        </p:nvGrpSpPr>
        <p:grpSpPr>
          <a:xfrm>
            <a:off x="680011" y="-12733"/>
            <a:ext cx="4628621" cy="1818822"/>
            <a:chOff x="536716" y="-17702"/>
            <a:chExt cx="5955508" cy="2340224"/>
          </a:xfrm>
        </p:grpSpPr>
        <p:sp>
          <p:nvSpPr>
            <p:cNvPr id="3081" name="Google Shape;3081;g3f582461e68_0_2157"/>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082" name="Google Shape;3082;g3f582461e68_0_2157"/>
            <p:cNvGrpSpPr/>
            <p:nvPr/>
          </p:nvGrpSpPr>
          <p:grpSpPr>
            <a:xfrm>
              <a:off x="536716" y="-17702"/>
              <a:ext cx="5955508" cy="2340224"/>
              <a:chOff x="947530" y="-17702"/>
              <a:chExt cx="5955508" cy="2340224"/>
            </a:xfrm>
          </p:grpSpPr>
          <p:sp>
            <p:nvSpPr>
              <p:cNvPr id="3083" name="Google Shape;3083;g3f582461e68_0_215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84" name="Google Shape;3084;g3f582461e68_0_2157"/>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85" name="Google Shape;3085;g3f582461e68_0_2157"/>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86" name="Google Shape;3086;g3f582461e68_0_2157"/>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87" name="Google Shape;3087;g3f582461e68_0_215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88" name="Google Shape;3088;g3f582461e68_0_2157"/>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3089" name="Google Shape;3089;g3f582461e68_0_215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3090" name="Shape 3090"/>
        <p:cNvGrpSpPr/>
        <p:nvPr/>
      </p:nvGrpSpPr>
      <p:grpSpPr>
        <a:xfrm>
          <a:off x="0" y="0"/>
          <a:ext cx="0" cy="0"/>
          <a:chOff x="0" y="0"/>
          <a:chExt cx="0" cy="0"/>
        </a:xfrm>
      </p:grpSpPr>
      <p:grpSp>
        <p:nvGrpSpPr>
          <p:cNvPr id="3091" name="Google Shape;3091;g3f582461e68_0_2169"/>
          <p:cNvGrpSpPr/>
          <p:nvPr/>
        </p:nvGrpSpPr>
        <p:grpSpPr>
          <a:xfrm>
            <a:off x="680011" y="-12733"/>
            <a:ext cx="4628621" cy="1818822"/>
            <a:chOff x="536716" y="-17702"/>
            <a:chExt cx="5955508" cy="2340224"/>
          </a:xfrm>
        </p:grpSpPr>
        <p:sp>
          <p:nvSpPr>
            <p:cNvPr id="3092" name="Google Shape;3092;g3f582461e68_0_2169"/>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093" name="Google Shape;3093;g3f582461e68_0_2169"/>
            <p:cNvGrpSpPr/>
            <p:nvPr/>
          </p:nvGrpSpPr>
          <p:grpSpPr>
            <a:xfrm>
              <a:off x="536716" y="-17702"/>
              <a:ext cx="5955508" cy="2340224"/>
              <a:chOff x="947530" y="-17702"/>
              <a:chExt cx="5955508" cy="2340224"/>
            </a:xfrm>
          </p:grpSpPr>
          <p:sp>
            <p:nvSpPr>
              <p:cNvPr id="3094" name="Google Shape;3094;g3f582461e68_0_216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95" name="Google Shape;3095;g3f582461e68_0_2169"/>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96" name="Google Shape;3096;g3f582461e68_0_2169"/>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97" name="Google Shape;3097;g3f582461e68_0_2169"/>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98" name="Google Shape;3098;g3f582461e68_0_216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99" name="Google Shape;3099;g3f582461e68_0_2169"/>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3100" name="Google Shape;3100;g3f582461e68_0_2169"/>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3101" name="Google Shape;3101;g3f582461e68_0_216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3102" name="Shape 3102"/>
        <p:cNvGrpSpPr/>
        <p:nvPr/>
      </p:nvGrpSpPr>
      <p:grpSpPr>
        <a:xfrm>
          <a:off x="0" y="0"/>
          <a:ext cx="0" cy="0"/>
          <a:chOff x="0" y="0"/>
          <a:chExt cx="0" cy="0"/>
        </a:xfrm>
      </p:grpSpPr>
      <p:pic>
        <p:nvPicPr>
          <p:cNvPr id="3103" name="Google Shape;3103;g3f582461e68_0_2181"/>
          <p:cNvPicPr preferRelativeResize="0"/>
          <p:nvPr/>
        </p:nvPicPr>
        <p:blipFill rotWithShape="1">
          <a:blip r:embed="rId2">
            <a:alphaModFix/>
          </a:blip>
          <a:srcRect b="0" l="0" r="0" t="0"/>
          <a:stretch/>
        </p:blipFill>
        <p:spPr>
          <a:xfrm>
            <a:off x="2805112" y="-209028"/>
            <a:ext cx="6581775" cy="6581775"/>
          </a:xfrm>
          <a:prstGeom prst="rect">
            <a:avLst/>
          </a:prstGeom>
          <a:noFill/>
          <a:ln>
            <a:noFill/>
          </a:ln>
        </p:spPr>
      </p:pic>
      <p:sp>
        <p:nvSpPr>
          <p:cNvPr id="3104" name="Google Shape;3104;g3f582461e68_0_2181"/>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3105" name="Shape 3105"/>
        <p:cNvGrpSpPr/>
        <p:nvPr/>
      </p:nvGrpSpPr>
      <p:grpSpPr>
        <a:xfrm>
          <a:off x="0" y="0"/>
          <a:ext cx="0" cy="0"/>
          <a:chOff x="0" y="0"/>
          <a:chExt cx="0" cy="0"/>
        </a:xfrm>
      </p:grpSpPr>
      <p:sp>
        <p:nvSpPr>
          <p:cNvPr id="3106" name="Google Shape;3106;g3f582461e68_0_218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107" name="Google Shape;3107;g3f582461e68_0_2184"/>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3108" name="Google Shape;3108;g3f582461e68_0_2184"/>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9" name="Google Shape;3109;g3f582461e68_0_2184"/>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0" name="Google Shape;3110;g3f582461e68_0_2184"/>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1" name="Google Shape;3111;g3f582461e68_0_2184"/>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2" name="Google Shape;3112;g3f582461e68_0_2184"/>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3" name="Google Shape;3113;g3f582461e68_0_2184"/>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4" name="Google Shape;3114;g3f582461e68_0_2184"/>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5" name="Google Shape;3115;g3f582461e68_0_2184"/>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6" name="Google Shape;3116;g3f582461e68_0_2184"/>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7" name="Google Shape;3117;g3f582461e68_0_2184"/>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118" name="Google Shape;3118;g3f582461e68_0_2184"/>
          <p:cNvGrpSpPr/>
          <p:nvPr/>
        </p:nvGrpSpPr>
        <p:grpSpPr>
          <a:xfrm>
            <a:off x="5457743" y="1333256"/>
            <a:ext cx="1594947" cy="4101702"/>
            <a:chOff x="5652866" y="1771703"/>
            <a:chExt cx="1133902" cy="2916040"/>
          </a:xfrm>
        </p:grpSpPr>
        <p:sp>
          <p:nvSpPr>
            <p:cNvPr id="3119" name="Google Shape;3119;g3f582461e68_0_2184"/>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0" name="Google Shape;3120;g3f582461e68_0_2184"/>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1" name="Google Shape;3121;g3f582461e68_0_2184"/>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2" name="Google Shape;3122;g3f582461e68_0_2184"/>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3" name="Google Shape;3123;g3f582461e68_0_2184"/>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4" name="Google Shape;3124;g3f582461e68_0_2184"/>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5" name="Google Shape;3125;g3f582461e68_0_2184"/>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6" name="Google Shape;3126;g3f582461e68_0_2184"/>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7" name="Google Shape;3127;g3f582461e68_0_2184"/>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8" name="Google Shape;3128;g3f582461e68_0_2184"/>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9" name="Google Shape;3129;g3f582461e68_0_2184"/>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0" name="Google Shape;3130;g3f582461e68_0_2184"/>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1" name="Google Shape;3131;g3f582461e68_0_2184"/>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2" name="Google Shape;3132;g3f582461e68_0_2184"/>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3" name="Google Shape;3133;g3f582461e68_0_2184"/>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4" name="Google Shape;3134;g3f582461e68_0_2184"/>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5" name="Google Shape;3135;g3f582461e68_0_2184"/>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6" name="Google Shape;3136;g3f582461e68_0_2184"/>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7" name="Google Shape;3137;g3f582461e68_0_2184"/>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8" name="Google Shape;3138;g3f582461e68_0_2184"/>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9" name="Google Shape;3139;g3f582461e68_0_2184"/>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0" name="Google Shape;3140;g3f582461e68_0_2184"/>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1" name="Google Shape;3141;g3f582461e68_0_2184"/>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2" name="Google Shape;3142;g3f582461e68_0_2184"/>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3" name="Google Shape;3143;g3f582461e68_0_2184"/>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4" name="Google Shape;3144;g3f582461e68_0_2184"/>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5" name="Google Shape;3145;g3f582461e68_0_2184"/>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6" name="Google Shape;3146;g3f582461e68_0_2184"/>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7" name="Google Shape;3147;g3f582461e68_0_2184"/>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8" name="Google Shape;3148;g3f582461e68_0_2184"/>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9" name="Google Shape;3149;g3f582461e68_0_2184"/>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0" name="Google Shape;3150;g3f582461e68_0_2184"/>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1" name="Google Shape;3151;g3f582461e68_0_2184"/>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2" name="Google Shape;3152;g3f582461e68_0_2184"/>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3" name="Google Shape;3153;g3f582461e68_0_2184"/>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154" name="Google Shape;3154;g3f582461e68_0_2184"/>
          <p:cNvGrpSpPr/>
          <p:nvPr/>
        </p:nvGrpSpPr>
        <p:grpSpPr>
          <a:xfrm>
            <a:off x="335406" y="217184"/>
            <a:ext cx="11376424" cy="5726587"/>
            <a:chOff x="3962400" y="1361312"/>
            <a:chExt cx="4234979" cy="2131775"/>
          </a:xfrm>
        </p:grpSpPr>
        <p:sp>
          <p:nvSpPr>
            <p:cNvPr id="3155" name="Google Shape;3155;g3f582461e68_0_2184"/>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6" name="Google Shape;3156;g3f582461e68_0_2184"/>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7" name="Google Shape;3157;g3f582461e68_0_2184"/>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8" name="Google Shape;3158;g3f582461e68_0_2184"/>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9" name="Google Shape;3159;g3f582461e68_0_2184"/>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0" name="Google Shape;3160;g3f582461e68_0_2184"/>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1" name="Google Shape;3161;g3f582461e68_0_2184"/>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2" name="Google Shape;3162;g3f582461e68_0_2184"/>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3" name="Google Shape;3163;g3f582461e68_0_2184"/>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4" name="Google Shape;3164;g3f582461e68_0_2184"/>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5" name="Google Shape;3165;g3f582461e68_0_2184"/>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6" name="Google Shape;3166;g3f582461e68_0_2184"/>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7" name="Google Shape;3167;g3f582461e68_0_2184"/>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8" name="Google Shape;3168;g3f582461e68_0_2184"/>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9" name="Google Shape;3169;g3f582461e68_0_2184"/>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0" name="Google Shape;3170;g3f582461e68_0_2184"/>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1" name="Google Shape;3171;g3f582461e68_0_2184"/>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2" name="Google Shape;3172;g3f582461e68_0_2184"/>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3" name="Google Shape;3173;g3f582461e68_0_2184"/>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4" name="Google Shape;3174;g3f582461e68_0_2184"/>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5" name="Google Shape;3175;g3f582461e68_0_2184"/>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6" name="Google Shape;3176;g3f582461e68_0_2184"/>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7" name="Google Shape;3177;g3f582461e68_0_2184"/>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8" name="Google Shape;3178;g3f582461e68_0_2184"/>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9" name="Google Shape;3179;g3f582461e68_0_2184"/>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0" name="Google Shape;3180;g3f582461e68_0_2184"/>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1" name="Google Shape;3181;g3f582461e68_0_2184"/>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2" name="Google Shape;3182;g3f582461e68_0_2184"/>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3" name="Google Shape;3183;g3f582461e68_0_2184"/>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4" name="Google Shape;3184;g3f582461e68_0_2184"/>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5" name="Google Shape;3185;g3f582461e68_0_2184"/>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6" name="Google Shape;3186;g3f582461e68_0_2184"/>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7" name="Google Shape;3187;g3f582461e68_0_2184"/>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8" name="Google Shape;3188;g3f582461e68_0_2184"/>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9" name="Google Shape;3189;g3f582461e68_0_2184"/>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0" name="Google Shape;3190;g3f582461e68_0_2184"/>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1" name="Google Shape;3191;g3f582461e68_0_2184"/>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2" name="Google Shape;3192;g3f582461e68_0_2184"/>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3" name="Google Shape;3193;g3f582461e68_0_2184"/>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4" name="Google Shape;3194;g3f582461e68_0_2184"/>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5" name="Google Shape;3195;g3f582461e68_0_2184"/>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6" name="Google Shape;3196;g3f582461e68_0_2184"/>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197" name="Shape 3197"/>
        <p:cNvGrpSpPr/>
        <p:nvPr/>
      </p:nvGrpSpPr>
      <p:grpSpPr>
        <a:xfrm>
          <a:off x="0" y="0"/>
          <a:ext cx="0" cy="0"/>
          <a:chOff x="0" y="0"/>
          <a:chExt cx="0" cy="0"/>
        </a:xfrm>
      </p:grpSpPr>
      <p:sp>
        <p:nvSpPr>
          <p:cNvPr id="3198" name="Google Shape;3198;g3f582461e68_0_227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99" name="Google Shape;3199;g3f582461e68_0_227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3200" name="Google Shape;3200;g3f582461e68_0_227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3201" name="Google Shape;3201;g3f582461e68_0_2276"/>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02" name="Google Shape;3202;g3f582461e68_0_2276"/>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03" name="Shape 3203"/>
        <p:cNvGrpSpPr/>
        <p:nvPr/>
      </p:nvGrpSpPr>
      <p:grpSpPr>
        <a:xfrm>
          <a:off x="0" y="0"/>
          <a:ext cx="0" cy="0"/>
          <a:chOff x="0" y="0"/>
          <a:chExt cx="0" cy="0"/>
        </a:xfrm>
      </p:grpSpPr>
      <p:sp>
        <p:nvSpPr>
          <p:cNvPr id="3204" name="Google Shape;3204;g3f582461e68_0_2282"/>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205" name="Google Shape;3205;g3f582461e68_0_2282"/>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3206" name="Google Shape;3206;g3f582461e68_0_228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207" name="Google Shape;3207;g3f582461e68_0_2282"/>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08" name="Google Shape;3208;g3f582461e68_0_228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209" name="Shape 3209"/>
        <p:cNvGrpSpPr/>
        <p:nvPr/>
      </p:nvGrpSpPr>
      <p:grpSpPr>
        <a:xfrm>
          <a:off x="0" y="0"/>
          <a:ext cx="0" cy="0"/>
          <a:chOff x="0" y="0"/>
          <a:chExt cx="0" cy="0"/>
        </a:xfrm>
      </p:grpSpPr>
      <p:sp>
        <p:nvSpPr>
          <p:cNvPr id="3210" name="Google Shape;3210;g3f582461e68_0_2288"/>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211" name="Google Shape;3211;g3f582461e68_0_2288"/>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3212" name="Google Shape;3212;g3f582461e68_0_228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213" name="Google Shape;3213;g3f582461e68_0_2288"/>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3214" name="Shape 3214"/>
        <p:cNvGrpSpPr/>
        <p:nvPr/>
      </p:nvGrpSpPr>
      <p:grpSpPr>
        <a:xfrm>
          <a:off x="0" y="0"/>
          <a:ext cx="0" cy="0"/>
          <a:chOff x="0" y="0"/>
          <a:chExt cx="0" cy="0"/>
        </a:xfrm>
      </p:grpSpPr>
      <p:sp>
        <p:nvSpPr>
          <p:cNvPr id="3215" name="Google Shape;3215;g3f582461e68_0_2293"/>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216" name="Google Shape;3216;g3f582461e68_0_229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217" name="Google Shape;3217;g3f582461e68_0_2293"/>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18" name="Google Shape;3218;g3f582461e68_0_2293"/>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19" name="Google Shape;3219;g3f582461e68_0_2293"/>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20" name="Google Shape;3220;g3f582461e68_0_2293"/>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3221" name="Shape 3221"/>
        <p:cNvGrpSpPr/>
        <p:nvPr/>
      </p:nvGrpSpPr>
      <p:grpSpPr>
        <a:xfrm>
          <a:off x="0" y="0"/>
          <a:ext cx="0" cy="0"/>
          <a:chOff x="0" y="0"/>
          <a:chExt cx="0" cy="0"/>
        </a:xfrm>
      </p:grpSpPr>
      <p:sp>
        <p:nvSpPr>
          <p:cNvPr id="3222" name="Google Shape;3222;g3f582461e68_0_230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23" name="Google Shape;3223;g3f582461e68_0_230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3224" name="Google Shape;3224;g3f582461e68_0_230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225" name="Google Shape;3225;g3f582461e68_0_2300"/>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3226" name="Google Shape;3226;g3f582461e68_0_2300"/>
          <p:cNvPicPr preferRelativeResize="0"/>
          <p:nvPr/>
        </p:nvPicPr>
        <p:blipFill rotWithShape="1">
          <a:blip r:embed="rId3">
            <a:alphaModFix/>
          </a:blip>
          <a:srcRect b="36792" l="26111" r="26757" t="35127"/>
          <a:stretch/>
        </p:blipFill>
        <p:spPr>
          <a:xfrm>
            <a:off x="200125" y="6115575"/>
            <a:ext cx="898355" cy="472699"/>
          </a:xfrm>
          <a:prstGeom prst="rect">
            <a:avLst/>
          </a:prstGeom>
          <a:noFill/>
          <a:ln>
            <a:noFill/>
          </a:ln>
        </p:spPr>
      </p:pic>
      <p:pic>
        <p:nvPicPr>
          <p:cNvPr id="3227" name="Google Shape;3227;g3f582461e68_0_2300"/>
          <p:cNvPicPr preferRelativeResize="0"/>
          <p:nvPr/>
        </p:nvPicPr>
        <p:blipFill rotWithShape="1">
          <a:blip r:embed="rId4">
            <a:alphaModFix/>
          </a:blip>
          <a:srcRect b="0" l="0" r="0" t="0"/>
          <a:stretch/>
        </p:blipFill>
        <p:spPr>
          <a:xfrm>
            <a:off x="1104227" y="6115577"/>
            <a:ext cx="1105124" cy="433574"/>
          </a:xfrm>
          <a:prstGeom prst="rect">
            <a:avLst/>
          </a:prstGeom>
          <a:noFill/>
          <a:ln>
            <a:noFill/>
          </a:ln>
        </p:spPr>
      </p:pic>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3228" name="Shape 3228"/>
        <p:cNvGrpSpPr/>
        <p:nvPr/>
      </p:nvGrpSpPr>
      <p:grpSpPr>
        <a:xfrm>
          <a:off x="0" y="0"/>
          <a:ext cx="0" cy="0"/>
          <a:chOff x="0" y="0"/>
          <a:chExt cx="0" cy="0"/>
        </a:xfrm>
      </p:grpSpPr>
      <p:sp>
        <p:nvSpPr>
          <p:cNvPr id="3229" name="Google Shape;3229;g3f582461e68_0_2307"/>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230" name="Google Shape;3230;g3f582461e68_0_2307"/>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31" name="Google Shape;3231;g3f582461e68_0_2307"/>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32" name="Google Shape;3232;g3f582461e68_0_2307"/>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33" name="Google Shape;3233;g3f582461e68_0_2307"/>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234" name="Shape 3234"/>
        <p:cNvGrpSpPr/>
        <p:nvPr/>
      </p:nvGrpSpPr>
      <p:grpSpPr>
        <a:xfrm>
          <a:off x="0" y="0"/>
          <a:ext cx="0" cy="0"/>
          <a:chOff x="0" y="0"/>
          <a:chExt cx="0" cy="0"/>
        </a:xfrm>
      </p:grpSpPr>
      <p:sp>
        <p:nvSpPr>
          <p:cNvPr id="3235" name="Google Shape;3235;g3f582461e68_0_231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36" name="Google Shape;3236;g3f582461e68_0_231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3237" name="Google Shape;3237;g3f582461e68_0_231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238" name="Google Shape;3238;g3f582461e68_0_231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239" name="Google Shape;3239;g3f582461e68_0_231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3240" name="Google Shape;3240;g3f582461e68_0_2313"/>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3241" name="Shape 3241"/>
        <p:cNvGrpSpPr/>
        <p:nvPr/>
      </p:nvGrpSpPr>
      <p:grpSpPr>
        <a:xfrm>
          <a:off x="0" y="0"/>
          <a:ext cx="0" cy="0"/>
          <a:chOff x="0" y="0"/>
          <a:chExt cx="0" cy="0"/>
        </a:xfrm>
      </p:grpSpPr>
      <p:sp>
        <p:nvSpPr>
          <p:cNvPr id="3242" name="Google Shape;3242;g3f582461e68_0_2320"/>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243" name="Google Shape;3243;g3f582461e68_0_2320"/>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3244" name="Google Shape;3244;g3f582461e68_0_2320"/>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3245" name="Google Shape;3245;g3f582461e68_0_2320"/>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3246" name="Google Shape;3246;g3f582461e68_0_2320"/>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4">
    <p:spTree>
      <p:nvGrpSpPr>
        <p:cNvPr id="3247" name="Shape 3247"/>
        <p:cNvGrpSpPr/>
        <p:nvPr/>
      </p:nvGrpSpPr>
      <p:grpSpPr>
        <a:xfrm>
          <a:off x="0" y="0"/>
          <a:ext cx="0" cy="0"/>
          <a:chOff x="0" y="0"/>
          <a:chExt cx="0" cy="0"/>
        </a:xfrm>
      </p:grpSpPr>
      <p:grpSp>
        <p:nvGrpSpPr>
          <p:cNvPr id="3248" name="Google Shape;3248;g3f582461e68_0_2326"/>
          <p:cNvGrpSpPr/>
          <p:nvPr/>
        </p:nvGrpSpPr>
        <p:grpSpPr>
          <a:xfrm>
            <a:off x="680011" y="0"/>
            <a:ext cx="3090697" cy="1806089"/>
            <a:chOff x="536716" y="-1319"/>
            <a:chExt cx="3976708" cy="2323841"/>
          </a:xfrm>
        </p:grpSpPr>
        <p:sp>
          <p:nvSpPr>
            <p:cNvPr id="3249" name="Google Shape;3249;g3f582461e68_0_2326"/>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250" name="Google Shape;3250;g3f582461e68_0_2326"/>
            <p:cNvGrpSpPr/>
            <p:nvPr/>
          </p:nvGrpSpPr>
          <p:grpSpPr>
            <a:xfrm>
              <a:off x="536716" y="0"/>
              <a:ext cx="3976708" cy="2322522"/>
              <a:chOff x="947530" y="0"/>
              <a:chExt cx="3976708" cy="2322522"/>
            </a:xfrm>
          </p:grpSpPr>
          <p:sp>
            <p:nvSpPr>
              <p:cNvPr id="3251" name="Google Shape;3251;g3f582461e68_0_2326"/>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52" name="Google Shape;3252;g3f582461e68_0_2326"/>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53" name="Google Shape;3253;g3f582461e68_0_2326"/>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4800" u="none" cap="none" strike="noStrike">
                    <a:solidFill>
                      <a:schemeClr val="lt1"/>
                    </a:solidFill>
                    <a:latin typeface="Quicksand"/>
                    <a:ea typeface="Quicksand"/>
                    <a:cs typeface="Quicksand"/>
                    <a:sym typeface="Quicksand"/>
                  </a:rPr>
                  <a:t>Q &amp; A </a:t>
                </a:r>
                <a:endParaRPr b="1" i="0" sz="4800" u="none" cap="none" strike="noStrike">
                  <a:solidFill>
                    <a:schemeClr val="lt1"/>
                  </a:solidFill>
                  <a:latin typeface="Quicksand"/>
                  <a:ea typeface="Quicksand"/>
                  <a:cs typeface="Quicksand"/>
                  <a:sym typeface="Quicksand"/>
                </a:endParaRPr>
              </a:p>
            </p:txBody>
          </p:sp>
          <p:sp>
            <p:nvSpPr>
              <p:cNvPr id="3254" name="Google Shape;3254;g3f582461e68_0_2326"/>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255" name="Google Shape;3255;g3f582461e68_0_2326"/>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Q&amp;A">
  <p:cSld name="1st Q&amp;A">
    <p:spTree>
      <p:nvGrpSpPr>
        <p:cNvPr id="3256" name="Shape 3256"/>
        <p:cNvGrpSpPr/>
        <p:nvPr/>
      </p:nvGrpSpPr>
      <p:grpSpPr>
        <a:xfrm>
          <a:off x="0" y="0"/>
          <a:ext cx="0" cy="0"/>
          <a:chOff x="0" y="0"/>
          <a:chExt cx="0" cy="0"/>
        </a:xfrm>
      </p:grpSpPr>
      <p:grpSp>
        <p:nvGrpSpPr>
          <p:cNvPr id="3257" name="Google Shape;3257;g3f582461e68_0_2335"/>
          <p:cNvGrpSpPr/>
          <p:nvPr/>
        </p:nvGrpSpPr>
        <p:grpSpPr>
          <a:xfrm>
            <a:off x="443462" y="0"/>
            <a:ext cx="4424088" cy="1806089"/>
            <a:chOff x="536716" y="-1319"/>
            <a:chExt cx="3976708" cy="2323841"/>
          </a:xfrm>
        </p:grpSpPr>
        <p:sp>
          <p:nvSpPr>
            <p:cNvPr id="3258" name="Google Shape;3258;g3f582461e68_0_2335"/>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nvGrpSpPr>
            <p:cNvPr id="3259" name="Google Shape;3259;g3f582461e68_0_2335"/>
            <p:cNvGrpSpPr/>
            <p:nvPr/>
          </p:nvGrpSpPr>
          <p:grpSpPr>
            <a:xfrm>
              <a:off x="536716" y="0"/>
              <a:ext cx="3976708" cy="2322522"/>
              <a:chOff x="947530" y="0"/>
              <a:chExt cx="3976708" cy="2322522"/>
            </a:xfrm>
          </p:grpSpPr>
          <p:sp>
            <p:nvSpPr>
              <p:cNvPr id="3260" name="Google Shape;3260;g3f582461e68_0_2335"/>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3261" name="Google Shape;3261;g3f582461e68_0_2335"/>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3262" name="Google Shape;3262;g3f582461e68_0_2335"/>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3263" name="Google Shape;3263;g3f582461e68_0_2335"/>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3264" name="Google Shape;3264;g3f582461e68_0_2335"/>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grpSp>
      <p:sp>
        <p:nvSpPr>
          <p:cNvPr id="3265" name="Google Shape;3265;g3f582461e68_0_2335"/>
          <p:cNvSpPr txBox="1"/>
          <p:nvPr/>
        </p:nvSpPr>
        <p:spPr>
          <a:xfrm>
            <a:off x="443450" y="777575"/>
            <a:ext cx="426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Q &amp; A</a:t>
            </a:r>
            <a:endParaRPr b="0" i="0" sz="5500" u="none" cap="none" strike="noStrike">
              <a:solidFill>
                <a:schemeClr val="lt1"/>
              </a:solidFill>
              <a:latin typeface="Fredoka"/>
              <a:ea typeface="Fredoka"/>
              <a:cs typeface="Fredoka"/>
              <a:sym typeface="Fredoka"/>
            </a:endParaRPr>
          </a:p>
        </p:txBody>
      </p:sp>
      <p:sp>
        <p:nvSpPr>
          <p:cNvPr id="3266" name="Google Shape;3266;g3f582461e68_0_2335"/>
          <p:cNvSpPr/>
          <p:nvPr/>
        </p:nvSpPr>
        <p:spPr>
          <a:xfrm>
            <a:off x="3170875" y="2698425"/>
            <a:ext cx="6104100" cy="3519300"/>
          </a:xfrm>
          <a:prstGeom prst="bevel">
            <a:avLst>
              <a:gd fmla="val 569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3267" name="Google Shape;3267;g3f582461e68_0_2335">
            <a:hlinkClick action="ppaction://hlinkshowjump?jump=previousslide"/>
          </p:cNvPr>
          <p:cNvPicPr preferRelativeResize="0"/>
          <p:nvPr/>
        </p:nvPicPr>
        <p:blipFill rotWithShape="1">
          <a:blip r:embed="rId2">
            <a:alphaModFix/>
          </a:blip>
          <a:srcRect b="0" l="0" r="0" t="0"/>
          <a:stretch/>
        </p:blipFill>
        <p:spPr>
          <a:xfrm>
            <a:off x="2237535" y="3911074"/>
            <a:ext cx="607125" cy="758719"/>
          </a:xfrm>
          <a:prstGeom prst="rect">
            <a:avLst/>
          </a:prstGeom>
          <a:noFill/>
          <a:ln>
            <a:noFill/>
          </a:ln>
        </p:spPr>
      </p:pic>
      <p:pic>
        <p:nvPicPr>
          <p:cNvPr id="3268" name="Google Shape;3268;g3f582461e68_0_2335">
            <a:hlinkClick action="ppaction://hlinkshowjump?jump=nextslide"/>
          </p:cNvPr>
          <p:cNvPicPr preferRelativeResize="0"/>
          <p:nvPr/>
        </p:nvPicPr>
        <p:blipFill rotWithShape="1">
          <a:blip r:embed="rId3">
            <a:alphaModFix/>
          </a:blip>
          <a:srcRect b="0" l="0" r="0" t="0"/>
          <a:stretch/>
        </p:blipFill>
        <p:spPr>
          <a:xfrm>
            <a:off x="9601200" y="3910219"/>
            <a:ext cx="607113" cy="76039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2">
    <p:spTree>
      <p:nvGrpSpPr>
        <p:cNvPr id="3269" name="Shape 3269"/>
        <p:cNvGrpSpPr/>
        <p:nvPr/>
      </p:nvGrpSpPr>
      <p:grpSpPr>
        <a:xfrm>
          <a:off x="0" y="0"/>
          <a:ext cx="0" cy="0"/>
          <a:chOff x="0" y="0"/>
          <a:chExt cx="0" cy="0"/>
        </a:xfrm>
      </p:grpSpPr>
      <p:sp>
        <p:nvSpPr>
          <p:cNvPr id="3270" name="Google Shape;3270;g3f582461e68_0_2348"/>
          <p:cNvSpPr txBox="1"/>
          <p:nvPr/>
        </p:nvSpPr>
        <p:spPr>
          <a:xfrm>
            <a:off x="1122400" y="2754450"/>
            <a:ext cx="4324800" cy="1349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3271" name="Google Shape;3271;g3f582461e68_0_2348"/>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3272" name="Shape 3272"/>
        <p:cNvGrpSpPr/>
        <p:nvPr/>
      </p:nvGrpSpPr>
      <p:grpSpPr>
        <a:xfrm>
          <a:off x="0" y="0"/>
          <a:ext cx="0" cy="0"/>
          <a:chOff x="0" y="0"/>
          <a:chExt cx="0" cy="0"/>
        </a:xfrm>
      </p:grpSpPr>
      <p:grpSp>
        <p:nvGrpSpPr>
          <p:cNvPr id="3273" name="Google Shape;3273;g3f582461e68_0_2351"/>
          <p:cNvGrpSpPr/>
          <p:nvPr/>
        </p:nvGrpSpPr>
        <p:grpSpPr>
          <a:xfrm>
            <a:off x="680011" y="0"/>
            <a:ext cx="3090697" cy="1806089"/>
            <a:chOff x="536716" y="-1319"/>
            <a:chExt cx="3976708" cy="2323841"/>
          </a:xfrm>
        </p:grpSpPr>
        <p:sp>
          <p:nvSpPr>
            <p:cNvPr id="3274" name="Google Shape;3274;g3f582461e68_0_235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275" name="Google Shape;3275;g3f582461e68_0_2351"/>
            <p:cNvGrpSpPr/>
            <p:nvPr/>
          </p:nvGrpSpPr>
          <p:grpSpPr>
            <a:xfrm>
              <a:off x="536716" y="0"/>
              <a:ext cx="3976708" cy="2322522"/>
              <a:chOff x="947530" y="0"/>
              <a:chExt cx="3976708" cy="2322522"/>
            </a:xfrm>
          </p:grpSpPr>
          <p:sp>
            <p:nvSpPr>
              <p:cNvPr id="3276" name="Google Shape;3276;g3f582461e68_0_235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77" name="Google Shape;3277;g3f582461e68_0_235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78" name="Google Shape;3278;g3f582461e68_0_235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79" name="Google Shape;3279;g3f582461e68_0_235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280" name="Google Shape;3280;g3f582461e68_0_235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281" name="Google Shape;3281;g3f582461e68_0_2351"/>
          <p:cNvSpPr txBox="1"/>
          <p:nvPr/>
        </p:nvSpPr>
        <p:spPr>
          <a:xfrm>
            <a:off x="680025" y="702900"/>
            <a:ext cx="24738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Fredoka"/>
                <a:ea typeface="Fredoka"/>
                <a:cs typeface="Fredoka"/>
                <a:sym typeface="Fredoka"/>
              </a:rPr>
              <a:t>Activity</a:t>
            </a:r>
            <a:endParaRPr b="0" i="0" sz="1400" u="none" cap="none" strike="noStrike">
              <a:solidFill>
                <a:srgbClr val="000000"/>
              </a:solidFill>
              <a:latin typeface="Arial"/>
              <a:ea typeface="Arial"/>
              <a:cs typeface="Arial"/>
              <a:sym typeface="Arial"/>
            </a:endParaRPr>
          </a:p>
        </p:txBody>
      </p:sp>
      <p:grpSp>
        <p:nvGrpSpPr>
          <p:cNvPr id="3282" name="Google Shape;3282;g3f582461e68_0_2351"/>
          <p:cNvGrpSpPr/>
          <p:nvPr/>
        </p:nvGrpSpPr>
        <p:grpSpPr>
          <a:xfrm>
            <a:off x="5941746" y="1054485"/>
            <a:ext cx="4147720" cy="4749029"/>
            <a:chOff x="5329188" y="1014865"/>
            <a:chExt cx="4147720" cy="4749029"/>
          </a:xfrm>
        </p:grpSpPr>
        <p:grpSp>
          <p:nvGrpSpPr>
            <p:cNvPr id="3283" name="Google Shape;3283;g3f582461e68_0_2351"/>
            <p:cNvGrpSpPr/>
            <p:nvPr/>
          </p:nvGrpSpPr>
          <p:grpSpPr>
            <a:xfrm>
              <a:off x="5329188" y="1014865"/>
              <a:ext cx="4147720" cy="3894027"/>
              <a:chOff x="5329188" y="1014865"/>
              <a:chExt cx="4147720" cy="3894027"/>
            </a:xfrm>
          </p:grpSpPr>
          <p:sp>
            <p:nvSpPr>
              <p:cNvPr id="3284" name="Google Shape;3284;g3f582461e68_0_235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85" name="Google Shape;3285;g3f582461e68_0_235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286" name="Google Shape;3286;g3f582461e68_0_2351"/>
            <p:cNvGrpSpPr/>
            <p:nvPr/>
          </p:nvGrpSpPr>
          <p:grpSpPr>
            <a:xfrm>
              <a:off x="5474376" y="5044181"/>
              <a:ext cx="3724515" cy="719713"/>
              <a:chOff x="5474376" y="5044181"/>
              <a:chExt cx="3724515" cy="719713"/>
            </a:xfrm>
          </p:grpSpPr>
          <p:sp>
            <p:nvSpPr>
              <p:cNvPr id="3287" name="Google Shape;3287;g3f582461e68_0_235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88" name="Google Shape;3288;g3f582461e68_0_235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289" name="Google Shape;3289;g3f582461e68_0_2351"/>
            <p:cNvGrpSpPr/>
            <p:nvPr/>
          </p:nvGrpSpPr>
          <p:grpSpPr>
            <a:xfrm>
              <a:off x="6679374" y="3857046"/>
              <a:ext cx="1534214" cy="247727"/>
              <a:chOff x="6679374" y="3857046"/>
              <a:chExt cx="1534214" cy="247727"/>
            </a:xfrm>
          </p:grpSpPr>
          <p:sp>
            <p:nvSpPr>
              <p:cNvPr id="3290" name="Google Shape;3290;g3f582461e68_0_2351"/>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1" name="Google Shape;3291;g3f582461e68_0_2351"/>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2" name="Google Shape;3292;g3f582461e68_0_2351"/>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3" name="Google Shape;3293;g3f582461e68_0_2351"/>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4" name="Google Shape;3294;g3f582461e68_0_2351"/>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5" name="Google Shape;3295;g3f582461e68_0_2351"/>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6" name="Google Shape;3296;g3f582461e68_0_2351"/>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7" name="Google Shape;3297;g3f582461e68_0_2351"/>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8" name="Google Shape;3298;g3f582461e68_0_2351"/>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9" name="Google Shape;3299;g3f582461e68_0_2351"/>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300" name="Google Shape;3300;g3f582461e68_0_2351"/>
            <p:cNvGrpSpPr/>
            <p:nvPr/>
          </p:nvGrpSpPr>
          <p:grpSpPr>
            <a:xfrm>
              <a:off x="6150150" y="1372824"/>
              <a:ext cx="1654036" cy="1634647"/>
              <a:chOff x="6150150" y="1372824"/>
              <a:chExt cx="1654036" cy="1634647"/>
            </a:xfrm>
          </p:grpSpPr>
          <p:sp>
            <p:nvSpPr>
              <p:cNvPr id="3301" name="Google Shape;3301;g3f582461e68_0_2351"/>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2" name="Google Shape;3302;g3f582461e68_0_2351"/>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3" name="Google Shape;3303;g3f582461e68_0_2351"/>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4" name="Google Shape;3304;g3f582461e68_0_2351"/>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5" name="Google Shape;3305;g3f582461e68_0_2351"/>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306" name="Google Shape;3306;g3f582461e68_0_2351"/>
            <p:cNvGrpSpPr/>
            <p:nvPr/>
          </p:nvGrpSpPr>
          <p:grpSpPr>
            <a:xfrm>
              <a:off x="7567967" y="2334044"/>
              <a:ext cx="1372636" cy="1390272"/>
              <a:chOff x="7567967" y="2334044"/>
              <a:chExt cx="1372636" cy="1390272"/>
            </a:xfrm>
          </p:grpSpPr>
          <p:sp>
            <p:nvSpPr>
              <p:cNvPr id="3307" name="Google Shape;3307;g3f582461e68_0_2351"/>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8" name="Google Shape;3308;g3f582461e68_0_2351"/>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9" name="Google Shape;3309;g3f582461e68_0_2351"/>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0" name="Google Shape;3310;g3f582461e68_0_2351"/>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311" name="Google Shape;3311;g3f582461e68_0_2351"/>
            <p:cNvGrpSpPr/>
            <p:nvPr/>
          </p:nvGrpSpPr>
          <p:grpSpPr>
            <a:xfrm>
              <a:off x="5716757" y="2701775"/>
              <a:ext cx="2100989" cy="2869805"/>
              <a:chOff x="5716757" y="2701775"/>
              <a:chExt cx="2100989" cy="2869805"/>
            </a:xfrm>
          </p:grpSpPr>
          <p:sp>
            <p:nvSpPr>
              <p:cNvPr id="3312" name="Google Shape;3312;g3f582461e68_0_2351"/>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3" name="Google Shape;3313;g3f582461e68_0_2351"/>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4" name="Google Shape;3314;g3f582461e68_0_2351"/>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5" name="Google Shape;3315;g3f582461e68_0_2351"/>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6" name="Google Shape;3316;g3f582461e68_0_2351"/>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7" name="Google Shape;3317;g3f582461e68_0_2351"/>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8" name="Google Shape;3318;g3f582461e68_0_2351"/>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9" name="Google Shape;3319;g3f582461e68_0_2351"/>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0" name="Google Shape;3320;g3f582461e68_0_2351"/>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1" name="Google Shape;3321;g3f582461e68_0_2351"/>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2" name="Google Shape;3322;g3f582461e68_0_2351"/>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3" name="Google Shape;3323;g3f582461e68_0_2351"/>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4" name="Google Shape;3324;g3f582461e68_0_2351"/>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5" name="Google Shape;3325;g3f582461e68_0_2351"/>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6" name="Google Shape;3326;g3f582461e68_0_2351"/>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7" name="Google Shape;3327;g3f582461e68_0_2351"/>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8" name="Google Shape;3328;g3f582461e68_0_2351"/>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9" name="Google Shape;3329;g3f582461e68_0_2351"/>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0" name="Google Shape;3330;g3f582461e68_0_2351"/>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1" name="Google Shape;3331;g3f582461e68_0_2351"/>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2" name="Google Shape;3332;g3f582461e68_0_2351"/>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3" name="Google Shape;3333;g3f582461e68_0_2351"/>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4" name="Google Shape;3334;g3f582461e68_0_2351"/>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5" name="Google Shape;3335;g3f582461e68_0_2351"/>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6" name="Google Shape;3336;g3f582461e68_0_2351"/>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7" name="Google Shape;3337;g3f582461e68_0_2351"/>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8" name="Google Shape;3338;g3f582461e68_0_2351"/>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339" name="Google Shape;3339;g3f582461e68_0_2351"/>
              <p:cNvGrpSpPr/>
              <p:nvPr/>
            </p:nvGrpSpPr>
            <p:grpSpPr>
              <a:xfrm>
                <a:off x="5909424" y="3227297"/>
                <a:ext cx="721708" cy="913466"/>
                <a:chOff x="5909424" y="3227297"/>
                <a:chExt cx="721708" cy="913466"/>
              </a:xfrm>
            </p:grpSpPr>
            <p:sp>
              <p:nvSpPr>
                <p:cNvPr id="3340" name="Google Shape;3340;g3f582461e68_0_235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1" name="Google Shape;3341;g3f582461e68_0_235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342" name="Google Shape;3342;g3f582461e68_0_2351"/>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3" name="Google Shape;3343;g3f582461e68_0_2351"/>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4" name="Google Shape;3344;g3f582461e68_0_2351"/>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5" name="Google Shape;3345;g3f582461e68_0_2351"/>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346" name="Google Shape;3346;g3f582461e68_0_2351"/>
              <p:cNvGrpSpPr/>
              <p:nvPr/>
            </p:nvGrpSpPr>
            <p:grpSpPr>
              <a:xfrm>
                <a:off x="6175444" y="3103172"/>
                <a:ext cx="262591" cy="280323"/>
                <a:chOff x="6175444" y="3103172"/>
                <a:chExt cx="262591" cy="280323"/>
              </a:xfrm>
            </p:grpSpPr>
            <p:sp>
              <p:nvSpPr>
                <p:cNvPr id="3347" name="Google Shape;3347;g3f582461e68_0_235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8" name="Google Shape;3348;g3f582461e68_0_235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349" name="Google Shape;3349;g3f582461e68_0_2351"/>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0" name="Google Shape;3350;g3f582461e68_0_2351"/>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1" name="Google Shape;3351;g3f582461e68_0_2351"/>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2" name="Google Shape;3352;g3f582461e68_0_2351"/>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353" name="Google Shape;3353;g3f582461e68_0_2351"/>
              <p:cNvGrpSpPr/>
              <p:nvPr/>
            </p:nvGrpSpPr>
            <p:grpSpPr>
              <a:xfrm>
                <a:off x="6084245" y="2777613"/>
                <a:ext cx="361352" cy="401447"/>
                <a:chOff x="6084245" y="2777613"/>
                <a:chExt cx="361352" cy="401447"/>
              </a:xfrm>
            </p:grpSpPr>
            <p:sp>
              <p:nvSpPr>
                <p:cNvPr id="3354" name="Google Shape;3354;g3f582461e68_0_235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5" name="Google Shape;3355;g3f582461e68_0_235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356" name="Google Shape;3356;g3f582461e68_0_2351"/>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7" name="Google Shape;3357;g3f582461e68_0_2351"/>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8" name="Google Shape;3358;g3f582461e68_0_2351"/>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9" name="Google Shape;3359;g3f582461e68_0_2351"/>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0" name="Google Shape;3360;g3f582461e68_0_2351"/>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1" name="Google Shape;3361;g3f582461e68_0_2351"/>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2" name="Google Shape;3362;g3f582461e68_0_2351"/>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3" name="Google Shape;3363;g3f582461e68_0_2351"/>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4" name="Google Shape;3364;g3f582461e68_0_2351"/>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5" name="Google Shape;3365;g3f582461e68_0_2351"/>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6" name="Google Shape;3366;g3f582461e68_0_2351"/>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7" name="Google Shape;3367;g3f582461e68_0_2351"/>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8" name="Google Shape;3368;g3f582461e68_0_2351"/>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9" name="Google Shape;3369;g3f582461e68_0_2351"/>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370" name="Google Shape;3370;g3f582461e68_0_2351"/>
              <p:cNvGrpSpPr/>
              <p:nvPr/>
            </p:nvGrpSpPr>
            <p:grpSpPr>
              <a:xfrm>
                <a:off x="5914287" y="3433041"/>
                <a:ext cx="962877" cy="299634"/>
                <a:chOff x="5914287" y="3433041"/>
                <a:chExt cx="962877" cy="299634"/>
              </a:xfrm>
            </p:grpSpPr>
            <p:sp>
              <p:nvSpPr>
                <p:cNvPr id="3371" name="Google Shape;3371;g3f582461e68_0_235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2" name="Google Shape;3372;g3f582461e68_0_235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373" name="Google Shape;3373;g3f582461e68_0_2351"/>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4" name="Google Shape;3374;g3f582461e68_0_2351"/>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5" name="Google Shape;3375;g3f582461e68_0_2351"/>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6" name="Google Shape;3376;g3f582461e68_0_2351"/>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7" name="Google Shape;3377;g3f582461e68_0_2351"/>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8" name="Google Shape;3378;g3f582461e68_0_2351"/>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9" name="Google Shape;3379;g3f582461e68_0_2351"/>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0" name="Google Shape;3380;g3f582461e68_0_2351"/>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1" name="Google Shape;3381;g3f582461e68_0_2351"/>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2" name="Google Shape;3382;g3f582461e68_0_2351"/>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3" name="Google Shape;3383;g3f582461e68_0_2351"/>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4" name="Google Shape;3384;g3f582461e68_0_2351"/>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5" name="Google Shape;3385;g3f582461e68_0_2351"/>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6" name="Google Shape;3386;g3f582461e68_0_2351"/>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7" name="Google Shape;3387;g3f582461e68_0_2351"/>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388" name="Google Shape;3388;g3f582461e68_0_235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389" name="Google Shape;3389;g3f582461e68_0_2351"/>
          <p:cNvSpPr txBox="1"/>
          <p:nvPr>
            <p:ph type="title"/>
          </p:nvPr>
        </p:nvSpPr>
        <p:spPr>
          <a:xfrm>
            <a:off x="2956267" y="691450"/>
            <a:ext cx="557400" cy="980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1pPr>
            <a:lvl2pPr lvl="1">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2pPr>
            <a:lvl3pPr lvl="2">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3pPr>
            <a:lvl4pPr lvl="3">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4pPr>
            <a:lvl5pPr lvl="4">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5pPr>
            <a:lvl6pPr lvl="5">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6pPr>
            <a:lvl7pPr lvl="6">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7pPr>
            <a:lvl8pPr lvl="7">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8pPr>
            <a:lvl9pPr lvl="8">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2">
  <p:cSld name="Make_2">
    <p:spTree>
      <p:nvGrpSpPr>
        <p:cNvPr id="3390" name="Shape 3390"/>
        <p:cNvGrpSpPr/>
        <p:nvPr/>
      </p:nvGrpSpPr>
      <p:grpSpPr>
        <a:xfrm>
          <a:off x="0" y="0"/>
          <a:ext cx="0" cy="0"/>
          <a:chOff x="0" y="0"/>
          <a:chExt cx="0" cy="0"/>
        </a:xfrm>
      </p:grpSpPr>
      <p:grpSp>
        <p:nvGrpSpPr>
          <p:cNvPr id="3391" name="Google Shape;3391;g3f582461e68_0_2469"/>
          <p:cNvGrpSpPr/>
          <p:nvPr/>
        </p:nvGrpSpPr>
        <p:grpSpPr>
          <a:xfrm>
            <a:off x="680011" y="0"/>
            <a:ext cx="3090697" cy="1806089"/>
            <a:chOff x="536716" y="-1319"/>
            <a:chExt cx="3976708" cy="2323841"/>
          </a:xfrm>
        </p:grpSpPr>
        <p:sp>
          <p:nvSpPr>
            <p:cNvPr id="3392" name="Google Shape;3392;g3f582461e68_0_246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393" name="Google Shape;3393;g3f582461e68_0_2469"/>
            <p:cNvGrpSpPr/>
            <p:nvPr/>
          </p:nvGrpSpPr>
          <p:grpSpPr>
            <a:xfrm>
              <a:off x="536716" y="0"/>
              <a:ext cx="3976708" cy="2322522"/>
              <a:chOff x="947530" y="0"/>
              <a:chExt cx="3976708" cy="2322522"/>
            </a:xfrm>
          </p:grpSpPr>
          <p:sp>
            <p:nvSpPr>
              <p:cNvPr id="3394" name="Google Shape;3394;g3f582461e68_0_246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95" name="Google Shape;3395;g3f582461e68_0_246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96" name="Google Shape;3396;g3f582461e68_0_246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97" name="Google Shape;3397;g3f582461e68_0_246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98" name="Google Shape;3398;g3f582461e68_0_246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99" name="Google Shape;3399;g3f582461e68_0_2469"/>
          <p:cNvSpPr txBox="1"/>
          <p:nvPr/>
        </p:nvSpPr>
        <p:spPr>
          <a:xfrm>
            <a:off x="680025" y="702900"/>
            <a:ext cx="24738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Fredoka"/>
                <a:ea typeface="Fredoka"/>
                <a:cs typeface="Fredoka"/>
                <a:sym typeface="Fredoka"/>
              </a:rPr>
              <a:t>Activity</a:t>
            </a:r>
            <a:endParaRPr b="0" i="0" sz="1400" u="none" cap="none" strike="noStrike">
              <a:solidFill>
                <a:srgbClr val="000000"/>
              </a:solidFill>
              <a:latin typeface="Arial"/>
              <a:ea typeface="Arial"/>
              <a:cs typeface="Arial"/>
              <a:sym typeface="Arial"/>
            </a:endParaRPr>
          </a:p>
        </p:txBody>
      </p:sp>
      <p:grpSp>
        <p:nvGrpSpPr>
          <p:cNvPr id="3400" name="Google Shape;3400;g3f582461e68_0_2469"/>
          <p:cNvGrpSpPr/>
          <p:nvPr/>
        </p:nvGrpSpPr>
        <p:grpSpPr>
          <a:xfrm>
            <a:off x="5941746" y="1054485"/>
            <a:ext cx="4147720" cy="4749029"/>
            <a:chOff x="5329188" y="1014865"/>
            <a:chExt cx="4147720" cy="4749029"/>
          </a:xfrm>
        </p:grpSpPr>
        <p:grpSp>
          <p:nvGrpSpPr>
            <p:cNvPr id="3401" name="Google Shape;3401;g3f582461e68_0_2469"/>
            <p:cNvGrpSpPr/>
            <p:nvPr/>
          </p:nvGrpSpPr>
          <p:grpSpPr>
            <a:xfrm>
              <a:off x="5329188" y="1014865"/>
              <a:ext cx="4147720" cy="3894027"/>
              <a:chOff x="5329188" y="1014865"/>
              <a:chExt cx="4147720" cy="3894027"/>
            </a:xfrm>
          </p:grpSpPr>
          <p:sp>
            <p:nvSpPr>
              <p:cNvPr id="3402" name="Google Shape;3402;g3f582461e68_0_246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03" name="Google Shape;3403;g3f582461e68_0_246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404" name="Google Shape;3404;g3f582461e68_0_2469"/>
            <p:cNvGrpSpPr/>
            <p:nvPr/>
          </p:nvGrpSpPr>
          <p:grpSpPr>
            <a:xfrm>
              <a:off x="5474376" y="5044181"/>
              <a:ext cx="3724515" cy="719713"/>
              <a:chOff x="5474376" y="5044181"/>
              <a:chExt cx="3724515" cy="719713"/>
            </a:xfrm>
          </p:grpSpPr>
          <p:sp>
            <p:nvSpPr>
              <p:cNvPr id="3405" name="Google Shape;3405;g3f582461e68_0_246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06" name="Google Shape;3406;g3f582461e68_0_246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407" name="Google Shape;3407;g3f582461e68_0_2469"/>
            <p:cNvGrpSpPr/>
            <p:nvPr/>
          </p:nvGrpSpPr>
          <p:grpSpPr>
            <a:xfrm>
              <a:off x="6679374" y="3857046"/>
              <a:ext cx="1534214" cy="247727"/>
              <a:chOff x="6679374" y="3857046"/>
              <a:chExt cx="1534214" cy="247727"/>
            </a:xfrm>
          </p:grpSpPr>
          <p:sp>
            <p:nvSpPr>
              <p:cNvPr id="3408" name="Google Shape;3408;g3f582461e68_0_2469"/>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09" name="Google Shape;3409;g3f582461e68_0_2469"/>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0" name="Google Shape;3410;g3f582461e68_0_2469"/>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1" name="Google Shape;3411;g3f582461e68_0_2469"/>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2" name="Google Shape;3412;g3f582461e68_0_2469"/>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3" name="Google Shape;3413;g3f582461e68_0_2469"/>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4" name="Google Shape;3414;g3f582461e68_0_2469"/>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5" name="Google Shape;3415;g3f582461e68_0_2469"/>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6" name="Google Shape;3416;g3f582461e68_0_2469"/>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17" name="Google Shape;3417;g3f582461e68_0_2469"/>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418" name="Google Shape;3418;g3f582461e68_0_2469"/>
            <p:cNvGrpSpPr/>
            <p:nvPr/>
          </p:nvGrpSpPr>
          <p:grpSpPr>
            <a:xfrm>
              <a:off x="6150150" y="1372824"/>
              <a:ext cx="1654036" cy="1634647"/>
              <a:chOff x="6150150" y="1372824"/>
              <a:chExt cx="1654036" cy="1634647"/>
            </a:xfrm>
          </p:grpSpPr>
          <p:sp>
            <p:nvSpPr>
              <p:cNvPr id="3419" name="Google Shape;3419;g3f582461e68_0_2469"/>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0" name="Google Shape;3420;g3f582461e68_0_2469"/>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1" name="Google Shape;3421;g3f582461e68_0_2469"/>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2" name="Google Shape;3422;g3f582461e68_0_2469"/>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3" name="Google Shape;3423;g3f582461e68_0_2469"/>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424" name="Google Shape;3424;g3f582461e68_0_2469"/>
            <p:cNvGrpSpPr/>
            <p:nvPr/>
          </p:nvGrpSpPr>
          <p:grpSpPr>
            <a:xfrm>
              <a:off x="7567967" y="2334044"/>
              <a:ext cx="1372636" cy="1390272"/>
              <a:chOff x="7567967" y="2334044"/>
              <a:chExt cx="1372636" cy="1390272"/>
            </a:xfrm>
          </p:grpSpPr>
          <p:sp>
            <p:nvSpPr>
              <p:cNvPr id="3425" name="Google Shape;3425;g3f582461e68_0_2469"/>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6" name="Google Shape;3426;g3f582461e68_0_2469"/>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7" name="Google Shape;3427;g3f582461e68_0_2469"/>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28" name="Google Shape;3428;g3f582461e68_0_2469"/>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429" name="Google Shape;3429;g3f582461e68_0_2469"/>
            <p:cNvGrpSpPr/>
            <p:nvPr/>
          </p:nvGrpSpPr>
          <p:grpSpPr>
            <a:xfrm>
              <a:off x="5716757" y="2701775"/>
              <a:ext cx="2100989" cy="2869805"/>
              <a:chOff x="5716757" y="2701775"/>
              <a:chExt cx="2100989" cy="2869805"/>
            </a:xfrm>
          </p:grpSpPr>
          <p:sp>
            <p:nvSpPr>
              <p:cNvPr id="3430" name="Google Shape;3430;g3f582461e68_0_2469"/>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1" name="Google Shape;3431;g3f582461e68_0_2469"/>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2" name="Google Shape;3432;g3f582461e68_0_2469"/>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3" name="Google Shape;3433;g3f582461e68_0_2469"/>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4" name="Google Shape;3434;g3f582461e68_0_2469"/>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5" name="Google Shape;3435;g3f582461e68_0_2469"/>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6" name="Google Shape;3436;g3f582461e68_0_2469"/>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7" name="Google Shape;3437;g3f582461e68_0_2469"/>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8" name="Google Shape;3438;g3f582461e68_0_2469"/>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39" name="Google Shape;3439;g3f582461e68_0_2469"/>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0" name="Google Shape;3440;g3f582461e68_0_2469"/>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1" name="Google Shape;3441;g3f582461e68_0_2469"/>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2" name="Google Shape;3442;g3f582461e68_0_2469"/>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3" name="Google Shape;3443;g3f582461e68_0_2469"/>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4" name="Google Shape;3444;g3f582461e68_0_2469"/>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5" name="Google Shape;3445;g3f582461e68_0_2469"/>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6" name="Google Shape;3446;g3f582461e68_0_2469"/>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7" name="Google Shape;3447;g3f582461e68_0_2469"/>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8" name="Google Shape;3448;g3f582461e68_0_2469"/>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49" name="Google Shape;3449;g3f582461e68_0_2469"/>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0" name="Google Shape;3450;g3f582461e68_0_2469"/>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1" name="Google Shape;3451;g3f582461e68_0_2469"/>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2" name="Google Shape;3452;g3f582461e68_0_2469"/>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3" name="Google Shape;3453;g3f582461e68_0_2469"/>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4" name="Google Shape;3454;g3f582461e68_0_2469"/>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5" name="Google Shape;3455;g3f582461e68_0_2469"/>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6" name="Google Shape;3456;g3f582461e68_0_2469"/>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457" name="Google Shape;3457;g3f582461e68_0_2469"/>
              <p:cNvGrpSpPr/>
              <p:nvPr/>
            </p:nvGrpSpPr>
            <p:grpSpPr>
              <a:xfrm>
                <a:off x="5909424" y="3227297"/>
                <a:ext cx="721708" cy="913466"/>
                <a:chOff x="5909424" y="3227297"/>
                <a:chExt cx="721708" cy="913466"/>
              </a:xfrm>
            </p:grpSpPr>
            <p:sp>
              <p:nvSpPr>
                <p:cNvPr id="3458" name="Google Shape;3458;g3f582461e68_0_246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59" name="Google Shape;3459;g3f582461e68_0_246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460" name="Google Shape;3460;g3f582461e68_0_2469"/>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1" name="Google Shape;3461;g3f582461e68_0_2469"/>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2" name="Google Shape;3462;g3f582461e68_0_2469"/>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3" name="Google Shape;3463;g3f582461e68_0_2469"/>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464" name="Google Shape;3464;g3f582461e68_0_2469"/>
              <p:cNvGrpSpPr/>
              <p:nvPr/>
            </p:nvGrpSpPr>
            <p:grpSpPr>
              <a:xfrm>
                <a:off x="6175444" y="3103172"/>
                <a:ext cx="262591" cy="280323"/>
                <a:chOff x="6175444" y="3103172"/>
                <a:chExt cx="262591" cy="280323"/>
              </a:xfrm>
            </p:grpSpPr>
            <p:sp>
              <p:nvSpPr>
                <p:cNvPr id="3465" name="Google Shape;3465;g3f582461e68_0_246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6" name="Google Shape;3466;g3f582461e68_0_246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467" name="Google Shape;3467;g3f582461e68_0_2469"/>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8" name="Google Shape;3468;g3f582461e68_0_2469"/>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69" name="Google Shape;3469;g3f582461e68_0_2469"/>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0" name="Google Shape;3470;g3f582461e68_0_2469"/>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471" name="Google Shape;3471;g3f582461e68_0_2469"/>
              <p:cNvGrpSpPr/>
              <p:nvPr/>
            </p:nvGrpSpPr>
            <p:grpSpPr>
              <a:xfrm>
                <a:off x="6084245" y="2777613"/>
                <a:ext cx="361352" cy="401447"/>
                <a:chOff x="6084245" y="2777613"/>
                <a:chExt cx="361352" cy="401447"/>
              </a:xfrm>
            </p:grpSpPr>
            <p:sp>
              <p:nvSpPr>
                <p:cNvPr id="3472" name="Google Shape;3472;g3f582461e68_0_246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3" name="Google Shape;3473;g3f582461e68_0_246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474" name="Google Shape;3474;g3f582461e68_0_2469"/>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5" name="Google Shape;3475;g3f582461e68_0_2469"/>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6" name="Google Shape;3476;g3f582461e68_0_2469"/>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7" name="Google Shape;3477;g3f582461e68_0_2469"/>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8" name="Google Shape;3478;g3f582461e68_0_2469"/>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79" name="Google Shape;3479;g3f582461e68_0_2469"/>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0" name="Google Shape;3480;g3f582461e68_0_2469"/>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1" name="Google Shape;3481;g3f582461e68_0_2469"/>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2" name="Google Shape;3482;g3f582461e68_0_2469"/>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3" name="Google Shape;3483;g3f582461e68_0_2469"/>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4" name="Google Shape;3484;g3f582461e68_0_2469"/>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5" name="Google Shape;3485;g3f582461e68_0_2469"/>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6" name="Google Shape;3486;g3f582461e68_0_2469"/>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87" name="Google Shape;3487;g3f582461e68_0_2469"/>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488" name="Google Shape;3488;g3f582461e68_0_2469"/>
              <p:cNvGrpSpPr/>
              <p:nvPr/>
            </p:nvGrpSpPr>
            <p:grpSpPr>
              <a:xfrm>
                <a:off x="5914287" y="3433041"/>
                <a:ext cx="962877" cy="299634"/>
                <a:chOff x="5914287" y="3433041"/>
                <a:chExt cx="962877" cy="299634"/>
              </a:xfrm>
            </p:grpSpPr>
            <p:sp>
              <p:nvSpPr>
                <p:cNvPr id="3489" name="Google Shape;3489;g3f582461e68_0_246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0" name="Google Shape;3490;g3f582461e68_0_246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863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491" name="Google Shape;3491;g3f582461e68_0_2469"/>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2" name="Google Shape;3492;g3f582461e68_0_2469"/>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3" name="Google Shape;3493;g3f582461e68_0_2469"/>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4" name="Google Shape;3494;g3f582461e68_0_2469"/>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5" name="Google Shape;3495;g3f582461e68_0_2469"/>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6" name="Google Shape;3496;g3f582461e68_0_2469"/>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7" name="Google Shape;3497;g3f582461e68_0_2469"/>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8" name="Google Shape;3498;g3f582461e68_0_2469"/>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99" name="Google Shape;3499;g3f582461e68_0_2469"/>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0" name="Google Shape;3500;g3f582461e68_0_2469"/>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1" name="Google Shape;3501;g3f582461e68_0_2469"/>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2" name="Google Shape;3502;g3f582461e68_0_2469"/>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3" name="Google Shape;3503;g3f582461e68_0_2469"/>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4" name="Google Shape;3504;g3f582461e68_0_2469"/>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05" name="Google Shape;3505;g3f582461e68_0_2469"/>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506" name="Google Shape;3506;g3f582461e68_0_246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07" name="Google Shape;3507;g3f582461e68_0_2469"/>
          <p:cNvSpPr txBox="1"/>
          <p:nvPr>
            <p:ph type="title"/>
          </p:nvPr>
        </p:nvSpPr>
        <p:spPr>
          <a:xfrm>
            <a:off x="2956267" y="691450"/>
            <a:ext cx="557400" cy="980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1pPr>
            <a:lvl2pPr lvl="1">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2pPr>
            <a:lvl3pPr lvl="2">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3pPr>
            <a:lvl4pPr lvl="3">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4pPr>
            <a:lvl5pPr lvl="4">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5pPr>
            <a:lvl6pPr lvl="5">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6pPr>
            <a:lvl7pPr lvl="6">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7pPr>
            <a:lvl8pPr lvl="7">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8pPr>
            <a:lvl9pPr lvl="8">
              <a:spcBef>
                <a:spcPts val="0"/>
              </a:spcBef>
              <a:spcAft>
                <a:spcPts val="0"/>
              </a:spcAft>
              <a:buClr>
                <a:schemeClr val="lt1"/>
              </a:buClr>
              <a:buSzPts val="5400"/>
              <a:buFont typeface="Fredoka"/>
              <a:buNone/>
              <a:defRPr sz="5400">
                <a:solidFill>
                  <a:schemeClr val="lt1"/>
                </a:solidFill>
                <a:latin typeface="Fredoka"/>
                <a:ea typeface="Fredoka"/>
                <a:cs typeface="Fredoka"/>
                <a:sym typeface="Fredoka"/>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3526" name="Shape 3526"/>
        <p:cNvGrpSpPr/>
        <p:nvPr/>
      </p:nvGrpSpPr>
      <p:grpSpPr>
        <a:xfrm>
          <a:off x="0" y="0"/>
          <a:ext cx="0" cy="0"/>
          <a:chOff x="0" y="0"/>
          <a:chExt cx="0" cy="0"/>
        </a:xfrm>
      </p:grpSpPr>
      <p:sp>
        <p:nvSpPr>
          <p:cNvPr id="3527" name="Google Shape;3527;g3f582461e68_0_3243"/>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28" name="Google Shape;3528;g3f582461e68_0_3243"/>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392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29" name="Google Shape;3529;g3f582461e68_0_3243"/>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1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30" name="Google Shape;3530;g3f582461e68_0_324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3531" name="Shape 3531"/>
        <p:cNvGrpSpPr/>
        <p:nvPr/>
      </p:nvGrpSpPr>
      <p:grpSpPr>
        <a:xfrm>
          <a:off x="0" y="0"/>
          <a:ext cx="0" cy="0"/>
          <a:chOff x="0" y="0"/>
          <a:chExt cx="0" cy="0"/>
        </a:xfrm>
      </p:grpSpPr>
      <p:sp>
        <p:nvSpPr>
          <p:cNvPr id="3532" name="Google Shape;3532;g3f582461e68_0_3248"/>
          <p:cNvSpPr txBox="1"/>
          <p:nvPr/>
        </p:nvSpPr>
        <p:spPr>
          <a:xfrm>
            <a:off x="854675" y="2764213"/>
            <a:ext cx="3810000" cy="794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3533" name="Google Shape;3533;g3f582461e68_0_3248"/>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3534" name="Shape 3534"/>
        <p:cNvGrpSpPr/>
        <p:nvPr/>
      </p:nvGrpSpPr>
      <p:grpSpPr>
        <a:xfrm>
          <a:off x="0" y="0"/>
          <a:ext cx="0" cy="0"/>
          <a:chOff x="0" y="0"/>
          <a:chExt cx="0" cy="0"/>
        </a:xfrm>
      </p:grpSpPr>
      <p:sp>
        <p:nvSpPr>
          <p:cNvPr id="3535" name="Google Shape;3535;g3f582461e68_0_3251"/>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36" name="Google Shape;3536;g3f582461e68_0_3251"/>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3537" name="Google Shape;3537;g3f582461e68_0_3251"/>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3538" name="Google Shape;3538;g3f582461e68_0_3251"/>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39" name="Google Shape;3539;g3f582461e68_0_3251"/>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40" name="Google Shape;3540;g3f582461e68_0_325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3541" name="Shape 3541"/>
        <p:cNvGrpSpPr/>
        <p:nvPr/>
      </p:nvGrpSpPr>
      <p:grpSpPr>
        <a:xfrm>
          <a:off x="0" y="0"/>
          <a:ext cx="0" cy="0"/>
          <a:chOff x="0" y="0"/>
          <a:chExt cx="0" cy="0"/>
        </a:xfrm>
      </p:grpSpPr>
      <p:grpSp>
        <p:nvGrpSpPr>
          <p:cNvPr id="3542" name="Google Shape;3542;g3f582461e68_0_3258"/>
          <p:cNvGrpSpPr/>
          <p:nvPr/>
        </p:nvGrpSpPr>
        <p:grpSpPr>
          <a:xfrm>
            <a:off x="680011" y="0"/>
            <a:ext cx="3090697" cy="1806089"/>
            <a:chOff x="536716" y="-1319"/>
            <a:chExt cx="3976708" cy="2323841"/>
          </a:xfrm>
        </p:grpSpPr>
        <p:sp>
          <p:nvSpPr>
            <p:cNvPr id="3543" name="Google Shape;3543;g3f582461e68_0_325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544" name="Google Shape;3544;g3f582461e68_0_3258"/>
            <p:cNvGrpSpPr/>
            <p:nvPr/>
          </p:nvGrpSpPr>
          <p:grpSpPr>
            <a:xfrm>
              <a:off x="536716" y="0"/>
              <a:ext cx="3976708" cy="2322522"/>
              <a:chOff x="947530" y="0"/>
              <a:chExt cx="3976708" cy="2322522"/>
            </a:xfrm>
          </p:grpSpPr>
          <p:sp>
            <p:nvSpPr>
              <p:cNvPr id="3545" name="Google Shape;3545;g3f582461e68_0_325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46" name="Google Shape;3546;g3f582461e68_0_325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47" name="Google Shape;3547;g3f582461e68_0_325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48" name="Google Shape;3548;g3f582461e68_0_325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49" name="Google Shape;3549;g3f582461e68_0_325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50" name="Google Shape;3550;g3f582461e68_0_3258"/>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3551" name="Google Shape;3551;g3f582461e68_0_3258"/>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3552" name="Google Shape;3552;g3f582461e68_0_325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53" name="Google Shape;3553;g3f582461e68_0_325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54" name="Shape 3554"/>
        <p:cNvGrpSpPr/>
        <p:nvPr/>
      </p:nvGrpSpPr>
      <p:grpSpPr>
        <a:xfrm>
          <a:off x="0" y="0"/>
          <a:ext cx="0" cy="0"/>
          <a:chOff x="0" y="0"/>
          <a:chExt cx="0" cy="0"/>
        </a:xfrm>
      </p:grpSpPr>
      <p:sp>
        <p:nvSpPr>
          <p:cNvPr id="3555" name="Google Shape;3555;g3f582461e68_0_3271"/>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56" name="Google Shape;3556;g3f582461e68_0_3271"/>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57" name="Google Shape;3557;g3f582461e68_0_3271"/>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558" name="Google Shape;3558;g3f582461e68_0_3271"/>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559" name="Google Shape;3559;g3f582461e68_0_3271"/>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3560" name="Shape 3560"/>
        <p:cNvGrpSpPr/>
        <p:nvPr/>
      </p:nvGrpSpPr>
      <p:grpSpPr>
        <a:xfrm>
          <a:off x="0" y="0"/>
          <a:ext cx="0" cy="0"/>
          <a:chOff x="0" y="0"/>
          <a:chExt cx="0" cy="0"/>
        </a:xfrm>
      </p:grpSpPr>
      <p:grpSp>
        <p:nvGrpSpPr>
          <p:cNvPr id="3561" name="Google Shape;3561;g3f582461e68_0_3277"/>
          <p:cNvGrpSpPr/>
          <p:nvPr/>
        </p:nvGrpSpPr>
        <p:grpSpPr>
          <a:xfrm>
            <a:off x="680011" y="0"/>
            <a:ext cx="3090697" cy="1806089"/>
            <a:chOff x="536716" y="-1319"/>
            <a:chExt cx="3976708" cy="2323841"/>
          </a:xfrm>
        </p:grpSpPr>
        <p:sp>
          <p:nvSpPr>
            <p:cNvPr id="3562" name="Google Shape;3562;g3f582461e68_0_327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563" name="Google Shape;3563;g3f582461e68_0_3277"/>
            <p:cNvGrpSpPr/>
            <p:nvPr/>
          </p:nvGrpSpPr>
          <p:grpSpPr>
            <a:xfrm>
              <a:off x="536716" y="0"/>
              <a:ext cx="3976708" cy="2322522"/>
              <a:chOff x="947530" y="0"/>
              <a:chExt cx="3976708" cy="2322522"/>
            </a:xfrm>
          </p:grpSpPr>
          <p:sp>
            <p:nvSpPr>
              <p:cNvPr id="3564" name="Google Shape;3564;g3f582461e68_0_327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65" name="Google Shape;3565;g3f582461e68_0_327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66" name="Google Shape;3566;g3f582461e68_0_327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67" name="Google Shape;3567;g3f582461e68_0_327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68" name="Google Shape;3568;g3f582461e68_0_327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69" name="Google Shape;3569;g3f582461e68_0_327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3570" name="Google Shape;3570;g3f582461e68_0_3277"/>
          <p:cNvGrpSpPr/>
          <p:nvPr/>
        </p:nvGrpSpPr>
        <p:grpSpPr>
          <a:xfrm>
            <a:off x="5346784" y="1129383"/>
            <a:ext cx="4318845" cy="2583681"/>
            <a:chOff x="5320151" y="896335"/>
            <a:chExt cx="4318845" cy="2583681"/>
          </a:xfrm>
        </p:grpSpPr>
        <p:sp>
          <p:nvSpPr>
            <p:cNvPr id="3571" name="Google Shape;3571;g3f582461e68_0_327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2" name="Google Shape;3572;g3f582461e68_0_3277"/>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573" name="Google Shape;3573;g3f582461e68_0_3277"/>
          <p:cNvGrpSpPr/>
          <p:nvPr/>
        </p:nvGrpSpPr>
        <p:grpSpPr>
          <a:xfrm>
            <a:off x="8020375" y="1479739"/>
            <a:ext cx="1344658" cy="4110296"/>
            <a:chOff x="7993742" y="1246691"/>
            <a:chExt cx="1344658" cy="4110296"/>
          </a:xfrm>
        </p:grpSpPr>
        <p:sp>
          <p:nvSpPr>
            <p:cNvPr id="3574" name="Google Shape;3574;g3f582461e68_0_3277"/>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5" name="Google Shape;3575;g3f582461e68_0_3277"/>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6" name="Google Shape;3576;g3f582461e68_0_3277"/>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7" name="Google Shape;3577;g3f582461e68_0_3277"/>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8" name="Google Shape;3578;g3f582461e68_0_3277"/>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79" name="Google Shape;3579;g3f582461e68_0_3277"/>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0" name="Google Shape;3580;g3f582461e68_0_3277"/>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1" name="Google Shape;3581;g3f582461e68_0_3277"/>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2" name="Google Shape;3582;g3f582461e68_0_3277"/>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3" name="Google Shape;3583;g3f582461e68_0_3277"/>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4" name="Google Shape;3584;g3f582461e68_0_3277"/>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5" name="Google Shape;3585;g3f582461e68_0_327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6" name="Google Shape;3586;g3f582461e68_0_3277"/>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7" name="Google Shape;3587;g3f582461e68_0_3277"/>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8" name="Google Shape;3588;g3f582461e68_0_3277"/>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89" name="Google Shape;3589;g3f582461e68_0_3277"/>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0" name="Google Shape;3590;g3f582461e68_0_3277"/>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1" name="Google Shape;3591;g3f582461e68_0_3277"/>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2" name="Google Shape;3592;g3f582461e68_0_3277"/>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3" name="Google Shape;3593;g3f582461e68_0_3277"/>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4" name="Google Shape;3594;g3f582461e68_0_327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5" name="Google Shape;3595;g3f582461e68_0_3277"/>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6" name="Google Shape;3596;g3f582461e68_0_3277"/>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7" name="Google Shape;3597;g3f582461e68_0_3277"/>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8" name="Google Shape;3598;g3f582461e68_0_3277"/>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99" name="Google Shape;3599;g3f582461e68_0_3277"/>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0" name="Google Shape;3600;g3f582461e68_0_3277"/>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1" name="Google Shape;3601;g3f582461e68_0_3277"/>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2" name="Google Shape;3602;g3f582461e68_0_3277"/>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3" name="Google Shape;3603;g3f582461e68_0_3277"/>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4" name="Google Shape;3604;g3f582461e68_0_3277"/>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5" name="Google Shape;3605;g3f582461e68_0_3277"/>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6" name="Google Shape;3606;g3f582461e68_0_3277"/>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7" name="Google Shape;3607;g3f582461e68_0_3277"/>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8" name="Google Shape;3608;g3f582461e68_0_3277"/>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09" name="Google Shape;3609;g3f582461e68_0_3277"/>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0" name="Google Shape;3610;g3f582461e68_0_3277"/>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1" name="Google Shape;3611;g3f582461e68_0_3277"/>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2" name="Google Shape;3612;g3f582461e68_0_3277"/>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3" name="Google Shape;3613;g3f582461e68_0_3277"/>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4" name="Google Shape;3614;g3f582461e68_0_3277"/>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5" name="Google Shape;3615;g3f582461e68_0_3277"/>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6" name="Google Shape;3616;g3f582461e68_0_3277"/>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7" name="Google Shape;3617;g3f582461e68_0_3277"/>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18" name="Google Shape;3618;g3f582461e68_0_3277"/>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619" name="Google Shape;3619;g3f582461e68_0_3277"/>
          <p:cNvGrpSpPr/>
          <p:nvPr/>
        </p:nvGrpSpPr>
        <p:grpSpPr>
          <a:xfrm>
            <a:off x="6181783" y="2432841"/>
            <a:ext cx="2702942" cy="1829559"/>
            <a:chOff x="6155150" y="2199793"/>
            <a:chExt cx="2702942" cy="1829559"/>
          </a:xfrm>
        </p:grpSpPr>
        <p:sp>
          <p:nvSpPr>
            <p:cNvPr id="3620" name="Google Shape;3620;g3f582461e68_0_3277"/>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1" name="Google Shape;3621;g3f582461e68_0_3277"/>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2" name="Google Shape;3622;g3f582461e68_0_3277"/>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3" name="Google Shape;3623;g3f582461e68_0_3277"/>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4" name="Google Shape;3624;g3f582461e68_0_3277"/>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5" name="Google Shape;3625;g3f582461e68_0_3277"/>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6" name="Google Shape;3626;g3f582461e68_0_3277"/>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7" name="Google Shape;3627;g3f582461e68_0_3277"/>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8" name="Google Shape;3628;g3f582461e68_0_3277"/>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29" name="Google Shape;3629;g3f582461e68_0_3277"/>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630" name="Google Shape;3630;g3f582461e68_0_3277"/>
          <p:cNvGrpSpPr/>
          <p:nvPr/>
        </p:nvGrpSpPr>
        <p:grpSpPr>
          <a:xfrm>
            <a:off x="5355452" y="1806760"/>
            <a:ext cx="1514699" cy="3783660"/>
            <a:chOff x="5328819" y="1573712"/>
            <a:chExt cx="1514699" cy="3783660"/>
          </a:xfrm>
        </p:grpSpPr>
        <p:sp>
          <p:nvSpPr>
            <p:cNvPr id="3631" name="Google Shape;3631;g3f582461e68_0_3277"/>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2" name="Google Shape;3632;g3f582461e68_0_3277"/>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3" name="Google Shape;3633;g3f582461e68_0_32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4" name="Google Shape;3634;g3f582461e68_0_32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5" name="Google Shape;3635;g3f582461e68_0_3277"/>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6" name="Google Shape;3636;g3f582461e68_0_3277"/>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7" name="Google Shape;3637;g3f582461e68_0_3277"/>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8" name="Google Shape;3638;g3f582461e68_0_3277"/>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39" name="Google Shape;3639;g3f582461e68_0_3277"/>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0" name="Google Shape;3640;g3f582461e68_0_3277"/>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1" name="Google Shape;3641;g3f582461e68_0_3277"/>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2" name="Google Shape;3642;g3f582461e68_0_3277"/>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3" name="Google Shape;3643;g3f582461e68_0_3277"/>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4" name="Google Shape;3644;g3f582461e68_0_3277"/>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5" name="Google Shape;3645;g3f582461e68_0_327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6" name="Google Shape;3646;g3f582461e68_0_3277"/>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7" name="Google Shape;3647;g3f582461e68_0_3277"/>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8" name="Google Shape;3648;g3f582461e68_0_3277"/>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49" name="Google Shape;3649;g3f582461e68_0_3277"/>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0" name="Google Shape;3650;g3f582461e68_0_3277"/>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1" name="Google Shape;3651;g3f582461e68_0_3277"/>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2" name="Google Shape;3652;g3f582461e68_0_327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3" name="Google Shape;3653;g3f582461e68_0_3277"/>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4" name="Google Shape;3654;g3f582461e68_0_3277"/>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5" name="Google Shape;3655;g3f582461e68_0_3277"/>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6" name="Google Shape;3656;g3f582461e68_0_327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7" name="Google Shape;3657;g3f582461e68_0_3277"/>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8" name="Google Shape;3658;g3f582461e68_0_3277"/>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59" name="Google Shape;3659;g3f582461e68_0_3277"/>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0" name="Google Shape;3660;g3f582461e68_0_3277"/>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1" name="Google Shape;3661;g3f582461e68_0_3277"/>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2" name="Google Shape;3662;g3f582461e68_0_3277"/>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3" name="Google Shape;3663;g3f582461e68_0_3277"/>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4" name="Google Shape;3664;g3f582461e68_0_3277"/>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5" name="Google Shape;3665;g3f582461e68_0_3277"/>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6" name="Google Shape;3666;g3f582461e68_0_3277"/>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7" name="Google Shape;3667;g3f582461e68_0_3277"/>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8" name="Google Shape;3668;g3f582461e68_0_3277"/>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9" name="Google Shape;3669;g3f582461e68_0_3277"/>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0" name="Google Shape;3670;g3f582461e68_0_327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1" name="Google Shape;3671;g3f582461e68_0_3277"/>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2" name="Google Shape;3672;g3f582461e68_0_3277"/>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3" name="Google Shape;3673;g3f582461e68_0_3277"/>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4" name="Google Shape;3674;g3f582461e68_0_3277"/>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5" name="Google Shape;3675;g3f582461e68_0_3277"/>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6" name="Google Shape;3676;g3f582461e68_0_3277"/>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7" name="Google Shape;3677;g3f582461e68_0_327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8" name="Google Shape;3678;g3f582461e68_0_3277"/>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9" name="Google Shape;3679;g3f582461e68_0_327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0" name="Google Shape;3680;g3f582461e68_0_3277"/>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1" name="Google Shape;3681;g3f582461e68_0_327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2" name="Google Shape;3682;g3f582461e68_0_3277"/>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3" name="Google Shape;3683;g3f582461e68_0_3277"/>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4" name="Google Shape;3684;g3f582461e68_0_3277"/>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5" name="Google Shape;3685;g3f582461e68_0_3277"/>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686" name="Google Shape;3686;g3f582461e68_0_3277"/>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7" name="Google Shape;3687;g3f582461e68_0_327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88" name="Google Shape;3688;g3f582461e68_0_327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89" name="Shape 3689"/>
        <p:cNvGrpSpPr/>
        <p:nvPr/>
      </p:nvGrpSpPr>
      <p:grpSpPr>
        <a:xfrm>
          <a:off x="0" y="0"/>
          <a:ext cx="0" cy="0"/>
          <a:chOff x="0" y="0"/>
          <a:chExt cx="0" cy="0"/>
        </a:xfrm>
      </p:grpSpPr>
      <p:sp>
        <p:nvSpPr>
          <p:cNvPr id="3690" name="Google Shape;3690;g3f582461e68_0_3406"/>
          <p:cNvSpPr txBox="1"/>
          <p:nvPr/>
        </p:nvSpPr>
        <p:spPr>
          <a:xfrm>
            <a:off x="1122400" y="2754450"/>
            <a:ext cx="4324800" cy="1349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3691" name="Google Shape;3691;g3f582461e68_0_3406"/>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3692" name="Shape 3692"/>
        <p:cNvGrpSpPr/>
        <p:nvPr/>
      </p:nvGrpSpPr>
      <p:grpSpPr>
        <a:xfrm>
          <a:off x="0" y="0"/>
          <a:ext cx="0" cy="0"/>
          <a:chOff x="0" y="0"/>
          <a:chExt cx="0" cy="0"/>
        </a:xfrm>
      </p:grpSpPr>
      <p:grpSp>
        <p:nvGrpSpPr>
          <p:cNvPr id="3693" name="Google Shape;3693;g3f582461e68_0_3409"/>
          <p:cNvGrpSpPr/>
          <p:nvPr/>
        </p:nvGrpSpPr>
        <p:grpSpPr>
          <a:xfrm>
            <a:off x="680011" y="0"/>
            <a:ext cx="3090697" cy="1806089"/>
            <a:chOff x="536716" y="-1319"/>
            <a:chExt cx="3976708" cy="2323841"/>
          </a:xfrm>
        </p:grpSpPr>
        <p:sp>
          <p:nvSpPr>
            <p:cNvPr id="3694" name="Google Shape;3694;g3f582461e68_0_340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695" name="Google Shape;3695;g3f582461e68_0_3409"/>
            <p:cNvGrpSpPr/>
            <p:nvPr/>
          </p:nvGrpSpPr>
          <p:grpSpPr>
            <a:xfrm>
              <a:off x="536716" y="0"/>
              <a:ext cx="3976708" cy="2322522"/>
              <a:chOff x="947530" y="0"/>
              <a:chExt cx="3976708" cy="2322522"/>
            </a:xfrm>
          </p:grpSpPr>
          <p:sp>
            <p:nvSpPr>
              <p:cNvPr id="3696" name="Google Shape;3696;g3f582461e68_0_340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97" name="Google Shape;3697;g3f582461e68_0_340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98" name="Google Shape;3698;g3f582461e68_0_340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99" name="Google Shape;3699;g3f582461e68_0_340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700" name="Google Shape;3700;g3f582461e68_0_340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701" name="Google Shape;3701;g3f582461e68_0_340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3702" name="Google Shape;3702;g3f582461e68_0_3409"/>
          <p:cNvGrpSpPr/>
          <p:nvPr/>
        </p:nvGrpSpPr>
        <p:grpSpPr>
          <a:xfrm>
            <a:off x="5941746" y="1054485"/>
            <a:ext cx="4147720" cy="4749029"/>
            <a:chOff x="5329188" y="1014865"/>
            <a:chExt cx="4147720" cy="4749029"/>
          </a:xfrm>
        </p:grpSpPr>
        <p:grpSp>
          <p:nvGrpSpPr>
            <p:cNvPr id="3703" name="Google Shape;3703;g3f582461e68_0_3409"/>
            <p:cNvGrpSpPr/>
            <p:nvPr/>
          </p:nvGrpSpPr>
          <p:grpSpPr>
            <a:xfrm>
              <a:off x="5329188" y="1014865"/>
              <a:ext cx="4147720" cy="3894027"/>
              <a:chOff x="5329188" y="1014865"/>
              <a:chExt cx="4147720" cy="3894027"/>
            </a:xfrm>
          </p:grpSpPr>
          <p:sp>
            <p:nvSpPr>
              <p:cNvPr id="3704" name="Google Shape;3704;g3f582461e68_0_340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5" name="Google Shape;3705;g3f582461e68_0_3409"/>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06" name="Google Shape;3706;g3f582461e68_0_3409"/>
            <p:cNvGrpSpPr/>
            <p:nvPr/>
          </p:nvGrpSpPr>
          <p:grpSpPr>
            <a:xfrm>
              <a:off x="5474376" y="5044181"/>
              <a:ext cx="3724515" cy="719713"/>
              <a:chOff x="5474376" y="5044181"/>
              <a:chExt cx="3724515" cy="719713"/>
            </a:xfrm>
          </p:grpSpPr>
          <p:sp>
            <p:nvSpPr>
              <p:cNvPr id="3707" name="Google Shape;3707;g3f582461e68_0_340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8" name="Google Shape;3708;g3f582461e68_0_3409"/>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09" name="Google Shape;3709;g3f582461e68_0_3409"/>
            <p:cNvGrpSpPr/>
            <p:nvPr/>
          </p:nvGrpSpPr>
          <p:grpSpPr>
            <a:xfrm>
              <a:off x="6679374" y="3857046"/>
              <a:ext cx="1534214" cy="247727"/>
              <a:chOff x="6679374" y="3857046"/>
              <a:chExt cx="1534214" cy="247727"/>
            </a:xfrm>
          </p:grpSpPr>
          <p:sp>
            <p:nvSpPr>
              <p:cNvPr id="3710" name="Google Shape;3710;g3f582461e68_0_3409"/>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1" name="Google Shape;3711;g3f582461e68_0_3409"/>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2" name="Google Shape;3712;g3f582461e68_0_3409"/>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3" name="Google Shape;3713;g3f582461e68_0_3409"/>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4" name="Google Shape;3714;g3f582461e68_0_3409"/>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5" name="Google Shape;3715;g3f582461e68_0_3409"/>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6" name="Google Shape;3716;g3f582461e68_0_3409"/>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7" name="Google Shape;3717;g3f582461e68_0_3409"/>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8" name="Google Shape;3718;g3f582461e68_0_3409"/>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9" name="Google Shape;3719;g3f582461e68_0_3409"/>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20" name="Google Shape;3720;g3f582461e68_0_3409"/>
            <p:cNvGrpSpPr/>
            <p:nvPr/>
          </p:nvGrpSpPr>
          <p:grpSpPr>
            <a:xfrm>
              <a:off x="6150150" y="1372824"/>
              <a:ext cx="1654036" cy="1634647"/>
              <a:chOff x="6150150" y="1372824"/>
              <a:chExt cx="1654036" cy="1634647"/>
            </a:xfrm>
          </p:grpSpPr>
          <p:sp>
            <p:nvSpPr>
              <p:cNvPr id="3721" name="Google Shape;3721;g3f582461e68_0_3409"/>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2" name="Google Shape;3722;g3f582461e68_0_3409"/>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3" name="Google Shape;3723;g3f582461e68_0_3409"/>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4" name="Google Shape;3724;g3f582461e68_0_3409"/>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5" name="Google Shape;3725;g3f582461e68_0_3409"/>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26" name="Google Shape;3726;g3f582461e68_0_3409"/>
            <p:cNvGrpSpPr/>
            <p:nvPr/>
          </p:nvGrpSpPr>
          <p:grpSpPr>
            <a:xfrm>
              <a:off x="7567967" y="2334044"/>
              <a:ext cx="1372636" cy="1390272"/>
              <a:chOff x="7567967" y="2334044"/>
              <a:chExt cx="1372636" cy="1390272"/>
            </a:xfrm>
          </p:grpSpPr>
          <p:sp>
            <p:nvSpPr>
              <p:cNvPr id="3727" name="Google Shape;3727;g3f582461e68_0_3409"/>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8" name="Google Shape;3728;g3f582461e68_0_3409"/>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9" name="Google Shape;3729;g3f582461e68_0_3409"/>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0" name="Google Shape;3730;g3f582461e68_0_3409"/>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31" name="Google Shape;3731;g3f582461e68_0_3409"/>
            <p:cNvGrpSpPr/>
            <p:nvPr/>
          </p:nvGrpSpPr>
          <p:grpSpPr>
            <a:xfrm>
              <a:off x="5716757" y="2701775"/>
              <a:ext cx="2100989" cy="2869805"/>
              <a:chOff x="5716757" y="2701775"/>
              <a:chExt cx="2100989" cy="2869805"/>
            </a:xfrm>
          </p:grpSpPr>
          <p:sp>
            <p:nvSpPr>
              <p:cNvPr id="3732" name="Google Shape;3732;g3f582461e68_0_3409"/>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3" name="Google Shape;3733;g3f582461e68_0_3409"/>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4" name="Google Shape;3734;g3f582461e68_0_3409"/>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5" name="Google Shape;3735;g3f582461e68_0_3409"/>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6" name="Google Shape;3736;g3f582461e68_0_3409"/>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7" name="Google Shape;3737;g3f582461e68_0_3409"/>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8" name="Google Shape;3738;g3f582461e68_0_3409"/>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9" name="Google Shape;3739;g3f582461e68_0_3409"/>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0" name="Google Shape;3740;g3f582461e68_0_3409"/>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1" name="Google Shape;3741;g3f582461e68_0_3409"/>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2" name="Google Shape;3742;g3f582461e68_0_3409"/>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3" name="Google Shape;3743;g3f582461e68_0_3409"/>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4" name="Google Shape;3744;g3f582461e68_0_3409"/>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5" name="Google Shape;3745;g3f582461e68_0_3409"/>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6" name="Google Shape;3746;g3f582461e68_0_3409"/>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7" name="Google Shape;3747;g3f582461e68_0_3409"/>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8" name="Google Shape;3748;g3f582461e68_0_3409"/>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9" name="Google Shape;3749;g3f582461e68_0_3409"/>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0" name="Google Shape;3750;g3f582461e68_0_3409"/>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1" name="Google Shape;3751;g3f582461e68_0_3409"/>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2" name="Google Shape;3752;g3f582461e68_0_3409"/>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3" name="Google Shape;3753;g3f582461e68_0_3409"/>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4" name="Google Shape;3754;g3f582461e68_0_3409"/>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5" name="Google Shape;3755;g3f582461e68_0_3409"/>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6" name="Google Shape;3756;g3f582461e68_0_3409"/>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7" name="Google Shape;3757;g3f582461e68_0_3409"/>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8" name="Google Shape;3758;g3f582461e68_0_3409"/>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759" name="Google Shape;3759;g3f582461e68_0_3409"/>
              <p:cNvGrpSpPr/>
              <p:nvPr/>
            </p:nvGrpSpPr>
            <p:grpSpPr>
              <a:xfrm>
                <a:off x="5909424" y="3227297"/>
                <a:ext cx="721708" cy="913466"/>
                <a:chOff x="5909424" y="3227297"/>
                <a:chExt cx="721708" cy="913466"/>
              </a:xfrm>
            </p:grpSpPr>
            <p:sp>
              <p:nvSpPr>
                <p:cNvPr id="3760" name="Google Shape;3760;g3f582461e68_0_340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1" name="Google Shape;3761;g3f582461e68_0_3409"/>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762" name="Google Shape;3762;g3f582461e68_0_3409"/>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3" name="Google Shape;3763;g3f582461e68_0_3409"/>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4" name="Google Shape;3764;g3f582461e68_0_3409"/>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5" name="Google Shape;3765;g3f582461e68_0_3409"/>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766" name="Google Shape;3766;g3f582461e68_0_3409"/>
              <p:cNvGrpSpPr/>
              <p:nvPr/>
            </p:nvGrpSpPr>
            <p:grpSpPr>
              <a:xfrm>
                <a:off x="6175444" y="3103172"/>
                <a:ext cx="262591" cy="280323"/>
                <a:chOff x="6175444" y="3103172"/>
                <a:chExt cx="262591" cy="280323"/>
              </a:xfrm>
            </p:grpSpPr>
            <p:sp>
              <p:nvSpPr>
                <p:cNvPr id="3767" name="Google Shape;3767;g3f582461e68_0_340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68" name="Google Shape;3768;g3f582461e68_0_3409"/>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769" name="Google Shape;3769;g3f582461e68_0_3409"/>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0" name="Google Shape;3770;g3f582461e68_0_3409"/>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1" name="Google Shape;3771;g3f582461e68_0_3409"/>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2" name="Google Shape;3772;g3f582461e68_0_3409"/>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773" name="Google Shape;3773;g3f582461e68_0_3409"/>
              <p:cNvGrpSpPr/>
              <p:nvPr/>
            </p:nvGrpSpPr>
            <p:grpSpPr>
              <a:xfrm>
                <a:off x="6084245" y="2777613"/>
                <a:ext cx="361352" cy="401447"/>
                <a:chOff x="6084245" y="2777613"/>
                <a:chExt cx="361352" cy="401447"/>
              </a:xfrm>
            </p:grpSpPr>
            <p:sp>
              <p:nvSpPr>
                <p:cNvPr id="3774" name="Google Shape;3774;g3f582461e68_0_340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5" name="Google Shape;3775;g3f582461e68_0_3409"/>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776" name="Google Shape;3776;g3f582461e68_0_3409"/>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7" name="Google Shape;3777;g3f582461e68_0_3409"/>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8" name="Google Shape;3778;g3f582461e68_0_3409"/>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79" name="Google Shape;3779;g3f582461e68_0_3409"/>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0" name="Google Shape;3780;g3f582461e68_0_3409"/>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1" name="Google Shape;3781;g3f582461e68_0_3409"/>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2" name="Google Shape;3782;g3f582461e68_0_3409"/>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3" name="Google Shape;3783;g3f582461e68_0_3409"/>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4" name="Google Shape;3784;g3f582461e68_0_3409"/>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5" name="Google Shape;3785;g3f582461e68_0_3409"/>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6" name="Google Shape;3786;g3f582461e68_0_3409"/>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7" name="Google Shape;3787;g3f582461e68_0_3409"/>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8" name="Google Shape;3788;g3f582461e68_0_3409"/>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89" name="Google Shape;3789;g3f582461e68_0_3409"/>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790" name="Google Shape;3790;g3f582461e68_0_3409"/>
              <p:cNvGrpSpPr/>
              <p:nvPr/>
            </p:nvGrpSpPr>
            <p:grpSpPr>
              <a:xfrm>
                <a:off x="5914287" y="3433041"/>
                <a:ext cx="962877" cy="299634"/>
                <a:chOff x="5914287" y="3433041"/>
                <a:chExt cx="962877" cy="299634"/>
              </a:xfrm>
            </p:grpSpPr>
            <p:sp>
              <p:nvSpPr>
                <p:cNvPr id="3791" name="Google Shape;3791;g3f582461e68_0_340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2" name="Google Shape;3792;g3f582461e68_0_3409"/>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793" name="Google Shape;3793;g3f582461e68_0_3409"/>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4" name="Google Shape;3794;g3f582461e68_0_3409"/>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5" name="Google Shape;3795;g3f582461e68_0_3409"/>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6" name="Google Shape;3796;g3f582461e68_0_3409"/>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7" name="Google Shape;3797;g3f582461e68_0_3409"/>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8" name="Google Shape;3798;g3f582461e68_0_3409"/>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99" name="Google Shape;3799;g3f582461e68_0_3409"/>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0" name="Google Shape;3800;g3f582461e68_0_3409"/>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1" name="Google Shape;3801;g3f582461e68_0_3409"/>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2" name="Google Shape;3802;g3f582461e68_0_3409"/>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3" name="Google Shape;3803;g3f582461e68_0_3409"/>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4" name="Google Shape;3804;g3f582461e68_0_3409"/>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5" name="Google Shape;3805;g3f582461e68_0_3409"/>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6" name="Google Shape;3806;g3f582461e68_0_3409"/>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807" name="Google Shape;3807;g3f582461e68_0_3409"/>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808" name="Google Shape;3808;g3f582461e68_0_340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09" name="Google Shape;3809;g3f582461e68_0_340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3810" name="Shape 3810"/>
        <p:cNvGrpSpPr/>
        <p:nvPr/>
      </p:nvGrpSpPr>
      <p:grpSpPr>
        <a:xfrm>
          <a:off x="0" y="0"/>
          <a:ext cx="0" cy="0"/>
          <a:chOff x="0" y="0"/>
          <a:chExt cx="0" cy="0"/>
        </a:xfrm>
      </p:grpSpPr>
      <p:sp>
        <p:nvSpPr>
          <p:cNvPr id="3811" name="Google Shape;3811;g3f582461e68_0_3527"/>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12" name="Google Shape;3812;g3f582461e68_0_3527"/>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13" name="Google Shape;3813;g3f582461e68_0_3527"/>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814" name="Google Shape;3814;g3f582461e68_0_3527"/>
          <p:cNvGrpSpPr/>
          <p:nvPr/>
        </p:nvGrpSpPr>
        <p:grpSpPr>
          <a:xfrm>
            <a:off x="911104" y="1079070"/>
            <a:ext cx="10369887" cy="4698606"/>
            <a:chOff x="1290381" y="1417103"/>
            <a:chExt cx="9045610" cy="4098575"/>
          </a:xfrm>
        </p:grpSpPr>
        <p:sp>
          <p:nvSpPr>
            <p:cNvPr id="3815" name="Google Shape;3815;g3f582461e68_0_3527"/>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16" name="Google Shape;3816;g3f582461e68_0_3527"/>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17" name="Google Shape;3817;g3f582461e68_0_3527"/>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18" name="Google Shape;3818;g3f582461e68_0_3527"/>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19" name="Google Shape;3819;g3f582461e68_0_352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3820" name="Shape 3820"/>
        <p:cNvGrpSpPr/>
        <p:nvPr/>
      </p:nvGrpSpPr>
      <p:grpSpPr>
        <a:xfrm>
          <a:off x="0" y="0"/>
          <a:ext cx="0" cy="0"/>
          <a:chOff x="0" y="0"/>
          <a:chExt cx="0" cy="0"/>
        </a:xfrm>
      </p:grpSpPr>
      <p:pic>
        <p:nvPicPr>
          <p:cNvPr id="3821" name="Google Shape;3821;g3f582461e68_0_3537"/>
          <p:cNvPicPr preferRelativeResize="0"/>
          <p:nvPr/>
        </p:nvPicPr>
        <p:blipFill rotWithShape="1">
          <a:blip r:embed="rId2">
            <a:alphaModFix/>
          </a:blip>
          <a:srcRect b="0" l="0" r="0" t="0"/>
          <a:stretch/>
        </p:blipFill>
        <p:spPr>
          <a:xfrm>
            <a:off x="5580495" y="918441"/>
            <a:ext cx="4762500" cy="4762500"/>
          </a:xfrm>
          <a:prstGeom prst="rect">
            <a:avLst/>
          </a:prstGeom>
          <a:noFill/>
          <a:ln>
            <a:noFill/>
          </a:ln>
        </p:spPr>
      </p:pic>
      <p:grpSp>
        <p:nvGrpSpPr>
          <p:cNvPr id="3822" name="Google Shape;3822;g3f582461e68_0_3537"/>
          <p:cNvGrpSpPr/>
          <p:nvPr/>
        </p:nvGrpSpPr>
        <p:grpSpPr>
          <a:xfrm>
            <a:off x="680011" y="-12733"/>
            <a:ext cx="4628621" cy="1818822"/>
            <a:chOff x="536716" y="-17702"/>
            <a:chExt cx="5955508" cy="2340224"/>
          </a:xfrm>
        </p:grpSpPr>
        <p:sp>
          <p:nvSpPr>
            <p:cNvPr id="3823" name="Google Shape;3823;g3f582461e68_0_3537"/>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824" name="Google Shape;3824;g3f582461e68_0_3537"/>
            <p:cNvGrpSpPr/>
            <p:nvPr/>
          </p:nvGrpSpPr>
          <p:grpSpPr>
            <a:xfrm>
              <a:off x="536716" y="-17702"/>
              <a:ext cx="5955508" cy="2340224"/>
              <a:chOff x="947530" y="-17702"/>
              <a:chExt cx="5955508" cy="2340224"/>
            </a:xfrm>
          </p:grpSpPr>
          <p:sp>
            <p:nvSpPr>
              <p:cNvPr id="3825" name="Google Shape;3825;g3f582461e68_0_353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26" name="Google Shape;3826;g3f582461e68_0_3537"/>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27" name="Google Shape;3827;g3f582461e68_0_3537"/>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28" name="Google Shape;3828;g3f582461e68_0_3537"/>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29" name="Google Shape;3829;g3f582461e68_0_353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30" name="Google Shape;3830;g3f582461e68_0_3537"/>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3831" name="Google Shape;3831;g3f582461e68_0_353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32" name="Google Shape;3832;g3f582461e68_0_353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3833" name="Shape 3833"/>
        <p:cNvGrpSpPr/>
        <p:nvPr/>
      </p:nvGrpSpPr>
      <p:grpSpPr>
        <a:xfrm>
          <a:off x="0" y="0"/>
          <a:ext cx="0" cy="0"/>
          <a:chOff x="0" y="0"/>
          <a:chExt cx="0" cy="0"/>
        </a:xfrm>
      </p:grpSpPr>
      <p:grpSp>
        <p:nvGrpSpPr>
          <p:cNvPr id="3834" name="Google Shape;3834;g3f582461e68_0_3550"/>
          <p:cNvGrpSpPr/>
          <p:nvPr/>
        </p:nvGrpSpPr>
        <p:grpSpPr>
          <a:xfrm>
            <a:off x="680011" y="0"/>
            <a:ext cx="3090697" cy="1806089"/>
            <a:chOff x="536716" y="-1319"/>
            <a:chExt cx="3976708" cy="2323841"/>
          </a:xfrm>
        </p:grpSpPr>
        <p:sp>
          <p:nvSpPr>
            <p:cNvPr id="3835" name="Google Shape;3835;g3f582461e68_0_355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836" name="Google Shape;3836;g3f582461e68_0_3550"/>
            <p:cNvGrpSpPr/>
            <p:nvPr/>
          </p:nvGrpSpPr>
          <p:grpSpPr>
            <a:xfrm>
              <a:off x="536716" y="0"/>
              <a:ext cx="3976708" cy="2322522"/>
              <a:chOff x="947530" y="0"/>
              <a:chExt cx="3976708" cy="2322522"/>
            </a:xfrm>
          </p:grpSpPr>
          <p:sp>
            <p:nvSpPr>
              <p:cNvPr id="3837" name="Google Shape;3837;g3f582461e68_0_355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38" name="Google Shape;3838;g3f582461e68_0_355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39" name="Google Shape;3839;g3f582461e68_0_355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40" name="Google Shape;3840;g3f582461e68_0_355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41" name="Google Shape;3841;g3f582461e68_0_355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42" name="Google Shape;3842;g3f582461e68_0_3550"/>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3843" name="Google Shape;3843;g3f582461e68_0_3550"/>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
        <p:nvSpPr>
          <p:cNvPr id="3844" name="Google Shape;3844;g3f582461e68_0_355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s">
  <p:cSld name="Tasks">
    <p:spTree>
      <p:nvGrpSpPr>
        <p:cNvPr id="3845" name="Shape 3845"/>
        <p:cNvGrpSpPr/>
        <p:nvPr/>
      </p:nvGrpSpPr>
      <p:grpSpPr>
        <a:xfrm>
          <a:off x="0" y="0"/>
          <a:ext cx="0" cy="0"/>
          <a:chOff x="0" y="0"/>
          <a:chExt cx="0" cy="0"/>
        </a:xfrm>
      </p:grpSpPr>
      <p:pic>
        <p:nvPicPr>
          <p:cNvPr id="3846" name="Google Shape;3846;g3f582461e68_0_3562"/>
          <p:cNvPicPr preferRelativeResize="0"/>
          <p:nvPr/>
        </p:nvPicPr>
        <p:blipFill rotWithShape="1">
          <a:blip r:embed="rId2">
            <a:alphaModFix/>
          </a:blip>
          <a:srcRect b="0" l="0" r="0" t="0"/>
          <a:stretch/>
        </p:blipFill>
        <p:spPr>
          <a:xfrm>
            <a:off x="1052356" y="626052"/>
            <a:ext cx="5605895" cy="5605895"/>
          </a:xfrm>
          <a:prstGeom prst="rect">
            <a:avLst/>
          </a:prstGeom>
          <a:noFill/>
          <a:ln>
            <a:noFill/>
          </a:ln>
        </p:spPr>
      </p:pic>
      <p:sp>
        <p:nvSpPr>
          <p:cNvPr id="3847" name="Google Shape;3847;g3f582461e68_0_3562"/>
          <p:cNvSpPr txBox="1"/>
          <p:nvPr>
            <p:ph idx="1" type="body"/>
          </p:nvPr>
        </p:nvSpPr>
        <p:spPr>
          <a:xfrm>
            <a:off x="6657975" y="2059619"/>
            <a:ext cx="4687800" cy="398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3848" name="Google Shape;3848;g3f582461e68_0_3562"/>
          <p:cNvGrpSpPr/>
          <p:nvPr/>
        </p:nvGrpSpPr>
        <p:grpSpPr>
          <a:xfrm>
            <a:off x="7456649" y="0"/>
            <a:ext cx="3090697" cy="1806089"/>
            <a:chOff x="536716" y="-1319"/>
            <a:chExt cx="3976708" cy="2323841"/>
          </a:xfrm>
        </p:grpSpPr>
        <p:sp>
          <p:nvSpPr>
            <p:cNvPr id="3849" name="Google Shape;3849;g3f582461e68_0_356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850" name="Google Shape;3850;g3f582461e68_0_3562"/>
            <p:cNvGrpSpPr/>
            <p:nvPr/>
          </p:nvGrpSpPr>
          <p:grpSpPr>
            <a:xfrm>
              <a:off x="536716" y="0"/>
              <a:ext cx="3976708" cy="2322522"/>
              <a:chOff x="947530" y="0"/>
              <a:chExt cx="3976708" cy="2322522"/>
            </a:xfrm>
          </p:grpSpPr>
          <p:sp>
            <p:nvSpPr>
              <p:cNvPr id="3851" name="Google Shape;3851;g3f582461e68_0_356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52" name="Google Shape;3852;g3f582461e68_0_356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53" name="Google Shape;3853;g3f582461e68_0_356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54" name="Google Shape;3854;g3f582461e68_0_356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55" name="Google Shape;3855;g3f582461e68_0_356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56" name="Google Shape;3856;g3f582461e68_0_3562"/>
          <p:cNvSpPr txBox="1"/>
          <p:nvPr/>
        </p:nvSpPr>
        <p:spPr>
          <a:xfrm>
            <a:off x="7456663"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Tasks</a:t>
            </a:r>
            <a:endParaRPr b="0" i="0" sz="1400" u="none" cap="none" strike="noStrike">
              <a:solidFill>
                <a:srgbClr val="000000"/>
              </a:solidFill>
              <a:latin typeface="Arial"/>
              <a:ea typeface="Arial"/>
              <a:cs typeface="Arial"/>
              <a:sym typeface="Arial"/>
            </a:endParaRPr>
          </a:p>
        </p:txBody>
      </p:sp>
      <p:sp>
        <p:nvSpPr>
          <p:cNvPr id="3857" name="Google Shape;3857;g3f582461e68_0_3562"/>
          <p:cNvSpPr/>
          <p:nvPr/>
        </p:nvSpPr>
        <p:spPr>
          <a:xfrm>
            <a:off x="10619152" y="6115573"/>
            <a:ext cx="993300" cy="333600"/>
          </a:xfrm>
          <a:prstGeom prst="rect">
            <a:avLst/>
          </a:prstGeom>
          <a:blipFill rotWithShape="1">
            <a:blip r:embed="rId3">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858" name="Google Shape;3858;g3f582461e68_0_3562"/>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3859" name="Shape 3859"/>
        <p:cNvGrpSpPr/>
        <p:nvPr/>
      </p:nvGrpSpPr>
      <p:grpSpPr>
        <a:xfrm>
          <a:off x="0" y="0"/>
          <a:ext cx="0" cy="0"/>
          <a:chOff x="0" y="0"/>
          <a:chExt cx="0" cy="0"/>
        </a:xfrm>
      </p:grpSpPr>
      <p:grpSp>
        <p:nvGrpSpPr>
          <p:cNvPr id="3860" name="Google Shape;3860;g3f582461e68_0_3576"/>
          <p:cNvGrpSpPr/>
          <p:nvPr/>
        </p:nvGrpSpPr>
        <p:grpSpPr>
          <a:xfrm>
            <a:off x="6634601" y="419286"/>
            <a:ext cx="4977959" cy="715758"/>
            <a:chOff x="6651018" y="1094904"/>
            <a:chExt cx="4977959" cy="715758"/>
          </a:xfrm>
        </p:grpSpPr>
        <p:grpSp>
          <p:nvGrpSpPr>
            <p:cNvPr id="3861" name="Google Shape;3861;g3f582461e68_0_3576"/>
            <p:cNvGrpSpPr/>
            <p:nvPr/>
          </p:nvGrpSpPr>
          <p:grpSpPr>
            <a:xfrm flipH="1">
              <a:off x="6651018" y="1105239"/>
              <a:ext cx="4977959" cy="705423"/>
              <a:chOff x="-276224" y="579518"/>
              <a:chExt cx="4483840" cy="705423"/>
            </a:xfrm>
          </p:grpSpPr>
          <p:sp>
            <p:nvSpPr>
              <p:cNvPr id="3862" name="Google Shape;3862;g3f582461e68_0_3576"/>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63" name="Google Shape;3863;g3f582461e68_0_3576"/>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864" name="Google Shape;3864;g3f582461e68_0_3576"/>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3865" name="Google Shape;3865;g3f582461e68_0_3576"/>
          <p:cNvGrpSpPr/>
          <p:nvPr/>
        </p:nvGrpSpPr>
        <p:grpSpPr>
          <a:xfrm>
            <a:off x="546596" y="408850"/>
            <a:ext cx="4862692" cy="736415"/>
            <a:chOff x="563013" y="978293"/>
            <a:chExt cx="4862692" cy="736415"/>
          </a:xfrm>
        </p:grpSpPr>
        <p:grpSp>
          <p:nvGrpSpPr>
            <p:cNvPr id="3866" name="Google Shape;3866;g3f582461e68_0_3576"/>
            <p:cNvGrpSpPr/>
            <p:nvPr/>
          </p:nvGrpSpPr>
          <p:grpSpPr>
            <a:xfrm>
              <a:off x="563051" y="978293"/>
              <a:ext cx="4862654" cy="736415"/>
              <a:chOff x="971550" y="628179"/>
              <a:chExt cx="4207540" cy="727323"/>
            </a:xfrm>
          </p:grpSpPr>
          <p:sp>
            <p:nvSpPr>
              <p:cNvPr id="3867" name="Google Shape;3867;g3f582461e68_0_3576"/>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68" name="Google Shape;3868;g3f582461e68_0_3576"/>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869" name="Google Shape;3869;g3f582461e68_0_3576"/>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3870" name="Google Shape;3870;g3f582461e68_0_3576"/>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71" name="Google Shape;3871;g3f582461e68_0_3576"/>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72" name="Google Shape;3872;g3f582461e68_0_357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73" name="Google Shape;3873;g3f582461e68_0_3576"/>
          <p:cNvSpPr txBox="1"/>
          <p:nvPr/>
        </p:nvSpPr>
        <p:spPr>
          <a:xfrm>
            <a:off x="5730320" y="6000322"/>
            <a:ext cx="731700" cy="52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fld id="{00000000-1234-1234-1234-123412341234}" type="slidenum">
              <a:rPr b="1" i="0" lang="en-US" sz="1600" u="none" cap="none" strike="noStrike">
                <a:solidFill>
                  <a:srgbClr val="000000"/>
                </a:solidFill>
                <a:latin typeface="Arial"/>
                <a:ea typeface="Arial"/>
                <a:cs typeface="Arial"/>
                <a:sym typeface="Arial"/>
              </a:rPr>
              <a:t>‹#›</a:t>
            </a:fld>
            <a:endParaRPr b="1" i="0" sz="1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
    <p:spTree>
      <p:nvGrpSpPr>
        <p:cNvPr id="3874" name="Shape 3874"/>
        <p:cNvGrpSpPr/>
        <p:nvPr/>
      </p:nvGrpSpPr>
      <p:grpSpPr>
        <a:xfrm>
          <a:off x="0" y="0"/>
          <a:ext cx="0" cy="0"/>
          <a:chOff x="0" y="0"/>
          <a:chExt cx="0" cy="0"/>
        </a:xfrm>
      </p:grpSpPr>
      <p:grpSp>
        <p:nvGrpSpPr>
          <p:cNvPr id="3875" name="Google Shape;3875;g3f582461e68_0_3591"/>
          <p:cNvGrpSpPr/>
          <p:nvPr/>
        </p:nvGrpSpPr>
        <p:grpSpPr>
          <a:xfrm>
            <a:off x="680011" y="0"/>
            <a:ext cx="3090697" cy="1806089"/>
            <a:chOff x="536716" y="-1319"/>
            <a:chExt cx="3976708" cy="2323841"/>
          </a:xfrm>
        </p:grpSpPr>
        <p:sp>
          <p:nvSpPr>
            <p:cNvPr id="3876" name="Google Shape;3876;g3f582461e68_0_359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877" name="Google Shape;3877;g3f582461e68_0_3591"/>
            <p:cNvGrpSpPr/>
            <p:nvPr/>
          </p:nvGrpSpPr>
          <p:grpSpPr>
            <a:xfrm>
              <a:off x="536716" y="0"/>
              <a:ext cx="3976708" cy="2322522"/>
              <a:chOff x="947530" y="0"/>
              <a:chExt cx="3976708" cy="2322522"/>
            </a:xfrm>
          </p:grpSpPr>
          <p:sp>
            <p:nvSpPr>
              <p:cNvPr id="3878" name="Google Shape;3878;g3f582461e68_0_359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79" name="Google Shape;3879;g3f582461e68_0_359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80" name="Google Shape;3880;g3f582461e68_0_359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4800" u="none" cap="none" strike="noStrike">
                    <a:solidFill>
                      <a:schemeClr val="lt1"/>
                    </a:solidFill>
                    <a:latin typeface="Quicksand"/>
                    <a:ea typeface="Quicksand"/>
                    <a:cs typeface="Quicksand"/>
                    <a:sym typeface="Quicksand"/>
                  </a:rPr>
                  <a:t>Q &amp; A </a:t>
                </a:r>
                <a:endParaRPr b="1" i="0" sz="4800" u="none" cap="none" strike="noStrike">
                  <a:solidFill>
                    <a:schemeClr val="lt1"/>
                  </a:solidFill>
                  <a:latin typeface="Quicksand"/>
                  <a:ea typeface="Quicksand"/>
                  <a:cs typeface="Quicksand"/>
                  <a:sym typeface="Quicksand"/>
                </a:endParaRPr>
              </a:p>
            </p:txBody>
          </p:sp>
          <p:sp>
            <p:nvSpPr>
              <p:cNvPr id="3881" name="Google Shape;3881;g3f582461e68_0_359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882" name="Google Shape;3882;g3f582461e68_0_359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3883" name="Shape 3883"/>
        <p:cNvGrpSpPr/>
        <p:nvPr/>
      </p:nvGrpSpPr>
      <p:grpSpPr>
        <a:xfrm>
          <a:off x="0" y="0"/>
          <a:ext cx="0" cy="0"/>
          <a:chOff x="0" y="0"/>
          <a:chExt cx="0" cy="0"/>
        </a:xfrm>
      </p:grpSpPr>
      <p:pic>
        <p:nvPicPr>
          <p:cNvPr id="3884" name="Google Shape;3884;g3f582461e68_0_3600"/>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3885" name="Google Shape;3885;g3f582461e68_0_3600"/>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
        <p:nvSpPr>
          <p:cNvPr id="3886" name="Google Shape;3886;g3f582461e68_0_360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887" name="Shape 3887"/>
        <p:cNvGrpSpPr/>
        <p:nvPr/>
      </p:nvGrpSpPr>
      <p:grpSpPr>
        <a:xfrm>
          <a:off x="0" y="0"/>
          <a:ext cx="0" cy="0"/>
          <a:chOff x="0" y="0"/>
          <a:chExt cx="0" cy="0"/>
        </a:xfrm>
      </p:grpSpPr>
      <p:sp>
        <p:nvSpPr>
          <p:cNvPr id="3888" name="Google Shape;3888;g3f582461e68_0_3604"/>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
        <p:nvSpPr>
          <p:cNvPr id="3889" name="Google Shape;3889;g3f582461e68_0_360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890" name="Google Shape;3890;g3f582461e68_0_360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3891" name="Shape 3891"/>
        <p:cNvGrpSpPr/>
        <p:nvPr/>
      </p:nvGrpSpPr>
      <p:grpSpPr>
        <a:xfrm>
          <a:off x="0" y="0"/>
          <a:ext cx="0" cy="0"/>
          <a:chOff x="0" y="0"/>
          <a:chExt cx="0" cy="0"/>
        </a:xfrm>
      </p:grpSpPr>
      <p:sp>
        <p:nvSpPr>
          <p:cNvPr id="3892" name="Google Shape;3892;g3f582461e68_0_3608"/>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93" name="Google Shape;3893;g3f582461e68_0_3608"/>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94" name="Google Shape;3894;g3f582461e68_0_360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895" name="Google Shape;3895;g3f582461e68_0_3608"/>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3896" name="Google Shape;3896;g3f582461e68_0_3608"/>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3897" name="Google Shape;3897;g3f582461e68_0_3608"/>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898" name="Google Shape;3898;g3f582461e68_0_360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3899" name="Shape 3899"/>
        <p:cNvGrpSpPr/>
        <p:nvPr/>
      </p:nvGrpSpPr>
      <p:grpSpPr>
        <a:xfrm>
          <a:off x="0" y="0"/>
          <a:ext cx="0" cy="0"/>
          <a:chOff x="0" y="0"/>
          <a:chExt cx="0" cy="0"/>
        </a:xfrm>
      </p:grpSpPr>
      <p:sp>
        <p:nvSpPr>
          <p:cNvPr id="3900" name="Google Shape;3900;g3f582461e68_0_361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01" name="Google Shape;3901;g3f582461e68_0_3616"/>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3902" name="Google Shape;3902;g3f582461e68_0_3616"/>
          <p:cNvPicPr preferRelativeResize="0"/>
          <p:nvPr/>
        </p:nvPicPr>
        <p:blipFill rotWithShape="1">
          <a:blip r:embed="rId3">
            <a:alphaModFix/>
          </a:blip>
          <a:srcRect b="0" l="0" r="0" t="0"/>
          <a:stretch/>
        </p:blipFill>
        <p:spPr>
          <a:xfrm>
            <a:off x="5660725" y="778588"/>
            <a:ext cx="5309935" cy="5309935"/>
          </a:xfrm>
          <a:prstGeom prst="rect">
            <a:avLst/>
          </a:prstGeom>
          <a:noFill/>
          <a:ln>
            <a:noFill/>
          </a:ln>
        </p:spPr>
      </p:pic>
      <p:sp>
        <p:nvSpPr>
          <p:cNvPr id="3903" name="Google Shape;3903;g3f582461e68_0_361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3904" name="Shape 3904"/>
        <p:cNvGrpSpPr/>
        <p:nvPr/>
      </p:nvGrpSpPr>
      <p:grpSpPr>
        <a:xfrm>
          <a:off x="0" y="0"/>
          <a:ext cx="0" cy="0"/>
          <a:chOff x="0" y="0"/>
          <a:chExt cx="0" cy="0"/>
        </a:xfrm>
      </p:grpSpPr>
      <p:sp>
        <p:nvSpPr>
          <p:cNvPr id="3905" name="Google Shape;3905;g3f582461e68_0_362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06" name="Google Shape;3906;g3f582461e68_0_3621"/>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07" name="Google Shape;3907;g3f582461e68_0_3621"/>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412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08" name="Google Shape;3908;g3f582461e68_0_3621"/>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09" name="Google Shape;3909;g3f582461e68_0_362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3910" name="Shape 3910"/>
        <p:cNvGrpSpPr/>
        <p:nvPr/>
      </p:nvGrpSpPr>
      <p:grpSpPr>
        <a:xfrm>
          <a:off x="0" y="0"/>
          <a:ext cx="0" cy="0"/>
          <a:chOff x="0" y="0"/>
          <a:chExt cx="0" cy="0"/>
        </a:xfrm>
      </p:grpSpPr>
      <p:grpSp>
        <p:nvGrpSpPr>
          <p:cNvPr id="3911" name="Google Shape;3911;g3f582461e68_0_3627"/>
          <p:cNvGrpSpPr/>
          <p:nvPr/>
        </p:nvGrpSpPr>
        <p:grpSpPr>
          <a:xfrm>
            <a:off x="0" y="579518"/>
            <a:ext cx="4207500" cy="823623"/>
            <a:chOff x="0" y="579518"/>
            <a:chExt cx="4207500" cy="823623"/>
          </a:xfrm>
        </p:grpSpPr>
        <p:sp>
          <p:nvSpPr>
            <p:cNvPr id="3912" name="Google Shape;3912;g3f582461e68_0_3627"/>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13" name="Google Shape;3913;g3f582461e68_0_362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14" name="Google Shape;3914;g3f582461e68_0_362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15" name="Google Shape;3915;g3f582461e68_0_362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16" name="Google Shape;3916;g3f582461e68_0_362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17" name="Google Shape;3917;g3f582461e68_0_362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18" name="Google Shape;3918;g3f582461e68_0_362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3919" name="Shape 3919"/>
        <p:cNvGrpSpPr/>
        <p:nvPr/>
      </p:nvGrpSpPr>
      <p:grpSpPr>
        <a:xfrm>
          <a:off x="0" y="0"/>
          <a:ext cx="0" cy="0"/>
          <a:chOff x="0" y="0"/>
          <a:chExt cx="0" cy="0"/>
        </a:xfrm>
      </p:grpSpPr>
      <p:sp>
        <p:nvSpPr>
          <p:cNvPr id="3920" name="Google Shape;3920;g3f582461e68_0_3636"/>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21" name="Google Shape;3921;g3f582461e68_0_363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grpSp>
        <p:nvGrpSpPr>
          <p:cNvPr id="3922" name="Google Shape;3922;g3f582461e68_0_3636"/>
          <p:cNvGrpSpPr/>
          <p:nvPr/>
        </p:nvGrpSpPr>
        <p:grpSpPr>
          <a:xfrm>
            <a:off x="-1" y="579518"/>
            <a:ext cx="7079588" cy="823623"/>
            <a:chOff x="0" y="579518"/>
            <a:chExt cx="4146900" cy="823623"/>
          </a:xfrm>
        </p:grpSpPr>
        <p:sp>
          <p:nvSpPr>
            <p:cNvPr id="3923" name="Google Shape;3923;g3f582461e68_0_3636"/>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24" name="Google Shape;3924;g3f582461e68_0_3636"/>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25" name="Google Shape;3925;g3f582461e68_0_3636"/>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26" name="Google Shape;3926;g3f582461e68_0_3636"/>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27" name="Google Shape;3927;g3f582461e68_0_363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3928" name="Shape 3928"/>
        <p:cNvGrpSpPr/>
        <p:nvPr/>
      </p:nvGrpSpPr>
      <p:grpSpPr>
        <a:xfrm>
          <a:off x="0" y="0"/>
          <a:ext cx="0" cy="0"/>
          <a:chOff x="0" y="0"/>
          <a:chExt cx="0" cy="0"/>
        </a:xfrm>
      </p:grpSpPr>
      <p:grpSp>
        <p:nvGrpSpPr>
          <p:cNvPr id="3929" name="Google Shape;3929;g3f582461e68_0_3645"/>
          <p:cNvGrpSpPr/>
          <p:nvPr/>
        </p:nvGrpSpPr>
        <p:grpSpPr>
          <a:xfrm>
            <a:off x="0" y="579518"/>
            <a:ext cx="4207500" cy="823623"/>
            <a:chOff x="0" y="579518"/>
            <a:chExt cx="4207500" cy="823623"/>
          </a:xfrm>
        </p:grpSpPr>
        <p:sp>
          <p:nvSpPr>
            <p:cNvPr id="3930" name="Google Shape;3930;g3f582461e68_0_3645"/>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31" name="Google Shape;3931;g3f582461e68_0_3645"/>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32" name="Google Shape;3932;g3f582461e68_0_364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33" name="Google Shape;3933;g3f582461e68_0_3645"/>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34" name="Google Shape;3934;g3f582461e68_0_3645"/>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35" name="Google Shape;3935;g3f582461e68_0_364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36" name="Google Shape;3936;g3f582461e68_0_364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37" name="Google Shape;3937;g3f582461e68_0_364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3938" name="Shape 3938"/>
        <p:cNvGrpSpPr/>
        <p:nvPr/>
      </p:nvGrpSpPr>
      <p:grpSpPr>
        <a:xfrm>
          <a:off x="0" y="0"/>
          <a:ext cx="0" cy="0"/>
          <a:chOff x="0" y="0"/>
          <a:chExt cx="0" cy="0"/>
        </a:xfrm>
      </p:grpSpPr>
      <p:grpSp>
        <p:nvGrpSpPr>
          <p:cNvPr id="3939" name="Google Shape;3939;g3f582461e68_0_3655"/>
          <p:cNvGrpSpPr/>
          <p:nvPr/>
        </p:nvGrpSpPr>
        <p:grpSpPr>
          <a:xfrm>
            <a:off x="-1" y="579518"/>
            <a:ext cx="7079588" cy="823623"/>
            <a:chOff x="0" y="579518"/>
            <a:chExt cx="4146900" cy="823623"/>
          </a:xfrm>
        </p:grpSpPr>
        <p:sp>
          <p:nvSpPr>
            <p:cNvPr id="3940" name="Google Shape;3940;g3f582461e68_0_3655"/>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41" name="Google Shape;3941;g3f582461e68_0_3655"/>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42" name="Google Shape;3942;g3f582461e68_0_365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43" name="Google Shape;3943;g3f582461e68_0_3655"/>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44" name="Google Shape;3944;g3f582461e68_0_3655"/>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45" name="Google Shape;3945;g3f582461e68_0_365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46" name="Google Shape;3946;g3f582461e68_0_365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47" name="Google Shape;3947;g3f582461e68_0_365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3948" name="Shape 3948"/>
        <p:cNvGrpSpPr/>
        <p:nvPr/>
      </p:nvGrpSpPr>
      <p:grpSpPr>
        <a:xfrm>
          <a:off x="0" y="0"/>
          <a:ext cx="0" cy="0"/>
          <a:chOff x="0" y="0"/>
          <a:chExt cx="0" cy="0"/>
        </a:xfrm>
      </p:grpSpPr>
      <p:grpSp>
        <p:nvGrpSpPr>
          <p:cNvPr id="3949" name="Google Shape;3949;g3f582461e68_0_3665"/>
          <p:cNvGrpSpPr/>
          <p:nvPr/>
        </p:nvGrpSpPr>
        <p:grpSpPr>
          <a:xfrm>
            <a:off x="0" y="579518"/>
            <a:ext cx="4207500" cy="823623"/>
            <a:chOff x="0" y="579518"/>
            <a:chExt cx="4207500" cy="823623"/>
          </a:xfrm>
        </p:grpSpPr>
        <p:sp>
          <p:nvSpPr>
            <p:cNvPr id="3950" name="Google Shape;3950;g3f582461e68_0_3665"/>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51" name="Google Shape;3951;g3f582461e68_0_3665"/>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52" name="Google Shape;3952;g3f582461e68_0_366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53" name="Google Shape;3953;g3f582461e68_0_3665"/>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954" name="Google Shape;3954;g3f582461e68_0_3665"/>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55" name="Google Shape;3955;g3f582461e68_0_3665"/>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956" name="Google Shape;3956;g3f582461e68_0_3665"/>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57" name="Google Shape;3957;g3f582461e68_0_3665"/>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58" name="Google Shape;3958;g3f582461e68_0_366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59" name="Google Shape;3959;g3f582461e68_0_366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3960" name="Shape 3960"/>
        <p:cNvGrpSpPr/>
        <p:nvPr/>
      </p:nvGrpSpPr>
      <p:grpSpPr>
        <a:xfrm>
          <a:off x="0" y="0"/>
          <a:ext cx="0" cy="0"/>
          <a:chOff x="0" y="0"/>
          <a:chExt cx="0" cy="0"/>
        </a:xfrm>
      </p:grpSpPr>
      <p:grpSp>
        <p:nvGrpSpPr>
          <p:cNvPr id="3961" name="Google Shape;3961;g3f582461e68_0_3677"/>
          <p:cNvGrpSpPr/>
          <p:nvPr/>
        </p:nvGrpSpPr>
        <p:grpSpPr>
          <a:xfrm>
            <a:off x="680011" y="-12733"/>
            <a:ext cx="4628621" cy="1818822"/>
            <a:chOff x="536716" y="-17702"/>
            <a:chExt cx="5955508" cy="2340224"/>
          </a:xfrm>
        </p:grpSpPr>
        <p:sp>
          <p:nvSpPr>
            <p:cNvPr id="3962" name="Google Shape;3962;g3f582461e68_0_3677"/>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963" name="Google Shape;3963;g3f582461e68_0_3677"/>
            <p:cNvGrpSpPr/>
            <p:nvPr/>
          </p:nvGrpSpPr>
          <p:grpSpPr>
            <a:xfrm>
              <a:off x="536716" y="-17702"/>
              <a:ext cx="5955508" cy="2340224"/>
              <a:chOff x="947530" y="-17702"/>
              <a:chExt cx="5955508" cy="2340224"/>
            </a:xfrm>
          </p:grpSpPr>
          <p:sp>
            <p:nvSpPr>
              <p:cNvPr id="3964" name="Google Shape;3964;g3f582461e68_0_367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65" name="Google Shape;3965;g3f582461e68_0_3677"/>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66" name="Google Shape;3966;g3f582461e68_0_3677"/>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967" name="Google Shape;3967;g3f582461e68_0_3677"/>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68" name="Google Shape;3968;g3f582461e68_0_367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969" name="Google Shape;3969;g3f582461e68_0_367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70" name="Google Shape;3970;g3f582461e68_0_3677"/>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3971" name="Google Shape;3971;g3f582461e68_0_3677"/>
          <p:cNvPicPr preferRelativeResize="0"/>
          <p:nvPr/>
        </p:nvPicPr>
        <p:blipFill rotWithShape="1">
          <a:blip r:embed="rId3">
            <a:alphaModFix/>
          </a:blip>
          <a:srcRect b="0" l="0" r="0" t="0"/>
          <a:stretch/>
        </p:blipFill>
        <p:spPr>
          <a:xfrm>
            <a:off x="4758431" y="498639"/>
            <a:ext cx="5860720" cy="5860720"/>
          </a:xfrm>
          <a:prstGeom prst="rect">
            <a:avLst/>
          </a:prstGeom>
          <a:noFill/>
          <a:ln>
            <a:noFill/>
          </a:ln>
        </p:spPr>
      </p:pic>
      <p:sp>
        <p:nvSpPr>
          <p:cNvPr id="3972" name="Google Shape;3972;g3f582461e68_0_367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73" name="Google Shape;3973;g3f582461e68_0_367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3974" name="Shape 3974"/>
        <p:cNvGrpSpPr/>
        <p:nvPr/>
      </p:nvGrpSpPr>
      <p:grpSpPr>
        <a:xfrm>
          <a:off x="0" y="0"/>
          <a:ext cx="0" cy="0"/>
          <a:chOff x="0" y="0"/>
          <a:chExt cx="0" cy="0"/>
        </a:xfrm>
      </p:grpSpPr>
      <p:sp>
        <p:nvSpPr>
          <p:cNvPr id="3975" name="Google Shape;3975;g3f582461e68_0_369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3976" name="Google Shape;3976;g3f582461e68_0_3691"/>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3977" name="Google Shape;3977;g3f582461e68_0_3691"/>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978" name="Google Shape;3978;g3f582461e68_0_369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3979" name="Shape 3979"/>
        <p:cNvGrpSpPr/>
        <p:nvPr/>
      </p:nvGrpSpPr>
      <p:grpSpPr>
        <a:xfrm>
          <a:off x="0" y="0"/>
          <a:ext cx="0" cy="0"/>
          <a:chOff x="0" y="0"/>
          <a:chExt cx="0" cy="0"/>
        </a:xfrm>
      </p:grpSpPr>
      <p:sp>
        <p:nvSpPr>
          <p:cNvPr id="3980" name="Google Shape;3980;g3f582461e68_0_369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981" name="Google Shape;3981;g3f582461e68_0_3696"/>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3982" name="Google Shape;3982;g3f582461e68_0_3696"/>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3" name="Google Shape;3983;g3f582461e68_0_3696"/>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4" name="Google Shape;3984;g3f582461e68_0_3696"/>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5" name="Google Shape;3985;g3f582461e68_0_3696"/>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6" name="Google Shape;3986;g3f582461e68_0_3696"/>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7" name="Google Shape;3987;g3f582461e68_0_3696"/>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8" name="Google Shape;3988;g3f582461e68_0_3696"/>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89" name="Google Shape;3989;g3f582461e68_0_3696"/>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0" name="Google Shape;3990;g3f582461e68_0_3696"/>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1" name="Google Shape;3991;g3f582461e68_0_3696"/>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992" name="Google Shape;3992;g3f582461e68_0_3696"/>
          <p:cNvGrpSpPr/>
          <p:nvPr/>
        </p:nvGrpSpPr>
        <p:grpSpPr>
          <a:xfrm>
            <a:off x="5457743" y="1333256"/>
            <a:ext cx="1594947" cy="4101702"/>
            <a:chOff x="5652866" y="1771703"/>
            <a:chExt cx="1133902" cy="2916040"/>
          </a:xfrm>
        </p:grpSpPr>
        <p:sp>
          <p:nvSpPr>
            <p:cNvPr id="3993" name="Google Shape;3993;g3f582461e68_0_3696"/>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4" name="Google Shape;3994;g3f582461e68_0_3696"/>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5" name="Google Shape;3995;g3f582461e68_0_3696"/>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6" name="Google Shape;3996;g3f582461e68_0_3696"/>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7" name="Google Shape;3997;g3f582461e68_0_3696"/>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8" name="Google Shape;3998;g3f582461e68_0_3696"/>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999" name="Google Shape;3999;g3f582461e68_0_3696"/>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0" name="Google Shape;4000;g3f582461e68_0_3696"/>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1" name="Google Shape;4001;g3f582461e68_0_3696"/>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2" name="Google Shape;4002;g3f582461e68_0_3696"/>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3" name="Google Shape;4003;g3f582461e68_0_3696"/>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4" name="Google Shape;4004;g3f582461e68_0_3696"/>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5" name="Google Shape;4005;g3f582461e68_0_3696"/>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6" name="Google Shape;4006;g3f582461e68_0_3696"/>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7" name="Google Shape;4007;g3f582461e68_0_3696"/>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8" name="Google Shape;4008;g3f582461e68_0_3696"/>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09" name="Google Shape;4009;g3f582461e68_0_3696"/>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0" name="Google Shape;4010;g3f582461e68_0_3696"/>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1" name="Google Shape;4011;g3f582461e68_0_3696"/>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2" name="Google Shape;4012;g3f582461e68_0_3696"/>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3" name="Google Shape;4013;g3f582461e68_0_3696"/>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4" name="Google Shape;4014;g3f582461e68_0_3696"/>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5" name="Google Shape;4015;g3f582461e68_0_3696"/>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6" name="Google Shape;4016;g3f582461e68_0_3696"/>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7" name="Google Shape;4017;g3f582461e68_0_3696"/>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8" name="Google Shape;4018;g3f582461e68_0_3696"/>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19" name="Google Shape;4019;g3f582461e68_0_3696"/>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0" name="Google Shape;4020;g3f582461e68_0_3696"/>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1" name="Google Shape;4021;g3f582461e68_0_3696"/>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2" name="Google Shape;4022;g3f582461e68_0_3696"/>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3" name="Google Shape;4023;g3f582461e68_0_3696"/>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4" name="Google Shape;4024;g3f582461e68_0_3696"/>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5" name="Google Shape;4025;g3f582461e68_0_3696"/>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6" name="Google Shape;4026;g3f582461e68_0_3696"/>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27" name="Google Shape;4027;g3f582461e68_0_3696"/>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028" name="Google Shape;4028;g3f582461e68_0_3696"/>
          <p:cNvGrpSpPr/>
          <p:nvPr/>
        </p:nvGrpSpPr>
        <p:grpSpPr>
          <a:xfrm>
            <a:off x="335406" y="217184"/>
            <a:ext cx="11376424" cy="5726587"/>
            <a:chOff x="3962400" y="1361312"/>
            <a:chExt cx="4234979" cy="2131775"/>
          </a:xfrm>
        </p:grpSpPr>
        <p:sp>
          <p:nvSpPr>
            <p:cNvPr id="4029" name="Google Shape;4029;g3f582461e68_0_3696"/>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0" name="Google Shape;4030;g3f582461e68_0_3696"/>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1" name="Google Shape;4031;g3f582461e68_0_3696"/>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2" name="Google Shape;4032;g3f582461e68_0_3696"/>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3" name="Google Shape;4033;g3f582461e68_0_3696"/>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4" name="Google Shape;4034;g3f582461e68_0_3696"/>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5" name="Google Shape;4035;g3f582461e68_0_3696"/>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6" name="Google Shape;4036;g3f582461e68_0_3696"/>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7" name="Google Shape;4037;g3f582461e68_0_3696"/>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8" name="Google Shape;4038;g3f582461e68_0_3696"/>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39" name="Google Shape;4039;g3f582461e68_0_3696"/>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0" name="Google Shape;4040;g3f582461e68_0_3696"/>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1" name="Google Shape;4041;g3f582461e68_0_3696"/>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2" name="Google Shape;4042;g3f582461e68_0_3696"/>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3" name="Google Shape;4043;g3f582461e68_0_3696"/>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4" name="Google Shape;4044;g3f582461e68_0_3696"/>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5" name="Google Shape;4045;g3f582461e68_0_3696"/>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6" name="Google Shape;4046;g3f582461e68_0_3696"/>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7" name="Google Shape;4047;g3f582461e68_0_3696"/>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8" name="Google Shape;4048;g3f582461e68_0_3696"/>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49" name="Google Shape;4049;g3f582461e68_0_3696"/>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0" name="Google Shape;4050;g3f582461e68_0_3696"/>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1" name="Google Shape;4051;g3f582461e68_0_3696"/>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2" name="Google Shape;4052;g3f582461e68_0_3696"/>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3" name="Google Shape;4053;g3f582461e68_0_3696"/>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4" name="Google Shape;4054;g3f582461e68_0_3696"/>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5" name="Google Shape;4055;g3f582461e68_0_3696"/>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6" name="Google Shape;4056;g3f582461e68_0_3696"/>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7" name="Google Shape;4057;g3f582461e68_0_3696"/>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8" name="Google Shape;4058;g3f582461e68_0_3696"/>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59" name="Google Shape;4059;g3f582461e68_0_3696"/>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0" name="Google Shape;4060;g3f582461e68_0_3696"/>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1" name="Google Shape;4061;g3f582461e68_0_3696"/>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2" name="Google Shape;4062;g3f582461e68_0_3696"/>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3" name="Google Shape;4063;g3f582461e68_0_3696"/>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4" name="Google Shape;4064;g3f582461e68_0_3696"/>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5" name="Google Shape;4065;g3f582461e68_0_3696"/>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6" name="Google Shape;4066;g3f582461e68_0_3696"/>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7" name="Google Shape;4067;g3f582461e68_0_3696"/>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8" name="Google Shape;4068;g3f582461e68_0_3696"/>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69" name="Google Shape;4069;g3f582461e68_0_3696"/>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070" name="Google Shape;4070;g3f582461e68_0_3696"/>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071" name="Google Shape;4071;g3f582461e68_0_369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4072" name="Shape 4072"/>
        <p:cNvGrpSpPr/>
        <p:nvPr/>
      </p:nvGrpSpPr>
      <p:grpSpPr>
        <a:xfrm>
          <a:off x="0" y="0"/>
          <a:ext cx="0" cy="0"/>
          <a:chOff x="0" y="0"/>
          <a:chExt cx="0" cy="0"/>
        </a:xfrm>
      </p:grpSpPr>
      <p:sp>
        <p:nvSpPr>
          <p:cNvPr id="4073" name="Google Shape;4073;g3f582461e68_0_378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74" name="Google Shape;4074;g3f582461e68_0_3789"/>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4075" name="Google Shape;4075;g3f582461e68_0_378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4076" name="Google Shape;4076;g3f582461e68_0_3789"/>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77" name="Google Shape;4077;g3f582461e68_0_3789"/>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078" name="Google Shape;4078;g3f582461e68_0_378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79" name="Shape 4079"/>
        <p:cNvGrpSpPr/>
        <p:nvPr/>
      </p:nvGrpSpPr>
      <p:grpSpPr>
        <a:xfrm>
          <a:off x="0" y="0"/>
          <a:ext cx="0" cy="0"/>
          <a:chOff x="0" y="0"/>
          <a:chExt cx="0" cy="0"/>
        </a:xfrm>
      </p:grpSpPr>
      <p:sp>
        <p:nvSpPr>
          <p:cNvPr id="4080" name="Google Shape;4080;g3f582461e68_0_3796"/>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4081" name="Google Shape;4081;g3f582461e68_0_3796"/>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4082" name="Google Shape;4082;g3f582461e68_0_379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083" name="Google Shape;4083;g3f582461e68_0_3796"/>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84" name="Google Shape;4084;g3f582461e68_0_3796"/>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85" name="Google Shape;4085;g3f582461e68_0_379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4086" name="Shape 4086"/>
        <p:cNvGrpSpPr/>
        <p:nvPr/>
      </p:nvGrpSpPr>
      <p:grpSpPr>
        <a:xfrm>
          <a:off x="0" y="0"/>
          <a:ext cx="0" cy="0"/>
          <a:chOff x="0" y="0"/>
          <a:chExt cx="0" cy="0"/>
        </a:xfrm>
      </p:grpSpPr>
      <p:sp>
        <p:nvSpPr>
          <p:cNvPr id="4087" name="Google Shape;4087;g3f582461e68_0_3803"/>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4088" name="Google Shape;4088;g3f582461e68_0_3803"/>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4089" name="Google Shape;4089;g3f582461e68_0_380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090" name="Google Shape;4090;g3f582461e68_0_3803"/>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91" name="Google Shape;4091;g3f582461e68_0_380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4092" name="Shape 4092"/>
        <p:cNvGrpSpPr/>
        <p:nvPr/>
      </p:nvGrpSpPr>
      <p:grpSpPr>
        <a:xfrm>
          <a:off x="0" y="0"/>
          <a:ext cx="0" cy="0"/>
          <a:chOff x="0" y="0"/>
          <a:chExt cx="0" cy="0"/>
        </a:xfrm>
      </p:grpSpPr>
      <p:sp>
        <p:nvSpPr>
          <p:cNvPr id="4093" name="Google Shape;4093;g3f582461e68_0_3809"/>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4094" name="Google Shape;4094;g3f582461e68_0_380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095" name="Google Shape;4095;g3f582461e68_0_3809"/>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96" name="Google Shape;4096;g3f582461e68_0_3809"/>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97" name="Google Shape;4097;g3f582461e68_0_3809"/>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98" name="Google Shape;4098;g3f582461e68_0_3809"/>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099" name="Google Shape;4099;g3f582461e68_0_380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4100" name="Shape 4100"/>
        <p:cNvGrpSpPr/>
        <p:nvPr/>
      </p:nvGrpSpPr>
      <p:grpSpPr>
        <a:xfrm>
          <a:off x="0" y="0"/>
          <a:ext cx="0" cy="0"/>
          <a:chOff x="0" y="0"/>
          <a:chExt cx="0" cy="0"/>
        </a:xfrm>
      </p:grpSpPr>
      <p:sp>
        <p:nvSpPr>
          <p:cNvPr id="4101" name="Google Shape;4101;g3f582461e68_0_381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02" name="Google Shape;4102;g3f582461e68_0_381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4103" name="Google Shape;4103;g3f582461e68_0_381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104" name="Google Shape;4104;g3f582461e68_0_381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105" name="Google Shape;4105;g3f582461e68_0_381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4106" name="Shape 4106"/>
        <p:cNvGrpSpPr/>
        <p:nvPr/>
      </p:nvGrpSpPr>
      <p:grpSpPr>
        <a:xfrm>
          <a:off x="0" y="0"/>
          <a:ext cx="0" cy="0"/>
          <a:chOff x="0" y="0"/>
          <a:chExt cx="0" cy="0"/>
        </a:xfrm>
      </p:grpSpPr>
      <p:sp>
        <p:nvSpPr>
          <p:cNvPr id="4107" name="Google Shape;4107;g3f582461e68_0_3823"/>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4108" name="Google Shape;4108;g3f582461e68_0_3823"/>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109" name="Google Shape;4109;g3f582461e68_0_3823"/>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110" name="Google Shape;4110;g3f582461e68_0_3823"/>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111" name="Google Shape;4111;g3f582461e68_0_3823"/>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112" name="Google Shape;4112;g3f582461e68_0_382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4113" name="Shape 4113"/>
        <p:cNvGrpSpPr/>
        <p:nvPr/>
      </p:nvGrpSpPr>
      <p:grpSpPr>
        <a:xfrm>
          <a:off x="0" y="0"/>
          <a:ext cx="0" cy="0"/>
          <a:chOff x="0" y="0"/>
          <a:chExt cx="0" cy="0"/>
        </a:xfrm>
      </p:grpSpPr>
      <p:sp>
        <p:nvSpPr>
          <p:cNvPr id="4114" name="Google Shape;4114;g3f582461e68_0_383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15" name="Google Shape;4115;g3f582461e68_0_383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4116" name="Google Shape;4116;g3f582461e68_0_383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4117" name="Google Shape;4117;g3f582461e68_0_383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4118" name="Google Shape;4118;g3f582461e68_0_383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4119" name="Google Shape;4119;g3f582461e68_0_3830"/>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4120" name="Shape 4120"/>
        <p:cNvGrpSpPr/>
        <p:nvPr/>
      </p:nvGrpSpPr>
      <p:grpSpPr>
        <a:xfrm>
          <a:off x="0" y="0"/>
          <a:ext cx="0" cy="0"/>
          <a:chOff x="0" y="0"/>
          <a:chExt cx="0" cy="0"/>
        </a:xfrm>
      </p:grpSpPr>
      <p:sp>
        <p:nvSpPr>
          <p:cNvPr id="4121" name="Google Shape;4121;g3f582461e68_0_3837"/>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122" name="Google Shape;4122;g3f582461e68_0_3837"/>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4123" name="Google Shape;4123;g3f582461e68_0_3837"/>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4124" name="Google Shape;4124;g3f582461e68_0_3837"/>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4125" name="Google Shape;4125;g3f582461e68_0_3837"/>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4126" name="Shape 4126"/>
        <p:cNvGrpSpPr/>
        <p:nvPr/>
      </p:nvGrpSpPr>
      <p:grpSpPr>
        <a:xfrm>
          <a:off x="0" y="0"/>
          <a:ext cx="0" cy="0"/>
          <a:chOff x="0" y="0"/>
          <a:chExt cx="0" cy="0"/>
        </a:xfrm>
      </p:grpSpPr>
      <p:grpSp>
        <p:nvGrpSpPr>
          <p:cNvPr id="4127" name="Google Shape;4127;g3f582461e68_0_3843"/>
          <p:cNvGrpSpPr/>
          <p:nvPr/>
        </p:nvGrpSpPr>
        <p:grpSpPr>
          <a:xfrm>
            <a:off x="680011" y="0"/>
            <a:ext cx="3090697" cy="1806089"/>
            <a:chOff x="536716" y="-1319"/>
            <a:chExt cx="3976708" cy="2323841"/>
          </a:xfrm>
        </p:grpSpPr>
        <p:sp>
          <p:nvSpPr>
            <p:cNvPr id="4128" name="Google Shape;4128;g3f582461e68_0_3843"/>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129" name="Google Shape;4129;g3f582461e68_0_3843"/>
            <p:cNvGrpSpPr/>
            <p:nvPr/>
          </p:nvGrpSpPr>
          <p:grpSpPr>
            <a:xfrm>
              <a:off x="536716" y="0"/>
              <a:ext cx="3976708" cy="2322522"/>
              <a:chOff x="947530" y="0"/>
              <a:chExt cx="3976708" cy="2322522"/>
            </a:xfrm>
          </p:grpSpPr>
          <p:sp>
            <p:nvSpPr>
              <p:cNvPr id="4130" name="Google Shape;4130;g3f582461e68_0_384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31" name="Google Shape;4131;g3f582461e68_0_3843"/>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32" name="Google Shape;4132;g3f582461e68_0_3843"/>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33" name="Google Shape;4133;g3f582461e68_0_3843"/>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34" name="Google Shape;4134;g3f582461e68_0_384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35" name="Google Shape;4135;g3f582461e68_0_3843"/>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4136" name="Google Shape;4136;g3f582461e68_0_3843"/>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4137" name="Google Shape;4137;g3f582461e68_0_3843"/>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4155" name="Shape 4155"/>
        <p:cNvGrpSpPr/>
        <p:nvPr/>
      </p:nvGrpSpPr>
      <p:grpSpPr>
        <a:xfrm>
          <a:off x="0" y="0"/>
          <a:ext cx="0" cy="0"/>
          <a:chOff x="0" y="0"/>
          <a:chExt cx="0" cy="0"/>
        </a:xfrm>
      </p:grpSpPr>
      <p:sp>
        <p:nvSpPr>
          <p:cNvPr id="4156" name="Google Shape;4156;g3f58e9f5d1b_0_1674"/>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57" name="Google Shape;4157;g3f58e9f5d1b_0_1674"/>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58" name="Google Shape;4158;g3f58e9f5d1b_0_1674"/>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90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4159" name="Shape 4159"/>
        <p:cNvGrpSpPr/>
        <p:nvPr/>
      </p:nvGrpSpPr>
      <p:grpSpPr>
        <a:xfrm>
          <a:off x="0" y="0"/>
          <a:ext cx="0" cy="0"/>
          <a:chOff x="0" y="0"/>
          <a:chExt cx="0" cy="0"/>
        </a:xfrm>
      </p:grpSpPr>
      <p:grpSp>
        <p:nvGrpSpPr>
          <p:cNvPr id="4160" name="Google Shape;4160;g3f58e9f5d1b_0_1678"/>
          <p:cNvGrpSpPr/>
          <p:nvPr/>
        </p:nvGrpSpPr>
        <p:grpSpPr>
          <a:xfrm>
            <a:off x="680011" y="0"/>
            <a:ext cx="3090697" cy="1806089"/>
            <a:chOff x="536716" y="-1319"/>
            <a:chExt cx="3976708" cy="2323841"/>
          </a:xfrm>
        </p:grpSpPr>
        <p:sp>
          <p:nvSpPr>
            <p:cNvPr id="4161" name="Google Shape;4161;g3f58e9f5d1b_0_167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162" name="Google Shape;4162;g3f58e9f5d1b_0_1678"/>
            <p:cNvGrpSpPr/>
            <p:nvPr/>
          </p:nvGrpSpPr>
          <p:grpSpPr>
            <a:xfrm>
              <a:off x="536716" y="0"/>
              <a:ext cx="3976708" cy="2322522"/>
              <a:chOff x="947530" y="0"/>
              <a:chExt cx="3976708" cy="2322522"/>
            </a:xfrm>
          </p:grpSpPr>
          <p:sp>
            <p:nvSpPr>
              <p:cNvPr id="4163" name="Google Shape;4163;g3f58e9f5d1b_0_167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64" name="Google Shape;4164;g3f58e9f5d1b_0_167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65" name="Google Shape;4165;g3f58e9f5d1b_0_167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66" name="Google Shape;4166;g3f58e9f5d1b_0_167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67" name="Google Shape;4167;g3f58e9f5d1b_0_167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68" name="Google Shape;4168;g3f58e9f5d1b_0_1678"/>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4169" name="Google Shape;4169;g3f58e9f5d1b_0_167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4170" name="Google Shape;4170;g3f58e9f5d1b_0_1678"/>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spTree>
      <p:nvGrpSpPr>
        <p:cNvPr id="4171" name="Shape 4171"/>
        <p:cNvGrpSpPr/>
        <p:nvPr/>
      </p:nvGrpSpPr>
      <p:grpSpPr>
        <a:xfrm>
          <a:off x="0" y="0"/>
          <a:ext cx="0" cy="0"/>
          <a:chOff x="0" y="0"/>
          <a:chExt cx="0" cy="0"/>
        </a:xfrm>
      </p:grpSpPr>
      <p:sp>
        <p:nvSpPr>
          <p:cNvPr id="4172" name="Google Shape;4172;g3f58e9f5d1b_0_1690"/>
          <p:cNvSpPr txBox="1"/>
          <p:nvPr/>
        </p:nvSpPr>
        <p:spPr>
          <a:xfrm>
            <a:off x="733725" y="302878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ATTENDANCE</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p:cSld name="2_Content">
    <p:spTree>
      <p:nvGrpSpPr>
        <p:cNvPr id="4173" name="Shape 4173"/>
        <p:cNvGrpSpPr/>
        <p:nvPr/>
      </p:nvGrpSpPr>
      <p:grpSpPr>
        <a:xfrm>
          <a:off x="0" y="0"/>
          <a:ext cx="0" cy="0"/>
          <a:chOff x="0" y="0"/>
          <a:chExt cx="0" cy="0"/>
        </a:xfrm>
      </p:grpSpPr>
      <p:pic>
        <p:nvPicPr>
          <p:cNvPr id="4174" name="Google Shape;4174;g3f58e9f5d1b_0_1692"/>
          <p:cNvPicPr preferRelativeResize="0"/>
          <p:nvPr/>
        </p:nvPicPr>
        <p:blipFill rotWithShape="1">
          <a:blip r:embed="rId2">
            <a:alphaModFix/>
          </a:blip>
          <a:srcRect b="0" l="0" r="0" t="0"/>
          <a:stretch/>
        </p:blipFill>
        <p:spPr>
          <a:xfrm>
            <a:off x="4009535" y="933234"/>
            <a:ext cx="3942774" cy="3340903"/>
          </a:xfrm>
          <a:prstGeom prst="rect">
            <a:avLst/>
          </a:prstGeom>
          <a:noFill/>
          <a:ln>
            <a:noFill/>
          </a:ln>
        </p:spPr>
      </p:pic>
      <p:sp>
        <p:nvSpPr>
          <p:cNvPr id="4175" name="Google Shape;4175;g3f58e9f5d1b_0_1692"/>
          <p:cNvSpPr txBox="1"/>
          <p:nvPr>
            <p:ph idx="1" type="body"/>
          </p:nvPr>
        </p:nvSpPr>
        <p:spPr>
          <a:xfrm>
            <a:off x="4222032" y="719125"/>
            <a:ext cx="3327600" cy="2352000"/>
          </a:xfrm>
          <a:prstGeom prst="rect">
            <a:avLst/>
          </a:prstGeom>
          <a:noFill/>
          <a:ln>
            <a:noFill/>
          </a:ln>
        </p:spPr>
        <p:txBody>
          <a:bodyPr anchorCtr="0" anchor="b" bIns="45700" lIns="91425" spcFirstLastPara="1" rIns="91425" wrap="square" tIns="45700">
            <a:noAutofit/>
          </a:bodyPr>
          <a:lstStyle>
            <a:lvl1pPr indent="-355600" lvl="0" marL="457200" marR="0" algn="l">
              <a:lnSpc>
                <a:spcPct val="100000"/>
              </a:lnSpc>
              <a:spcBef>
                <a:spcPts val="0"/>
              </a:spcBef>
              <a:spcAft>
                <a:spcPts val="0"/>
              </a:spcAft>
              <a:buClr>
                <a:srgbClr val="F5B80B"/>
              </a:buClr>
              <a:buSzPts val="2000"/>
              <a:buFont typeface="Arial"/>
              <a:buChar char="•"/>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176" name="Google Shape;4176;g3f58e9f5d1b_0_1692"/>
          <p:cNvPicPr preferRelativeResize="0"/>
          <p:nvPr/>
        </p:nvPicPr>
        <p:blipFill rotWithShape="1">
          <a:blip r:embed="rId3">
            <a:alphaModFix/>
          </a:blip>
          <a:srcRect b="0" l="0" r="0" t="0"/>
          <a:stretch/>
        </p:blipFill>
        <p:spPr>
          <a:xfrm>
            <a:off x="1908992" y="4568098"/>
            <a:ext cx="7953695" cy="1630927"/>
          </a:xfrm>
          <a:prstGeom prst="rect">
            <a:avLst/>
          </a:prstGeom>
          <a:noFill/>
          <a:ln>
            <a:noFill/>
          </a:ln>
        </p:spPr>
      </p:pic>
      <p:pic>
        <p:nvPicPr>
          <p:cNvPr id="4177" name="Google Shape;4177;g3f58e9f5d1b_0_1692"/>
          <p:cNvPicPr preferRelativeResize="0"/>
          <p:nvPr/>
        </p:nvPicPr>
        <p:blipFill rotWithShape="1">
          <a:blip r:embed="rId4">
            <a:alphaModFix/>
          </a:blip>
          <a:srcRect b="0" l="0" r="0" t="0"/>
          <a:stretch/>
        </p:blipFill>
        <p:spPr>
          <a:xfrm>
            <a:off x="722975" y="442206"/>
            <a:ext cx="2012479" cy="744752"/>
          </a:xfrm>
          <a:prstGeom prst="rect">
            <a:avLst/>
          </a:prstGeom>
          <a:noFill/>
          <a:ln>
            <a:noFill/>
          </a:ln>
        </p:spPr>
      </p:pic>
      <p:sp>
        <p:nvSpPr>
          <p:cNvPr id="4178" name="Google Shape;4178;g3f58e9f5d1b_0_1692"/>
          <p:cNvSpPr txBox="1"/>
          <p:nvPr/>
        </p:nvSpPr>
        <p:spPr>
          <a:xfrm>
            <a:off x="511125" y="529365"/>
            <a:ext cx="23073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75"/>
                                        </p:tgtEl>
                                        <p:attrNameLst>
                                          <p:attrName>style.visibility</p:attrName>
                                        </p:attrNameLst>
                                      </p:cBhvr>
                                      <p:to>
                                        <p:strVal val="visible"/>
                                      </p:to>
                                    </p:set>
                                    <p:animEffect filter="fade" transition="in">
                                      <p:cBhvr>
                                        <p:cTn dur="500"/>
                                        <p:tgtEl>
                                          <p:spTgt spid="4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79" name="Shape 4179"/>
        <p:cNvGrpSpPr/>
        <p:nvPr/>
      </p:nvGrpSpPr>
      <p:grpSpPr>
        <a:xfrm>
          <a:off x="0" y="0"/>
          <a:ext cx="0" cy="0"/>
          <a:chOff x="0" y="0"/>
          <a:chExt cx="0" cy="0"/>
        </a:xfrm>
      </p:grpSpPr>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4180" name="Shape 4180"/>
        <p:cNvGrpSpPr/>
        <p:nvPr/>
      </p:nvGrpSpPr>
      <p:grpSpPr>
        <a:xfrm>
          <a:off x="0" y="0"/>
          <a:ext cx="0" cy="0"/>
          <a:chOff x="0" y="0"/>
          <a:chExt cx="0" cy="0"/>
        </a:xfrm>
      </p:grpSpPr>
      <p:grpSp>
        <p:nvGrpSpPr>
          <p:cNvPr id="4181" name="Google Shape;4181;g3f58e9f5d1b_0_1699"/>
          <p:cNvGrpSpPr/>
          <p:nvPr/>
        </p:nvGrpSpPr>
        <p:grpSpPr>
          <a:xfrm>
            <a:off x="680011" y="0"/>
            <a:ext cx="3090697" cy="1806089"/>
            <a:chOff x="536716" y="-1319"/>
            <a:chExt cx="3976708" cy="2323841"/>
          </a:xfrm>
        </p:grpSpPr>
        <p:sp>
          <p:nvSpPr>
            <p:cNvPr id="4182" name="Google Shape;4182;g3f58e9f5d1b_0_169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183" name="Google Shape;4183;g3f58e9f5d1b_0_1699"/>
            <p:cNvGrpSpPr/>
            <p:nvPr/>
          </p:nvGrpSpPr>
          <p:grpSpPr>
            <a:xfrm>
              <a:off x="536716" y="0"/>
              <a:ext cx="3976708" cy="2322522"/>
              <a:chOff x="947530" y="0"/>
              <a:chExt cx="3976708" cy="2322522"/>
            </a:xfrm>
          </p:grpSpPr>
          <p:sp>
            <p:nvSpPr>
              <p:cNvPr id="4184" name="Google Shape;4184;g3f58e9f5d1b_0_169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85" name="Google Shape;4185;g3f58e9f5d1b_0_169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86" name="Google Shape;4186;g3f58e9f5d1b_0_169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87" name="Google Shape;4187;g3f58e9f5d1b_0_169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188" name="Google Shape;4188;g3f58e9f5d1b_0_169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189" name="Google Shape;4189;g3f58e9f5d1b_0_1699"/>
          <p:cNvGrpSpPr/>
          <p:nvPr/>
        </p:nvGrpSpPr>
        <p:grpSpPr>
          <a:xfrm>
            <a:off x="4978675" y="230124"/>
            <a:ext cx="6585927" cy="6481912"/>
            <a:chOff x="4481529" y="255149"/>
            <a:chExt cx="6585927" cy="6481912"/>
          </a:xfrm>
        </p:grpSpPr>
        <p:sp>
          <p:nvSpPr>
            <p:cNvPr id="4190" name="Google Shape;4190;g3f58e9f5d1b_0_1699"/>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191" name="Google Shape;4191;g3f58e9f5d1b_0_1699"/>
            <p:cNvGrpSpPr/>
            <p:nvPr/>
          </p:nvGrpSpPr>
          <p:grpSpPr>
            <a:xfrm>
              <a:off x="5620310" y="1114019"/>
              <a:ext cx="3943955" cy="4769704"/>
              <a:chOff x="6160170" y="1922227"/>
              <a:chExt cx="3328794" cy="4025746"/>
            </a:xfrm>
          </p:grpSpPr>
          <p:sp>
            <p:nvSpPr>
              <p:cNvPr id="4192" name="Google Shape;4192;g3f58e9f5d1b_0_1699"/>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93" name="Google Shape;4193;g3f58e9f5d1b_0_1699"/>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194" name="Google Shape;4194;g3f58e9f5d1b_0_1699"/>
              <p:cNvGrpSpPr/>
              <p:nvPr/>
            </p:nvGrpSpPr>
            <p:grpSpPr>
              <a:xfrm rot="-2084623">
                <a:off x="6852799" y="2171737"/>
                <a:ext cx="1813520" cy="2998018"/>
                <a:chOff x="6852949" y="2172109"/>
                <a:chExt cx="1813541" cy="2998053"/>
              </a:xfrm>
            </p:grpSpPr>
            <p:sp>
              <p:nvSpPr>
                <p:cNvPr id="4195" name="Google Shape;4195;g3f58e9f5d1b_0_1699"/>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96" name="Google Shape;4196;g3f58e9f5d1b_0_1699"/>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97" name="Google Shape;4197;g3f58e9f5d1b_0_1699"/>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98" name="Google Shape;4198;g3f58e9f5d1b_0_1699"/>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99" name="Google Shape;4199;g3f58e9f5d1b_0_1699"/>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0" name="Google Shape;4200;g3f58e9f5d1b_0_1699"/>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1" name="Google Shape;4201;g3f58e9f5d1b_0_1699"/>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2" name="Google Shape;4202;g3f58e9f5d1b_0_1699"/>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3" name="Google Shape;4203;g3f58e9f5d1b_0_1699"/>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4" name="Google Shape;4204;g3f58e9f5d1b_0_1699"/>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5" name="Google Shape;4205;g3f58e9f5d1b_0_1699"/>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6" name="Google Shape;4206;g3f58e9f5d1b_0_1699"/>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7" name="Google Shape;4207;g3f58e9f5d1b_0_1699"/>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8" name="Google Shape;4208;g3f58e9f5d1b_0_1699"/>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09" name="Google Shape;4209;g3f58e9f5d1b_0_1699"/>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0" name="Google Shape;4210;g3f58e9f5d1b_0_1699"/>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1" name="Google Shape;4211;g3f58e9f5d1b_0_1699"/>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2" name="Google Shape;4212;g3f58e9f5d1b_0_1699"/>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3" name="Google Shape;4213;g3f58e9f5d1b_0_1699"/>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4" name="Google Shape;4214;g3f58e9f5d1b_0_1699"/>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15" name="Google Shape;4215;g3f58e9f5d1b_0_1699"/>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4216" name="Google Shape;4216;g3f58e9f5d1b_0_169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4217" name="Google Shape;4217;g3f58e9f5d1b_0_169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4218" name="Shape 4218"/>
        <p:cNvGrpSpPr/>
        <p:nvPr/>
      </p:nvGrpSpPr>
      <p:grpSpPr>
        <a:xfrm>
          <a:off x="0" y="0"/>
          <a:ext cx="0" cy="0"/>
          <a:chOff x="0" y="0"/>
          <a:chExt cx="0" cy="0"/>
        </a:xfrm>
      </p:grpSpPr>
      <p:sp>
        <p:nvSpPr>
          <p:cNvPr id="4219" name="Google Shape;4219;g3f58e9f5d1b_0_173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4220" name="Google Shape;4220;g3f58e9f5d1b_0_1737"/>
          <p:cNvGrpSpPr/>
          <p:nvPr/>
        </p:nvGrpSpPr>
        <p:grpSpPr>
          <a:xfrm>
            <a:off x="-1" y="579518"/>
            <a:ext cx="11387071" cy="823623"/>
            <a:chOff x="0" y="579518"/>
            <a:chExt cx="4125900" cy="823623"/>
          </a:xfrm>
        </p:grpSpPr>
        <p:sp>
          <p:nvSpPr>
            <p:cNvPr id="4221" name="Google Shape;4221;g3f58e9f5d1b_0_1737"/>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22" name="Google Shape;4222;g3f58e9f5d1b_0_1737"/>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223" name="Google Shape;4223;g3f58e9f5d1b_0_173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24" name="Google Shape;4224;g3f58e9f5d1b_0_173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4225" name="Shape 4225"/>
        <p:cNvGrpSpPr/>
        <p:nvPr/>
      </p:nvGrpSpPr>
      <p:grpSpPr>
        <a:xfrm>
          <a:off x="0" y="0"/>
          <a:ext cx="0" cy="0"/>
          <a:chOff x="0" y="0"/>
          <a:chExt cx="0" cy="0"/>
        </a:xfrm>
      </p:grpSpPr>
      <p:sp>
        <p:nvSpPr>
          <p:cNvPr id="4226" name="Google Shape;4226;g3f58e9f5d1b_0_1744"/>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27" name="Google Shape;4227;g3f58e9f5d1b_0_1744"/>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28" name="Google Shape;4228;g3f58e9f5d1b_0_1744"/>
          <p:cNvSpPr txBox="1"/>
          <p:nvPr>
            <p:ph idx="1" type="body"/>
          </p:nvPr>
        </p:nvSpPr>
        <p:spPr>
          <a:xfrm>
            <a:off x="3480620" y="2300748"/>
            <a:ext cx="5230800" cy="22566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000"/>
              <a:buFont typeface="Arial"/>
              <a:buNone/>
              <a:defRPr b="0" i="0" sz="4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28"/>
                                        </p:tgtEl>
                                        <p:attrNameLst>
                                          <p:attrName>style.visibility</p:attrName>
                                        </p:attrNameLst>
                                      </p:cBhvr>
                                      <p:to>
                                        <p:strVal val="visible"/>
                                      </p:to>
                                    </p:set>
                                    <p:animEffect filter="fade" transition="in">
                                      <p:cBhvr>
                                        <p:cTn dur="500"/>
                                        <p:tgtEl>
                                          <p:spTgt spid="4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3_OPTIONS">
  <p:cSld name="Comparison3_OPTIONS">
    <p:spTree>
      <p:nvGrpSpPr>
        <p:cNvPr id="4229" name="Shape 4229"/>
        <p:cNvGrpSpPr/>
        <p:nvPr/>
      </p:nvGrpSpPr>
      <p:grpSpPr>
        <a:xfrm>
          <a:off x="0" y="0"/>
          <a:ext cx="0" cy="0"/>
          <a:chOff x="0" y="0"/>
          <a:chExt cx="0" cy="0"/>
        </a:xfrm>
      </p:grpSpPr>
      <p:sp>
        <p:nvSpPr>
          <p:cNvPr id="4230" name="Google Shape;4230;g3f58e9f5d1b_0_1748"/>
          <p:cNvSpPr/>
          <p:nvPr/>
        </p:nvSpPr>
        <p:spPr>
          <a:xfrm>
            <a:off x="7062909" y="4997414"/>
            <a:ext cx="4244692" cy="93490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31" name="Google Shape;4231;g3f58e9f5d1b_0_1748"/>
          <p:cNvSpPr/>
          <p:nvPr/>
        </p:nvSpPr>
        <p:spPr>
          <a:xfrm>
            <a:off x="5555550" y="160800"/>
            <a:ext cx="941700" cy="5909100"/>
          </a:xfrm>
          <a:prstGeom prst="ellipse">
            <a:avLst/>
          </a:prstGeom>
          <a:solidFill>
            <a:srgbClr val="FC7C00">
              <a:alpha val="313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232" name="Google Shape;4232;g3f58e9f5d1b_0_1748"/>
          <p:cNvGrpSpPr/>
          <p:nvPr/>
        </p:nvGrpSpPr>
        <p:grpSpPr>
          <a:xfrm>
            <a:off x="4836716" y="4851275"/>
            <a:ext cx="2684770" cy="2369858"/>
            <a:chOff x="4460241" y="4926810"/>
            <a:chExt cx="2896817" cy="2898554"/>
          </a:xfrm>
        </p:grpSpPr>
        <p:sp>
          <p:nvSpPr>
            <p:cNvPr id="4233" name="Google Shape;4233;g3f58e9f5d1b_0_1748"/>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V</a:t>
              </a:r>
              <a:endParaRPr b="0" i="0" sz="1400" u="none" cap="none" strike="noStrike">
                <a:solidFill>
                  <a:srgbClr val="000000"/>
                </a:solidFill>
                <a:latin typeface="Arial"/>
                <a:ea typeface="Arial"/>
                <a:cs typeface="Arial"/>
                <a:sym typeface="Arial"/>
              </a:endParaRPr>
            </a:p>
          </p:txBody>
        </p:sp>
        <p:sp>
          <p:nvSpPr>
            <p:cNvPr id="4234" name="Google Shape;4234;g3f58e9f5d1b_0_1748"/>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s</a:t>
              </a:r>
              <a:endParaRPr b="0" i="0" sz="1400" u="none" cap="none" strike="noStrike">
                <a:solidFill>
                  <a:srgbClr val="000000"/>
                </a:solidFill>
                <a:latin typeface="Arial"/>
                <a:ea typeface="Arial"/>
                <a:cs typeface="Arial"/>
                <a:sym typeface="Arial"/>
              </a:endParaRPr>
            </a:p>
          </p:txBody>
        </p:sp>
      </p:grpSp>
      <p:sp>
        <p:nvSpPr>
          <p:cNvPr id="4235" name="Google Shape;4235;g3f58e9f5d1b_0_1748"/>
          <p:cNvSpPr/>
          <p:nvPr/>
        </p:nvSpPr>
        <p:spPr>
          <a:xfrm flipH="1">
            <a:off x="884400" y="4997414"/>
            <a:ext cx="4244692" cy="934901"/>
          </a:xfrm>
          <a:prstGeom prst="flowChartManualInput">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36" name="Google Shape;4236;g3f58e9f5d1b_0_1748"/>
          <p:cNvSpPr txBox="1"/>
          <p:nvPr>
            <p:ph idx="1" type="body"/>
          </p:nvPr>
        </p:nvSpPr>
        <p:spPr>
          <a:xfrm>
            <a:off x="884400"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237" name="Google Shape;4237;g3f58e9f5d1b_0_1748"/>
          <p:cNvSpPr txBox="1"/>
          <p:nvPr>
            <p:ph idx="2" type="body"/>
          </p:nvPr>
        </p:nvSpPr>
        <p:spPr>
          <a:xfrm>
            <a:off x="7062909"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238" name="Google Shape;4238;g3f58e9f5d1b_0_1748"/>
          <p:cNvSpPr txBox="1"/>
          <p:nvPr>
            <p:ph idx="3" type="body"/>
          </p:nvPr>
        </p:nvSpPr>
        <p:spPr>
          <a:xfrm>
            <a:off x="1173743"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1" i="0" sz="20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1"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9pPr>
          </a:lstStyle>
          <a:p/>
        </p:txBody>
      </p:sp>
      <p:sp>
        <p:nvSpPr>
          <p:cNvPr id="4239" name="Google Shape;4239;g3f58e9f5d1b_0_1748"/>
          <p:cNvSpPr txBox="1"/>
          <p:nvPr>
            <p:ph idx="4" type="body"/>
          </p:nvPr>
        </p:nvSpPr>
        <p:spPr>
          <a:xfrm>
            <a:off x="7521477"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gtEl>
                                        <p:attrNameLst>
                                          <p:attrName>style.visibility</p:attrName>
                                        </p:attrNameLst>
                                      </p:cBhvr>
                                      <p:to>
                                        <p:strVal val="visible"/>
                                      </p:to>
                                    </p:set>
                                    <p:animEffect filter="fade" transition="in">
                                      <p:cBhvr>
                                        <p:cTn dur="500"/>
                                        <p:tgtEl>
                                          <p:spTgt spid="4231"/>
                                        </p:tgtEl>
                                      </p:cBhvr>
                                    </p:animEffect>
                                  </p:childTnLst>
                                </p:cTn>
                              </p:par>
                              <p:par>
                                <p:cTn fill="hold" nodeType="withEffect" presetClass="entr" presetID="10" presetSubtype="0">
                                  <p:stCondLst>
                                    <p:cond delay="0"/>
                                  </p:stCondLst>
                                  <p:childTnLst>
                                    <p:set>
                                      <p:cBhvr>
                                        <p:cTn dur="1" fill="hold">
                                          <p:stCondLst>
                                            <p:cond delay="0"/>
                                          </p:stCondLst>
                                        </p:cTn>
                                        <p:tgtEl>
                                          <p:spTgt spid="4230"/>
                                        </p:tgtEl>
                                        <p:attrNameLst>
                                          <p:attrName>style.visibility</p:attrName>
                                        </p:attrNameLst>
                                      </p:cBhvr>
                                      <p:to>
                                        <p:strVal val="visible"/>
                                      </p:to>
                                    </p:set>
                                    <p:animEffect filter="fade" transition="in">
                                      <p:cBhvr>
                                        <p:cTn dur="500"/>
                                        <p:tgtEl>
                                          <p:spTgt spid="4230"/>
                                        </p:tgtEl>
                                      </p:cBhvr>
                                    </p:animEffect>
                                  </p:childTnLst>
                                </p:cTn>
                              </p:par>
                              <p:par>
                                <p:cTn fill="hold" nodeType="withEffect" presetClass="entr" presetID="10" presetSubtype="0">
                                  <p:stCondLst>
                                    <p:cond delay="0"/>
                                  </p:stCondLst>
                                  <p:childTnLst>
                                    <p:set>
                                      <p:cBhvr>
                                        <p:cTn dur="1" fill="hold">
                                          <p:stCondLst>
                                            <p:cond delay="0"/>
                                          </p:stCondLst>
                                        </p:cTn>
                                        <p:tgtEl>
                                          <p:spTgt spid="4235"/>
                                        </p:tgtEl>
                                        <p:attrNameLst>
                                          <p:attrName>style.visibility</p:attrName>
                                        </p:attrNameLst>
                                      </p:cBhvr>
                                      <p:to>
                                        <p:strVal val="visible"/>
                                      </p:to>
                                    </p:set>
                                    <p:animEffect filter="fade" transition="in">
                                      <p:cBhvr>
                                        <p:cTn dur="500"/>
                                        <p:tgtEl>
                                          <p:spTgt spid="42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36"/>
                                        </p:tgtEl>
                                        <p:attrNameLst>
                                          <p:attrName>style.visibility</p:attrName>
                                        </p:attrNameLst>
                                      </p:cBhvr>
                                      <p:to>
                                        <p:strVal val="visible"/>
                                      </p:to>
                                    </p:set>
                                    <p:animEffect filter="fade" transition="in">
                                      <p:cBhvr>
                                        <p:cTn dur="500"/>
                                        <p:tgtEl>
                                          <p:spTgt spid="4236"/>
                                        </p:tgtEl>
                                      </p:cBhvr>
                                    </p:animEffect>
                                  </p:childTnLst>
                                </p:cTn>
                              </p:par>
                              <p:par>
                                <p:cTn fill="hold" nodeType="withEffect" presetClass="entr" presetID="10" presetSubtype="0">
                                  <p:stCondLst>
                                    <p:cond delay="0"/>
                                  </p:stCondLst>
                                  <p:childTnLst>
                                    <p:set>
                                      <p:cBhvr>
                                        <p:cTn dur="1" fill="hold">
                                          <p:stCondLst>
                                            <p:cond delay="0"/>
                                          </p:stCondLst>
                                        </p:cTn>
                                        <p:tgtEl>
                                          <p:spTgt spid="4237"/>
                                        </p:tgtEl>
                                        <p:attrNameLst>
                                          <p:attrName>style.visibility</p:attrName>
                                        </p:attrNameLst>
                                      </p:cBhvr>
                                      <p:to>
                                        <p:strVal val="visible"/>
                                      </p:to>
                                    </p:set>
                                    <p:animEffect filter="fade" transition="in">
                                      <p:cBhvr>
                                        <p:cTn dur="500"/>
                                        <p:tgtEl>
                                          <p:spTgt spid="4237"/>
                                        </p:tgtEl>
                                      </p:cBhvr>
                                    </p:animEffect>
                                  </p:childTnLst>
                                </p:cTn>
                              </p:par>
                              <p:par>
                                <p:cTn fill="hold" nodeType="withEffect" presetClass="entr" presetID="10" presetSubtype="0">
                                  <p:stCondLst>
                                    <p:cond delay="0"/>
                                  </p:stCondLst>
                                  <p:childTnLst>
                                    <p:set>
                                      <p:cBhvr>
                                        <p:cTn dur="1" fill="hold">
                                          <p:stCondLst>
                                            <p:cond delay="0"/>
                                          </p:stCondLst>
                                        </p:cTn>
                                        <p:tgtEl>
                                          <p:spTgt spid="4238"/>
                                        </p:tgtEl>
                                        <p:attrNameLst>
                                          <p:attrName>style.visibility</p:attrName>
                                        </p:attrNameLst>
                                      </p:cBhvr>
                                      <p:to>
                                        <p:strVal val="visible"/>
                                      </p:to>
                                    </p:set>
                                    <p:animEffect filter="fade" transition="in">
                                      <p:cBhvr>
                                        <p:cTn dur="500"/>
                                        <p:tgtEl>
                                          <p:spTgt spid="4238"/>
                                        </p:tgtEl>
                                      </p:cBhvr>
                                    </p:animEffect>
                                  </p:childTnLst>
                                </p:cTn>
                              </p:par>
                              <p:par>
                                <p:cTn fill="hold" nodeType="withEffect" presetClass="entr" presetID="10" presetSubtype="0">
                                  <p:stCondLst>
                                    <p:cond delay="0"/>
                                  </p:stCondLst>
                                  <p:childTnLst>
                                    <p:set>
                                      <p:cBhvr>
                                        <p:cTn dur="1" fill="hold">
                                          <p:stCondLst>
                                            <p:cond delay="0"/>
                                          </p:stCondLst>
                                        </p:cTn>
                                        <p:tgtEl>
                                          <p:spTgt spid="4239"/>
                                        </p:tgtEl>
                                        <p:attrNameLst>
                                          <p:attrName>style.visibility</p:attrName>
                                        </p:attrNameLst>
                                      </p:cBhvr>
                                      <p:to>
                                        <p:strVal val="visible"/>
                                      </p:to>
                                    </p:set>
                                    <p:animEffect filter="fade" transition="in">
                                      <p:cBhvr>
                                        <p:cTn dur="500"/>
                                        <p:tgtEl>
                                          <p:spTgt spid="4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4240" name="Shape 4240"/>
        <p:cNvGrpSpPr/>
        <p:nvPr/>
      </p:nvGrpSpPr>
      <p:grpSpPr>
        <a:xfrm>
          <a:off x="0" y="0"/>
          <a:ext cx="0" cy="0"/>
          <a:chOff x="0" y="0"/>
          <a:chExt cx="0" cy="0"/>
        </a:xfrm>
      </p:grpSpPr>
      <p:grpSp>
        <p:nvGrpSpPr>
          <p:cNvPr id="4241" name="Google Shape;4241;g3f58e9f5d1b_0_1759"/>
          <p:cNvGrpSpPr/>
          <p:nvPr/>
        </p:nvGrpSpPr>
        <p:grpSpPr>
          <a:xfrm>
            <a:off x="680011" y="0"/>
            <a:ext cx="3090697" cy="1806089"/>
            <a:chOff x="536716" y="-1319"/>
            <a:chExt cx="3976708" cy="2323841"/>
          </a:xfrm>
        </p:grpSpPr>
        <p:sp>
          <p:nvSpPr>
            <p:cNvPr id="4242" name="Google Shape;4242;g3f58e9f5d1b_0_175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243" name="Google Shape;4243;g3f58e9f5d1b_0_1759"/>
            <p:cNvGrpSpPr/>
            <p:nvPr/>
          </p:nvGrpSpPr>
          <p:grpSpPr>
            <a:xfrm>
              <a:off x="536716" y="0"/>
              <a:ext cx="3976708" cy="2322522"/>
              <a:chOff x="947530" y="0"/>
              <a:chExt cx="3976708" cy="2322522"/>
            </a:xfrm>
          </p:grpSpPr>
          <p:sp>
            <p:nvSpPr>
              <p:cNvPr id="4244" name="Google Shape;4244;g3f58e9f5d1b_0_175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45" name="Google Shape;4245;g3f58e9f5d1b_0_175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46" name="Google Shape;4246;g3f58e9f5d1b_0_175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247" name="Google Shape;4247;g3f58e9f5d1b_0_175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248" name="Google Shape;4248;g3f58e9f5d1b_0_175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249" name="Google Shape;4249;g3f58e9f5d1b_0_175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4250" name="Google Shape;4250;g3f58e9f5d1b_0_1759"/>
          <p:cNvGrpSpPr/>
          <p:nvPr/>
        </p:nvGrpSpPr>
        <p:grpSpPr>
          <a:xfrm>
            <a:off x="5346784" y="1129383"/>
            <a:ext cx="4318845" cy="2583681"/>
            <a:chOff x="5320151" y="896335"/>
            <a:chExt cx="4318845" cy="2583681"/>
          </a:xfrm>
        </p:grpSpPr>
        <p:sp>
          <p:nvSpPr>
            <p:cNvPr id="4251" name="Google Shape;4251;g3f58e9f5d1b_0_175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2" name="Google Shape;4252;g3f58e9f5d1b_0_175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253" name="Google Shape;4253;g3f58e9f5d1b_0_1759"/>
          <p:cNvGrpSpPr/>
          <p:nvPr/>
        </p:nvGrpSpPr>
        <p:grpSpPr>
          <a:xfrm>
            <a:off x="8020375" y="1479739"/>
            <a:ext cx="1344658" cy="4110296"/>
            <a:chOff x="7993742" y="1246691"/>
            <a:chExt cx="1344658" cy="4110296"/>
          </a:xfrm>
        </p:grpSpPr>
        <p:sp>
          <p:nvSpPr>
            <p:cNvPr id="4254" name="Google Shape;4254;g3f58e9f5d1b_0_1759"/>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5" name="Google Shape;4255;g3f58e9f5d1b_0_1759"/>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6" name="Google Shape;4256;g3f58e9f5d1b_0_1759"/>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7" name="Google Shape;4257;g3f58e9f5d1b_0_1759"/>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8" name="Google Shape;4258;g3f58e9f5d1b_0_1759"/>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59" name="Google Shape;4259;g3f58e9f5d1b_0_1759"/>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0" name="Google Shape;4260;g3f58e9f5d1b_0_1759"/>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1" name="Google Shape;4261;g3f58e9f5d1b_0_1759"/>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2" name="Google Shape;4262;g3f58e9f5d1b_0_1759"/>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3" name="Google Shape;4263;g3f58e9f5d1b_0_1759"/>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4" name="Google Shape;4264;g3f58e9f5d1b_0_1759"/>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5" name="Google Shape;4265;g3f58e9f5d1b_0_175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6" name="Google Shape;4266;g3f58e9f5d1b_0_175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7" name="Google Shape;4267;g3f58e9f5d1b_0_1759"/>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8" name="Google Shape;4268;g3f58e9f5d1b_0_1759"/>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69" name="Google Shape;4269;g3f58e9f5d1b_0_1759"/>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0" name="Google Shape;4270;g3f58e9f5d1b_0_1759"/>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1" name="Google Shape;4271;g3f58e9f5d1b_0_1759"/>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2" name="Google Shape;4272;g3f58e9f5d1b_0_1759"/>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3" name="Google Shape;4273;g3f58e9f5d1b_0_1759"/>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4" name="Google Shape;4274;g3f58e9f5d1b_0_175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5" name="Google Shape;4275;g3f58e9f5d1b_0_175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6" name="Google Shape;4276;g3f58e9f5d1b_0_1759"/>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7" name="Google Shape;4277;g3f58e9f5d1b_0_1759"/>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8" name="Google Shape;4278;g3f58e9f5d1b_0_1759"/>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79" name="Google Shape;4279;g3f58e9f5d1b_0_1759"/>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0" name="Google Shape;4280;g3f58e9f5d1b_0_1759"/>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1" name="Google Shape;4281;g3f58e9f5d1b_0_1759"/>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2" name="Google Shape;4282;g3f58e9f5d1b_0_1759"/>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3" name="Google Shape;4283;g3f58e9f5d1b_0_1759"/>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4" name="Google Shape;4284;g3f58e9f5d1b_0_1759"/>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5" name="Google Shape;4285;g3f58e9f5d1b_0_1759"/>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6" name="Google Shape;4286;g3f58e9f5d1b_0_1759"/>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7" name="Google Shape;4287;g3f58e9f5d1b_0_1759"/>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8" name="Google Shape;4288;g3f58e9f5d1b_0_1759"/>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89" name="Google Shape;4289;g3f58e9f5d1b_0_1759"/>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0" name="Google Shape;4290;g3f58e9f5d1b_0_1759"/>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1" name="Google Shape;4291;g3f58e9f5d1b_0_1759"/>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2" name="Google Shape;4292;g3f58e9f5d1b_0_1759"/>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3" name="Google Shape;4293;g3f58e9f5d1b_0_1759"/>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4" name="Google Shape;4294;g3f58e9f5d1b_0_1759"/>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5" name="Google Shape;4295;g3f58e9f5d1b_0_1759"/>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6" name="Google Shape;4296;g3f58e9f5d1b_0_1759"/>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7" name="Google Shape;4297;g3f58e9f5d1b_0_1759"/>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298" name="Google Shape;4298;g3f58e9f5d1b_0_1759"/>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299" name="Google Shape;4299;g3f58e9f5d1b_0_1759"/>
          <p:cNvGrpSpPr/>
          <p:nvPr/>
        </p:nvGrpSpPr>
        <p:grpSpPr>
          <a:xfrm>
            <a:off x="6181783" y="2432841"/>
            <a:ext cx="2702942" cy="1829559"/>
            <a:chOff x="6155150" y="2199793"/>
            <a:chExt cx="2702942" cy="1829559"/>
          </a:xfrm>
        </p:grpSpPr>
        <p:sp>
          <p:nvSpPr>
            <p:cNvPr id="4300" name="Google Shape;4300;g3f58e9f5d1b_0_1759"/>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1" name="Google Shape;4301;g3f58e9f5d1b_0_1759"/>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2" name="Google Shape;4302;g3f58e9f5d1b_0_1759"/>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3" name="Google Shape;4303;g3f58e9f5d1b_0_1759"/>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4" name="Google Shape;4304;g3f58e9f5d1b_0_1759"/>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5" name="Google Shape;4305;g3f58e9f5d1b_0_1759"/>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6" name="Google Shape;4306;g3f58e9f5d1b_0_1759"/>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7" name="Google Shape;4307;g3f58e9f5d1b_0_1759"/>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8" name="Google Shape;4308;g3f58e9f5d1b_0_1759"/>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09" name="Google Shape;4309;g3f58e9f5d1b_0_1759"/>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310" name="Google Shape;4310;g3f58e9f5d1b_0_1759"/>
          <p:cNvGrpSpPr/>
          <p:nvPr/>
        </p:nvGrpSpPr>
        <p:grpSpPr>
          <a:xfrm>
            <a:off x="5355452" y="1806760"/>
            <a:ext cx="1514699" cy="3783660"/>
            <a:chOff x="5328819" y="1573712"/>
            <a:chExt cx="1514699" cy="3783660"/>
          </a:xfrm>
        </p:grpSpPr>
        <p:sp>
          <p:nvSpPr>
            <p:cNvPr id="4311" name="Google Shape;4311;g3f58e9f5d1b_0_1759"/>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2" name="Google Shape;4312;g3f58e9f5d1b_0_1759"/>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3" name="Google Shape;4313;g3f58e9f5d1b_0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4" name="Google Shape;4314;g3f58e9f5d1b_0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5" name="Google Shape;4315;g3f58e9f5d1b_0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6" name="Google Shape;4316;g3f58e9f5d1b_0_1759"/>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7" name="Google Shape;4317;g3f58e9f5d1b_0_1759"/>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8" name="Google Shape;4318;g3f58e9f5d1b_0_1759"/>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19" name="Google Shape;4319;g3f58e9f5d1b_0_1759"/>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0" name="Google Shape;4320;g3f58e9f5d1b_0_1759"/>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1" name="Google Shape;4321;g3f58e9f5d1b_0_1759"/>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2" name="Google Shape;4322;g3f58e9f5d1b_0_1759"/>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3" name="Google Shape;4323;g3f58e9f5d1b_0_1759"/>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4" name="Google Shape;4324;g3f58e9f5d1b_0_1759"/>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5" name="Google Shape;4325;g3f58e9f5d1b_0_175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6" name="Google Shape;4326;g3f58e9f5d1b_0_175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7" name="Google Shape;4327;g3f58e9f5d1b_0_1759"/>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8" name="Google Shape;4328;g3f58e9f5d1b_0_1759"/>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29" name="Google Shape;4329;g3f58e9f5d1b_0_1759"/>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0" name="Google Shape;4330;g3f58e9f5d1b_0_1759"/>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1" name="Google Shape;4331;g3f58e9f5d1b_0_1759"/>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2" name="Google Shape;4332;g3f58e9f5d1b_0_175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3" name="Google Shape;4333;g3f58e9f5d1b_0_175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4" name="Google Shape;4334;g3f58e9f5d1b_0_1759"/>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5" name="Google Shape;4335;g3f58e9f5d1b_0_1759"/>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6" name="Google Shape;4336;g3f58e9f5d1b_0_175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7" name="Google Shape;4337;g3f58e9f5d1b_0_175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8" name="Google Shape;4338;g3f58e9f5d1b_0_1759"/>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39" name="Google Shape;4339;g3f58e9f5d1b_0_1759"/>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0" name="Google Shape;4340;g3f58e9f5d1b_0_1759"/>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1" name="Google Shape;4341;g3f58e9f5d1b_0_1759"/>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2" name="Google Shape;4342;g3f58e9f5d1b_0_1759"/>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3" name="Google Shape;4343;g3f58e9f5d1b_0_1759"/>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4" name="Google Shape;4344;g3f58e9f5d1b_0_1759"/>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5" name="Google Shape;4345;g3f58e9f5d1b_0_1759"/>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6" name="Google Shape;4346;g3f58e9f5d1b_0_1759"/>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7" name="Google Shape;4347;g3f58e9f5d1b_0_1759"/>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8" name="Google Shape;4348;g3f58e9f5d1b_0_1759"/>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49" name="Google Shape;4349;g3f58e9f5d1b_0_1759"/>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0" name="Google Shape;4350;g3f58e9f5d1b_0_175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1" name="Google Shape;4351;g3f58e9f5d1b_0_175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2" name="Google Shape;4352;g3f58e9f5d1b_0_1759"/>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3" name="Google Shape;4353;g3f58e9f5d1b_0_1759"/>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4" name="Google Shape;4354;g3f58e9f5d1b_0_1759"/>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5" name="Google Shape;4355;g3f58e9f5d1b_0_1759"/>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6" name="Google Shape;4356;g3f58e9f5d1b_0_1759"/>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7" name="Google Shape;4357;g3f58e9f5d1b_0_175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8" name="Google Shape;4358;g3f58e9f5d1b_0_175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59" name="Google Shape;4359;g3f58e9f5d1b_0_175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0" name="Google Shape;4360;g3f58e9f5d1b_0_175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1" name="Google Shape;4361;g3f58e9f5d1b_0_175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2" name="Google Shape;4362;g3f58e9f5d1b_0_175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3" name="Google Shape;4363;g3f58e9f5d1b_0_1759"/>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4" name="Google Shape;4364;g3f58e9f5d1b_0_1759"/>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5" name="Google Shape;4365;g3f58e9f5d1b_0_1759"/>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366" name="Google Shape;4366;g3f58e9f5d1b_0_1759"/>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67" name="Google Shape;4367;g3f58e9f5d1b_0_175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4368" name="Shape 4368"/>
        <p:cNvGrpSpPr/>
        <p:nvPr/>
      </p:nvGrpSpPr>
      <p:grpSpPr>
        <a:xfrm>
          <a:off x="0" y="0"/>
          <a:ext cx="0" cy="0"/>
          <a:chOff x="0" y="0"/>
          <a:chExt cx="0" cy="0"/>
        </a:xfrm>
      </p:grpSpPr>
      <p:sp>
        <p:nvSpPr>
          <p:cNvPr id="4369" name="Google Shape;4369;g3f58e9f5d1b_0_1887"/>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370" name="Google Shape;4370;g3f58e9f5d1b_0_1887"/>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6902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4371" name="Shape 4371"/>
        <p:cNvGrpSpPr/>
        <p:nvPr/>
      </p:nvGrpSpPr>
      <p:grpSpPr>
        <a:xfrm>
          <a:off x="0" y="0"/>
          <a:ext cx="0" cy="0"/>
          <a:chOff x="0" y="0"/>
          <a:chExt cx="0" cy="0"/>
        </a:xfrm>
      </p:grpSpPr>
      <p:sp>
        <p:nvSpPr>
          <p:cNvPr id="4372" name="Google Shape;4372;g3f58e9f5d1b_0_1890"/>
          <p:cNvSpPr txBox="1"/>
          <p:nvPr>
            <p:ph idx="1" type="body"/>
          </p:nvPr>
        </p:nvSpPr>
        <p:spPr>
          <a:xfrm>
            <a:off x="1295400" y="4006798"/>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3" name="Google Shape;4373;g3f58e9f5d1b_0_1890"/>
          <p:cNvSpPr txBox="1"/>
          <p:nvPr>
            <p:ph idx="2" type="body"/>
          </p:nvPr>
        </p:nvSpPr>
        <p:spPr>
          <a:xfrm>
            <a:off x="2838450" y="4006798"/>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4" name="Google Shape;4374;g3f58e9f5d1b_0_1890"/>
          <p:cNvSpPr txBox="1"/>
          <p:nvPr>
            <p:ph idx="3" type="body"/>
          </p:nvPr>
        </p:nvSpPr>
        <p:spPr>
          <a:xfrm rot="-199429">
            <a:off x="411577" y="596031"/>
            <a:ext cx="4827621" cy="2518841"/>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000"/>
              <a:buFont typeface="Arial"/>
              <a:buNone/>
              <a:defRPr b="0" i="0" sz="8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5" name="Google Shape;4375;g3f58e9f5d1b_0_1890"/>
          <p:cNvSpPr txBox="1"/>
          <p:nvPr>
            <p:ph idx="4" type="body"/>
          </p:nvPr>
        </p:nvSpPr>
        <p:spPr>
          <a:xfrm>
            <a:off x="1295400" y="4610100"/>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6" name="Google Shape;4376;g3f58e9f5d1b_0_1890"/>
          <p:cNvSpPr txBox="1"/>
          <p:nvPr>
            <p:ph idx="5" type="body"/>
          </p:nvPr>
        </p:nvSpPr>
        <p:spPr>
          <a:xfrm>
            <a:off x="2838450" y="4610100"/>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7" name="Google Shape;4377;g3f58e9f5d1b_0_1890"/>
          <p:cNvSpPr txBox="1"/>
          <p:nvPr>
            <p:ph idx="6" type="body"/>
          </p:nvPr>
        </p:nvSpPr>
        <p:spPr>
          <a:xfrm>
            <a:off x="1295400" y="5226154"/>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8" name="Google Shape;4378;g3f58e9f5d1b_0_1890"/>
          <p:cNvSpPr txBox="1"/>
          <p:nvPr>
            <p:ph idx="7" type="body"/>
          </p:nvPr>
        </p:nvSpPr>
        <p:spPr>
          <a:xfrm>
            <a:off x="2838450" y="5226154"/>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79" name="Google Shape;4379;g3f58e9f5d1b_0_1890"/>
          <p:cNvSpPr txBox="1"/>
          <p:nvPr>
            <p:ph idx="8" type="body"/>
          </p:nvPr>
        </p:nvSpPr>
        <p:spPr>
          <a:xfrm>
            <a:off x="1295400" y="5796628"/>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80" name="Google Shape;4380;g3f58e9f5d1b_0_1890"/>
          <p:cNvSpPr txBox="1"/>
          <p:nvPr>
            <p:ph idx="9" type="body"/>
          </p:nvPr>
        </p:nvSpPr>
        <p:spPr>
          <a:xfrm>
            <a:off x="2838450" y="5796628"/>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0" st="0"/>
                                            </p:txEl>
                                          </p:spTgt>
                                        </p:tgtEl>
                                        <p:attrNameLst>
                                          <p:attrName>style.visibility</p:attrName>
                                        </p:attrNameLst>
                                      </p:cBhvr>
                                      <p:to>
                                        <p:strVal val="visible"/>
                                      </p:to>
                                    </p:set>
                                    <p:animEffect filter="fade" transition="in">
                                      <p:cBhvr>
                                        <p:cTn dur="500"/>
                                        <p:tgtEl>
                                          <p:spTgt spid="43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1" st="1"/>
                                            </p:txEl>
                                          </p:spTgt>
                                        </p:tgtEl>
                                        <p:attrNameLst>
                                          <p:attrName>style.visibility</p:attrName>
                                        </p:attrNameLst>
                                      </p:cBhvr>
                                      <p:to>
                                        <p:strVal val="visible"/>
                                      </p:to>
                                    </p:set>
                                    <p:animEffect filter="fade" transition="in">
                                      <p:cBhvr>
                                        <p:cTn dur="500"/>
                                        <p:tgtEl>
                                          <p:spTgt spid="43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2" st="2"/>
                                            </p:txEl>
                                          </p:spTgt>
                                        </p:tgtEl>
                                        <p:attrNameLst>
                                          <p:attrName>style.visibility</p:attrName>
                                        </p:attrNameLst>
                                      </p:cBhvr>
                                      <p:to>
                                        <p:strVal val="visible"/>
                                      </p:to>
                                    </p:set>
                                    <p:animEffect filter="fade" transition="in">
                                      <p:cBhvr>
                                        <p:cTn dur="500"/>
                                        <p:tgtEl>
                                          <p:spTgt spid="43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3" st="3"/>
                                            </p:txEl>
                                          </p:spTgt>
                                        </p:tgtEl>
                                        <p:attrNameLst>
                                          <p:attrName>style.visibility</p:attrName>
                                        </p:attrNameLst>
                                      </p:cBhvr>
                                      <p:to>
                                        <p:strVal val="visible"/>
                                      </p:to>
                                    </p:set>
                                    <p:animEffect filter="fade" transition="in">
                                      <p:cBhvr>
                                        <p:cTn dur="500"/>
                                        <p:tgtEl>
                                          <p:spTgt spid="43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4" st="4"/>
                                            </p:txEl>
                                          </p:spTgt>
                                        </p:tgtEl>
                                        <p:attrNameLst>
                                          <p:attrName>style.visibility</p:attrName>
                                        </p:attrNameLst>
                                      </p:cBhvr>
                                      <p:to>
                                        <p:strVal val="visible"/>
                                      </p:to>
                                    </p:set>
                                    <p:animEffect filter="fade" transition="in">
                                      <p:cBhvr>
                                        <p:cTn dur="500"/>
                                        <p:tgtEl>
                                          <p:spTgt spid="43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5" st="5"/>
                                            </p:txEl>
                                          </p:spTgt>
                                        </p:tgtEl>
                                        <p:attrNameLst>
                                          <p:attrName>style.visibility</p:attrName>
                                        </p:attrNameLst>
                                      </p:cBhvr>
                                      <p:to>
                                        <p:strVal val="visible"/>
                                      </p:to>
                                    </p:set>
                                    <p:animEffect filter="fade" transition="in">
                                      <p:cBhvr>
                                        <p:cTn dur="500"/>
                                        <p:tgtEl>
                                          <p:spTgt spid="43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6" st="6"/>
                                            </p:txEl>
                                          </p:spTgt>
                                        </p:tgtEl>
                                        <p:attrNameLst>
                                          <p:attrName>style.visibility</p:attrName>
                                        </p:attrNameLst>
                                      </p:cBhvr>
                                      <p:to>
                                        <p:strVal val="visible"/>
                                      </p:to>
                                    </p:set>
                                    <p:animEffect filter="fade" transition="in">
                                      <p:cBhvr>
                                        <p:cTn dur="500"/>
                                        <p:tgtEl>
                                          <p:spTgt spid="43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7" st="7"/>
                                            </p:txEl>
                                          </p:spTgt>
                                        </p:tgtEl>
                                        <p:attrNameLst>
                                          <p:attrName>style.visibility</p:attrName>
                                        </p:attrNameLst>
                                      </p:cBhvr>
                                      <p:to>
                                        <p:strVal val="visible"/>
                                      </p:to>
                                    </p:set>
                                    <p:animEffect filter="fade" transition="in">
                                      <p:cBhvr>
                                        <p:cTn dur="500"/>
                                        <p:tgtEl>
                                          <p:spTgt spid="43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2">
                                            <p:txEl>
                                              <p:pRg end="8" st="8"/>
                                            </p:txEl>
                                          </p:spTgt>
                                        </p:tgtEl>
                                        <p:attrNameLst>
                                          <p:attrName>style.visibility</p:attrName>
                                        </p:attrNameLst>
                                      </p:cBhvr>
                                      <p:to>
                                        <p:strVal val="visible"/>
                                      </p:to>
                                    </p:set>
                                    <p:animEffect filter="fade" transition="in">
                                      <p:cBhvr>
                                        <p:cTn dur="500"/>
                                        <p:tgtEl>
                                          <p:spTgt spid="4372">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73">
                                            <p:txEl>
                                              <p:pRg end="0" st="0"/>
                                            </p:txEl>
                                          </p:spTgt>
                                        </p:tgtEl>
                                        <p:attrNameLst>
                                          <p:attrName>style.visibility</p:attrName>
                                        </p:attrNameLst>
                                      </p:cBhvr>
                                      <p:to>
                                        <p:strVal val="visible"/>
                                      </p:to>
                                    </p:set>
                                    <p:animEffect filter="fade" transition="in">
                                      <p:cBhvr>
                                        <p:cTn dur="500"/>
                                        <p:tgtEl>
                                          <p:spTgt spid="4373">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73">
                                            <p:txEl>
                                              <p:pRg end="1" st="1"/>
                                            </p:txEl>
                                          </p:spTgt>
                                        </p:tgtEl>
                                        <p:attrNameLst>
                                          <p:attrName>style.visibility</p:attrName>
                                        </p:attrNameLst>
                                      </p:cBhvr>
                                      <p:to>
                                        <p:strVal val="visible"/>
                                      </p:to>
                                    </p:set>
                                    <p:animEffect filter="fade" transition="in">
                                      <p:cBhvr>
                                        <p:cTn dur="500"/>
                                        <p:tgtEl>
                                          <p:spTgt spid="4373">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73">
                                            <p:txEl>
                                              <p:pRg end="2" st="2"/>
                                            </p:txEl>
                                          </p:spTgt>
                                        </p:tgtEl>
                                        <p:attrNameLst>
                                          <p:attrName>style.visibility</p:attrName>
                                        </p:attrNameLst>
                                      </p:cBhvr>
                                      <p:to>
                                        <p:strVal val="visible"/>
                                      </p:to>
                                    </p:set>
                                    <p:animEffect filter="fade" transition="in">
                                      <p:cBhvr>
                                        <p:cTn dur="500"/>
                                        <p:tgtEl>
                                          <p:spTgt spid="4373">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73">
                                            <p:txEl>
                                              <p:pRg end="3" st="3"/>
                                            </p:txEl>
                                          </p:spTgt>
                                        </p:tgtEl>
                                        <p:attrNameLst>
                                          <p:attrName>style.visibility</p:attrName>
                                        </p:attrNameLst>
                                      </p:cBhvr>
                                      <p:to>
                                        <p:strVal val="visible"/>
                                      </p:to>
                                    </p:set>
                                    <p:animEffect filter="fade" transition="in">
                                      <p:cBhvr>
                                        <p:cTn dur="500"/>
                                        <p:tgtEl>
                                          <p:spTgt spid="4373">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73">
                                            <p:txEl>
                                              <p:pRg end="4" st="4"/>
                                            </p:txEl>
                                          </p:spTgt>
                                        </p:tgtEl>
                                        <p:attrNameLst>
                                          <p:attrName>style.visibility</p:attrName>
                                        </p:attrNameLst>
                                      </p:cBhvr>
                                      <p:to>
                                        <p:strVal val="visible"/>
                                      </p:to>
                                    </p:set>
                                    <p:animEffect filter="fade" transition="in">
                                      <p:cBhvr>
                                        <p:cTn dur="500"/>
                                        <p:tgtEl>
                                          <p:spTgt spid="4373">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373">
                                            <p:txEl>
                                              <p:pRg end="5" st="5"/>
                                            </p:txEl>
                                          </p:spTgt>
                                        </p:tgtEl>
                                        <p:attrNameLst>
                                          <p:attrName>style.visibility</p:attrName>
                                        </p:attrNameLst>
                                      </p:cBhvr>
                                      <p:to>
                                        <p:strVal val="visible"/>
                                      </p:to>
                                    </p:set>
                                    <p:animEffect filter="fade" transition="in">
                                      <p:cBhvr>
                                        <p:cTn dur="500"/>
                                        <p:tgtEl>
                                          <p:spTgt spid="4373">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373">
                                            <p:txEl>
                                              <p:pRg end="6" st="6"/>
                                            </p:txEl>
                                          </p:spTgt>
                                        </p:tgtEl>
                                        <p:attrNameLst>
                                          <p:attrName>style.visibility</p:attrName>
                                        </p:attrNameLst>
                                      </p:cBhvr>
                                      <p:to>
                                        <p:strVal val="visible"/>
                                      </p:to>
                                    </p:set>
                                    <p:animEffect filter="fade" transition="in">
                                      <p:cBhvr>
                                        <p:cTn dur="500"/>
                                        <p:tgtEl>
                                          <p:spTgt spid="4373">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373">
                                            <p:txEl>
                                              <p:pRg end="7" st="7"/>
                                            </p:txEl>
                                          </p:spTgt>
                                        </p:tgtEl>
                                        <p:attrNameLst>
                                          <p:attrName>style.visibility</p:attrName>
                                        </p:attrNameLst>
                                      </p:cBhvr>
                                      <p:to>
                                        <p:strVal val="visible"/>
                                      </p:to>
                                    </p:set>
                                    <p:animEffect filter="fade" transition="in">
                                      <p:cBhvr>
                                        <p:cTn dur="500"/>
                                        <p:tgtEl>
                                          <p:spTgt spid="4373">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373">
                                            <p:txEl>
                                              <p:pRg end="8" st="8"/>
                                            </p:txEl>
                                          </p:spTgt>
                                        </p:tgtEl>
                                        <p:attrNameLst>
                                          <p:attrName>style.visibility</p:attrName>
                                        </p:attrNameLst>
                                      </p:cBhvr>
                                      <p:to>
                                        <p:strVal val="visible"/>
                                      </p:to>
                                    </p:set>
                                    <p:animEffect filter="fade" transition="in">
                                      <p:cBhvr>
                                        <p:cTn dur="500"/>
                                        <p:tgtEl>
                                          <p:spTgt spid="43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0" st="0"/>
                                            </p:txEl>
                                          </p:spTgt>
                                        </p:tgtEl>
                                        <p:attrNameLst>
                                          <p:attrName>style.visibility</p:attrName>
                                        </p:attrNameLst>
                                      </p:cBhvr>
                                      <p:to>
                                        <p:strVal val="visible"/>
                                      </p:to>
                                    </p:set>
                                    <p:animEffect filter="fade" transition="in">
                                      <p:cBhvr>
                                        <p:cTn dur="500"/>
                                        <p:tgtEl>
                                          <p:spTgt spid="43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1" st="1"/>
                                            </p:txEl>
                                          </p:spTgt>
                                        </p:tgtEl>
                                        <p:attrNameLst>
                                          <p:attrName>style.visibility</p:attrName>
                                        </p:attrNameLst>
                                      </p:cBhvr>
                                      <p:to>
                                        <p:strVal val="visible"/>
                                      </p:to>
                                    </p:set>
                                    <p:animEffect filter="fade" transition="in">
                                      <p:cBhvr>
                                        <p:cTn dur="500"/>
                                        <p:tgtEl>
                                          <p:spTgt spid="43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2" st="2"/>
                                            </p:txEl>
                                          </p:spTgt>
                                        </p:tgtEl>
                                        <p:attrNameLst>
                                          <p:attrName>style.visibility</p:attrName>
                                        </p:attrNameLst>
                                      </p:cBhvr>
                                      <p:to>
                                        <p:strVal val="visible"/>
                                      </p:to>
                                    </p:set>
                                    <p:animEffect filter="fade" transition="in">
                                      <p:cBhvr>
                                        <p:cTn dur="500"/>
                                        <p:tgtEl>
                                          <p:spTgt spid="43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3" st="3"/>
                                            </p:txEl>
                                          </p:spTgt>
                                        </p:tgtEl>
                                        <p:attrNameLst>
                                          <p:attrName>style.visibility</p:attrName>
                                        </p:attrNameLst>
                                      </p:cBhvr>
                                      <p:to>
                                        <p:strVal val="visible"/>
                                      </p:to>
                                    </p:set>
                                    <p:animEffect filter="fade" transition="in">
                                      <p:cBhvr>
                                        <p:cTn dur="500"/>
                                        <p:tgtEl>
                                          <p:spTgt spid="43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4" st="4"/>
                                            </p:txEl>
                                          </p:spTgt>
                                        </p:tgtEl>
                                        <p:attrNameLst>
                                          <p:attrName>style.visibility</p:attrName>
                                        </p:attrNameLst>
                                      </p:cBhvr>
                                      <p:to>
                                        <p:strVal val="visible"/>
                                      </p:to>
                                    </p:set>
                                    <p:animEffect filter="fade" transition="in">
                                      <p:cBhvr>
                                        <p:cTn dur="500"/>
                                        <p:tgtEl>
                                          <p:spTgt spid="43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5" st="5"/>
                                            </p:txEl>
                                          </p:spTgt>
                                        </p:tgtEl>
                                        <p:attrNameLst>
                                          <p:attrName>style.visibility</p:attrName>
                                        </p:attrNameLst>
                                      </p:cBhvr>
                                      <p:to>
                                        <p:strVal val="visible"/>
                                      </p:to>
                                    </p:set>
                                    <p:animEffect filter="fade" transition="in">
                                      <p:cBhvr>
                                        <p:cTn dur="500"/>
                                        <p:tgtEl>
                                          <p:spTgt spid="43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6" st="6"/>
                                            </p:txEl>
                                          </p:spTgt>
                                        </p:tgtEl>
                                        <p:attrNameLst>
                                          <p:attrName>style.visibility</p:attrName>
                                        </p:attrNameLst>
                                      </p:cBhvr>
                                      <p:to>
                                        <p:strVal val="visible"/>
                                      </p:to>
                                    </p:set>
                                    <p:animEffect filter="fade" transition="in">
                                      <p:cBhvr>
                                        <p:cTn dur="500"/>
                                        <p:tgtEl>
                                          <p:spTgt spid="43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7" st="7"/>
                                            </p:txEl>
                                          </p:spTgt>
                                        </p:tgtEl>
                                        <p:attrNameLst>
                                          <p:attrName>style.visibility</p:attrName>
                                        </p:attrNameLst>
                                      </p:cBhvr>
                                      <p:to>
                                        <p:strVal val="visible"/>
                                      </p:to>
                                    </p:set>
                                    <p:animEffect filter="fade" transition="in">
                                      <p:cBhvr>
                                        <p:cTn dur="500"/>
                                        <p:tgtEl>
                                          <p:spTgt spid="43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5">
                                            <p:txEl>
                                              <p:pRg end="8" st="8"/>
                                            </p:txEl>
                                          </p:spTgt>
                                        </p:tgtEl>
                                        <p:attrNameLst>
                                          <p:attrName>style.visibility</p:attrName>
                                        </p:attrNameLst>
                                      </p:cBhvr>
                                      <p:to>
                                        <p:strVal val="visible"/>
                                      </p:to>
                                    </p:set>
                                    <p:animEffect filter="fade" transition="in">
                                      <p:cBhvr>
                                        <p:cTn dur="500"/>
                                        <p:tgtEl>
                                          <p:spTgt spid="4375">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76">
                                            <p:txEl>
                                              <p:pRg end="0" st="0"/>
                                            </p:txEl>
                                          </p:spTgt>
                                        </p:tgtEl>
                                        <p:attrNameLst>
                                          <p:attrName>style.visibility</p:attrName>
                                        </p:attrNameLst>
                                      </p:cBhvr>
                                      <p:to>
                                        <p:strVal val="visible"/>
                                      </p:to>
                                    </p:set>
                                    <p:animEffect filter="fade" transition="in">
                                      <p:cBhvr>
                                        <p:cTn dur="500"/>
                                        <p:tgtEl>
                                          <p:spTgt spid="437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76">
                                            <p:txEl>
                                              <p:pRg end="1" st="1"/>
                                            </p:txEl>
                                          </p:spTgt>
                                        </p:tgtEl>
                                        <p:attrNameLst>
                                          <p:attrName>style.visibility</p:attrName>
                                        </p:attrNameLst>
                                      </p:cBhvr>
                                      <p:to>
                                        <p:strVal val="visible"/>
                                      </p:to>
                                    </p:set>
                                    <p:animEffect filter="fade" transition="in">
                                      <p:cBhvr>
                                        <p:cTn dur="500"/>
                                        <p:tgtEl>
                                          <p:spTgt spid="4376">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76">
                                            <p:txEl>
                                              <p:pRg end="2" st="2"/>
                                            </p:txEl>
                                          </p:spTgt>
                                        </p:tgtEl>
                                        <p:attrNameLst>
                                          <p:attrName>style.visibility</p:attrName>
                                        </p:attrNameLst>
                                      </p:cBhvr>
                                      <p:to>
                                        <p:strVal val="visible"/>
                                      </p:to>
                                    </p:set>
                                    <p:animEffect filter="fade" transition="in">
                                      <p:cBhvr>
                                        <p:cTn dur="500"/>
                                        <p:tgtEl>
                                          <p:spTgt spid="4376">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76">
                                            <p:txEl>
                                              <p:pRg end="3" st="3"/>
                                            </p:txEl>
                                          </p:spTgt>
                                        </p:tgtEl>
                                        <p:attrNameLst>
                                          <p:attrName>style.visibility</p:attrName>
                                        </p:attrNameLst>
                                      </p:cBhvr>
                                      <p:to>
                                        <p:strVal val="visible"/>
                                      </p:to>
                                    </p:set>
                                    <p:animEffect filter="fade" transition="in">
                                      <p:cBhvr>
                                        <p:cTn dur="500"/>
                                        <p:tgtEl>
                                          <p:spTgt spid="4376">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76">
                                            <p:txEl>
                                              <p:pRg end="4" st="4"/>
                                            </p:txEl>
                                          </p:spTgt>
                                        </p:tgtEl>
                                        <p:attrNameLst>
                                          <p:attrName>style.visibility</p:attrName>
                                        </p:attrNameLst>
                                      </p:cBhvr>
                                      <p:to>
                                        <p:strVal val="visible"/>
                                      </p:to>
                                    </p:set>
                                    <p:animEffect filter="fade" transition="in">
                                      <p:cBhvr>
                                        <p:cTn dur="500"/>
                                        <p:tgtEl>
                                          <p:spTgt spid="4376">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376">
                                            <p:txEl>
                                              <p:pRg end="5" st="5"/>
                                            </p:txEl>
                                          </p:spTgt>
                                        </p:tgtEl>
                                        <p:attrNameLst>
                                          <p:attrName>style.visibility</p:attrName>
                                        </p:attrNameLst>
                                      </p:cBhvr>
                                      <p:to>
                                        <p:strVal val="visible"/>
                                      </p:to>
                                    </p:set>
                                    <p:animEffect filter="fade" transition="in">
                                      <p:cBhvr>
                                        <p:cTn dur="500"/>
                                        <p:tgtEl>
                                          <p:spTgt spid="4376">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376">
                                            <p:txEl>
                                              <p:pRg end="6" st="6"/>
                                            </p:txEl>
                                          </p:spTgt>
                                        </p:tgtEl>
                                        <p:attrNameLst>
                                          <p:attrName>style.visibility</p:attrName>
                                        </p:attrNameLst>
                                      </p:cBhvr>
                                      <p:to>
                                        <p:strVal val="visible"/>
                                      </p:to>
                                    </p:set>
                                    <p:animEffect filter="fade" transition="in">
                                      <p:cBhvr>
                                        <p:cTn dur="500"/>
                                        <p:tgtEl>
                                          <p:spTgt spid="4376">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376">
                                            <p:txEl>
                                              <p:pRg end="7" st="7"/>
                                            </p:txEl>
                                          </p:spTgt>
                                        </p:tgtEl>
                                        <p:attrNameLst>
                                          <p:attrName>style.visibility</p:attrName>
                                        </p:attrNameLst>
                                      </p:cBhvr>
                                      <p:to>
                                        <p:strVal val="visible"/>
                                      </p:to>
                                    </p:set>
                                    <p:animEffect filter="fade" transition="in">
                                      <p:cBhvr>
                                        <p:cTn dur="500"/>
                                        <p:tgtEl>
                                          <p:spTgt spid="4376">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376">
                                            <p:txEl>
                                              <p:pRg end="8" st="8"/>
                                            </p:txEl>
                                          </p:spTgt>
                                        </p:tgtEl>
                                        <p:attrNameLst>
                                          <p:attrName>style.visibility</p:attrName>
                                        </p:attrNameLst>
                                      </p:cBhvr>
                                      <p:to>
                                        <p:strVal val="visible"/>
                                      </p:to>
                                    </p:set>
                                    <p:animEffect filter="fade" transition="in">
                                      <p:cBhvr>
                                        <p:cTn dur="500"/>
                                        <p:tgtEl>
                                          <p:spTgt spid="437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0" st="0"/>
                                            </p:txEl>
                                          </p:spTgt>
                                        </p:tgtEl>
                                        <p:attrNameLst>
                                          <p:attrName>style.visibility</p:attrName>
                                        </p:attrNameLst>
                                      </p:cBhvr>
                                      <p:to>
                                        <p:strVal val="visible"/>
                                      </p:to>
                                    </p:set>
                                    <p:animEffect filter="fade" transition="in">
                                      <p:cBhvr>
                                        <p:cTn dur="500"/>
                                        <p:tgtEl>
                                          <p:spTgt spid="43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1" st="1"/>
                                            </p:txEl>
                                          </p:spTgt>
                                        </p:tgtEl>
                                        <p:attrNameLst>
                                          <p:attrName>style.visibility</p:attrName>
                                        </p:attrNameLst>
                                      </p:cBhvr>
                                      <p:to>
                                        <p:strVal val="visible"/>
                                      </p:to>
                                    </p:set>
                                    <p:animEffect filter="fade" transition="in">
                                      <p:cBhvr>
                                        <p:cTn dur="500"/>
                                        <p:tgtEl>
                                          <p:spTgt spid="43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2" st="2"/>
                                            </p:txEl>
                                          </p:spTgt>
                                        </p:tgtEl>
                                        <p:attrNameLst>
                                          <p:attrName>style.visibility</p:attrName>
                                        </p:attrNameLst>
                                      </p:cBhvr>
                                      <p:to>
                                        <p:strVal val="visible"/>
                                      </p:to>
                                    </p:set>
                                    <p:animEffect filter="fade" transition="in">
                                      <p:cBhvr>
                                        <p:cTn dur="500"/>
                                        <p:tgtEl>
                                          <p:spTgt spid="43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3" st="3"/>
                                            </p:txEl>
                                          </p:spTgt>
                                        </p:tgtEl>
                                        <p:attrNameLst>
                                          <p:attrName>style.visibility</p:attrName>
                                        </p:attrNameLst>
                                      </p:cBhvr>
                                      <p:to>
                                        <p:strVal val="visible"/>
                                      </p:to>
                                    </p:set>
                                    <p:animEffect filter="fade" transition="in">
                                      <p:cBhvr>
                                        <p:cTn dur="500"/>
                                        <p:tgtEl>
                                          <p:spTgt spid="43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4" st="4"/>
                                            </p:txEl>
                                          </p:spTgt>
                                        </p:tgtEl>
                                        <p:attrNameLst>
                                          <p:attrName>style.visibility</p:attrName>
                                        </p:attrNameLst>
                                      </p:cBhvr>
                                      <p:to>
                                        <p:strVal val="visible"/>
                                      </p:to>
                                    </p:set>
                                    <p:animEffect filter="fade" transition="in">
                                      <p:cBhvr>
                                        <p:cTn dur="500"/>
                                        <p:tgtEl>
                                          <p:spTgt spid="43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5" st="5"/>
                                            </p:txEl>
                                          </p:spTgt>
                                        </p:tgtEl>
                                        <p:attrNameLst>
                                          <p:attrName>style.visibility</p:attrName>
                                        </p:attrNameLst>
                                      </p:cBhvr>
                                      <p:to>
                                        <p:strVal val="visible"/>
                                      </p:to>
                                    </p:set>
                                    <p:animEffect filter="fade" transition="in">
                                      <p:cBhvr>
                                        <p:cTn dur="500"/>
                                        <p:tgtEl>
                                          <p:spTgt spid="43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6" st="6"/>
                                            </p:txEl>
                                          </p:spTgt>
                                        </p:tgtEl>
                                        <p:attrNameLst>
                                          <p:attrName>style.visibility</p:attrName>
                                        </p:attrNameLst>
                                      </p:cBhvr>
                                      <p:to>
                                        <p:strVal val="visible"/>
                                      </p:to>
                                    </p:set>
                                    <p:animEffect filter="fade" transition="in">
                                      <p:cBhvr>
                                        <p:cTn dur="500"/>
                                        <p:tgtEl>
                                          <p:spTgt spid="43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7" st="7"/>
                                            </p:txEl>
                                          </p:spTgt>
                                        </p:tgtEl>
                                        <p:attrNameLst>
                                          <p:attrName>style.visibility</p:attrName>
                                        </p:attrNameLst>
                                      </p:cBhvr>
                                      <p:to>
                                        <p:strVal val="visible"/>
                                      </p:to>
                                    </p:set>
                                    <p:animEffect filter="fade" transition="in">
                                      <p:cBhvr>
                                        <p:cTn dur="500"/>
                                        <p:tgtEl>
                                          <p:spTgt spid="437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xEl>
                                              <p:pRg end="8" st="8"/>
                                            </p:txEl>
                                          </p:spTgt>
                                        </p:tgtEl>
                                        <p:attrNameLst>
                                          <p:attrName>style.visibility</p:attrName>
                                        </p:attrNameLst>
                                      </p:cBhvr>
                                      <p:to>
                                        <p:strVal val="visible"/>
                                      </p:to>
                                    </p:set>
                                    <p:animEffect filter="fade" transition="in">
                                      <p:cBhvr>
                                        <p:cTn dur="500"/>
                                        <p:tgtEl>
                                          <p:spTgt spid="4377">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78">
                                            <p:txEl>
                                              <p:pRg end="0" st="0"/>
                                            </p:txEl>
                                          </p:spTgt>
                                        </p:tgtEl>
                                        <p:attrNameLst>
                                          <p:attrName>style.visibility</p:attrName>
                                        </p:attrNameLst>
                                      </p:cBhvr>
                                      <p:to>
                                        <p:strVal val="visible"/>
                                      </p:to>
                                    </p:set>
                                    <p:animEffect filter="fade" transition="in">
                                      <p:cBhvr>
                                        <p:cTn dur="500"/>
                                        <p:tgtEl>
                                          <p:spTgt spid="437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78">
                                            <p:txEl>
                                              <p:pRg end="1" st="1"/>
                                            </p:txEl>
                                          </p:spTgt>
                                        </p:tgtEl>
                                        <p:attrNameLst>
                                          <p:attrName>style.visibility</p:attrName>
                                        </p:attrNameLst>
                                      </p:cBhvr>
                                      <p:to>
                                        <p:strVal val="visible"/>
                                      </p:to>
                                    </p:set>
                                    <p:animEffect filter="fade" transition="in">
                                      <p:cBhvr>
                                        <p:cTn dur="500"/>
                                        <p:tgtEl>
                                          <p:spTgt spid="4378">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78">
                                            <p:txEl>
                                              <p:pRg end="2" st="2"/>
                                            </p:txEl>
                                          </p:spTgt>
                                        </p:tgtEl>
                                        <p:attrNameLst>
                                          <p:attrName>style.visibility</p:attrName>
                                        </p:attrNameLst>
                                      </p:cBhvr>
                                      <p:to>
                                        <p:strVal val="visible"/>
                                      </p:to>
                                    </p:set>
                                    <p:animEffect filter="fade" transition="in">
                                      <p:cBhvr>
                                        <p:cTn dur="500"/>
                                        <p:tgtEl>
                                          <p:spTgt spid="4378">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78">
                                            <p:txEl>
                                              <p:pRg end="3" st="3"/>
                                            </p:txEl>
                                          </p:spTgt>
                                        </p:tgtEl>
                                        <p:attrNameLst>
                                          <p:attrName>style.visibility</p:attrName>
                                        </p:attrNameLst>
                                      </p:cBhvr>
                                      <p:to>
                                        <p:strVal val="visible"/>
                                      </p:to>
                                    </p:set>
                                    <p:animEffect filter="fade" transition="in">
                                      <p:cBhvr>
                                        <p:cTn dur="500"/>
                                        <p:tgtEl>
                                          <p:spTgt spid="4378">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78">
                                            <p:txEl>
                                              <p:pRg end="4" st="4"/>
                                            </p:txEl>
                                          </p:spTgt>
                                        </p:tgtEl>
                                        <p:attrNameLst>
                                          <p:attrName>style.visibility</p:attrName>
                                        </p:attrNameLst>
                                      </p:cBhvr>
                                      <p:to>
                                        <p:strVal val="visible"/>
                                      </p:to>
                                    </p:set>
                                    <p:animEffect filter="fade" transition="in">
                                      <p:cBhvr>
                                        <p:cTn dur="500"/>
                                        <p:tgtEl>
                                          <p:spTgt spid="4378">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378">
                                            <p:txEl>
                                              <p:pRg end="5" st="5"/>
                                            </p:txEl>
                                          </p:spTgt>
                                        </p:tgtEl>
                                        <p:attrNameLst>
                                          <p:attrName>style.visibility</p:attrName>
                                        </p:attrNameLst>
                                      </p:cBhvr>
                                      <p:to>
                                        <p:strVal val="visible"/>
                                      </p:to>
                                    </p:set>
                                    <p:animEffect filter="fade" transition="in">
                                      <p:cBhvr>
                                        <p:cTn dur="500"/>
                                        <p:tgtEl>
                                          <p:spTgt spid="4378">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378">
                                            <p:txEl>
                                              <p:pRg end="6" st="6"/>
                                            </p:txEl>
                                          </p:spTgt>
                                        </p:tgtEl>
                                        <p:attrNameLst>
                                          <p:attrName>style.visibility</p:attrName>
                                        </p:attrNameLst>
                                      </p:cBhvr>
                                      <p:to>
                                        <p:strVal val="visible"/>
                                      </p:to>
                                    </p:set>
                                    <p:animEffect filter="fade" transition="in">
                                      <p:cBhvr>
                                        <p:cTn dur="500"/>
                                        <p:tgtEl>
                                          <p:spTgt spid="4378">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378">
                                            <p:txEl>
                                              <p:pRg end="7" st="7"/>
                                            </p:txEl>
                                          </p:spTgt>
                                        </p:tgtEl>
                                        <p:attrNameLst>
                                          <p:attrName>style.visibility</p:attrName>
                                        </p:attrNameLst>
                                      </p:cBhvr>
                                      <p:to>
                                        <p:strVal val="visible"/>
                                      </p:to>
                                    </p:set>
                                    <p:animEffect filter="fade" transition="in">
                                      <p:cBhvr>
                                        <p:cTn dur="500"/>
                                        <p:tgtEl>
                                          <p:spTgt spid="4378">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378">
                                            <p:txEl>
                                              <p:pRg end="8" st="8"/>
                                            </p:txEl>
                                          </p:spTgt>
                                        </p:tgtEl>
                                        <p:attrNameLst>
                                          <p:attrName>style.visibility</p:attrName>
                                        </p:attrNameLst>
                                      </p:cBhvr>
                                      <p:to>
                                        <p:strVal val="visible"/>
                                      </p:to>
                                    </p:set>
                                    <p:animEffect filter="fade" transition="in">
                                      <p:cBhvr>
                                        <p:cTn dur="500"/>
                                        <p:tgtEl>
                                          <p:spTgt spid="43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0" st="0"/>
                                            </p:txEl>
                                          </p:spTgt>
                                        </p:tgtEl>
                                        <p:attrNameLst>
                                          <p:attrName>style.visibility</p:attrName>
                                        </p:attrNameLst>
                                      </p:cBhvr>
                                      <p:to>
                                        <p:strVal val="visible"/>
                                      </p:to>
                                    </p:set>
                                    <p:animEffect filter="fade" transition="in">
                                      <p:cBhvr>
                                        <p:cTn dur="500"/>
                                        <p:tgtEl>
                                          <p:spTgt spid="43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1" st="1"/>
                                            </p:txEl>
                                          </p:spTgt>
                                        </p:tgtEl>
                                        <p:attrNameLst>
                                          <p:attrName>style.visibility</p:attrName>
                                        </p:attrNameLst>
                                      </p:cBhvr>
                                      <p:to>
                                        <p:strVal val="visible"/>
                                      </p:to>
                                    </p:set>
                                    <p:animEffect filter="fade" transition="in">
                                      <p:cBhvr>
                                        <p:cTn dur="500"/>
                                        <p:tgtEl>
                                          <p:spTgt spid="43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2" st="2"/>
                                            </p:txEl>
                                          </p:spTgt>
                                        </p:tgtEl>
                                        <p:attrNameLst>
                                          <p:attrName>style.visibility</p:attrName>
                                        </p:attrNameLst>
                                      </p:cBhvr>
                                      <p:to>
                                        <p:strVal val="visible"/>
                                      </p:to>
                                    </p:set>
                                    <p:animEffect filter="fade" transition="in">
                                      <p:cBhvr>
                                        <p:cTn dur="500"/>
                                        <p:tgtEl>
                                          <p:spTgt spid="43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3" st="3"/>
                                            </p:txEl>
                                          </p:spTgt>
                                        </p:tgtEl>
                                        <p:attrNameLst>
                                          <p:attrName>style.visibility</p:attrName>
                                        </p:attrNameLst>
                                      </p:cBhvr>
                                      <p:to>
                                        <p:strVal val="visible"/>
                                      </p:to>
                                    </p:set>
                                    <p:animEffect filter="fade" transition="in">
                                      <p:cBhvr>
                                        <p:cTn dur="500"/>
                                        <p:tgtEl>
                                          <p:spTgt spid="43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4" st="4"/>
                                            </p:txEl>
                                          </p:spTgt>
                                        </p:tgtEl>
                                        <p:attrNameLst>
                                          <p:attrName>style.visibility</p:attrName>
                                        </p:attrNameLst>
                                      </p:cBhvr>
                                      <p:to>
                                        <p:strVal val="visible"/>
                                      </p:to>
                                    </p:set>
                                    <p:animEffect filter="fade" transition="in">
                                      <p:cBhvr>
                                        <p:cTn dur="500"/>
                                        <p:tgtEl>
                                          <p:spTgt spid="43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5" st="5"/>
                                            </p:txEl>
                                          </p:spTgt>
                                        </p:tgtEl>
                                        <p:attrNameLst>
                                          <p:attrName>style.visibility</p:attrName>
                                        </p:attrNameLst>
                                      </p:cBhvr>
                                      <p:to>
                                        <p:strVal val="visible"/>
                                      </p:to>
                                    </p:set>
                                    <p:animEffect filter="fade" transition="in">
                                      <p:cBhvr>
                                        <p:cTn dur="500"/>
                                        <p:tgtEl>
                                          <p:spTgt spid="43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6" st="6"/>
                                            </p:txEl>
                                          </p:spTgt>
                                        </p:tgtEl>
                                        <p:attrNameLst>
                                          <p:attrName>style.visibility</p:attrName>
                                        </p:attrNameLst>
                                      </p:cBhvr>
                                      <p:to>
                                        <p:strVal val="visible"/>
                                      </p:to>
                                    </p:set>
                                    <p:animEffect filter="fade" transition="in">
                                      <p:cBhvr>
                                        <p:cTn dur="500"/>
                                        <p:tgtEl>
                                          <p:spTgt spid="43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7" st="7"/>
                                            </p:txEl>
                                          </p:spTgt>
                                        </p:tgtEl>
                                        <p:attrNameLst>
                                          <p:attrName>style.visibility</p:attrName>
                                        </p:attrNameLst>
                                      </p:cBhvr>
                                      <p:to>
                                        <p:strVal val="visible"/>
                                      </p:to>
                                    </p:set>
                                    <p:animEffect filter="fade" transition="in">
                                      <p:cBhvr>
                                        <p:cTn dur="500"/>
                                        <p:tgtEl>
                                          <p:spTgt spid="43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9">
                                            <p:txEl>
                                              <p:pRg end="8" st="8"/>
                                            </p:txEl>
                                          </p:spTgt>
                                        </p:tgtEl>
                                        <p:attrNameLst>
                                          <p:attrName>style.visibility</p:attrName>
                                        </p:attrNameLst>
                                      </p:cBhvr>
                                      <p:to>
                                        <p:strVal val="visible"/>
                                      </p:to>
                                    </p:set>
                                    <p:animEffect filter="fade" transition="in">
                                      <p:cBhvr>
                                        <p:cTn dur="500"/>
                                        <p:tgtEl>
                                          <p:spTgt spid="4379">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80">
                                            <p:txEl>
                                              <p:pRg end="0" st="0"/>
                                            </p:txEl>
                                          </p:spTgt>
                                        </p:tgtEl>
                                        <p:attrNameLst>
                                          <p:attrName>style.visibility</p:attrName>
                                        </p:attrNameLst>
                                      </p:cBhvr>
                                      <p:to>
                                        <p:strVal val="visible"/>
                                      </p:to>
                                    </p:set>
                                    <p:animEffect filter="fade" transition="in">
                                      <p:cBhvr>
                                        <p:cTn dur="500"/>
                                        <p:tgtEl>
                                          <p:spTgt spid="438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80">
                                            <p:txEl>
                                              <p:pRg end="1" st="1"/>
                                            </p:txEl>
                                          </p:spTgt>
                                        </p:tgtEl>
                                        <p:attrNameLst>
                                          <p:attrName>style.visibility</p:attrName>
                                        </p:attrNameLst>
                                      </p:cBhvr>
                                      <p:to>
                                        <p:strVal val="visible"/>
                                      </p:to>
                                    </p:set>
                                    <p:animEffect filter="fade" transition="in">
                                      <p:cBhvr>
                                        <p:cTn dur="500"/>
                                        <p:tgtEl>
                                          <p:spTgt spid="4380">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80">
                                            <p:txEl>
                                              <p:pRg end="2" st="2"/>
                                            </p:txEl>
                                          </p:spTgt>
                                        </p:tgtEl>
                                        <p:attrNameLst>
                                          <p:attrName>style.visibility</p:attrName>
                                        </p:attrNameLst>
                                      </p:cBhvr>
                                      <p:to>
                                        <p:strVal val="visible"/>
                                      </p:to>
                                    </p:set>
                                    <p:animEffect filter="fade" transition="in">
                                      <p:cBhvr>
                                        <p:cTn dur="500"/>
                                        <p:tgtEl>
                                          <p:spTgt spid="4380">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80">
                                            <p:txEl>
                                              <p:pRg end="3" st="3"/>
                                            </p:txEl>
                                          </p:spTgt>
                                        </p:tgtEl>
                                        <p:attrNameLst>
                                          <p:attrName>style.visibility</p:attrName>
                                        </p:attrNameLst>
                                      </p:cBhvr>
                                      <p:to>
                                        <p:strVal val="visible"/>
                                      </p:to>
                                    </p:set>
                                    <p:animEffect filter="fade" transition="in">
                                      <p:cBhvr>
                                        <p:cTn dur="500"/>
                                        <p:tgtEl>
                                          <p:spTgt spid="4380">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80">
                                            <p:txEl>
                                              <p:pRg end="4" st="4"/>
                                            </p:txEl>
                                          </p:spTgt>
                                        </p:tgtEl>
                                        <p:attrNameLst>
                                          <p:attrName>style.visibility</p:attrName>
                                        </p:attrNameLst>
                                      </p:cBhvr>
                                      <p:to>
                                        <p:strVal val="visible"/>
                                      </p:to>
                                    </p:set>
                                    <p:animEffect filter="fade" transition="in">
                                      <p:cBhvr>
                                        <p:cTn dur="500"/>
                                        <p:tgtEl>
                                          <p:spTgt spid="4380">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380">
                                            <p:txEl>
                                              <p:pRg end="5" st="5"/>
                                            </p:txEl>
                                          </p:spTgt>
                                        </p:tgtEl>
                                        <p:attrNameLst>
                                          <p:attrName>style.visibility</p:attrName>
                                        </p:attrNameLst>
                                      </p:cBhvr>
                                      <p:to>
                                        <p:strVal val="visible"/>
                                      </p:to>
                                    </p:set>
                                    <p:animEffect filter="fade" transition="in">
                                      <p:cBhvr>
                                        <p:cTn dur="500"/>
                                        <p:tgtEl>
                                          <p:spTgt spid="4380">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380">
                                            <p:txEl>
                                              <p:pRg end="6" st="6"/>
                                            </p:txEl>
                                          </p:spTgt>
                                        </p:tgtEl>
                                        <p:attrNameLst>
                                          <p:attrName>style.visibility</p:attrName>
                                        </p:attrNameLst>
                                      </p:cBhvr>
                                      <p:to>
                                        <p:strVal val="visible"/>
                                      </p:to>
                                    </p:set>
                                    <p:animEffect filter="fade" transition="in">
                                      <p:cBhvr>
                                        <p:cTn dur="500"/>
                                        <p:tgtEl>
                                          <p:spTgt spid="4380">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380">
                                            <p:txEl>
                                              <p:pRg end="7" st="7"/>
                                            </p:txEl>
                                          </p:spTgt>
                                        </p:tgtEl>
                                        <p:attrNameLst>
                                          <p:attrName>style.visibility</p:attrName>
                                        </p:attrNameLst>
                                      </p:cBhvr>
                                      <p:to>
                                        <p:strVal val="visible"/>
                                      </p:to>
                                    </p:set>
                                    <p:animEffect filter="fade" transition="in">
                                      <p:cBhvr>
                                        <p:cTn dur="500"/>
                                        <p:tgtEl>
                                          <p:spTgt spid="4380">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380">
                                            <p:txEl>
                                              <p:pRg end="8" st="8"/>
                                            </p:txEl>
                                          </p:spTgt>
                                        </p:tgtEl>
                                        <p:attrNameLst>
                                          <p:attrName>style.visibility</p:attrName>
                                        </p:attrNameLst>
                                      </p:cBhvr>
                                      <p:to>
                                        <p:strVal val="visible"/>
                                      </p:to>
                                    </p:set>
                                    <p:animEffect filter="fade" transition="in">
                                      <p:cBhvr>
                                        <p:cTn dur="500"/>
                                        <p:tgtEl>
                                          <p:spTgt spid="438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4381" name="Shape 4381"/>
        <p:cNvGrpSpPr/>
        <p:nvPr/>
      </p:nvGrpSpPr>
      <p:grpSpPr>
        <a:xfrm>
          <a:off x="0" y="0"/>
          <a:ext cx="0" cy="0"/>
          <a:chOff x="0" y="0"/>
          <a:chExt cx="0" cy="0"/>
        </a:xfrm>
      </p:grpSpPr>
      <p:grpSp>
        <p:nvGrpSpPr>
          <p:cNvPr id="4382" name="Google Shape;4382;g3f58e9f5d1b_0_1900"/>
          <p:cNvGrpSpPr/>
          <p:nvPr/>
        </p:nvGrpSpPr>
        <p:grpSpPr>
          <a:xfrm>
            <a:off x="680011" y="0"/>
            <a:ext cx="3090697" cy="1806089"/>
            <a:chOff x="536716" y="-1319"/>
            <a:chExt cx="3976708" cy="2323841"/>
          </a:xfrm>
        </p:grpSpPr>
        <p:sp>
          <p:nvSpPr>
            <p:cNvPr id="4383" name="Google Shape;4383;g3f58e9f5d1b_0_190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384" name="Google Shape;4384;g3f58e9f5d1b_0_1900"/>
            <p:cNvGrpSpPr/>
            <p:nvPr/>
          </p:nvGrpSpPr>
          <p:grpSpPr>
            <a:xfrm>
              <a:off x="536716" y="0"/>
              <a:ext cx="3976708" cy="2322522"/>
              <a:chOff x="947530" y="0"/>
              <a:chExt cx="3976708" cy="2322522"/>
            </a:xfrm>
          </p:grpSpPr>
          <p:sp>
            <p:nvSpPr>
              <p:cNvPr id="4385" name="Google Shape;4385;g3f58e9f5d1b_0_190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86" name="Google Shape;4386;g3f58e9f5d1b_0_190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87" name="Google Shape;4387;g3f58e9f5d1b_0_190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88" name="Google Shape;4388;g3f58e9f5d1b_0_190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89" name="Google Shape;4389;g3f58e9f5d1b_0_190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90" name="Google Shape;4390;g3f58e9f5d1b_0_1900"/>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4391" name="Google Shape;4391;g3f58e9f5d1b_0_1900"/>
          <p:cNvGrpSpPr/>
          <p:nvPr/>
        </p:nvGrpSpPr>
        <p:grpSpPr>
          <a:xfrm>
            <a:off x="5941746" y="1054485"/>
            <a:ext cx="4147720" cy="4749029"/>
            <a:chOff x="5329188" y="1014865"/>
            <a:chExt cx="4147720" cy="4749029"/>
          </a:xfrm>
        </p:grpSpPr>
        <p:grpSp>
          <p:nvGrpSpPr>
            <p:cNvPr id="4392" name="Google Shape;4392;g3f58e9f5d1b_0_1900"/>
            <p:cNvGrpSpPr/>
            <p:nvPr/>
          </p:nvGrpSpPr>
          <p:grpSpPr>
            <a:xfrm>
              <a:off x="5329188" y="1014865"/>
              <a:ext cx="4147720" cy="3894027"/>
              <a:chOff x="5329188" y="1014865"/>
              <a:chExt cx="4147720" cy="3894027"/>
            </a:xfrm>
          </p:grpSpPr>
          <p:sp>
            <p:nvSpPr>
              <p:cNvPr id="4393" name="Google Shape;4393;g3f58e9f5d1b_0_190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94" name="Google Shape;4394;g3f58e9f5d1b_0_190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395" name="Google Shape;4395;g3f58e9f5d1b_0_1900"/>
            <p:cNvGrpSpPr/>
            <p:nvPr/>
          </p:nvGrpSpPr>
          <p:grpSpPr>
            <a:xfrm>
              <a:off x="5474376" y="5044181"/>
              <a:ext cx="3724515" cy="719713"/>
              <a:chOff x="5474376" y="5044181"/>
              <a:chExt cx="3724515" cy="719713"/>
            </a:xfrm>
          </p:grpSpPr>
          <p:sp>
            <p:nvSpPr>
              <p:cNvPr id="4396" name="Google Shape;4396;g3f58e9f5d1b_0_190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397" name="Google Shape;4397;g3f58e9f5d1b_0_190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398" name="Google Shape;4398;g3f58e9f5d1b_0_1900"/>
            <p:cNvGrpSpPr/>
            <p:nvPr/>
          </p:nvGrpSpPr>
          <p:grpSpPr>
            <a:xfrm>
              <a:off x="6679374" y="3857046"/>
              <a:ext cx="1534214" cy="247727"/>
              <a:chOff x="6679374" y="3857046"/>
              <a:chExt cx="1534214" cy="247727"/>
            </a:xfrm>
          </p:grpSpPr>
          <p:sp>
            <p:nvSpPr>
              <p:cNvPr id="4399" name="Google Shape;4399;g3f58e9f5d1b_0_1900"/>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0" name="Google Shape;4400;g3f58e9f5d1b_0_1900"/>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1" name="Google Shape;4401;g3f58e9f5d1b_0_1900"/>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2" name="Google Shape;4402;g3f58e9f5d1b_0_1900"/>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3" name="Google Shape;4403;g3f58e9f5d1b_0_1900"/>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4" name="Google Shape;4404;g3f58e9f5d1b_0_1900"/>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5" name="Google Shape;4405;g3f58e9f5d1b_0_1900"/>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6" name="Google Shape;4406;g3f58e9f5d1b_0_1900"/>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7" name="Google Shape;4407;g3f58e9f5d1b_0_1900"/>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08" name="Google Shape;4408;g3f58e9f5d1b_0_1900"/>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409" name="Google Shape;4409;g3f58e9f5d1b_0_1900"/>
            <p:cNvGrpSpPr/>
            <p:nvPr/>
          </p:nvGrpSpPr>
          <p:grpSpPr>
            <a:xfrm>
              <a:off x="6150150" y="1372824"/>
              <a:ext cx="1654036" cy="1634647"/>
              <a:chOff x="6150150" y="1372824"/>
              <a:chExt cx="1654036" cy="1634647"/>
            </a:xfrm>
          </p:grpSpPr>
          <p:sp>
            <p:nvSpPr>
              <p:cNvPr id="4410" name="Google Shape;4410;g3f58e9f5d1b_0_1900"/>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1" name="Google Shape;4411;g3f58e9f5d1b_0_1900"/>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2" name="Google Shape;4412;g3f58e9f5d1b_0_1900"/>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3" name="Google Shape;4413;g3f58e9f5d1b_0_1900"/>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4" name="Google Shape;4414;g3f58e9f5d1b_0_1900"/>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415" name="Google Shape;4415;g3f58e9f5d1b_0_1900"/>
            <p:cNvGrpSpPr/>
            <p:nvPr/>
          </p:nvGrpSpPr>
          <p:grpSpPr>
            <a:xfrm>
              <a:off x="7567967" y="2334044"/>
              <a:ext cx="1372636" cy="1390272"/>
              <a:chOff x="7567967" y="2334044"/>
              <a:chExt cx="1372636" cy="1390272"/>
            </a:xfrm>
          </p:grpSpPr>
          <p:sp>
            <p:nvSpPr>
              <p:cNvPr id="4416" name="Google Shape;4416;g3f58e9f5d1b_0_1900"/>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7" name="Google Shape;4417;g3f58e9f5d1b_0_1900"/>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8" name="Google Shape;4418;g3f58e9f5d1b_0_1900"/>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19" name="Google Shape;4419;g3f58e9f5d1b_0_1900"/>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420" name="Google Shape;4420;g3f58e9f5d1b_0_1900"/>
            <p:cNvGrpSpPr/>
            <p:nvPr/>
          </p:nvGrpSpPr>
          <p:grpSpPr>
            <a:xfrm>
              <a:off x="5716757" y="2701775"/>
              <a:ext cx="2100989" cy="2869805"/>
              <a:chOff x="5716757" y="2701775"/>
              <a:chExt cx="2100989" cy="2869805"/>
            </a:xfrm>
          </p:grpSpPr>
          <p:sp>
            <p:nvSpPr>
              <p:cNvPr id="4421" name="Google Shape;4421;g3f58e9f5d1b_0_1900"/>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2" name="Google Shape;4422;g3f58e9f5d1b_0_1900"/>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3" name="Google Shape;4423;g3f58e9f5d1b_0_1900"/>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4" name="Google Shape;4424;g3f58e9f5d1b_0_1900"/>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5" name="Google Shape;4425;g3f58e9f5d1b_0_1900"/>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6" name="Google Shape;4426;g3f58e9f5d1b_0_1900"/>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7" name="Google Shape;4427;g3f58e9f5d1b_0_1900"/>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8" name="Google Shape;4428;g3f58e9f5d1b_0_1900"/>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29" name="Google Shape;4429;g3f58e9f5d1b_0_1900"/>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0" name="Google Shape;4430;g3f58e9f5d1b_0_1900"/>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1" name="Google Shape;4431;g3f58e9f5d1b_0_1900"/>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2" name="Google Shape;4432;g3f58e9f5d1b_0_1900"/>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3" name="Google Shape;4433;g3f58e9f5d1b_0_1900"/>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4" name="Google Shape;4434;g3f58e9f5d1b_0_1900"/>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5" name="Google Shape;4435;g3f58e9f5d1b_0_1900"/>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6" name="Google Shape;4436;g3f58e9f5d1b_0_1900"/>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7" name="Google Shape;4437;g3f58e9f5d1b_0_1900"/>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8" name="Google Shape;4438;g3f58e9f5d1b_0_1900"/>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39" name="Google Shape;4439;g3f58e9f5d1b_0_1900"/>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0" name="Google Shape;4440;g3f58e9f5d1b_0_1900"/>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1" name="Google Shape;4441;g3f58e9f5d1b_0_1900"/>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2" name="Google Shape;4442;g3f58e9f5d1b_0_1900"/>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3" name="Google Shape;4443;g3f58e9f5d1b_0_1900"/>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4" name="Google Shape;4444;g3f58e9f5d1b_0_1900"/>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5" name="Google Shape;4445;g3f58e9f5d1b_0_1900"/>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6" name="Google Shape;4446;g3f58e9f5d1b_0_1900"/>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47" name="Google Shape;4447;g3f58e9f5d1b_0_1900"/>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448" name="Google Shape;4448;g3f58e9f5d1b_0_1900"/>
              <p:cNvGrpSpPr/>
              <p:nvPr/>
            </p:nvGrpSpPr>
            <p:grpSpPr>
              <a:xfrm>
                <a:off x="5909424" y="3227297"/>
                <a:ext cx="721708" cy="913466"/>
                <a:chOff x="5909424" y="3227297"/>
                <a:chExt cx="721708" cy="913466"/>
              </a:xfrm>
            </p:grpSpPr>
            <p:sp>
              <p:nvSpPr>
                <p:cNvPr id="4449" name="Google Shape;4449;g3f58e9f5d1b_0_190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0" name="Google Shape;4450;g3f58e9f5d1b_0_190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451" name="Google Shape;4451;g3f58e9f5d1b_0_1900"/>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2" name="Google Shape;4452;g3f58e9f5d1b_0_1900"/>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3" name="Google Shape;4453;g3f58e9f5d1b_0_1900"/>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4" name="Google Shape;4454;g3f58e9f5d1b_0_1900"/>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455" name="Google Shape;4455;g3f58e9f5d1b_0_1900"/>
              <p:cNvGrpSpPr/>
              <p:nvPr/>
            </p:nvGrpSpPr>
            <p:grpSpPr>
              <a:xfrm>
                <a:off x="6175444" y="3103172"/>
                <a:ext cx="262591" cy="280323"/>
                <a:chOff x="6175444" y="3103172"/>
                <a:chExt cx="262591" cy="280323"/>
              </a:xfrm>
            </p:grpSpPr>
            <p:sp>
              <p:nvSpPr>
                <p:cNvPr id="4456" name="Google Shape;4456;g3f58e9f5d1b_0_190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7" name="Google Shape;4457;g3f58e9f5d1b_0_190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458" name="Google Shape;4458;g3f58e9f5d1b_0_1900"/>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59" name="Google Shape;4459;g3f58e9f5d1b_0_1900"/>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0" name="Google Shape;4460;g3f58e9f5d1b_0_1900"/>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1" name="Google Shape;4461;g3f58e9f5d1b_0_1900"/>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462" name="Google Shape;4462;g3f58e9f5d1b_0_1900"/>
              <p:cNvGrpSpPr/>
              <p:nvPr/>
            </p:nvGrpSpPr>
            <p:grpSpPr>
              <a:xfrm>
                <a:off x="6084245" y="2777613"/>
                <a:ext cx="361352" cy="401447"/>
                <a:chOff x="6084245" y="2777613"/>
                <a:chExt cx="361352" cy="401447"/>
              </a:xfrm>
            </p:grpSpPr>
            <p:sp>
              <p:nvSpPr>
                <p:cNvPr id="4463" name="Google Shape;4463;g3f58e9f5d1b_0_190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4" name="Google Shape;4464;g3f58e9f5d1b_0_190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465" name="Google Shape;4465;g3f58e9f5d1b_0_1900"/>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6" name="Google Shape;4466;g3f58e9f5d1b_0_1900"/>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7" name="Google Shape;4467;g3f58e9f5d1b_0_1900"/>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8" name="Google Shape;4468;g3f58e9f5d1b_0_1900"/>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69" name="Google Shape;4469;g3f58e9f5d1b_0_1900"/>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0" name="Google Shape;4470;g3f58e9f5d1b_0_1900"/>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1" name="Google Shape;4471;g3f58e9f5d1b_0_1900"/>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2" name="Google Shape;4472;g3f58e9f5d1b_0_1900"/>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3" name="Google Shape;4473;g3f58e9f5d1b_0_1900"/>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4" name="Google Shape;4474;g3f58e9f5d1b_0_1900"/>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5" name="Google Shape;4475;g3f58e9f5d1b_0_1900"/>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6" name="Google Shape;4476;g3f58e9f5d1b_0_1900"/>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7" name="Google Shape;4477;g3f58e9f5d1b_0_1900"/>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78" name="Google Shape;4478;g3f58e9f5d1b_0_1900"/>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479" name="Google Shape;4479;g3f58e9f5d1b_0_1900"/>
              <p:cNvGrpSpPr/>
              <p:nvPr/>
            </p:nvGrpSpPr>
            <p:grpSpPr>
              <a:xfrm>
                <a:off x="5914287" y="3433041"/>
                <a:ext cx="962877" cy="299634"/>
                <a:chOff x="5914287" y="3433041"/>
                <a:chExt cx="962877" cy="299634"/>
              </a:xfrm>
            </p:grpSpPr>
            <p:sp>
              <p:nvSpPr>
                <p:cNvPr id="4480" name="Google Shape;4480;g3f58e9f5d1b_0_190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1" name="Google Shape;4481;g3f58e9f5d1b_0_190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482" name="Google Shape;4482;g3f58e9f5d1b_0_1900"/>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3" name="Google Shape;4483;g3f58e9f5d1b_0_1900"/>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4" name="Google Shape;4484;g3f58e9f5d1b_0_1900"/>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5" name="Google Shape;4485;g3f58e9f5d1b_0_1900"/>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6" name="Google Shape;4486;g3f58e9f5d1b_0_1900"/>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7" name="Google Shape;4487;g3f58e9f5d1b_0_1900"/>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8" name="Google Shape;4488;g3f58e9f5d1b_0_1900"/>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89" name="Google Shape;4489;g3f58e9f5d1b_0_1900"/>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0" name="Google Shape;4490;g3f58e9f5d1b_0_1900"/>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1" name="Google Shape;4491;g3f58e9f5d1b_0_1900"/>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2" name="Google Shape;4492;g3f58e9f5d1b_0_1900"/>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3" name="Google Shape;4493;g3f58e9f5d1b_0_1900"/>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4" name="Google Shape;4494;g3f58e9f5d1b_0_1900"/>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5" name="Google Shape;4495;g3f58e9f5d1b_0_1900"/>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496" name="Google Shape;4496;g3f58e9f5d1b_0_1900"/>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4497" name="Google Shape;4497;g3f58e9f5d1b_0_190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4498" name="Shape 4498"/>
        <p:cNvGrpSpPr/>
        <p:nvPr/>
      </p:nvGrpSpPr>
      <p:grpSpPr>
        <a:xfrm>
          <a:off x="0" y="0"/>
          <a:ext cx="0" cy="0"/>
          <a:chOff x="0" y="0"/>
          <a:chExt cx="0" cy="0"/>
        </a:xfrm>
      </p:grpSpPr>
      <p:pic>
        <p:nvPicPr>
          <p:cNvPr id="4499" name="Google Shape;4499;g3f58e9f5d1b_0_2017"/>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4500" name="Google Shape;4500;g3f58e9f5d1b_0_2017"/>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4501" name="Shape 4501"/>
        <p:cNvGrpSpPr/>
        <p:nvPr/>
      </p:nvGrpSpPr>
      <p:grpSpPr>
        <a:xfrm>
          <a:off x="0" y="0"/>
          <a:ext cx="0" cy="0"/>
          <a:chOff x="0" y="0"/>
          <a:chExt cx="0" cy="0"/>
        </a:xfrm>
      </p:grpSpPr>
      <p:sp>
        <p:nvSpPr>
          <p:cNvPr id="4502" name="Google Shape;4502;g3f58e9f5d1b_0_2020"/>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4503" name="Shape 4503"/>
        <p:cNvGrpSpPr/>
        <p:nvPr/>
      </p:nvGrpSpPr>
      <p:grpSpPr>
        <a:xfrm>
          <a:off x="0" y="0"/>
          <a:ext cx="0" cy="0"/>
          <a:chOff x="0" y="0"/>
          <a:chExt cx="0" cy="0"/>
        </a:xfrm>
      </p:grpSpPr>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_1">
    <p:spTree>
      <p:nvGrpSpPr>
        <p:cNvPr id="4504" name="Shape 4504"/>
        <p:cNvGrpSpPr/>
        <p:nvPr/>
      </p:nvGrpSpPr>
      <p:grpSpPr>
        <a:xfrm>
          <a:off x="0" y="0"/>
          <a:ext cx="0" cy="0"/>
          <a:chOff x="0" y="0"/>
          <a:chExt cx="0" cy="0"/>
        </a:xfrm>
      </p:grpSpPr>
      <p:sp>
        <p:nvSpPr>
          <p:cNvPr id="4505" name="Google Shape;4505;g3f58e9f5d1b_0_2023"/>
          <p:cNvSpPr txBox="1"/>
          <p:nvPr/>
        </p:nvSpPr>
        <p:spPr>
          <a:xfrm>
            <a:off x="794875" y="295743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BREAK</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ation Complete">
  <p:cSld name="Exploration Complete">
    <p:spTree>
      <p:nvGrpSpPr>
        <p:cNvPr id="4506" name="Shape 4506"/>
        <p:cNvGrpSpPr/>
        <p:nvPr/>
      </p:nvGrpSpPr>
      <p:grpSpPr>
        <a:xfrm>
          <a:off x="0" y="0"/>
          <a:ext cx="0" cy="0"/>
          <a:chOff x="0" y="0"/>
          <a:chExt cx="0" cy="0"/>
        </a:xfrm>
      </p:grpSpPr>
      <p:sp>
        <p:nvSpPr>
          <p:cNvPr id="4507" name="Google Shape;4507;g3f58e9f5d1b_0_2025"/>
          <p:cNvSpPr txBox="1"/>
          <p:nvPr/>
        </p:nvSpPr>
        <p:spPr>
          <a:xfrm>
            <a:off x="3159315" y="3914214"/>
            <a:ext cx="58731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chemeClr val="dk1"/>
                </a:solidFill>
                <a:latin typeface="Arial"/>
                <a:ea typeface="Arial"/>
                <a:cs typeface="Arial"/>
                <a:sym typeface="Arial"/>
              </a:rPr>
              <a:t>completed</a:t>
            </a:r>
            <a:endParaRPr b="0" i="0" sz="6000" u="none" cap="none" strike="noStrike">
              <a:solidFill>
                <a:schemeClr val="dk1"/>
              </a:solidFill>
              <a:latin typeface="Arial"/>
              <a:ea typeface="Arial"/>
              <a:cs typeface="Arial"/>
              <a:sym typeface="Arial"/>
            </a:endParaRPr>
          </a:p>
        </p:txBody>
      </p:sp>
      <p:sp>
        <p:nvSpPr>
          <p:cNvPr id="4508" name="Google Shape;4508;g3f58e9f5d1b_0_2025"/>
          <p:cNvSpPr txBox="1"/>
          <p:nvPr/>
        </p:nvSpPr>
        <p:spPr>
          <a:xfrm>
            <a:off x="2698800" y="1743190"/>
            <a:ext cx="67944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r>
              <a:rPr b="1" i="0" lang="en-US" sz="11500" u="none" cap="none" strike="noStrike">
                <a:solidFill>
                  <a:schemeClr val="dk1"/>
                </a:solidFill>
                <a:latin typeface="Arial"/>
                <a:ea typeface="Arial"/>
                <a:cs typeface="Arial"/>
                <a:sym typeface="Arial"/>
              </a:rPr>
              <a:t>o</a:t>
            </a:r>
            <a:r>
              <a:rPr b="1" i="0" lang="en-US" sz="6600" u="none" cap="none" strike="noStrike">
                <a:solidFill>
                  <a:schemeClr val="dk1"/>
                </a:solidFill>
                <a:latin typeface="Arial"/>
                <a:ea typeface="Arial"/>
                <a:cs typeface="Arial"/>
                <a:sym typeface="Arial"/>
              </a:rPr>
              <a:t>ration</a:t>
            </a:r>
            <a:endParaRPr b="0" i="0" sz="5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500"/>
                                  </p:stCondLst>
                                  <p:childTnLst>
                                    <p:animEffect filter="fade" transition="out">
                                      <p:cBhvr>
                                        <p:cTn dur="1000"/>
                                        <p:tgtEl>
                                          <p:spTgt spid="4508"/>
                                        </p:tgtEl>
                                      </p:cBhvr>
                                    </p:animEffect>
                                    <p:set>
                                      <p:cBhvr>
                                        <p:cTn dur="1" fill="hold">
                                          <p:stCondLst>
                                            <p:cond delay="1000"/>
                                          </p:stCondLst>
                                        </p:cTn>
                                        <p:tgtEl>
                                          <p:spTgt spid="45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507"/>
                                        </p:tgtEl>
                                      </p:cBhvr>
                                    </p:animEffect>
                                    <p:set>
                                      <p:cBhvr>
                                        <p:cTn dur="1" fill="hold">
                                          <p:stCondLst>
                                            <p:cond delay="500"/>
                                          </p:stCondLst>
                                        </p:cTn>
                                        <p:tgtEl>
                                          <p:spTgt spid="45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cription_Make">
  <p:cSld name="Description_Make">
    <p:spTree>
      <p:nvGrpSpPr>
        <p:cNvPr id="4509" name="Shape 4509"/>
        <p:cNvGrpSpPr/>
        <p:nvPr/>
      </p:nvGrpSpPr>
      <p:grpSpPr>
        <a:xfrm>
          <a:off x="0" y="0"/>
          <a:ext cx="0" cy="0"/>
          <a:chOff x="0" y="0"/>
          <a:chExt cx="0" cy="0"/>
        </a:xfrm>
      </p:grpSpPr>
      <p:sp>
        <p:nvSpPr>
          <p:cNvPr id="4510" name="Google Shape;4510;g3f58e9f5d1b_0_2028"/>
          <p:cNvSpPr/>
          <p:nvPr>
            <p:ph idx="2" type="pic"/>
          </p:nvPr>
        </p:nvSpPr>
        <p:spPr>
          <a:xfrm>
            <a:off x="5070753" y="622807"/>
            <a:ext cx="6214800" cy="3464700"/>
          </a:xfrm>
          <a:prstGeom prst="roundRect">
            <a:avLst>
              <a:gd fmla="val 12486" name="adj"/>
            </a:avLst>
          </a:prstGeom>
          <a:noFill/>
          <a:ln>
            <a:noFill/>
          </a:ln>
          <a:effectLst>
            <a:reflection blurRad="0" dir="0" dist="0" endA="300" endPos="55000" fadeDir="5400012" kx="0" rotWithShape="0" algn="bl" stA="50000" stPos="0" sy="-100000" ky="0"/>
          </a:effectLst>
        </p:spPr>
      </p:sp>
      <p:sp>
        <p:nvSpPr>
          <p:cNvPr id="4511" name="Google Shape;4511;g3f58e9f5d1b_0_2028"/>
          <p:cNvSpPr/>
          <p:nvPr/>
        </p:nvSpPr>
        <p:spPr>
          <a:xfrm>
            <a:off x="981893" y="791712"/>
            <a:ext cx="2770200" cy="25977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512" name="Google Shape;4512;g3f58e9f5d1b_0_2028"/>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sp>
        <p:nvSpPr>
          <p:cNvPr id="4513" name="Google Shape;4513;g3f58e9f5d1b_0_2028"/>
          <p:cNvSpPr txBox="1"/>
          <p:nvPr/>
        </p:nvSpPr>
        <p:spPr>
          <a:xfrm>
            <a:off x="451412" y="688300"/>
            <a:ext cx="22143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300" u="none" cap="none" strike="noStrike">
                <a:solidFill>
                  <a:srgbClr val="3F3F3F"/>
                </a:solidFill>
                <a:latin typeface="Arial"/>
                <a:ea typeface="Arial"/>
                <a:cs typeface="Arial"/>
                <a:sym typeface="Arial"/>
              </a:rPr>
              <a:t>Description</a:t>
            </a:r>
            <a:endParaRPr b="0" i="0" sz="900" u="none" cap="none" strike="noStrike">
              <a:solidFill>
                <a:srgbClr val="000000"/>
              </a:solidFill>
              <a:latin typeface="Arial"/>
              <a:ea typeface="Arial"/>
              <a:cs typeface="Arial"/>
              <a:sym typeface="Arial"/>
            </a:endParaRPr>
          </a:p>
        </p:txBody>
      </p:sp>
      <p:sp>
        <p:nvSpPr>
          <p:cNvPr id="4514" name="Google Shape;4514;g3f58e9f5d1b_0_2028"/>
          <p:cNvSpPr txBox="1"/>
          <p:nvPr>
            <p:ph idx="1" type="body"/>
          </p:nvPr>
        </p:nvSpPr>
        <p:spPr>
          <a:xfrm>
            <a:off x="1011725" y="1325265"/>
            <a:ext cx="2698200" cy="18111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515" name="Google Shape;4515;g3f58e9f5d1b_0_2028"/>
          <p:cNvPicPr preferRelativeResize="0"/>
          <p:nvPr/>
        </p:nvPicPr>
        <p:blipFill rotWithShape="1">
          <a:blip r:embed="rId3">
            <a:alphaModFix/>
          </a:blip>
          <a:srcRect b="0" l="0" r="0" t="0"/>
          <a:stretch/>
        </p:blipFill>
        <p:spPr>
          <a:xfrm>
            <a:off x="1543050" y="4368647"/>
            <a:ext cx="9105900" cy="1826834"/>
          </a:xfrm>
          <a:prstGeom prst="rect">
            <a:avLst/>
          </a:prstGeom>
          <a:noFill/>
          <a:ln>
            <a:noFill/>
          </a:ln>
        </p:spPr>
      </p:pic>
    </p:spTree>
  </p:cSld>
  <p:clrMapOvr>
    <a:masterClrMapping/>
  </p:clrMapOvr>
  <p:transition spd="slow">
    <p:push/>
  </p:transition>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Completed">
  <p:cSld name="Mission Completed">
    <p:spTree>
      <p:nvGrpSpPr>
        <p:cNvPr id="4516" name="Shape 4516"/>
        <p:cNvGrpSpPr/>
        <p:nvPr/>
      </p:nvGrpSpPr>
      <p:grpSpPr>
        <a:xfrm>
          <a:off x="0" y="0"/>
          <a:ext cx="0" cy="0"/>
          <a:chOff x="0" y="0"/>
          <a:chExt cx="0" cy="0"/>
        </a:xfrm>
      </p:grpSpPr>
      <p:sp>
        <p:nvSpPr>
          <p:cNvPr id="4517" name="Google Shape;4517;g3f58e9f5d1b_0_2035"/>
          <p:cNvSpPr txBox="1"/>
          <p:nvPr/>
        </p:nvSpPr>
        <p:spPr>
          <a:xfrm>
            <a:off x="3947250" y="1637492"/>
            <a:ext cx="4297500" cy="212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262626"/>
                </a:solidFill>
                <a:latin typeface="Arial"/>
                <a:ea typeface="Arial"/>
                <a:cs typeface="Arial"/>
                <a:sym typeface="Arial"/>
              </a:rPr>
              <a:t>Mission completed</a:t>
            </a:r>
            <a:endParaRPr b="0" i="0" sz="1400" u="none" cap="none" strike="noStrike">
              <a:solidFill>
                <a:srgbClr val="000000"/>
              </a:solidFill>
              <a:latin typeface="Arial"/>
              <a:ea typeface="Arial"/>
              <a:cs typeface="Arial"/>
              <a:sym typeface="Arial"/>
            </a:endParaRPr>
          </a:p>
        </p:txBody>
      </p:sp>
      <p:sp>
        <p:nvSpPr>
          <p:cNvPr id="4518" name="Google Shape;4518;g3f58e9f5d1b_0_2035"/>
          <p:cNvSpPr/>
          <p:nvPr/>
        </p:nvSpPr>
        <p:spPr>
          <a:xfrm>
            <a:off x="1554299" y="4741890"/>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rgbClr val="F9CC12"/>
          </a:solidFill>
          <a:ln cap="rnd" cmpd="sng" w="19050">
            <a:solidFill>
              <a:srgbClr val="FBAB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19" name="Google Shape;4519;g3f58e9f5d1b_0_2035"/>
          <p:cNvSpPr/>
          <p:nvPr/>
        </p:nvSpPr>
        <p:spPr>
          <a:xfrm>
            <a:off x="1554299" y="4754173"/>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chemeClr val="accent2"/>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7">
                                            <p:txEl>
                                              <p:pRg end="0" st="0"/>
                                            </p:txEl>
                                          </p:spTgt>
                                        </p:tgtEl>
                                        <p:attrNameLst>
                                          <p:attrName>style.visibility</p:attrName>
                                        </p:attrNameLst>
                                      </p:cBhvr>
                                      <p:to>
                                        <p:strVal val="visible"/>
                                      </p:to>
                                    </p:set>
                                    <p:animEffect filter="fade" transition="in">
                                      <p:cBhvr>
                                        <p:cTn dur="227"/>
                                        <p:tgtEl>
                                          <p:spTgt spid="451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18"/>
                                        </p:tgtEl>
                                        <p:attrNameLst>
                                          <p:attrName>style.visibility</p:attrName>
                                        </p:attrNameLst>
                                      </p:cBhvr>
                                      <p:to>
                                        <p:strVal val="visible"/>
                                      </p:to>
                                    </p:set>
                                    <p:animEffect filter="fade" transition="in">
                                      <p:cBhvr>
                                        <p:cTn dur="1000"/>
                                        <p:tgtEl>
                                          <p:spTgt spid="4518"/>
                                        </p:tgtEl>
                                      </p:cBhvr>
                                    </p:animEffect>
                                  </p:childTnLst>
                                </p:cTn>
                              </p:par>
                            </p:childTnLst>
                          </p:cTn>
                        </p:par>
                        <p:par>
                          <p:cTn fill="hold">
                            <p:stCondLst>
                              <p:cond delay="1000"/>
                            </p:stCondLst>
                            <p:childTnLst>
                              <p:par>
                                <p:cTn fill="hold" nodeType="afterEffect" presetClass="exit" presetID="10" presetSubtype="0">
                                  <p:stCondLst>
                                    <p:cond delay="250"/>
                                  </p:stCondLst>
                                  <p:childTnLst>
                                    <p:animEffect filter="fade" transition="out">
                                      <p:cBhvr>
                                        <p:cTn dur="2000"/>
                                        <p:tgtEl>
                                          <p:spTgt spid="4517">
                                            <p:txEl>
                                              <p:pRg end="0" st="0"/>
                                            </p:txEl>
                                          </p:spTgt>
                                        </p:tgtEl>
                                      </p:cBhvr>
                                    </p:animEffect>
                                    <p:set>
                                      <p:cBhvr>
                                        <p:cTn dur="1" fill="hold">
                                          <p:stCondLst>
                                            <p:cond delay="2000"/>
                                          </p:stCondLst>
                                        </p:cTn>
                                        <p:tgtEl>
                                          <p:spTgt spid="4517">
                                            <p:txEl>
                                              <p:pRg end="0" st="0"/>
                                            </p:txEl>
                                          </p:spTgt>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4518"/>
                                        </p:tgtEl>
                                      </p:cBhvr>
                                    </p:animEffect>
                                    <p:set>
                                      <p:cBhvr>
                                        <p:cTn dur="1" fill="hold">
                                          <p:stCondLst>
                                            <p:cond delay="1000"/>
                                          </p:stCondLst>
                                        </p:cTn>
                                        <p:tgtEl>
                                          <p:spTgt spid="4518"/>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4519"/>
                                        </p:tgtEl>
                                      </p:cBhvr>
                                    </p:animEffect>
                                    <p:set>
                                      <p:cBhvr>
                                        <p:cTn dur="1" fill="hold">
                                          <p:stCondLst>
                                            <p:cond delay="1000"/>
                                          </p:stCondLst>
                                        </p:cTn>
                                        <p:tgtEl>
                                          <p:spTgt spid="45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SECTION">
  <p:cSld name="Q&amp;A SECTION">
    <p:spTree>
      <p:nvGrpSpPr>
        <p:cNvPr id="4520" name="Shape 4520"/>
        <p:cNvGrpSpPr/>
        <p:nvPr/>
      </p:nvGrpSpPr>
      <p:grpSpPr>
        <a:xfrm>
          <a:off x="0" y="0"/>
          <a:ext cx="0" cy="0"/>
          <a:chOff x="0" y="0"/>
          <a:chExt cx="0" cy="0"/>
        </a:xfrm>
      </p:grpSpPr>
      <p:grpSp>
        <p:nvGrpSpPr>
          <p:cNvPr id="4521" name="Google Shape;4521;g3f58e9f5d1b_0_2039"/>
          <p:cNvGrpSpPr/>
          <p:nvPr/>
        </p:nvGrpSpPr>
        <p:grpSpPr>
          <a:xfrm>
            <a:off x="-86305" y="232839"/>
            <a:ext cx="2794159" cy="390024"/>
            <a:chOff x="948349" y="814223"/>
            <a:chExt cx="2794159" cy="390024"/>
          </a:xfrm>
        </p:grpSpPr>
        <p:sp>
          <p:nvSpPr>
            <p:cNvPr id="4522" name="Google Shape;4522;g3f58e9f5d1b_0_2039"/>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23" name="Google Shape;4523;g3f58e9f5d1b_0_2039"/>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524" name="Google Shape;4524;g3f58e9f5d1b_0_2039"/>
          <p:cNvGrpSpPr/>
          <p:nvPr/>
        </p:nvGrpSpPr>
        <p:grpSpPr>
          <a:xfrm flipH="1" rot="10800000">
            <a:off x="-86305" y="1933581"/>
            <a:ext cx="2794159" cy="390024"/>
            <a:chOff x="948349" y="814223"/>
            <a:chExt cx="2794159" cy="390024"/>
          </a:xfrm>
        </p:grpSpPr>
        <p:sp>
          <p:nvSpPr>
            <p:cNvPr id="4525" name="Google Shape;4525;g3f58e9f5d1b_0_2039"/>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26" name="Google Shape;4526;g3f58e9f5d1b_0_2039"/>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527" name="Google Shape;4527;g3f58e9f5d1b_0_2039"/>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28" name="Google Shape;4528;g3f58e9f5d1b_0_2039"/>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29" name="Google Shape;4529;g3f58e9f5d1b_0_2039"/>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30" name="Google Shape;4530;g3f58e9f5d1b_0_2039"/>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31" name="Google Shape;4531;g3f58e9f5d1b_0_2039"/>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32" name="Google Shape;4532;g3f58e9f5d1b_0_2039"/>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33" name="Google Shape;4533;g3f58e9f5d1b_0_2039"/>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chemeClr val="accent1"/>
                </a:solidFill>
                <a:latin typeface="Kdam Thmor Pro"/>
                <a:ea typeface="Kdam Thmor Pro"/>
                <a:cs typeface="Kdam Thmor Pro"/>
                <a:sym typeface="Kdam Thmor Pro"/>
              </a:rPr>
              <a:t>Q &amp; A</a:t>
            </a:r>
            <a:endParaRPr b="0" i="0" sz="14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21"/>
                                        </p:tgtEl>
                                        <p:attrNameLst>
                                          <p:attrName>style.visibility</p:attrName>
                                        </p:attrNameLst>
                                      </p:cBhvr>
                                      <p:to>
                                        <p:strVal val="visible"/>
                                      </p:to>
                                    </p:set>
                                    <p:animEffect filter="fade" transition="in">
                                      <p:cBhvr>
                                        <p:cTn dur="500"/>
                                        <p:tgtEl>
                                          <p:spTgt spid="4521"/>
                                        </p:tgtEl>
                                      </p:cBhvr>
                                    </p:animEffect>
                                  </p:childTnLst>
                                </p:cTn>
                              </p:par>
                              <p:par>
                                <p:cTn fill="hold" nodeType="withEffect" presetClass="entr" presetID="10" presetSubtype="0">
                                  <p:stCondLst>
                                    <p:cond delay="0"/>
                                  </p:stCondLst>
                                  <p:childTnLst>
                                    <p:set>
                                      <p:cBhvr>
                                        <p:cTn dur="1" fill="hold">
                                          <p:stCondLst>
                                            <p:cond delay="0"/>
                                          </p:stCondLst>
                                        </p:cTn>
                                        <p:tgtEl>
                                          <p:spTgt spid="4524"/>
                                        </p:tgtEl>
                                        <p:attrNameLst>
                                          <p:attrName>style.visibility</p:attrName>
                                        </p:attrNameLst>
                                      </p:cBhvr>
                                      <p:to>
                                        <p:strVal val="visible"/>
                                      </p:to>
                                    </p:set>
                                    <p:animEffect filter="fade" transition="in">
                                      <p:cBhvr>
                                        <p:cTn dur="500"/>
                                        <p:tgtEl>
                                          <p:spTgt spid="4524"/>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4533"/>
                                        </p:tgtEl>
                                        <p:attrNameLst>
                                          <p:attrName>style.visibility</p:attrName>
                                        </p:attrNameLst>
                                      </p:cBhvr>
                                      <p:to>
                                        <p:strVal val="visible"/>
                                      </p:to>
                                    </p:set>
                                    <p:anim calcmode="lin" valueType="num">
                                      <p:cBhvr additive="base">
                                        <p:cTn dur="500"/>
                                        <p:tgtEl>
                                          <p:spTgt spid="453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p:cSld name="Q&amp;A+HIELP BUTTON">
    <p:spTree>
      <p:nvGrpSpPr>
        <p:cNvPr id="4534" name="Shape 4534"/>
        <p:cNvGrpSpPr/>
        <p:nvPr/>
      </p:nvGrpSpPr>
      <p:grpSpPr>
        <a:xfrm>
          <a:off x="0" y="0"/>
          <a:ext cx="0" cy="0"/>
          <a:chOff x="0" y="0"/>
          <a:chExt cx="0" cy="0"/>
        </a:xfrm>
      </p:grpSpPr>
      <p:sp>
        <p:nvSpPr>
          <p:cNvPr id="4535" name="Google Shape;4535;g3f58e9f5d1b_0_2053"/>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536" name="Google Shape;4536;g3f58e9f5d1b_0_2053"/>
          <p:cNvGrpSpPr/>
          <p:nvPr/>
        </p:nvGrpSpPr>
        <p:grpSpPr>
          <a:xfrm>
            <a:off x="-86314" y="851932"/>
            <a:ext cx="324402" cy="390024"/>
            <a:chOff x="948349" y="814223"/>
            <a:chExt cx="2794159" cy="390024"/>
          </a:xfrm>
        </p:grpSpPr>
        <p:sp>
          <p:nvSpPr>
            <p:cNvPr id="4537" name="Google Shape;4537;g3f58e9f5d1b_0_2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38" name="Google Shape;4538;g3f58e9f5d1b_0_2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539" name="Google Shape;4539;g3f58e9f5d1b_0_2053"/>
          <p:cNvGrpSpPr/>
          <p:nvPr/>
        </p:nvGrpSpPr>
        <p:grpSpPr>
          <a:xfrm flipH="1" rot="10800000">
            <a:off x="-86314" y="2415356"/>
            <a:ext cx="324402" cy="390024"/>
            <a:chOff x="948349" y="814223"/>
            <a:chExt cx="2794159" cy="390024"/>
          </a:xfrm>
        </p:grpSpPr>
        <p:sp>
          <p:nvSpPr>
            <p:cNvPr id="4540" name="Google Shape;4540;g3f58e9f5d1b_0_2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1" name="Google Shape;4541;g3f58e9f5d1b_0_2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542" name="Google Shape;4542;g3f58e9f5d1b_0_2053"/>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3" name="Google Shape;4543;g3f58e9f5d1b_0_2053"/>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4" name="Google Shape;4544;g3f58e9f5d1b_0_2053"/>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5" name="Google Shape;4545;g3f58e9f5d1b_0_2053"/>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6" name="Google Shape;4546;g3f58e9f5d1b_0_2053"/>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547" name="Google Shape;4547;g3f58e9f5d1b_0_2053"/>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548" name="Google Shape;4548;g3f58e9f5d1b_0_2053"/>
          <p:cNvGrpSpPr/>
          <p:nvPr/>
        </p:nvGrpSpPr>
        <p:grpSpPr>
          <a:xfrm>
            <a:off x="976070" y="2631155"/>
            <a:ext cx="256344" cy="68100"/>
            <a:chOff x="781167" y="5925573"/>
            <a:chExt cx="256344" cy="68100"/>
          </a:xfrm>
        </p:grpSpPr>
        <p:sp>
          <p:nvSpPr>
            <p:cNvPr id="4549" name="Google Shape;4549;g3f58e9f5d1b_0_2053"/>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550" name="Google Shape;4550;g3f58e9f5d1b_0_2053"/>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551" name="Google Shape;4551;g3f58e9f5d1b_0_2053"/>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552" name="Google Shape;4552;g3f58e9f5d1b_0_2053"/>
          <p:cNvSpPr txBox="1"/>
          <p:nvPr>
            <p:ph idx="2"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553" name="Google Shape;4553;g3f58e9f5d1b_0_2053"/>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8"/>
                                        </p:tgtEl>
                                        <p:attrNameLst>
                                          <p:attrName>style.visibility</p:attrName>
                                        </p:attrNameLst>
                                      </p:cBhvr>
                                      <p:to>
                                        <p:strVal val="visible"/>
                                      </p:to>
                                    </p:set>
                                    <p:animEffect filter="fade" transition="in">
                                      <p:cBhvr>
                                        <p:cTn dur="500"/>
                                        <p:tgtEl>
                                          <p:spTgt spid="4548"/>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0" st="0"/>
                                            </p:txEl>
                                          </p:spTgt>
                                        </p:tgtEl>
                                        <p:attrNameLst>
                                          <p:attrName>style.visibility</p:attrName>
                                        </p:attrNameLst>
                                      </p:cBhvr>
                                      <p:to>
                                        <p:strVal val="visible"/>
                                      </p:to>
                                    </p:set>
                                    <p:animEffect filter="fade" transition="in">
                                      <p:cBhvr>
                                        <p:cTn dur="500"/>
                                        <p:tgtEl>
                                          <p:spTgt spid="455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1" st="1"/>
                                            </p:txEl>
                                          </p:spTgt>
                                        </p:tgtEl>
                                        <p:attrNameLst>
                                          <p:attrName>style.visibility</p:attrName>
                                        </p:attrNameLst>
                                      </p:cBhvr>
                                      <p:to>
                                        <p:strVal val="visible"/>
                                      </p:to>
                                    </p:set>
                                    <p:animEffect filter="fade" transition="in">
                                      <p:cBhvr>
                                        <p:cTn dur="500"/>
                                        <p:tgtEl>
                                          <p:spTgt spid="455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2" st="2"/>
                                            </p:txEl>
                                          </p:spTgt>
                                        </p:tgtEl>
                                        <p:attrNameLst>
                                          <p:attrName>style.visibility</p:attrName>
                                        </p:attrNameLst>
                                      </p:cBhvr>
                                      <p:to>
                                        <p:strVal val="visible"/>
                                      </p:to>
                                    </p:set>
                                    <p:animEffect filter="fade" transition="in">
                                      <p:cBhvr>
                                        <p:cTn dur="500"/>
                                        <p:tgtEl>
                                          <p:spTgt spid="455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3" st="3"/>
                                            </p:txEl>
                                          </p:spTgt>
                                        </p:tgtEl>
                                        <p:attrNameLst>
                                          <p:attrName>style.visibility</p:attrName>
                                        </p:attrNameLst>
                                      </p:cBhvr>
                                      <p:to>
                                        <p:strVal val="visible"/>
                                      </p:to>
                                    </p:set>
                                    <p:animEffect filter="fade" transition="in">
                                      <p:cBhvr>
                                        <p:cTn dur="500"/>
                                        <p:tgtEl>
                                          <p:spTgt spid="455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4" st="4"/>
                                            </p:txEl>
                                          </p:spTgt>
                                        </p:tgtEl>
                                        <p:attrNameLst>
                                          <p:attrName>style.visibility</p:attrName>
                                        </p:attrNameLst>
                                      </p:cBhvr>
                                      <p:to>
                                        <p:strVal val="visible"/>
                                      </p:to>
                                    </p:set>
                                    <p:animEffect filter="fade" transition="in">
                                      <p:cBhvr>
                                        <p:cTn dur="500"/>
                                        <p:tgtEl>
                                          <p:spTgt spid="455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5" st="5"/>
                                            </p:txEl>
                                          </p:spTgt>
                                        </p:tgtEl>
                                        <p:attrNameLst>
                                          <p:attrName>style.visibility</p:attrName>
                                        </p:attrNameLst>
                                      </p:cBhvr>
                                      <p:to>
                                        <p:strVal val="visible"/>
                                      </p:to>
                                    </p:set>
                                    <p:animEffect filter="fade" transition="in">
                                      <p:cBhvr>
                                        <p:cTn dur="500"/>
                                        <p:tgtEl>
                                          <p:spTgt spid="455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6" st="6"/>
                                            </p:txEl>
                                          </p:spTgt>
                                        </p:tgtEl>
                                        <p:attrNameLst>
                                          <p:attrName>style.visibility</p:attrName>
                                        </p:attrNameLst>
                                      </p:cBhvr>
                                      <p:to>
                                        <p:strVal val="visible"/>
                                      </p:to>
                                    </p:set>
                                    <p:animEffect filter="fade" transition="in">
                                      <p:cBhvr>
                                        <p:cTn dur="500"/>
                                        <p:tgtEl>
                                          <p:spTgt spid="4552">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7" st="7"/>
                                            </p:txEl>
                                          </p:spTgt>
                                        </p:tgtEl>
                                        <p:attrNameLst>
                                          <p:attrName>style.visibility</p:attrName>
                                        </p:attrNameLst>
                                      </p:cBhvr>
                                      <p:to>
                                        <p:strVal val="visible"/>
                                      </p:to>
                                    </p:set>
                                    <p:animEffect filter="fade" transition="in">
                                      <p:cBhvr>
                                        <p:cTn dur="500"/>
                                        <p:tgtEl>
                                          <p:spTgt spid="4552">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552">
                                            <p:txEl>
                                              <p:pRg end="8" st="8"/>
                                            </p:txEl>
                                          </p:spTgt>
                                        </p:tgtEl>
                                        <p:attrNameLst>
                                          <p:attrName>style.visibility</p:attrName>
                                        </p:attrNameLst>
                                      </p:cBhvr>
                                      <p:to>
                                        <p:strVal val="visible"/>
                                      </p:to>
                                    </p:set>
                                    <p:animEffect filter="fade" transition="in">
                                      <p:cBhvr>
                                        <p:cTn dur="500"/>
                                        <p:tgtEl>
                                          <p:spTgt spid="455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_section">
  <p:cSld name="Task_section">
    <p:spTree>
      <p:nvGrpSpPr>
        <p:cNvPr id="4554" name="Shape 4554"/>
        <p:cNvGrpSpPr/>
        <p:nvPr/>
      </p:nvGrpSpPr>
      <p:grpSpPr>
        <a:xfrm>
          <a:off x="0" y="0"/>
          <a:ext cx="0" cy="0"/>
          <a:chOff x="0" y="0"/>
          <a:chExt cx="0" cy="0"/>
        </a:xfrm>
      </p:grpSpPr>
      <p:pic>
        <p:nvPicPr>
          <p:cNvPr id="4555" name="Google Shape;4555;g3f58e9f5d1b_0_2073"/>
          <p:cNvPicPr preferRelativeResize="0"/>
          <p:nvPr/>
        </p:nvPicPr>
        <p:blipFill rotWithShape="1">
          <a:blip r:embed="rId2">
            <a:alphaModFix/>
          </a:blip>
          <a:srcRect b="0" l="0" r="0" t="0"/>
          <a:stretch/>
        </p:blipFill>
        <p:spPr>
          <a:xfrm>
            <a:off x="1543050" y="4290897"/>
            <a:ext cx="9105900" cy="1826834"/>
          </a:xfrm>
          <a:prstGeom prst="rect">
            <a:avLst/>
          </a:prstGeom>
          <a:noFill/>
          <a:ln>
            <a:noFill/>
          </a:ln>
        </p:spPr>
      </p:pic>
      <p:pic>
        <p:nvPicPr>
          <p:cNvPr id="4556" name="Google Shape;4556;g3f58e9f5d1b_0_2073"/>
          <p:cNvPicPr preferRelativeResize="0"/>
          <p:nvPr/>
        </p:nvPicPr>
        <p:blipFill rotWithShape="1">
          <a:blip r:embed="rId3">
            <a:alphaModFix/>
          </a:blip>
          <a:srcRect b="0" l="0" r="0" t="0"/>
          <a:stretch/>
        </p:blipFill>
        <p:spPr>
          <a:xfrm>
            <a:off x="835721" y="412824"/>
            <a:ext cx="2304016" cy="834212"/>
          </a:xfrm>
          <a:prstGeom prst="rect">
            <a:avLst/>
          </a:prstGeom>
          <a:noFill/>
          <a:ln>
            <a:noFill/>
          </a:ln>
        </p:spPr>
      </p:pic>
      <p:sp>
        <p:nvSpPr>
          <p:cNvPr id="4557" name="Google Shape;4557;g3f58e9f5d1b_0_2073"/>
          <p:cNvSpPr txBox="1"/>
          <p:nvPr/>
        </p:nvSpPr>
        <p:spPr>
          <a:xfrm>
            <a:off x="987675" y="536325"/>
            <a:ext cx="2000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0" lang="en-US" sz="2400" u="none" cap="none" strike="noStrike">
                <a:solidFill>
                  <a:srgbClr val="3F3F3F"/>
                </a:solidFill>
                <a:latin typeface="Arial"/>
                <a:ea typeface="Arial"/>
                <a:cs typeface="Arial"/>
                <a:sym typeface="Arial"/>
              </a:rPr>
              <a:t>Assignment</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4558" name="Shape 4558"/>
        <p:cNvGrpSpPr/>
        <p:nvPr/>
      </p:nvGrpSpPr>
      <p:grpSpPr>
        <a:xfrm>
          <a:off x="0" y="0"/>
          <a:ext cx="0" cy="0"/>
          <a:chOff x="0" y="0"/>
          <a:chExt cx="0" cy="0"/>
        </a:xfrm>
      </p:grpSpPr>
      <p:grpSp>
        <p:nvGrpSpPr>
          <p:cNvPr id="4559" name="Google Shape;4559;g3f58e9f5d1b_0_2077"/>
          <p:cNvGrpSpPr/>
          <p:nvPr/>
        </p:nvGrpSpPr>
        <p:grpSpPr>
          <a:xfrm>
            <a:off x="6634601" y="419286"/>
            <a:ext cx="4977959" cy="715758"/>
            <a:chOff x="6651018" y="1094904"/>
            <a:chExt cx="4977959" cy="715758"/>
          </a:xfrm>
        </p:grpSpPr>
        <p:grpSp>
          <p:nvGrpSpPr>
            <p:cNvPr id="4560" name="Google Shape;4560;g3f58e9f5d1b_0_2077"/>
            <p:cNvGrpSpPr/>
            <p:nvPr/>
          </p:nvGrpSpPr>
          <p:grpSpPr>
            <a:xfrm flipH="1">
              <a:off x="6651018" y="1105239"/>
              <a:ext cx="4977959" cy="705423"/>
              <a:chOff x="-276224" y="579518"/>
              <a:chExt cx="4483840" cy="705423"/>
            </a:xfrm>
          </p:grpSpPr>
          <p:sp>
            <p:nvSpPr>
              <p:cNvPr id="4561" name="Google Shape;4561;g3f58e9f5d1b_0_2077"/>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62" name="Google Shape;4562;g3f58e9f5d1b_0_2077"/>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563" name="Google Shape;4563;g3f58e9f5d1b_0_2077"/>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4564" name="Google Shape;4564;g3f58e9f5d1b_0_2077"/>
          <p:cNvGrpSpPr/>
          <p:nvPr/>
        </p:nvGrpSpPr>
        <p:grpSpPr>
          <a:xfrm>
            <a:off x="546596" y="408850"/>
            <a:ext cx="4862692" cy="736415"/>
            <a:chOff x="563013" y="978293"/>
            <a:chExt cx="4862692" cy="736415"/>
          </a:xfrm>
        </p:grpSpPr>
        <p:grpSp>
          <p:nvGrpSpPr>
            <p:cNvPr id="4565" name="Google Shape;4565;g3f58e9f5d1b_0_2077"/>
            <p:cNvGrpSpPr/>
            <p:nvPr/>
          </p:nvGrpSpPr>
          <p:grpSpPr>
            <a:xfrm>
              <a:off x="563051" y="978293"/>
              <a:ext cx="4862654" cy="736415"/>
              <a:chOff x="971550" y="628179"/>
              <a:chExt cx="4207540" cy="727323"/>
            </a:xfrm>
          </p:grpSpPr>
          <p:sp>
            <p:nvSpPr>
              <p:cNvPr id="4566" name="Google Shape;4566;g3f58e9f5d1b_0_2077"/>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67" name="Google Shape;4567;g3f58e9f5d1b_0_2077"/>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568" name="Google Shape;4568;g3f58e9f5d1b_0_2077"/>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4569" name="Google Shape;4569;g3f58e9f5d1b_0_2077"/>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70" name="Google Shape;4570;g3f58e9f5d1b_0_2077"/>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4571" name="Shape 4571"/>
        <p:cNvGrpSpPr/>
        <p:nvPr/>
      </p:nvGrpSpPr>
      <p:grpSpPr>
        <a:xfrm>
          <a:off x="0" y="0"/>
          <a:ext cx="0" cy="0"/>
          <a:chOff x="0" y="0"/>
          <a:chExt cx="0" cy="0"/>
        </a:xfrm>
      </p:grpSpPr>
      <p:grpSp>
        <p:nvGrpSpPr>
          <p:cNvPr id="4572" name="Google Shape;4572;g3f58e9f5d1b_0_2090"/>
          <p:cNvGrpSpPr/>
          <p:nvPr/>
        </p:nvGrpSpPr>
        <p:grpSpPr>
          <a:xfrm>
            <a:off x="-1" y="579518"/>
            <a:ext cx="11387071" cy="823623"/>
            <a:chOff x="0" y="579518"/>
            <a:chExt cx="4125900" cy="823623"/>
          </a:xfrm>
        </p:grpSpPr>
        <p:sp>
          <p:nvSpPr>
            <p:cNvPr id="4573" name="Google Shape;4573;g3f58e9f5d1b_0_2090"/>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74" name="Google Shape;4574;g3f58e9f5d1b_0_2090"/>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575" name="Google Shape;4575;g3f58e9f5d1b_0_2090"/>
          <p:cNvSpPr txBox="1"/>
          <p:nvPr>
            <p:ph type="title"/>
          </p:nvPr>
        </p:nvSpPr>
        <p:spPr>
          <a:xfrm>
            <a:off x="180975" y="579519"/>
            <a:ext cx="11112600" cy="726300"/>
          </a:xfrm>
          <a:prstGeom prst="rect">
            <a:avLst/>
          </a:prstGeom>
          <a:noFill/>
          <a:ln>
            <a:noFill/>
          </a:ln>
        </p:spPr>
        <p:txBody>
          <a:bodyPr anchorCtr="0" anchor="t" bIns="4570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76" name="Google Shape;4576;g3f58e9f5d1b_0_2090"/>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77" name="Google Shape;4577;g3f58e9f5d1b_0_2090"/>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78" name="Google Shape;4578;g3f58e9f5d1b_0_2090"/>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4579" name="Shape 4579"/>
        <p:cNvGrpSpPr/>
        <p:nvPr/>
      </p:nvGrpSpPr>
      <p:grpSpPr>
        <a:xfrm>
          <a:off x="0" y="0"/>
          <a:ext cx="0" cy="0"/>
          <a:chOff x="0" y="0"/>
          <a:chExt cx="0" cy="0"/>
        </a:xfrm>
      </p:grpSpPr>
      <p:grpSp>
        <p:nvGrpSpPr>
          <p:cNvPr id="4580" name="Google Shape;4580;g3f58e9f5d1b_0_2098"/>
          <p:cNvGrpSpPr/>
          <p:nvPr/>
        </p:nvGrpSpPr>
        <p:grpSpPr>
          <a:xfrm>
            <a:off x="680011" y="-12733"/>
            <a:ext cx="4628621" cy="1818822"/>
            <a:chOff x="536716" y="-17702"/>
            <a:chExt cx="5955508" cy="2340224"/>
          </a:xfrm>
        </p:grpSpPr>
        <p:sp>
          <p:nvSpPr>
            <p:cNvPr id="4581" name="Google Shape;4581;g3f58e9f5d1b_0_2098"/>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582" name="Google Shape;4582;g3f58e9f5d1b_0_2098"/>
            <p:cNvGrpSpPr/>
            <p:nvPr/>
          </p:nvGrpSpPr>
          <p:grpSpPr>
            <a:xfrm>
              <a:off x="536716" y="-17702"/>
              <a:ext cx="5955508" cy="2340224"/>
              <a:chOff x="947530" y="-17702"/>
              <a:chExt cx="5955508" cy="2340224"/>
            </a:xfrm>
          </p:grpSpPr>
          <p:sp>
            <p:nvSpPr>
              <p:cNvPr id="4583" name="Google Shape;4583;g3f58e9f5d1b_0_209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84" name="Google Shape;4584;g3f58e9f5d1b_0_2098"/>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85" name="Google Shape;4585;g3f58e9f5d1b_0_2098"/>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86" name="Google Shape;4586;g3f58e9f5d1b_0_2098"/>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587" name="Google Shape;4587;g3f58e9f5d1b_0_209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588" name="Google Shape;4588;g3f58e9f5d1b_0_2098"/>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4589" name="Google Shape;4589;g3f58e9f5d1b_0_2098"/>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4590" name="Google Shape;4590;g3f58e9f5d1b_0_209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Step">
  <p:cSld name="1st Step">
    <p:spTree>
      <p:nvGrpSpPr>
        <p:cNvPr id="4591" name="Shape 4591"/>
        <p:cNvGrpSpPr/>
        <p:nvPr/>
      </p:nvGrpSpPr>
      <p:grpSpPr>
        <a:xfrm>
          <a:off x="0" y="0"/>
          <a:ext cx="0" cy="0"/>
          <a:chOff x="0" y="0"/>
          <a:chExt cx="0" cy="0"/>
        </a:xfrm>
      </p:grpSpPr>
      <p:pic>
        <p:nvPicPr>
          <p:cNvPr id="4592" name="Google Shape;4592;g3f58e9f5d1b_0_2110"/>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pic>
        <p:nvPicPr>
          <p:cNvPr id="4593" name="Google Shape;4593;g3f58e9f5d1b_0_2110"/>
          <p:cNvPicPr preferRelativeResize="0"/>
          <p:nvPr/>
        </p:nvPicPr>
        <p:blipFill rotWithShape="1">
          <a:blip r:embed="rId3">
            <a:alphaModFix/>
          </a:blip>
          <a:srcRect b="0" l="0" r="0" t="0"/>
          <a:stretch/>
        </p:blipFill>
        <p:spPr>
          <a:xfrm>
            <a:off x="6778970" y="2319770"/>
            <a:ext cx="700404" cy="858422"/>
          </a:xfrm>
          <a:prstGeom prst="rect">
            <a:avLst/>
          </a:prstGeom>
          <a:noFill/>
          <a:ln>
            <a:noFill/>
          </a:ln>
        </p:spPr>
      </p:pic>
      <p:pic>
        <p:nvPicPr>
          <p:cNvPr id="4594" name="Google Shape;4594;g3f58e9f5d1b_0_2110"/>
          <p:cNvPicPr preferRelativeResize="0"/>
          <p:nvPr/>
        </p:nvPicPr>
        <p:blipFill rotWithShape="1">
          <a:blip r:embed="rId4">
            <a:alphaModFix/>
          </a:blip>
          <a:srcRect b="0" l="0" r="0" t="0"/>
          <a:stretch/>
        </p:blipFill>
        <p:spPr>
          <a:xfrm>
            <a:off x="899445" y="2458610"/>
            <a:ext cx="513629" cy="625065"/>
          </a:xfrm>
          <a:prstGeom prst="rect">
            <a:avLst/>
          </a:prstGeom>
          <a:noFill/>
          <a:ln>
            <a:noFill/>
          </a:ln>
        </p:spPr>
      </p:pic>
      <p:pic>
        <p:nvPicPr>
          <p:cNvPr id="4595" name="Google Shape;4595;g3f58e9f5d1b_0_2110"/>
          <p:cNvPicPr preferRelativeResize="0"/>
          <p:nvPr/>
        </p:nvPicPr>
        <p:blipFill rotWithShape="1">
          <a:blip r:embed="rId5">
            <a:alphaModFix/>
          </a:blip>
          <a:srcRect b="0" l="0" r="0" t="0"/>
          <a:stretch/>
        </p:blipFill>
        <p:spPr>
          <a:xfrm>
            <a:off x="8510527" y="1764344"/>
            <a:ext cx="330744" cy="405411"/>
          </a:xfrm>
          <a:prstGeom prst="rect">
            <a:avLst/>
          </a:prstGeom>
          <a:noFill/>
          <a:ln>
            <a:noFill/>
          </a:ln>
        </p:spPr>
      </p:pic>
      <p:pic>
        <p:nvPicPr>
          <p:cNvPr id="4596" name="Google Shape;4596;g3f58e9f5d1b_0_2110"/>
          <p:cNvPicPr preferRelativeResize="0"/>
          <p:nvPr/>
        </p:nvPicPr>
        <p:blipFill rotWithShape="1">
          <a:blip r:embed="rId6">
            <a:alphaModFix/>
          </a:blip>
          <a:srcRect b="0" l="0" r="0" t="0"/>
          <a:stretch/>
        </p:blipFill>
        <p:spPr>
          <a:xfrm>
            <a:off x="9926898" y="444576"/>
            <a:ext cx="941654" cy="1150120"/>
          </a:xfrm>
          <a:prstGeom prst="rect">
            <a:avLst/>
          </a:prstGeom>
          <a:noFill/>
          <a:ln>
            <a:noFill/>
          </a:ln>
        </p:spPr>
      </p:pic>
      <p:pic>
        <p:nvPicPr>
          <p:cNvPr id="4597" name="Google Shape;4597;g3f58e9f5d1b_0_2110"/>
          <p:cNvPicPr preferRelativeResize="0"/>
          <p:nvPr/>
        </p:nvPicPr>
        <p:blipFill rotWithShape="1">
          <a:blip r:embed="rId4">
            <a:alphaModFix/>
          </a:blip>
          <a:srcRect b="0" l="0" r="0" t="0"/>
          <a:stretch/>
        </p:blipFill>
        <p:spPr>
          <a:xfrm>
            <a:off x="5099297" y="1229470"/>
            <a:ext cx="513629" cy="625065"/>
          </a:xfrm>
          <a:prstGeom prst="rect">
            <a:avLst/>
          </a:prstGeom>
          <a:noFill/>
          <a:ln>
            <a:noFill/>
          </a:ln>
        </p:spPr>
      </p:pic>
      <p:sp>
        <p:nvSpPr>
          <p:cNvPr id="4598" name="Google Shape;4598;g3f58e9f5d1b_0_2110"/>
          <p:cNvSpPr txBox="1"/>
          <p:nvPr>
            <p:ph idx="1"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599" name="Google Shape;4599;g3f58e9f5d1b_0_2110"/>
          <p:cNvSpPr txBox="1"/>
          <p:nvPr/>
        </p:nvSpPr>
        <p:spPr>
          <a:xfrm>
            <a:off x="891953" y="1276745"/>
            <a:ext cx="1485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F3F3F"/>
                </a:solidFill>
                <a:latin typeface="Arial"/>
                <a:ea typeface="Arial"/>
                <a:cs typeface="Arial"/>
                <a:sym typeface="Arial"/>
              </a:rPr>
              <a:t>Step</a:t>
            </a:r>
            <a:endParaRPr b="0" i="0" sz="1400" u="none" cap="none" strike="noStrike">
              <a:solidFill>
                <a:srgbClr val="000000"/>
              </a:solidFill>
              <a:latin typeface="Arial"/>
              <a:ea typeface="Arial"/>
              <a:cs typeface="Arial"/>
              <a:sym typeface="Arial"/>
            </a:endParaRPr>
          </a:p>
        </p:txBody>
      </p:sp>
      <p:sp>
        <p:nvSpPr>
          <p:cNvPr id="4600" name="Google Shape;4600;g3f58e9f5d1b_0_2110"/>
          <p:cNvSpPr/>
          <p:nvPr>
            <p:ph idx="2" type="pic"/>
          </p:nvPr>
        </p:nvSpPr>
        <p:spPr>
          <a:xfrm>
            <a:off x="3138756" y="1760068"/>
            <a:ext cx="5914500" cy="3296700"/>
          </a:xfrm>
          <a:prstGeom prst="rect">
            <a:avLst/>
          </a:prstGeom>
          <a:noFill/>
          <a:ln>
            <a:noFill/>
          </a:ln>
        </p:spPr>
      </p:sp>
      <p:sp>
        <p:nvSpPr>
          <p:cNvPr id="4601" name="Google Shape;4601;g3f58e9f5d1b_0_2110"/>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02" name="Google Shape;4602;g3f58e9f5d1b_0_2110"/>
          <p:cNvSpPr txBox="1"/>
          <p:nvPr>
            <p:ph idx="3" type="body"/>
          </p:nvPr>
        </p:nvSpPr>
        <p:spPr>
          <a:xfrm>
            <a:off x="2141397" y="5370816"/>
            <a:ext cx="7909200" cy="4038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603" name="Google Shape;4603;g3f58e9f5d1b_0_2110"/>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pic>
        <p:nvPicPr>
          <p:cNvPr id="4604" name="Google Shape;4604;g3f58e9f5d1b_0_2110">
            <a:hlinkClick action="ppaction://hlinkshowjump?jump=nextslide"/>
          </p:cNvPr>
          <p:cNvPicPr preferRelativeResize="0"/>
          <p:nvPr/>
        </p:nvPicPr>
        <p:blipFill rotWithShape="1">
          <a:blip r:embed="rId7">
            <a:alphaModFix/>
          </a:blip>
          <a:srcRect b="0" l="0" r="0" t="0"/>
          <a:stretch/>
        </p:blipFill>
        <p:spPr>
          <a:xfrm>
            <a:off x="10128983" y="3099935"/>
            <a:ext cx="488868" cy="925838"/>
          </a:xfrm>
          <a:prstGeom prst="rect">
            <a:avLst/>
          </a:prstGeom>
          <a:noFill/>
          <a:ln>
            <a:noFill/>
          </a:ln>
        </p:spPr>
      </p:pic>
    </p:spTree>
  </p:cSld>
  <p:clrMapOvr>
    <a:masterClrMapping/>
  </p:clrMapOvr>
  <p:transition spd="slow">
    <p:push/>
  </p:transition>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Steps">
    <p:spTree>
      <p:nvGrpSpPr>
        <p:cNvPr id="4605" name="Shape 4605"/>
        <p:cNvGrpSpPr/>
        <p:nvPr/>
      </p:nvGrpSpPr>
      <p:grpSpPr>
        <a:xfrm>
          <a:off x="0" y="0"/>
          <a:ext cx="0" cy="0"/>
          <a:chOff x="0" y="0"/>
          <a:chExt cx="0" cy="0"/>
        </a:xfrm>
      </p:grpSpPr>
      <p:sp>
        <p:nvSpPr>
          <p:cNvPr id="4606" name="Google Shape;4606;g3f58e9f5d1b_0_2124"/>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607" name="Google Shape;4607;g3f58e9f5d1b_0_2124"/>
          <p:cNvPicPr preferRelativeResize="0"/>
          <p:nvPr/>
        </p:nvPicPr>
        <p:blipFill rotWithShape="1">
          <a:blip r:embed="rId2">
            <a:alphaModFix/>
          </a:blip>
          <a:srcRect b="0" l="0" r="0" t="0"/>
          <a:stretch/>
        </p:blipFill>
        <p:spPr>
          <a:xfrm>
            <a:off x="6494271" y="2305057"/>
            <a:ext cx="757299" cy="824679"/>
          </a:xfrm>
          <a:prstGeom prst="rect">
            <a:avLst/>
          </a:prstGeom>
          <a:noFill/>
          <a:ln>
            <a:noFill/>
          </a:ln>
        </p:spPr>
      </p:pic>
      <p:pic>
        <p:nvPicPr>
          <p:cNvPr id="4608" name="Google Shape;4608;g3f58e9f5d1b_0_2124"/>
          <p:cNvPicPr preferRelativeResize="0"/>
          <p:nvPr/>
        </p:nvPicPr>
        <p:blipFill rotWithShape="1">
          <a:blip r:embed="rId3">
            <a:alphaModFix/>
          </a:blip>
          <a:srcRect b="0" l="0" r="0" t="0"/>
          <a:stretch/>
        </p:blipFill>
        <p:spPr>
          <a:xfrm>
            <a:off x="1024896" y="2513229"/>
            <a:ext cx="555352" cy="600494"/>
          </a:xfrm>
          <a:prstGeom prst="rect">
            <a:avLst/>
          </a:prstGeom>
          <a:noFill/>
          <a:ln>
            <a:noFill/>
          </a:ln>
        </p:spPr>
      </p:pic>
      <p:pic>
        <p:nvPicPr>
          <p:cNvPr id="4609" name="Google Shape;4609;g3f58e9f5d1b_0_2124"/>
          <p:cNvPicPr preferRelativeResize="0"/>
          <p:nvPr/>
        </p:nvPicPr>
        <p:blipFill rotWithShape="1">
          <a:blip r:embed="rId4">
            <a:alphaModFix/>
          </a:blip>
          <a:srcRect b="0" l="0" r="0" t="0"/>
          <a:stretch/>
        </p:blipFill>
        <p:spPr>
          <a:xfrm>
            <a:off x="8366483" y="1771464"/>
            <a:ext cx="357611" cy="389475"/>
          </a:xfrm>
          <a:prstGeom prst="rect">
            <a:avLst/>
          </a:prstGeom>
          <a:noFill/>
          <a:ln>
            <a:noFill/>
          </a:ln>
        </p:spPr>
      </p:pic>
      <p:pic>
        <p:nvPicPr>
          <p:cNvPr id="4610" name="Google Shape;4610;g3f58e9f5d1b_0_2124"/>
          <p:cNvPicPr preferRelativeResize="0"/>
          <p:nvPr/>
        </p:nvPicPr>
        <p:blipFill rotWithShape="1">
          <a:blip r:embed="rId5">
            <a:alphaModFix/>
          </a:blip>
          <a:srcRect b="0" l="0" r="0" t="0"/>
          <a:stretch/>
        </p:blipFill>
        <p:spPr>
          <a:xfrm>
            <a:off x="9897905" y="503575"/>
            <a:ext cx="1018145" cy="1104911"/>
          </a:xfrm>
          <a:prstGeom prst="rect">
            <a:avLst/>
          </a:prstGeom>
          <a:noFill/>
          <a:ln>
            <a:noFill/>
          </a:ln>
        </p:spPr>
      </p:pic>
      <p:pic>
        <p:nvPicPr>
          <p:cNvPr id="4611" name="Google Shape;4611;g3f58e9f5d1b_0_2124"/>
          <p:cNvPicPr preferRelativeResize="0"/>
          <p:nvPr/>
        </p:nvPicPr>
        <p:blipFill rotWithShape="1">
          <a:blip r:embed="rId3">
            <a:alphaModFix/>
          </a:blip>
          <a:srcRect b="0" l="0" r="0" t="0"/>
          <a:stretch/>
        </p:blipFill>
        <p:spPr>
          <a:xfrm>
            <a:off x="4678159" y="1257616"/>
            <a:ext cx="555352" cy="600494"/>
          </a:xfrm>
          <a:prstGeom prst="rect">
            <a:avLst/>
          </a:prstGeom>
          <a:noFill/>
          <a:ln>
            <a:noFill/>
          </a:ln>
        </p:spPr>
      </p:pic>
      <p:sp>
        <p:nvSpPr>
          <p:cNvPr id="4612" name="Google Shape;4612;g3f58e9f5d1b_0_2124"/>
          <p:cNvSpPr/>
          <p:nvPr>
            <p:ph idx="2" type="pic"/>
          </p:nvPr>
        </p:nvSpPr>
        <p:spPr>
          <a:xfrm>
            <a:off x="2716195" y="1898203"/>
            <a:ext cx="6395100" cy="3167100"/>
          </a:xfrm>
          <a:prstGeom prst="rect">
            <a:avLst/>
          </a:prstGeom>
          <a:noFill/>
          <a:ln>
            <a:noFill/>
          </a:ln>
        </p:spPr>
      </p:sp>
      <p:sp>
        <p:nvSpPr>
          <p:cNvPr id="4613" name="Google Shape;4613;g3f58e9f5d1b_0_2124"/>
          <p:cNvSpPr txBox="1"/>
          <p:nvPr>
            <p:ph idx="1" type="body"/>
          </p:nvPr>
        </p:nvSpPr>
        <p:spPr>
          <a:xfrm>
            <a:off x="1637862" y="5378787"/>
            <a:ext cx="8551800" cy="3879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614" name="Google Shape;4614;g3f58e9f5d1b_0_2124">
            <a:hlinkClick action="ppaction://hlinkshowjump?jump=nextslide"/>
          </p:cNvPr>
          <p:cNvPicPr preferRelativeResize="0"/>
          <p:nvPr/>
        </p:nvPicPr>
        <p:blipFill rotWithShape="1">
          <a:blip r:embed="rId6">
            <a:alphaModFix/>
          </a:blip>
          <a:srcRect b="0" l="0" r="0" t="0"/>
          <a:stretch/>
        </p:blipFill>
        <p:spPr>
          <a:xfrm>
            <a:off x="10116406" y="3127759"/>
            <a:ext cx="528579" cy="889445"/>
          </a:xfrm>
          <a:prstGeom prst="rect">
            <a:avLst/>
          </a:prstGeom>
          <a:noFill/>
          <a:ln>
            <a:noFill/>
          </a:ln>
        </p:spPr>
      </p:pic>
      <p:pic>
        <p:nvPicPr>
          <p:cNvPr id="4615" name="Google Shape;4615;g3f58e9f5d1b_0_2124">
            <a:hlinkClick action="ppaction://hlinkshowjump?jump=previousslide"/>
          </p:cNvPr>
          <p:cNvPicPr preferRelativeResize="0"/>
          <p:nvPr/>
        </p:nvPicPr>
        <p:blipFill rotWithShape="1">
          <a:blip r:embed="rId7">
            <a:alphaModFix/>
          </a:blip>
          <a:srcRect b="0" l="0" r="0" t="0"/>
          <a:stretch/>
        </p:blipFill>
        <p:spPr>
          <a:xfrm flipH="1" rot="10800000">
            <a:off x="1179203" y="3127759"/>
            <a:ext cx="531743" cy="889445"/>
          </a:xfrm>
          <a:prstGeom prst="rect">
            <a:avLst/>
          </a:prstGeom>
          <a:noFill/>
          <a:ln>
            <a:noFill/>
          </a:ln>
        </p:spPr>
      </p:pic>
      <p:pic>
        <p:nvPicPr>
          <p:cNvPr id="4616" name="Google Shape;4616;g3f58e9f5d1b_0_2124"/>
          <p:cNvPicPr preferRelativeResize="0"/>
          <p:nvPr/>
        </p:nvPicPr>
        <p:blipFill rotWithShape="1">
          <a:blip r:embed="rId8">
            <a:alphaModFix/>
          </a:blip>
          <a:srcRect b="0" l="0" r="0" t="0"/>
          <a:stretch/>
        </p:blipFill>
        <p:spPr>
          <a:xfrm>
            <a:off x="648351" y="522675"/>
            <a:ext cx="1972813" cy="792945"/>
          </a:xfrm>
          <a:prstGeom prst="rect">
            <a:avLst/>
          </a:prstGeom>
          <a:noFill/>
          <a:ln>
            <a:noFill/>
          </a:ln>
        </p:spPr>
      </p:pic>
      <p:pic>
        <p:nvPicPr>
          <p:cNvPr id="4617" name="Google Shape;4617;g3f58e9f5d1b_0_2124"/>
          <p:cNvPicPr preferRelativeResize="0"/>
          <p:nvPr/>
        </p:nvPicPr>
        <p:blipFill rotWithShape="1">
          <a:blip r:embed="rId3">
            <a:alphaModFix/>
          </a:blip>
          <a:srcRect b="0" l="0" r="0" t="0"/>
          <a:stretch/>
        </p:blipFill>
        <p:spPr>
          <a:xfrm>
            <a:off x="899445" y="2458610"/>
            <a:ext cx="513629" cy="625065"/>
          </a:xfrm>
          <a:prstGeom prst="rect">
            <a:avLst/>
          </a:prstGeom>
          <a:noFill/>
          <a:ln>
            <a:noFill/>
          </a:ln>
        </p:spPr>
      </p:pic>
      <p:sp>
        <p:nvSpPr>
          <p:cNvPr id="4618" name="Google Shape;4618;g3f58e9f5d1b_0_2124"/>
          <p:cNvSpPr txBox="1"/>
          <p:nvPr>
            <p:ph idx="3"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619" name="Google Shape;4619;g3f58e9f5d1b_0_2124"/>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4620" name="Shape 4620"/>
        <p:cNvGrpSpPr/>
        <p:nvPr/>
      </p:nvGrpSpPr>
      <p:grpSpPr>
        <a:xfrm>
          <a:off x="0" y="0"/>
          <a:ext cx="0" cy="0"/>
          <a:chOff x="0" y="0"/>
          <a:chExt cx="0" cy="0"/>
        </a:xfrm>
      </p:grpSpPr>
      <p:sp>
        <p:nvSpPr>
          <p:cNvPr id="4621" name="Google Shape;4621;g3f58e9f5d1b_0_213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22" name="Google Shape;4622;g3f58e9f5d1b_0_213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4623" name="Google Shape;4623;g3f58e9f5d1b_0_2139"/>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
  <p:cSld name="Brainstorming+Topic">
    <p:spTree>
      <p:nvGrpSpPr>
        <p:cNvPr id="4624" name="Shape 4624"/>
        <p:cNvGrpSpPr/>
        <p:nvPr/>
      </p:nvGrpSpPr>
      <p:grpSpPr>
        <a:xfrm>
          <a:off x="0" y="0"/>
          <a:ext cx="0" cy="0"/>
          <a:chOff x="0" y="0"/>
          <a:chExt cx="0" cy="0"/>
        </a:xfrm>
      </p:grpSpPr>
      <p:sp>
        <p:nvSpPr>
          <p:cNvPr id="4625" name="Google Shape;4625;g3f58e9f5d1b_0_2143"/>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4626" name="Google Shape;4626;g3f58e9f5d1b_0_2143"/>
          <p:cNvSpPr txBox="1"/>
          <p:nvPr>
            <p:ph idx="1" type="body"/>
          </p:nvPr>
        </p:nvSpPr>
        <p:spPr>
          <a:xfrm>
            <a:off x="2035352" y="195542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25"/>
                                        </p:tgtEl>
                                        <p:attrNameLst>
                                          <p:attrName>style.visibility</p:attrName>
                                        </p:attrNameLst>
                                      </p:cBhvr>
                                      <p:to>
                                        <p:strVal val="visible"/>
                                      </p:to>
                                    </p:set>
                                    <p:animEffect filter="fade" transition="in">
                                      <p:cBhvr>
                                        <p:cTn dur="500"/>
                                        <p:tgtEl>
                                          <p:spTgt spid="46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1">
  <p:cSld name="Insert Video_1">
    <p:spTree>
      <p:nvGrpSpPr>
        <p:cNvPr id="4627" name="Shape 4627"/>
        <p:cNvGrpSpPr/>
        <p:nvPr/>
      </p:nvGrpSpPr>
      <p:grpSpPr>
        <a:xfrm>
          <a:off x="0" y="0"/>
          <a:ext cx="0" cy="0"/>
          <a:chOff x="0" y="0"/>
          <a:chExt cx="0" cy="0"/>
        </a:xfrm>
      </p:grpSpPr>
      <p:sp>
        <p:nvSpPr>
          <p:cNvPr id="4628" name="Google Shape;4628;g3f58e9f5d1b_0_2146"/>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629" name="Google Shape;4629;g3f58e9f5d1b_0_2146"/>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059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30" name="Google Shape;4630;g3f58e9f5d1b_0_2146"/>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Text">
  <p:cSld name="Learn_1st_Text">
    <p:spTree>
      <p:nvGrpSpPr>
        <p:cNvPr id="4631" name="Shape 4631"/>
        <p:cNvGrpSpPr/>
        <p:nvPr/>
      </p:nvGrpSpPr>
      <p:grpSpPr>
        <a:xfrm>
          <a:off x="0" y="0"/>
          <a:ext cx="0" cy="0"/>
          <a:chOff x="0" y="0"/>
          <a:chExt cx="0" cy="0"/>
        </a:xfrm>
      </p:grpSpPr>
      <p:sp>
        <p:nvSpPr>
          <p:cNvPr id="4632" name="Google Shape;4632;g3f58e9f5d1b_0_2150"/>
          <p:cNvSpPr/>
          <p:nvPr>
            <p:ph idx="2" type="pic"/>
          </p:nvPr>
        </p:nvSpPr>
        <p:spPr>
          <a:xfrm>
            <a:off x="2792006" y="1591499"/>
            <a:ext cx="6897300" cy="3423300"/>
          </a:xfrm>
          <a:prstGeom prst="rect">
            <a:avLst/>
          </a:prstGeom>
          <a:noFill/>
          <a:ln>
            <a:noFill/>
          </a:ln>
        </p:spPr>
      </p:sp>
      <p:sp>
        <p:nvSpPr>
          <p:cNvPr id="4633" name="Google Shape;4633;g3f58e9f5d1b_0_2150"/>
          <p:cNvSpPr/>
          <p:nvPr/>
        </p:nvSpPr>
        <p:spPr>
          <a:xfrm>
            <a:off x="1391125" y="5139925"/>
            <a:ext cx="9699000" cy="7896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34" name="Google Shape;4634;g3f58e9f5d1b_0_2150"/>
          <p:cNvSpPr txBox="1"/>
          <p:nvPr>
            <p:ph idx="1" type="body"/>
          </p:nvPr>
        </p:nvSpPr>
        <p:spPr>
          <a:xfrm>
            <a:off x="438675" y="245925"/>
            <a:ext cx="4385100" cy="13056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635" name="Google Shape;4635;g3f58e9f5d1b_0_2150"/>
          <p:cNvSpPr txBox="1"/>
          <p:nvPr>
            <p:ph idx="3" type="body"/>
          </p:nvPr>
        </p:nvSpPr>
        <p:spPr>
          <a:xfrm>
            <a:off x="1628908" y="5325182"/>
            <a:ext cx="9223500" cy="41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636" name="Google Shape;4636;g3f58e9f5d1b_0_2150">
            <a:hlinkClick action="ppaction://hlinkshowjump?jump=nextslide"/>
          </p:cNvPr>
          <p:cNvPicPr preferRelativeResize="0"/>
          <p:nvPr/>
        </p:nvPicPr>
        <p:blipFill rotWithShape="1">
          <a:blip r:embed="rId2">
            <a:alphaModFix/>
          </a:blip>
          <a:srcRect b="0" l="0" r="0" t="0"/>
          <a:stretch/>
        </p:blipFill>
        <p:spPr>
          <a:xfrm>
            <a:off x="10773501" y="2920585"/>
            <a:ext cx="570099" cy="961443"/>
          </a:xfrm>
          <a:prstGeom prst="rect">
            <a:avLst/>
          </a:prstGeom>
          <a:noFill/>
          <a:ln>
            <a:noFill/>
          </a:ln>
        </p:spPr>
      </p:pic>
    </p:spTree>
  </p:cSld>
  <p:clrMapOvr>
    <a:masterClrMapping/>
  </p:clrMapOvr>
  <p:transition spd="slow">
    <p:push/>
  </p:transition>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p:cSld name="Learn+ Text">
    <p:spTree>
      <p:nvGrpSpPr>
        <p:cNvPr id="4637" name="Shape 4637"/>
        <p:cNvGrpSpPr/>
        <p:nvPr/>
      </p:nvGrpSpPr>
      <p:grpSpPr>
        <a:xfrm>
          <a:off x="0" y="0"/>
          <a:ext cx="0" cy="0"/>
          <a:chOff x="0" y="0"/>
          <a:chExt cx="0" cy="0"/>
        </a:xfrm>
      </p:grpSpPr>
      <p:sp>
        <p:nvSpPr>
          <p:cNvPr id="4638" name="Google Shape;4638;g3f58e9f5d1b_0_2156"/>
          <p:cNvSpPr/>
          <p:nvPr>
            <p:ph idx="2" type="pic"/>
          </p:nvPr>
        </p:nvSpPr>
        <p:spPr>
          <a:xfrm>
            <a:off x="2476500" y="1263511"/>
            <a:ext cx="7239000" cy="3767700"/>
          </a:xfrm>
          <a:prstGeom prst="rect">
            <a:avLst/>
          </a:prstGeom>
          <a:noFill/>
          <a:ln>
            <a:noFill/>
          </a:ln>
        </p:spPr>
      </p:sp>
      <p:sp>
        <p:nvSpPr>
          <p:cNvPr id="4639" name="Google Shape;4639;g3f58e9f5d1b_0_2156"/>
          <p:cNvSpPr/>
          <p:nvPr/>
        </p:nvSpPr>
        <p:spPr>
          <a:xfrm>
            <a:off x="1006200" y="5180373"/>
            <a:ext cx="10179600" cy="755400"/>
          </a:xfrm>
          <a:prstGeom prst="roundRect">
            <a:avLst>
              <a:gd fmla="val 26163" name="adj"/>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40" name="Google Shape;4640;g3f58e9f5d1b_0_2156"/>
          <p:cNvSpPr txBox="1"/>
          <p:nvPr>
            <p:ph idx="1" type="body"/>
          </p:nvPr>
        </p:nvSpPr>
        <p:spPr>
          <a:xfrm>
            <a:off x="305050" y="418150"/>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641" name="Google Shape;4641;g3f58e9f5d1b_0_2156"/>
          <p:cNvSpPr txBox="1"/>
          <p:nvPr>
            <p:ph idx="3" type="body"/>
          </p:nvPr>
        </p:nvSpPr>
        <p:spPr>
          <a:xfrm>
            <a:off x="1255802" y="53273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FFFFF"/>
              </a:buClr>
              <a:buSzPts val="2000"/>
              <a:buFont typeface="Arial"/>
              <a:buNone/>
              <a:defRPr b="0" i="0" sz="2000" u="none" cap="none" strike="noStrike">
                <a:solidFill>
                  <a:srgbClr val="FFFFF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642" name="Google Shape;4642;g3f58e9f5d1b_0_2156">
            <a:hlinkClick action="ppaction://hlinkshowjump?jump=nextslide"/>
          </p:cNvPr>
          <p:cNvPicPr preferRelativeResize="0"/>
          <p:nvPr/>
        </p:nvPicPr>
        <p:blipFill rotWithShape="1">
          <a:blip r:embed="rId2">
            <a:alphaModFix/>
          </a:blip>
          <a:srcRect b="0" l="0" r="0" t="0"/>
          <a:stretch/>
        </p:blipFill>
        <p:spPr>
          <a:xfrm>
            <a:off x="10795352" y="2737872"/>
            <a:ext cx="598343" cy="1058124"/>
          </a:xfrm>
          <a:prstGeom prst="rect">
            <a:avLst/>
          </a:prstGeom>
          <a:noFill/>
          <a:ln>
            <a:noFill/>
          </a:ln>
        </p:spPr>
      </p:pic>
      <p:pic>
        <p:nvPicPr>
          <p:cNvPr id="4643" name="Google Shape;4643;g3f58e9f5d1b_0_2156">
            <a:hlinkClick action="ppaction://hlinkshowjump?jump=previousslide"/>
          </p:cNvPr>
          <p:cNvPicPr preferRelativeResize="0"/>
          <p:nvPr/>
        </p:nvPicPr>
        <p:blipFill rotWithShape="1">
          <a:blip r:embed="rId3">
            <a:alphaModFix/>
          </a:blip>
          <a:srcRect b="0" l="0" r="0" t="0"/>
          <a:stretch/>
        </p:blipFill>
        <p:spPr>
          <a:xfrm flipH="1" rot="10800000">
            <a:off x="678573" y="2737872"/>
            <a:ext cx="601925" cy="1058124"/>
          </a:xfrm>
          <a:prstGeom prst="rect">
            <a:avLst/>
          </a:prstGeom>
          <a:noFill/>
          <a:ln>
            <a:noFill/>
          </a:ln>
        </p:spPr>
      </p:pic>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
  <p:cSld name="Challenge+Text">
    <p:spTree>
      <p:nvGrpSpPr>
        <p:cNvPr id="4644" name="Shape 4644"/>
        <p:cNvGrpSpPr/>
        <p:nvPr/>
      </p:nvGrpSpPr>
      <p:grpSpPr>
        <a:xfrm>
          <a:off x="0" y="0"/>
          <a:ext cx="0" cy="0"/>
          <a:chOff x="0" y="0"/>
          <a:chExt cx="0" cy="0"/>
        </a:xfrm>
      </p:grpSpPr>
      <p:grpSp>
        <p:nvGrpSpPr>
          <p:cNvPr id="4645" name="Google Shape;4645;g3f58e9f5d1b_0_2163"/>
          <p:cNvGrpSpPr/>
          <p:nvPr/>
        </p:nvGrpSpPr>
        <p:grpSpPr>
          <a:xfrm>
            <a:off x="2034250" y="1632358"/>
            <a:ext cx="8123477" cy="4020734"/>
            <a:chOff x="-413326" y="937285"/>
            <a:chExt cx="4433003" cy="4433003"/>
          </a:xfrm>
        </p:grpSpPr>
        <p:sp>
          <p:nvSpPr>
            <p:cNvPr id="4646" name="Google Shape;4646;g3f58e9f5d1b_0_216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47" name="Google Shape;4647;g3f58e9f5d1b_0_216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48" name="Google Shape;4648;g3f58e9f5d1b_0_216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49" name="Google Shape;4649;g3f58e9f5d1b_0_216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650" name="Google Shape;4650;g3f58e9f5d1b_0_2163"/>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651" name="Google Shape;4651;g3f58e9f5d1b_0_2163"/>
          <p:cNvSpPr txBox="1"/>
          <p:nvPr>
            <p:ph idx="2" type="body"/>
          </p:nvPr>
        </p:nvSpPr>
        <p:spPr>
          <a:xfrm>
            <a:off x="2849922" y="1899734"/>
            <a:ext cx="6492000" cy="34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652" name="Google Shape;4652;g3f58e9f5d1b_0_2163"/>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chemeClr val="accent2"/>
                </a:solidFill>
                <a:latin typeface="Kdam Thmor Pro"/>
                <a:ea typeface="Kdam Thmor Pro"/>
                <a:cs typeface="Kdam Thmor Pro"/>
                <a:sym typeface="Kdam Thmor Pro"/>
              </a:rPr>
              <a:t>Challenge </a:t>
            </a:r>
            <a:endParaRPr b="0" i="0" sz="1400" u="none" cap="none" strike="noStrike">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645"/>
                                        </p:tgtEl>
                                        <p:attrNameLst>
                                          <p:attrName>style.visibility</p:attrName>
                                        </p:attrNameLst>
                                      </p:cBhvr>
                                      <p:to>
                                        <p:strVal val="visible"/>
                                      </p:to>
                                    </p:set>
                                    <p:anim calcmode="lin" valueType="num">
                                      <p:cBhvr additive="base">
                                        <p:cTn dur="2250"/>
                                        <p:tgtEl>
                                          <p:spTgt spid="4645"/>
                                        </p:tgtEl>
                                        <p:attrNameLst>
                                          <p:attrName>ppt_w</p:attrName>
                                        </p:attrNameLst>
                                      </p:cBhvr>
                                      <p:tavLst>
                                        <p:tav fmla="" tm="0">
                                          <p:val>
                                            <p:strVal val="0"/>
                                          </p:val>
                                        </p:tav>
                                        <p:tav fmla="" tm="100000">
                                          <p:val>
                                            <p:strVal val="#ppt_w"/>
                                          </p:val>
                                        </p:tav>
                                      </p:tavLst>
                                    </p:anim>
                                    <p:anim calcmode="lin" valueType="num">
                                      <p:cBhvr additive="base">
                                        <p:cTn dur="2250"/>
                                        <p:tgtEl>
                                          <p:spTgt spid="464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651"/>
                                        </p:tgtEl>
                                        <p:attrNameLst>
                                          <p:attrName>style.visibility</p:attrName>
                                        </p:attrNameLst>
                                      </p:cBhvr>
                                      <p:to>
                                        <p:strVal val="visible"/>
                                      </p:to>
                                    </p:set>
                                    <p:animEffect filter="fade" transition="in">
                                      <p:cBhvr>
                                        <p:cTn dur="500"/>
                                        <p:tgtEl>
                                          <p:spTgt spid="4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ing">
  <p:cSld name="Exploring">
    <p:spTree>
      <p:nvGrpSpPr>
        <p:cNvPr id="4653" name="Shape 4653"/>
        <p:cNvGrpSpPr/>
        <p:nvPr/>
      </p:nvGrpSpPr>
      <p:grpSpPr>
        <a:xfrm>
          <a:off x="0" y="0"/>
          <a:ext cx="0" cy="0"/>
          <a:chOff x="0" y="0"/>
          <a:chExt cx="0" cy="0"/>
        </a:xfrm>
      </p:grpSpPr>
      <p:sp>
        <p:nvSpPr>
          <p:cNvPr id="4654" name="Google Shape;4654;g3f58e9f5d1b_0_2172"/>
          <p:cNvSpPr txBox="1"/>
          <p:nvPr/>
        </p:nvSpPr>
        <p:spPr>
          <a:xfrm>
            <a:off x="2729495" y="2321004"/>
            <a:ext cx="2444700" cy="1108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endParaRPr b="0" i="0" sz="5400" u="none" cap="none" strike="noStrike">
              <a:solidFill>
                <a:schemeClr val="dk1"/>
              </a:solidFill>
              <a:latin typeface="Arial"/>
              <a:ea typeface="Arial"/>
              <a:cs typeface="Arial"/>
              <a:sym typeface="Arial"/>
            </a:endParaRPr>
          </a:p>
        </p:txBody>
      </p:sp>
      <p:sp>
        <p:nvSpPr>
          <p:cNvPr id="4655" name="Google Shape;4655;g3f58e9f5d1b_0_2172"/>
          <p:cNvSpPr txBox="1"/>
          <p:nvPr/>
        </p:nvSpPr>
        <p:spPr>
          <a:xfrm>
            <a:off x="4360477" y="1337162"/>
            <a:ext cx="32517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00"/>
              <a:buFont typeface="Arial"/>
              <a:buNone/>
            </a:pPr>
            <a:r>
              <a:rPr b="1" i="0" lang="en-US" sz="16600" u="none" cap="none" strike="noStrike">
                <a:solidFill>
                  <a:schemeClr val="dk1"/>
                </a:solidFill>
                <a:latin typeface="Arial"/>
                <a:ea typeface="Arial"/>
                <a:cs typeface="Arial"/>
                <a:sym typeface="Arial"/>
              </a:rPr>
              <a:t> O</a:t>
            </a:r>
            <a:endParaRPr b="0" i="0" sz="5400" u="none" cap="none" strike="noStrike">
              <a:solidFill>
                <a:schemeClr val="dk1"/>
              </a:solidFill>
              <a:latin typeface="Arial"/>
              <a:ea typeface="Arial"/>
              <a:cs typeface="Arial"/>
              <a:sym typeface="Arial"/>
            </a:endParaRPr>
          </a:p>
        </p:txBody>
      </p:sp>
      <p:sp>
        <p:nvSpPr>
          <p:cNvPr id="4656" name="Google Shape;4656;g3f58e9f5d1b_0_2172"/>
          <p:cNvSpPr txBox="1"/>
          <p:nvPr/>
        </p:nvSpPr>
        <p:spPr>
          <a:xfrm>
            <a:off x="6583633" y="2321004"/>
            <a:ext cx="30312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RING</a:t>
            </a:r>
            <a:endParaRPr b="0" i="0" sz="5400" u="none" cap="none" strike="noStrike">
              <a:solidFill>
                <a:schemeClr val="dk1"/>
              </a:solidFill>
              <a:latin typeface="Arial"/>
              <a:ea typeface="Arial"/>
              <a:cs typeface="Arial"/>
              <a:sym typeface="Arial"/>
            </a:endParaRPr>
          </a:p>
        </p:txBody>
      </p:sp>
      <p:pic>
        <p:nvPicPr>
          <p:cNvPr id="4657" name="Google Shape;4657;g3f58e9f5d1b_0_2172"/>
          <p:cNvPicPr preferRelativeResize="0"/>
          <p:nvPr/>
        </p:nvPicPr>
        <p:blipFill rotWithShape="1">
          <a:blip r:embed="rId2">
            <a:alphaModFix/>
          </a:blip>
          <a:srcRect b="0" l="0" r="0" t="0"/>
          <a:stretch/>
        </p:blipFill>
        <p:spPr>
          <a:xfrm>
            <a:off x="1433375" y="3884347"/>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54"/>
                                        </p:tgtEl>
                                        <p:attrNameLst>
                                          <p:attrName>style.visibility</p:attrName>
                                        </p:attrNameLst>
                                      </p:cBhvr>
                                      <p:to>
                                        <p:strVal val="visible"/>
                                      </p:to>
                                    </p:set>
                                    <p:animEffect filter="fade" transition="in">
                                      <p:cBhvr>
                                        <p:cTn dur="500"/>
                                        <p:tgtEl>
                                          <p:spTgt spid="4654"/>
                                        </p:tgtEl>
                                      </p:cBhvr>
                                    </p:animEffect>
                                  </p:childTnLst>
                                </p:cTn>
                              </p:par>
                              <p:par>
                                <p:cTn fill="hold" nodeType="withEffect" presetClass="entr" presetID="10" presetSubtype="0">
                                  <p:stCondLst>
                                    <p:cond delay="0"/>
                                  </p:stCondLst>
                                  <p:childTnLst>
                                    <p:set>
                                      <p:cBhvr>
                                        <p:cTn dur="1" fill="hold">
                                          <p:stCondLst>
                                            <p:cond delay="0"/>
                                          </p:stCondLst>
                                        </p:cTn>
                                        <p:tgtEl>
                                          <p:spTgt spid="4656"/>
                                        </p:tgtEl>
                                        <p:attrNameLst>
                                          <p:attrName>style.visibility</p:attrName>
                                        </p:attrNameLst>
                                      </p:cBhvr>
                                      <p:to>
                                        <p:strVal val="visible"/>
                                      </p:to>
                                    </p:set>
                                    <p:animEffect filter="fade" transition="in">
                                      <p:cBhvr>
                                        <p:cTn dur="500"/>
                                        <p:tgtEl>
                                          <p:spTgt spid="4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58" name="Shape 4658"/>
        <p:cNvGrpSpPr/>
        <p:nvPr/>
      </p:nvGrpSpPr>
      <p:grpSpPr>
        <a:xfrm>
          <a:off x="0" y="0"/>
          <a:ext cx="0" cy="0"/>
          <a:chOff x="0" y="0"/>
          <a:chExt cx="0" cy="0"/>
        </a:xfrm>
      </p:grpSpPr>
      <p:sp>
        <p:nvSpPr>
          <p:cNvPr id="4659" name="Google Shape;4659;g3f58e9f5d1b_0_2177"/>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
  <p:cSld name="Learn (H+P/V)">
    <p:spTree>
      <p:nvGrpSpPr>
        <p:cNvPr id="4660" name="Shape 4660"/>
        <p:cNvGrpSpPr/>
        <p:nvPr/>
      </p:nvGrpSpPr>
      <p:grpSpPr>
        <a:xfrm>
          <a:off x="0" y="0"/>
          <a:ext cx="0" cy="0"/>
          <a:chOff x="0" y="0"/>
          <a:chExt cx="0" cy="0"/>
        </a:xfrm>
      </p:grpSpPr>
      <p:sp>
        <p:nvSpPr>
          <p:cNvPr id="4661" name="Google Shape;4661;g3f58e9f5d1b_0_2179"/>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662" name="Google Shape;4662;g3f58e9f5d1b_0_2179"/>
          <p:cNvSpPr txBox="1"/>
          <p:nvPr>
            <p:ph idx="2" type="body"/>
          </p:nvPr>
        </p:nvSpPr>
        <p:spPr>
          <a:xfrm>
            <a:off x="850900" y="1219202"/>
            <a:ext cx="104901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4663" name="Shape 4663"/>
        <p:cNvGrpSpPr/>
        <p:nvPr/>
      </p:nvGrpSpPr>
      <p:grpSpPr>
        <a:xfrm>
          <a:off x="0" y="0"/>
          <a:ext cx="0" cy="0"/>
          <a:chOff x="0" y="0"/>
          <a:chExt cx="0" cy="0"/>
        </a:xfrm>
      </p:grpSpPr>
      <p:grpSp>
        <p:nvGrpSpPr>
          <p:cNvPr id="4664" name="Google Shape;4664;g3f58e9f5d1b_0_2182"/>
          <p:cNvGrpSpPr/>
          <p:nvPr/>
        </p:nvGrpSpPr>
        <p:grpSpPr>
          <a:xfrm>
            <a:off x="680011" y="0"/>
            <a:ext cx="3090697" cy="1806089"/>
            <a:chOff x="536716" y="-1319"/>
            <a:chExt cx="3976708" cy="2323841"/>
          </a:xfrm>
        </p:grpSpPr>
        <p:sp>
          <p:nvSpPr>
            <p:cNvPr id="4665" name="Google Shape;4665;g3f58e9f5d1b_0_218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666" name="Google Shape;4666;g3f58e9f5d1b_0_2182"/>
            <p:cNvGrpSpPr/>
            <p:nvPr/>
          </p:nvGrpSpPr>
          <p:grpSpPr>
            <a:xfrm>
              <a:off x="536716" y="0"/>
              <a:ext cx="3976708" cy="2322522"/>
              <a:chOff x="947530" y="0"/>
              <a:chExt cx="3976708" cy="2322522"/>
            </a:xfrm>
          </p:grpSpPr>
          <p:sp>
            <p:nvSpPr>
              <p:cNvPr id="4667" name="Google Shape;4667;g3f58e9f5d1b_0_218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68" name="Google Shape;4668;g3f58e9f5d1b_0_218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69" name="Google Shape;4669;g3f58e9f5d1b_0_218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70" name="Google Shape;4670;g3f58e9f5d1b_0_218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671" name="Google Shape;4671;g3f58e9f5d1b_0_218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672" name="Google Shape;4672;g3f58e9f5d1b_0_2182"/>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4673" name="Google Shape;4673;g3f58e9f5d1b_0_2182"/>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4674" name="Google Shape;4674;g3f58e9f5d1b_0_2182"/>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1">
  <p:cSld name="Title with Two Contents T2_1">
    <p:spTree>
      <p:nvGrpSpPr>
        <p:cNvPr id="4675" name="Shape 4675"/>
        <p:cNvGrpSpPr/>
        <p:nvPr/>
      </p:nvGrpSpPr>
      <p:grpSpPr>
        <a:xfrm>
          <a:off x="0" y="0"/>
          <a:ext cx="0" cy="0"/>
          <a:chOff x="0" y="0"/>
          <a:chExt cx="0" cy="0"/>
        </a:xfrm>
      </p:grpSpPr>
      <p:grpSp>
        <p:nvGrpSpPr>
          <p:cNvPr id="4676" name="Google Shape;4676;g3f58e9f5d1b_0_2194"/>
          <p:cNvGrpSpPr/>
          <p:nvPr/>
        </p:nvGrpSpPr>
        <p:grpSpPr>
          <a:xfrm>
            <a:off x="-1" y="579518"/>
            <a:ext cx="7079588" cy="823623"/>
            <a:chOff x="0" y="579518"/>
            <a:chExt cx="4146900" cy="823623"/>
          </a:xfrm>
        </p:grpSpPr>
        <p:sp>
          <p:nvSpPr>
            <p:cNvPr id="4677" name="Google Shape;4677;g3f58e9f5d1b_0_2194"/>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78" name="Google Shape;4678;g3f58e9f5d1b_0_219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679" name="Google Shape;4679;g3f58e9f5d1b_0_2194"/>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680" name="Google Shape;4680;g3f58e9f5d1b_0_2194"/>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681" name="Google Shape;4681;g3f58e9f5d1b_0_219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_Pic_table...">
  <p:cSld name="Video_Pic_table...">
    <p:spTree>
      <p:nvGrpSpPr>
        <p:cNvPr id="4682" name="Shape 4682"/>
        <p:cNvGrpSpPr/>
        <p:nvPr/>
      </p:nvGrpSpPr>
      <p:grpSpPr>
        <a:xfrm>
          <a:off x="0" y="0"/>
          <a:ext cx="0" cy="0"/>
          <a:chOff x="0" y="0"/>
          <a:chExt cx="0" cy="0"/>
        </a:xfrm>
      </p:grpSpPr>
      <p:sp>
        <p:nvSpPr>
          <p:cNvPr id="4683" name="Google Shape;4683;g3f58e9f5d1b_0_2201"/>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p:cSld name="TASK">
    <p:spTree>
      <p:nvGrpSpPr>
        <p:cNvPr id="4684" name="Shape 4684"/>
        <p:cNvGrpSpPr/>
        <p:nvPr/>
      </p:nvGrpSpPr>
      <p:grpSpPr>
        <a:xfrm>
          <a:off x="0" y="0"/>
          <a:ext cx="0" cy="0"/>
          <a:chOff x="0" y="0"/>
          <a:chExt cx="0" cy="0"/>
        </a:xfrm>
      </p:grpSpPr>
      <p:grpSp>
        <p:nvGrpSpPr>
          <p:cNvPr id="4685" name="Google Shape;4685;g3f58e9f5d1b_0_2203"/>
          <p:cNvGrpSpPr/>
          <p:nvPr/>
        </p:nvGrpSpPr>
        <p:grpSpPr>
          <a:xfrm>
            <a:off x="-86305" y="232839"/>
            <a:ext cx="2794159" cy="390024"/>
            <a:chOff x="948349" y="814223"/>
            <a:chExt cx="2794159" cy="390024"/>
          </a:xfrm>
        </p:grpSpPr>
        <p:sp>
          <p:nvSpPr>
            <p:cNvPr id="4686" name="Google Shape;4686;g3f58e9f5d1b_0_220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87" name="Google Shape;4687;g3f58e9f5d1b_0_220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688" name="Google Shape;4688;g3f58e9f5d1b_0_2203"/>
          <p:cNvGrpSpPr/>
          <p:nvPr/>
        </p:nvGrpSpPr>
        <p:grpSpPr>
          <a:xfrm flipH="1" rot="10800000">
            <a:off x="-86305" y="1933581"/>
            <a:ext cx="2794159" cy="390024"/>
            <a:chOff x="948349" y="814223"/>
            <a:chExt cx="2794159" cy="390024"/>
          </a:xfrm>
        </p:grpSpPr>
        <p:sp>
          <p:nvSpPr>
            <p:cNvPr id="4689" name="Google Shape;4689;g3f58e9f5d1b_0_220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0" name="Google Shape;4690;g3f58e9f5d1b_0_220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691" name="Google Shape;4691;g3f58e9f5d1b_0_220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2" name="Google Shape;4692;g3f58e9f5d1b_0_220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3" name="Google Shape;4693;g3f58e9f5d1b_0_220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4" name="Google Shape;4694;g3f58e9f5d1b_0_220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5" name="Google Shape;4695;g3f58e9f5d1b_0_220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6" name="Google Shape;4696;g3f58e9f5d1b_0_220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697" name="Google Shape;4697;g3f58e9f5d1b_0_2203"/>
          <p:cNvSpPr txBox="1"/>
          <p:nvPr/>
        </p:nvSpPr>
        <p:spPr>
          <a:xfrm>
            <a:off x="1272674" y="920595"/>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chemeClr val="accent1"/>
                </a:solidFill>
                <a:latin typeface="Kdam Thmor Pro"/>
                <a:ea typeface="Kdam Thmor Pro"/>
                <a:cs typeface="Kdam Thmor Pro"/>
                <a:sym typeface="Kdam Thmor Pro"/>
              </a:rPr>
              <a:t>Task</a:t>
            </a:r>
            <a:endParaRPr b="0" i="0" sz="7200" u="none" cap="none" strike="noStrike">
              <a:solidFill>
                <a:schemeClr val="accent1"/>
              </a:solidFill>
              <a:latin typeface="Kdam Thmor Pro"/>
              <a:ea typeface="Kdam Thmor Pro"/>
              <a:cs typeface="Kdam Thmor Pro"/>
              <a:sym typeface="Kdam Thmor Pro"/>
            </a:endParaRPr>
          </a:p>
        </p:txBody>
      </p:sp>
      <p:grpSp>
        <p:nvGrpSpPr>
          <p:cNvPr id="4698" name="Google Shape;4698;g3f58e9f5d1b_0_2203"/>
          <p:cNvGrpSpPr/>
          <p:nvPr/>
        </p:nvGrpSpPr>
        <p:grpSpPr>
          <a:xfrm>
            <a:off x="7362778" y="1529289"/>
            <a:ext cx="4433002" cy="4433003"/>
            <a:chOff x="-413326" y="937285"/>
            <a:chExt cx="4433003" cy="4433003"/>
          </a:xfrm>
        </p:grpSpPr>
        <p:sp>
          <p:nvSpPr>
            <p:cNvPr id="4699" name="Google Shape;4699;g3f58e9f5d1b_0_220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00" name="Google Shape;4700;g3f58e9f5d1b_0_220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01" name="Google Shape;4701;g3f58e9f5d1b_0_220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02" name="Google Shape;4702;g3f58e9f5d1b_0_220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703" name="Google Shape;4703;g3f58e9f5d1b_0_2203"/>
          <p:cNvSpPr txBox="1"/>
          <p:nvPr>
            <p:ph idx="1" type="body"/>
          </p:nvPr>
        </p:nvSpPr>
        <p:spPr>
          <a:xfrm>
            <a:off x="7899288" y="1742630"/>
            <a:ext cx="3396600" cy="4094100"/>
          </a:xfrm>
          <a:prstGeom prst="rect">
            <a:avLst/>
          </a:prstGeom>
          <a:noFill/>
          <a:ln>
            <a:noFill/>
          </a:ln>
        </p:spPr>
        <p:txBody>
          <a:bodyPr anchorCtr="0" anchor="ctr" bIns="45700" lIns="91425" spcFirstLastPara="1" rIns="91425" wrap="square" tIns="45700">
            <a:noAutofit/>
          </a:bodyPr>
          <a:lstStyle>
            <a:lvl1pPr indent="-457200" lvl="0" marL="457200" marR="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85"/>
                                        </p:tgtEl>
                                        <p:attrNameLst>
                                          <p:attrName>style.visibility</p:attrName>
                                        </p:attrNameLst>
                                      </p:cBhvr>
                                      <p:to>
                                        <p:strVal val="visible"/>
                                      </p:to>
                                    </p:set>
                                    <p:animEffect filter="fade" transition="in">
                                      <p:cBhvr>
                                        <p:cTn dur="500"/>
                                        <p:tgtEl>
                                          <p:spTgt spid="4685"/>
                                        </p:tgtEl>
                                      </p:cBhvr>
                                    </p:animEffect>
                                  </p:childTnLst>
                                </p:cTn>
                              </p:par>
                              <p:par>
                                <p:cTn fill="hold" nodeType="withEffect" presetClass="entr" presetID="10" presetSubtype="0">
                                  <p:stCondLst>
                                    <p:cond delay="0"/>
                                  </p:stCondLst>
                                  <p:childTnLst>
                                    <p:set>
                                      <p:cBhvr>
                                        <p:cTn dur="1" fill="hold">
                                          <p:stCondLst>
                                            <p:cond delay="0"/>
                                          </p:stCondLst>
                                        </p:cTn>
                                        <p:tgtEl>
                                          <p:spTgt spid="4688"/>
                                        </p:tgtEl>
                                        <p:attrNameLst>
                                          <p:attrName>style.visibility</p:attrName>
                                        </p:attrNameLst>
                                      </p:cBhvr>
                                      <p:to>
                                        <p:strVal val="visible"/>
                                      </p:to>
                                    </p:set>
                                    <p:animEffect filter="fade" transition="in">
                                      <p:cBhvr>
                                        <p:cTn dur="500"/>
                                        <p:tgtEl>
                                          <p:spTgt spid="4688"/>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4697"/>
                                        </p:tgtEl>
                                        <p:attrNameLst>
                                          <p:attrName>style.visibility</p:attrName>
                                        </p:attrNameLst>
                                      </p:cBhvr>
                                      <p:to>
                                        <p:strVal val="visible"/>
                                      </p:to>
                                    </p:set>
                                    <p:anim calcmode="lin" valueType="num">
                                      <p:cBhvr additive="base">
                                        <p:cTn dur="500"/>
                                        <p:tgtEl>
                                          <p:spTgt spid="4697"/>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4698"/>
                                        </p:tgtEl>
                                        <p:attrNameLst>
                                          <p:attrName>style.visibility</p:attrName>
                                        </p:attrNameLst>
                                      </p:cBhvr>
                                      <p:to>
                                        <p:strVal val="visible"/>
                                      </p:to>
                                    </p:set>
                                    <p:anim calcmode="lin" valueType="num">
                                      <p:cBhvr additive="base">
                                        <p:cTn dur="2250"/>
                                        <p:tgtEl>
                                          <p:spTgt spid="4698"/>
                                        </p:tgtEl>
                                        <p:attrNameLst>
                                          <p:attrName>ppt_w</p:attrName>
                                        </p:attrNameLst>
                                      </p:cBhvr>
                                      <p:tavLst>
                                        <p:tav fmla="" tm="0">
                                          <p:val>
                                            <p:strVal val="0"/>
                                          </p:val>
                                        </p:tav>
                                        <p:tav fmla="" tm="100000">
                                          <p:val>
                                            <p:strVal val="#ppt_w"/>
                                          </p:val>
                                        </p:tav>
                                      </p:tavLst>
                                    </p:anim>
                                    <p:anim calcmode="lin" valueType="num">
                                      <p:cBhvr additive="base">
                                        <p:cTn dur="2250"/>
                                        <p:tgtEl>
                                          <p:spTgt spid="46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3"/>
                                        </p:tgtEl>
                                        <p:attrNameLst>
                                          <p:attrName>style.visibility</p:attrName>
                                        </p:attrNameLst>
                                      </p:cBhvr>
                                      <p:to>
                                        <p:strVal val="visible"/>
                                      </p:to>
                                    </p:set>
                                    <p:animEffect filter="fade" transition="in">
                                      <p:cBhvr>
                                        <p:cTn dur="500"/>
                                        <p:tgtEl>
                                          <p:spTgt spid="4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4704" name="Shape 4704"/>
        <p:cNvGrpSpPr/>
        <p:nvPr/>
      </p:nvGrpSpPr>
      <p:grpSpPr>
        <a:xfrm>
          <a:off x="0" y="0"/>
          <a:ext cx="0" cy="0"/>
          <a:chOff x="0" y="0"/>
          <a:chExt cx="0" cy="0"/>
        </a:xfrm>
      </p:grpSpPr>
      <p:sp>
        <p:nvSpPr>
          <p:cNvPr id="4705" name="Google Shape;4705;g3f58e9f5d1b_0_2223"/>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06" name="Google Shape;4706;g3f58e9f5d1b_0_2223"/>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07" name="Google Shape;4707;g3f58e9f5d1b_0_2223"/>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708" name="Google Shape;4708;g3f58e9f5d1b_0_2223"/>
          <p:cNvGrpSpPr/>
          <p:nvPr/>
        </p:nvGrpSpPr>
        <p:grpSpPr>
          <a:xfrm>
            <a:off x="911104" y="1079070"/>
            <a:ext cx="10369887" cy="4698606"/>
            <a:chOff x="1290381" y="1417103"/>
            <a:chExt cx="9045610" cy="4098575"/>
          </a:xfrm>
        </p:grpSpPr>
        <p:sp>
          <p:nvSpPr>
            <p:cNvPr id="4709" name="Google Shape;4709;g3f58e9f5d1b_0_2223"/>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10" name="Google Shape;4710;g3f58e9f5d1b_0_2223"/>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711" name="Google Shape;4711;g3f58e9f5d1b_0_2223"/>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12" name="Google Shape;4712;g3f58e9f5d1b_0_2223"/>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1">
  <p:cSld name="WA_3Step (H+PIC+NO.+HINT)_1_1">
    <p:spTree>
      <p:nvGrpSpPr>
        <p:cNvPr id="4713" name="Shape 4713"/>
        <p:cNvGrpSpPr/>
        <p:nvPr/>
      </p:nvGrpSpPr>
      <p:grpSpPr>
        <a:xfrm>
          <a:off x="0" y="0"/>
          <a:ext cx="0" cy="0"/>
          <a:chOff x="0" y="0"/>
          <a:chExt cx="0" cy="0"/>
        </a:xfrm>
      </p:grpSpPr>
      <p:grpSp>
        <p:nvGrpSpPr>
          <p:cNvPr id="4714" name="Google Shape;4714;g3f58e9f5d1b_0_2232"/>
          <p:cNvGrpSpPr/>
          <p:nvPr/>
        </p:nvGrpSpPr>
        <p:grpSpPr>
          <a:xfrm>
            <a:off x="1843327" y="1239732"/>
            <a:ext cx="8449746" cy="4433003"/>
            <a:chOff x="-413326" y="937285"/>
            <a:chExt cx="4433003" cy="4433003"/>
          </a:xfrm>
        </p:grpSpPr>
        <p:sp>
          <p:nvSpPr>
            <p:cNvPr id="4715" name="Google Shape;4715;g3f58e9f5d1b_0_223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16" name="Google Shape;4716;g3f58e9f5d1b_0_223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17" name="Google Shape;4717;g3f58e9f5d1b_0_223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18" name="Google Shape;4718;g3f58e9f5d1b_0_223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719" name="Google Shape;4719;g3f58e9f5d1b_0_223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720" name="Google Shape;4720;g3f58e9f5d1b_0_2232"/>
          <p:cNvSpPr/>
          <p:nvPr>
            <p:ph idx="2" type="pic"/>
          </p:nvPr>
        </p:nvSpPr>
        <p:spPr>
          <a:xfrm>
            <a:off x="2394857" y="1519415"/>
            <a:ext cx="7323300" cy="3913500"/>
          </a:xfrm>
          <a:prstGeom prst="rect">
            <a:avLst/>
          </a:prstGeom>
          <a:noFill/>
          <a:ln>
            <a:noFill/>
          </a:ln>
        </p:spPr>
      </p:sp>
      <p:sp>
        <p:nvSpPr>
          <p:cNvPr id="4721" name="Google Shape;4721;g3f58e9f5d1b_0_223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22" name="Google Shape;4722;g3f58e9f5d1b_0_223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2">
  <p:cSld name="WA_3Step (H+PIC+NO.+HINT)_1_2">
    <p:spTree>
      <p:nvGrpSpPr>
        <p:cNvPr id="4723" name="Shape 4723"/>
        <p:cNvGrpSpPr/>
        <p:nvPr/>
      </p:nvGrpSpPr>
      <p:grpSpPr>
        <a:xfrm>
          <a:off x="0" y="0"/>
          <a:ext cx="0" cy="0"/>
          <a:chOff x="0" y="0"/>
          <a:chExt cx="0" cy="0"/>
        </a:xfrm>
      </p:grpSpPr>
      <p:grpSp>
        <p:nvGrpSpPr>
          <p:cNvPr id="4724" name="Google Shape;4724;g3f58e9f5d1b_0_2242"/>
          <p:cNvGrpSpPr/>
          <p:nvPr/>
        </p:nvGrpSpPr>
        <p:grpSpPr>
          <a:xfrm>
            <a:off x="1843327" y="1239732"/>
            <a:ext cx="8449746" cy="4433003"/>
            <a:chOff x="-413326" y="937285"/>
            <a:chExt cx="4433003" cy="4433003"/>
          </a:xfrm>
        </p:grpSpPr>
        <p:sp>
          <p:nvSpPr>
            <p:cNvPr id="4725" name="Google Shape;4725;g3f58e9f5d1b_0_224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26" name="Google Shape;4726;g3f58e9f5d1b_0_224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27" name="Google Shape;4727;g3f58e9f5d1b_0_224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28" name="Google Shape;4728;g3f58e9f5d1b_0_224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729" name="Google Shape;4729;g3f58e9f5d1b_0_224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730" name="Google Shape;4730;g3f58e9f5d1b_0_2242"/>
          <p:cNvSpPr/>
          <p:nvPr>
            <p:ph idx="2" type="pic"/>
          </p:nvPr>
        </p:nvSpPr>
        <p:spPr>
          <a:xfrm>
            <a:off x="2394857" y="1519415"/>
            <a:ext cx="7323300" cy="3913500"/>
          </a:xfrm>
          <a:prstGeom prst="rect">
            <a:avLst/>
          </a:prstGeom>
          <a:noFill/>
          <a:ln>
            <a:noFill/>
          </a:ln>
        </p:spPr>
      </p:sp>
      <p:sp>
        <p:nvSpPr>
          <p:cNvPr id="4731" name="Google Shape;4731;g3f58e9f5d1b_0_224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32" name="Google Shape;4732;g3f58e9f5d1b_0_224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Completed">
  <p:cSld name="Testing Completed">
    <p:spTree>
      <p:nvGrpSpPr>
        <p:cNvPr id="4733" name="Shape 4733"/>
        <p:cNvGrpSpPr/>
        <p:nvPr/>
      </p:nvGrpSpPr>
      <p:grpSpPr>
        <a:xfrm>
          <a:off x="0" y="0"/>
          <a:ext cx="0" cy="0"/>
          <a:chOff x="0" y="0"/>
          <a:chExt cx="0" cy="0"/>
        </a:xfrm>
      </p:grpSpPr>
      <p:sp>
        <p:nvSpPr>
          <p:cNvPr id="4734" name="Google Shape;4734;g3f58e9f5d1b_0_2252"/>
          <p:cNvSpPr txBox="1"/>
          <p:nvPr/>
        </p:nvSpPr>
        <p:spPr>
          <a:xfrm>
            <a:off x="381000" y="157375"/>
            <a:ext cx="47376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Testing</a:t>
            </a:r>
            <a:r>
              <a:rPr b="1" i="0" lang="en-US" sz="6600" u="none" cap="none" strike="noStrike">
                <a:solidFill>
                  <a:schemeClr val="dk1"/>
                </a:solidFill>
                <a:latin typeface="Arial"/>
                <a:ea typeface="Arial"/>
                <a:cs typeface="Arial"/>
                <a:sym typeface="Arial"/>
              </a:rPr>
              <a:t> Completed </a:t>
            </a:r>
            <a:endParaRPr b="0" i="0" sz="5400" u="none" cap="none" strike="noStrike">
              <a:solidFill>
                <a:schemeClr val="dk1"/>
              </a:solidFill>
              <a:latin typeface="Arial"/>
              <a:ea typeface="Arial"/>
              <a:cs typeface="Arial"/>
              <a:sym typeface="Arial"/>
            </a:endParaRPr>
          </a:p>
        </p:txBody>
      </p:sp>
      <p:sp>
        <p:nvSpPr>
          <p:cNvPr id="4735" name="Google Shape;4735;g3f58e9f5d1b_0_2252"/>
          <p:cNvSpPr/>
          <p:nvPr/>
        </p:nvSpPr>
        <p:spPr>
          <a:xfrm rot="-1782754">
            <a:off x="10532613" y="3057460"/>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36" name="Google Shape;4736;g3f58e9f5d1b_0_2252"/>
          <p:cNvSpPr/>
          <p:nvPr/>
        </p:nvSpPr>
        <p:spPr>
          <a:xfrm rot="3703889">
            <a:off x="9849664" y="1881879"/>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37" name="Google Shape;4737;g3f58e9f5d1b_0_2252"/>
          <p:cNvSpPr/>
          <p:nvPr/>
        </p:nvSpPr>
        <p:spPr>
          <a:xfrm rot="-3421140">
            <a:off x="10065462" y="4005339"/>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738" name="Google Shape;4738;g3f58e9f5d1b_0_2252"/>
          <p:cNvPicPr preferRelativeResize="0"/>
          <p:nvPr/>
        </p:nvPicPr>
        <p:blipFill rotWithShape="1">
          <a:blip r:embed="rId2">
            <a:alphaModFix/>
          </a:blip>
          <a:srcRect b="0" l="0" r="0" t="0"/>
          <a:stretch/>
        </p:blipFill>
        <p:spPr>
          <a:xfrm>
            <a:off x="1543050" y="4357022"/>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4736"/>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4735"/>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473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pic">
  <p:cSld name="1_Brainstorming+Topic+pic">
    <p:spTree>
      <p:nvGrpSpPr>
        <p:cNvPr id="4739" name="Shape 4739"/>
        <p:cNvGrpSpPr/>
        <p:nvPr/>
      </p:nvGrpSpPr>
      <p:grpSpPr>
        <a:xfrm>
          <a:off x="0" y="0"/>
          <a:ext cx="0" cy="0"/>
          <a:chOff x="0" y="0"/>
          <a:chExt cx="0" cy="0"/>
        </a:xfrm>
      </p:grpSpPr>
      <p:sp>
        <p:nvSpPr>
          <p:cNvPr id="4740" name="Google Shape;4740;g3f58e9f5d1b_0_2258"/>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4741" name="Google Shape;4741;g3f58e9f5d1b_0_2258"/>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742" name="Google Shape;4742;g3f58e9f5d1b_0_2258"/>
          <p:cNvSpPr txBox="1"/>
          <p:nvPr>
            <p:ph idx="2" type="body"/>
          </p:nvPr>
        </p:nvSpPr>
        <p:spPr>
          <a:xfrm>
            <a:off x="501325" y="2588575"/>
            <a:ext cx="7574400" cy="33708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40"/>
                                        </p:tgtEl>
                                        <p:attrNameLst>
                                          <p:attrName>style.visibility</p:attrName>
                                        </p:attrNameLst>
                                      </p:cBhvr>
                                      <p:to>
                                        <p:strVal val="visible"/>
                                      </p:to>
                                    </p:set>
                                    <p:animEffect filter="fade" transition="in">
                                      <p:cBhvr>
                                        <p:cTn dur="500"/>
                                        <p:tgtEl>
                                          <p:spTgt spid="47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41"/>
                                        </p:tgtEl>
                                        <p:attrNameLst>
                                          <p:attrName>style.visibility</p:attrName>
                                        </p:attrNameLst>
                                      </p:cBhvr>
                                      <p:to>
                                        <p:strVal val="visible"/>
                                      </p:to>
                                    </p:set>
                                    <p:animEffect filter="fade" transition="in">
                                      <p:cBhvr>
                                        <p:cTn dur="500"/>
                                        <p:tgtEl>
                                          <p:spTgt spid="4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KEY)">
  <p:cSld name="Learn (H+P/V+KEY)">
    <p:spTree>
      <p:nvGrpSpPr>
        <p:cNvPr id="4743" name="Shape 4743"/>
        <p:cNvGrpSpPr/>
        <p:nvPr/>
      </p:nvGrpSpPr>
      <p:grpSpPr>
        <a:xfrm>
          <a:off x="0" y="0"/>
          <a:ext cx="0" cy="0"/>
          <a:chOff x="0" y="0"/>
          <a:chExt cx="0" cy="0"/>
        </a:xfrm>
      </p:grpSpPr>
      <p:sp>
        <p:nvSpPr>
          <p:cNvPr id="4744" name="Google Shape;4744;g3f58e9f5d1b_0_2262"/>
          <p:cNvSpPr txBox="1"/>
          <p:nvPr>
            <p:ph idx="1" type="body"/>
          </p:nvPr>
        </p:nvSpPr>
        <p:spPr>
          <a:xfrm>
            <a:off x="467859" y="426852"/>
            <a:ext cx="4164300" cy="614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745" name="Google Shape;4745;g3f58e9f5d1b_0_2262"/>
          <p:cNvGrpSpPr/>
          <p:nvPr/>
        </p:nvGrpSpPr>
        <p:grpSpPr>
          <a:xfrm>
            <a:off x="8831541" y="5253832"/>
            <a:ext cx="256344" cy="68100"/>
            <a:chOff x="781167" y="5836673"/>
            <a:chExt cx="256344" cy="68100"/>
          </a:xfrm>
        </p:grpSpPr>
        <p:sp>
          <p:nvSpPr>
            <p:cNvPr id="4746" name="Google Shape;4746;g3f58e9f5d1b_0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747" name="Google Shape;4747;g3f58e9f5d1b_0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4748" name="Google Shape;4748;g3f58e9f5d1b_0_2262"/>
          <p:cNvSpPr txBox="1"/>
          <p:nvPr>
            <p:ph idx="2" type="body"/>
          </p:nvPr>
        </p:nvSpPr>
        <p:spPr>
          <a:xfrm>
            <a:off x="90893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4749" name="Google Shape;4749;g3f58e9f5d1b_0_2262"/>
          <p:cNvGrpSpPr/>
          <p:nvPr/>
        </p:nvGrpSpPr>
        <p:grpSpPr>
          <a:xfrm>
            <a:off x="1033741" y="5253832"/>
            <a:ext cx="256344" cy="68100"/>
            <a:chOff x="781167" y="5836673"/>
            <a:chExt cx="256344" cy="68100"/>
          </a:xfrm>
        </p:grpSpPr>
        <p:sp>
          <p:nvSpPr>
            <p:cNvPr id="4750" name="Google Shape;4750;g3f58e9f5d1b_0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751" name="Google Shape;4751;g3f58e9f5d1b_0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4752" name="Google Shape;4752;g3f58e9f5d1b_0_2262"/>
          <p:cNvSpPr txBox="1"/>
          <p:nvPr>
            <p:ph idx="3" type="body"/>
          </p:nvPr>
        </p:nvSpPr>
        <p:spPr>
          <a:xfrm>
            <a:off x="12915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4753" name="Google Shape;4753;g3f58e9f5d1b_0_2262"/>
          <p:cNvGrpSpPr/>
          <p:nvPr/>
        </p:nvGrpSpPr>
        <p:grpSpPr>
          <a:xfrm>
            <a:off x="4932641" y="5253832"/>
            <a:ext cx="256344" cy="68100"/>
            <a:chOff x="781167" y="5836673"/>
            <a:chExt cx="256344" cy="68100"/>
          </a:xfrm>
        </p:grpSpPr>
        <p:sp>
          <p:nvSpPr>
            <p:cNvPr id="4754" name="Google Shape;4754;g3f58e9f5d1b_0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755" name="Google Shape;4755;g3f58e9f5d1b_0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4756" name="Google Shape;4756;g3f58e9f5d1b_0_2262"/>
          <p:cNvSpPr txBox="1"/>
          <p:nvPr>
            <p:ph idx="4" type="body"/>
          </p:nvPr>
        </p:nvSpPr>
        <p:spPr>
          <a:xfrm>
            <a:off x="51904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sp>
        <p:nvSpPr>
          <p:cNvPr id="4757" name="Google Shape;4757;g3f58e9f5d1b_0_2262"/>
          <p:cNvSpPr txBox="1"/>
          <p:nvPr>
            <p:ph idx="5" type="body"/>
          </p:nvPr>
        </p:nvSpPr>
        <p:spPr>
          <a:xfrm>
            <a:off x="850950" y="1041250"/>
            <a:ext cx="10490100" cy="3969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cussion/Question+pic">
  <p:cSld name="1_Discussion/Question+pic">
    <p:spTree>
      <p:nvGrpSpPr>
        <p:cNvPr id="4758" name="Shape 4758"/>
        <p:cNvGrpSpPr/>
        <p:nvPr/>
      </p:nvGrpSpPr>
      <p:grpSpPr>
        <a:xfrm>
          <a:off x="0" y="0"/>
          <a:ext cx="0" cy="0"/>
          <a:chOff x="0" y="0"/>
          <a:chExt cx="0" cy="0"/>
        </a:xfrm>
      </p:grpSpPr>
      <p:grpSp>
        <p:nvGrpSpPr>
          <p:cNvPr id="4759" name="Google Shape;4759;g3f58e9f5d1b_0_2277"/>
          <p:cNvGrpSpPr/>
          <p:nvPr/>
        </p:nvGrpSpPr>
        <p:grpSpPr>
          <a:xfrm>
            <a:off x="5803717" y="1118298"/>
            <a:ext cx="5561352" cy="5357067"/>
            <a:chOff x="7462727" y="2117289"/>
            <a:chExt cx="4121046" cy="3969668"/>
          </a:xfrm>
        </p:grpSpPr>
        <p:sp>
          <p:nvSpPr>
            <p:cNvPr id="4760" name="Google Shape;4760;g3f58e9f5d1b_0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61" name="Google Shape;4761;g3f58e9f5d1b_0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762" name="Google Shape;4762;g3f58e9f5d1b_0_2277"/>
          <p:cNvGrpSpPr/>
          <p:nvPr/>
        </p:nvGrpSpPr>
        <p:grpSpPr>
          <a:xfrm rot="-3106431">
            <a:off x="5586241" y="948749"/>
            <a:ext cx="5561179" cy="5356900"/>
            <a:chOff x="7462727" y="2117289"/>
            <a:chExt cx="4121046" cy="3969668"/>
          </a:xfrm>
        </p:grpSpPr>
        <p:sp>
          <p:nvSpPr>
            <p:cNvPr id="4763" name="Google Shape;4763;g3f58e9f5d1b_0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64" name="Google Shape;4764;g3f58e9f5d1b_0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765" name="Google Shape;4765;g3f58e9f5d1b_0_2277"/>
          <p:cNvGrpSpPr/>
          <p:nvPr/>
        </p:nvGrpSpPr>
        <p:grpSpPr>
          <a:xfrm rot="-6988776">
            <a:off x="5722401" y="776297"/>
            <a:ext cx="5561222" cy="5356942"/>
            <a:chOff x="7462727" y="2117289"/>
            <a:chExt cx="4121046" cy="3969668"/>
          </a:xfrm>
        </p:grpSpPr>
        <p:sp>
          <p:nvSpPr>
            <p:cNvPr id="4766" name="Google Shape;4766;g3f58e9f5d1b_0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67" name="Google Shape;4767;g3f58e9f5d1b_0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768" name="Google Shape;4768;g3f58e9f5d1b_0_2277"/>
          <p:cNvSpPr/>
          <p:nvPr>
            <p:ph idx="2" type="pic"/>
          </p:nvPr>
        </p:nvSpPr>
        <p:spPr>
          <a:xfrm>
            <a:off x="6188049" y="1305317"/>
            <a:ext cx="4649400" cy="4651500"/>
          </a:xfrm>
          <a:prstGeom prst="ellipse">
            <a:avLst/>
          </a:prstGeom>
          <a:noFill/>
          <a:ln>
            <a:noFill/>
          </a:ln>
        </p:spPr>
      </p:sp>
      <p:sp>
        <p:nvSpPr>
          <p:cNvPr id="4769" name="Google Shape;4769;g3f58e9f5d1b_0_2277"/>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69"/>
                                        </p:tgtEl>
                                        <p:attrNameLst>
                                          <p:attrName>style.visibility</p:attrName>
                                        </p:attrNameLst>
                                      </p:cBhvr>
                                      <p:to>
                                        <p:strVal val="visible"/>
                                      </p:to>
                                    </p:set>
                                    <p:animEffect filter="fade" transition="in">
                                      <p:cBhvr>
                                        <p:cTn dur="500"/>
                                        <p:tgtEl>
                                          <p:spTgt spid="4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68"/>
                                        </p:tgtEl>
                                        <p:attrNameLst>
                                          <p:attrName>style.visibility</p:attrName>
                                        </p:attrNameLst>
                                      </p:cBhvr>
                                      <p:to>
                                        <p:strVal val="visible"/>
                                      </p:to>
                                    </p:set>
                                    <p:anim calcmode="lin" valueType="num">
                                      <p:cBhvr additive="base">
                                        <p:cTn dur="500"/>
                                        <p:tgtEl>
                                          <p:spTgt spid="47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475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76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76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 (H+P/V)">
  <p:cSld name="1_Learn (H+P/V)">
    <p:spTree>
      <p:nvGrpSpPr>
        <p:cNvPr id="4770" name="Shape 4770"/>
        <p:cNvGrpSpPr/>
        <p:nvPr/>
      </p:nvGrpSpPr>
      <p:grpSpPr>
        <a:xfrm>
          <a:off x="0" y="0"/>
          <a:ext cx="0" cy="0"/>
          <a:chOff x="0" y="0"/>
          <a:chExt cx="0" cy="0"/>
        </a:xfrm>
      </p:grpSpPr>
      <p:sp>
        <p:nvSpPr>
          <p:cNvPr id="4771" name="Google Shape;4771;g3f58e9f5d1b_0_2289"/>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72" name="Google Shape;4772;g3f58e9f5d1b_0_2289"/>
          <p:cNvSpPr txBox="1"/>
          <p:nvPr>
            <p:ph idx="2" type="body"/>
          </p:nvPr>
        </p:nvSpPr>
        <p:spPr>
          <a:xfrm>
            <a:off x="850900" y="1600202"/>
            <a:ext cx="27135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73" name="Google Shape;4773;g3f58e9f5d1b_0_2289"/>
          <p:cNvSpPr txBox="1"/>
          <p:nvPr>
            <p:ph idx="3" type="body"/>
          </p:nvPr>
        </p:nvSpPr>
        <p:spPr>
          <a:xfrm>
            <a:off x="3881535" y="1600202"/>
            <a:ext cx="74595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p:cSld name="WA_3Step (H+PIC+NO.+HINT)">
    <p:spTree>
      <p:nvGrpSpPr>
        <p:cNvPr id="4774" name="Shape 4774"/>
        <p:cNvGrpSpPr/>
        <p:nvPr/>
      </p:nvGrpSpPr>
      <p:grpSpPr>
        <a:xfrm>
          <a:off x="0" y="0"/>
          <a:ext cx="0" cy="0"/>
          <a:chOff x="0" y="0"/>
          <a:chExt cx="0" cy="0"/>
        </a:xfrm>
      </p:grpSpPr>
      <p:grpSp>
        <p:nvGrpSpPr>
          <p:cNvPr id="4775" name="Google Shape;4775;g3f58e9f5d1b_0_2293"/>
          <p:cNvGrpSpPr/>
          <p:nvPr/>
        </p:nvGrpSpPr>
        <p:grpSpPr>
          <a:xfrm>
            <a:off x="1984027" y="1412082"/>
            <a:ext cx="8449746" cy="4433003"/>
            <a:chOff x="-413326" y="937285"/>
            <a:chExt cx="4433003" cy="4433003"/>
          </a:xfrm>
        </p:grpSpPr>
        <p:sp>
          <p:nvSpPr>
            <p:cNvPr id="4776" name="Google Shape;4776;g3f58e9f5d1b_0_229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77" name="Google Shape;4777;g3f58e9f5d1b_0_229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78" name="Google Shape;4778;g3f58e9f5d1b_0_229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79" name="Google Shape;4779;g3f58e9f5d1b_0_229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780" name="Google Shape;4780;g3f58e9f5d1b_0_229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781" name="Google Shape;4781;g3f58e9f5d1b_0_2293"/>
          <p:cNvSpPr/>
          <p:nvPr>
            <p:ph idx="2" type="pic"/>
          </p:nvPr>
        </p:nvSpPr>
        <p:spPr>
          <a:xfrm>
            <a:off x="2547257" y="1671815"/>
            <a:ext cx="7323300" cy="3913500"/>
          </a:xfrm>
          <a:prstGeom prst="rect">
            <a:avLst/>
          </a:prstGeom>
          <a:noFill/>
          <a:ln>
            <a:noFill/>
          </a:ln>
        </p:spPr>
      </p:sp>
      <p:sp>
        <p:nvSpPr>
          <p:cNvPr id="4782" name="Google Shape;4782;g3f58e9f5d1b_0_229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83" name="Google Shape;4783;g3f58e9f5d1b_0_2293"/>
          <p:cNvSpPr txBox="1"/>
          <p:nvPr>
            <p:ph idx="3" type="body"/>
          </p:nvPr>
        </p:nvSpPr>
        <p:spPr>
          <a:xfrm>
            <a:off x="10881625" y="594841"/>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784" name="Shape 4784"/>
        <p:cNvGrpSpPr/>
        <p:nvPr/>
      </p:nvGrpSpPr>
      <p:grpSpPr>
        <a:xfrm>
          <a:off x="0" y="0"/>
          <a:ext cx="0" cy="0"/>
          <a:chOff x="0" y="0"/>
          <a:chExt cx="0" cy="0"/>
        </a:xfrm>
      </p:grpSpPr>
      <p:sp>
        <p:nvSpPr>
          <p:cNvPr id="4785" name="Google Shape;4785;g3f58e9f5d1b_0_2303"/>
          <p:cNvSpPr/>
          <p:nvPr/>
        </p:nvSpPr>
        <p:spPr>
          <a:xfrm>
            <a:off x="7139332"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4786" name="Google Shape;4786;g3f58e9f5d1b_0_2303"/>
          <p:cNvSpPr/>
          <p:nvPr/>
        </p:nvSpPr>
        <p:spPr>
          <a:xfrm>
            <a:off x="5588000" y="-3009900"/>
            <a:ext cx="1016100" cy="9334500"/>
          </a:xfrm>
          <a:prstGeom prst="ellipse">
            <a:avLst/>
          </a:prstGeom>
          <a:solidFill>
            <a:srgbClr val="FC7C00">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grpSp>
        <p:nvGrpSpPr>
          <p:cNvPr id="4787" name="Google Shape;4787;g3f58e9f5d1b_0_2303"/>
          <p:cNvGrpSpPr/>
          <p:nvPr/>
        </p:nvGrpSpPr>
        <p:grpSpPr>
          <a:xfrm>
            <a:off x="4736945" y="4926810"/>
            <a:ext cx="2896817" cy="2898554"/>
            <a:chOff x="4460241" y="4926810"/>
            <a:chExt cx="2896817" cy="2898554"/>
          </a:xfrm>
        </p:grpSpPr>
        <p:sp>
          <p:nvSpPr>
            <p:cNvPr id="4788" name="Google Shape;4788;g3f58e9f5d1b_0_2303"/>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4789" name="Google Shape;4789;g3f58e9f5d1b_0_2303"/>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4790" name="Google Shape;4790;g3f58e9f5d1b_0_2303"/>
          <p:cNvSpPr/>
          <p:nvPr/>
        </p:nvSpPr>
        <p:spPr>
          <a:xfrm flipH="1">
            <a:off x="472480"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4791" name="Google Shape;4791;g3f58e9f5d1b_0_2303"/>
          <p:cNvSpPr txBox="1"/>
          <p:nvPr>
            <p:ph idx="1" type="body"/>
          </p:nvPr>
        </p:nvSpPr>
        <p:spPr>
          <a:xfrm>
            <a:off x="472480"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92" name="Google Shape;4792;g3f58e9f5d1b_0_2303"/>
          <p:cNvSpPr txBox="1"/>
          <p:nvPr>
            <p:ph idx="2" type="body"/>
          </p:nvPr>
        </p:nvSpPr>
        <p:spPr>
          <a:xfrm>
            <a:off x="7139332"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93" name="Google Shape;4793;g3f58e9f5d1b_0_2303"/>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794" name="Google Shape;4794;g3f58e9f5d1b_0_2303"/>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6"/>
                                        </p:tgtEl>
                                        <p:attrNameLst>
                                          <p:attrName>style.visibility</p:attrName>
                                        </p:attrNameLst>
                                      </p:cBhvr>
                                      <p:to>
                                        <p:strVal val="visible"/>
                                      </p:to>
                                    </p:set>
                                    <p:animEffect filter="fade" transition="in">
                                      <p:cBhvr>
                                        <p:cTn dur="500"/>
                                        <p:tgtEl>
                                          <p:spTgt spid="4786"/>
                                        </p:tgtEl>
                                      </p:cBhvr>
                                    </p:animEffect>
                                  </p:childTnLst>
                                </p:cTn>
                              </p:par>
                              <p:par>
                                <p:cTn fill="hold" nodeType="withEffect" presetClass="entr" presetID="10" presetSubtype="0">
                                  <p:stCondLst>
                                    <p:cond delay="0"/>
                                  </p:stCondLst>
                                  <p:childTnLst>
                                    <p:set>
                                      <p:cBhvr>
                                        <p:cTn dur="1" fill="hold">
                                          <p:stCondLst>
                                            <p:cond delay="0"/>
                                          </p:stCondLst>
                                        </p:cTn>
                                        <p:tgtEl>
                                          <p:spTgt spid="4785"/>
                                        </p:tgtEl>
                                        <p:attrNameLst>
                                          <p:attrName>style.visibility</p:attrName>
                                        </p:attrNameLst>
                                      </p:cBhvr>
                                      <p:to>
                                        <p:strVal val="visible"/>
                                      </p:to>
                                    </p:set>
                                    <p:animEffect filter="fade" transition="in">
                                      <p:cBhvr>
                                        <p:cTn dur="500"/>
                                        <p:tgtEl>
                                          <p:spTgt spid="4785"/>
                                        </p:tgtEl>
                                      </p:cBhvr>
                                    </p:animEffect>
                                  </p:childTnLst>
                                </p:cTn>
                              </p:par>
                              <p:par>
                                <p:cTn fill="hold" nodeType="withEffect" presetClass="entr" presetID="10" presetSubtype="0">
                                  <p:stCondLst>
                                    <p:cond delay="0"/>
                                  </p:stCondLst>
                                  <p:childTnLst>
                                    <p:set>
                                      <p:cBhvr>
                                        <p:cTn dur="1" fill="hold">
                                          <p:stCondLst>
                                            <p:cond delay="0"/>
                                          </p:stCondLst>
                                        </p:cTn>
                                        <p:tgtEl>
                                          <p:spTgt spid="4790"/>
                                        </p:tgtEl>
                                        <p:attrNameLst>
                                          <p:attrName>style.visibility</p:attrName>
                                        </p:attrNameLst>
                                      </p:cBhvr>
                                      <p:to>
                                        <p:strVal val="visible"/>
                                      </p:to>
                                    </p:set>
                                    <p:animEffect filter="fade" transition="in">
                                      <p:cBhvr>
                                        <p:cTn dur="500"/>
                                        <p:tgtEl>
                                          <p:spTgt spid="47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91"/>
                                        </p:tgtEl>
                                        <p:attrNameLst>
                                          <p:attrName>style.visibility</p:attrName>
                                        </p:attrNameLst>
                                      </p:cBhvr>
                                      <p:to>
                                        <p:strVal val="visible"/>
                                      </p:to>
                                    </p:set>
                                    <p:animEffect filter="fade" transition="in">
                                      <p:cBhvr>
                                        <p:cTn dur="500"/>
                                        <p:tgtEl>
                                          <p:spTgt spid="47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92"/>
                                        </p:tgtEl>
                                        <p:attrNameLst>
                                          <p:attrName>style.visibility</p:attrName>
                                        </p:attrNameLst>
                                      </p:cBhvr>
                                      <p:to>
                                        <p:strVal val="visible"/>
                                      </p:to>
                                    </p:set>
                                    <p:animEffect filter="fade" transition="in">
                                      <p:cBhvr>
                                        <p:cTn dur="500"/>
                                        <p:tgtEl>
                                          <p:spTgt spid="479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94">
                                            <p:txEl>
                                              <p:pRg end="0" st="0"/>
                                            </p:txEl>
                                          </p:spTgt>
                                        </p:tgtEl>
                                        <p:attrNameLst>
                                          <p:attrName>style.visibility</p:attrName>
                                        </p:attrNameLst>
                                      </p:cBhvr>
                                      <p:to>
                                        <p:strVal val="visible"/>
                                      </p:to>
                                    </p:set>
                                    <p:animEffect filter="fade" transition="in">
                                      <p:cBhvr>
                                        <p:cTn dur="500"/>
                                        <p:tgtEl>
                                          <p:spTgt spid="4794">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94">
                                            <p:txEl>
                                              <p:pRg end="1" st="1"/>
                                            </p:txEl>
                                          </p:spTgt>
                                        </p:tgtEl>
                                        <p:attrNameLst>
                                          <p:attrName>style.visibility</p:attrName>
                                        </p:attrNameLst>
                                      </p:cBhvr>
                                      <p:to>
                                        <p:strVal val="visible"/>
                                      </p:to>
                                    </p:set>
                                    <p:animEffect filter="fade" transition="in">
                                      <p:cBhvr>
                                        <p:cTn dur="500"/>
                                        <p:tgtEl>
                                          <p:spTgt spid="4794">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794">
                                            <p:txEl>
                                              <p:pRg end="2" st="2"/>
                                            </p:txEl>
                                          </p:spTgt>
                                        </p:tgtEl>
                                        <p:attrNameLst>
                                          <p:attrName>style.visibility</p:attrName>
                                        </p:attrNameLst>
                                      </p:cBhvr>
                                      <p:to>
                                        <p:strVal val="visible"/>
                                      </p:to>
                                    </p:set>
                                    <p:animEffect filter="fade" transition="in">
                                      <p:cBhvr>
                                        <p:cTn dur="500"/>
                                        <p:tgtEl>
                                          <p:spTgt spid="4794">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794">
                                            <p:txEl>
                                              <p:pRg end="3" st="3"/>
                                            </p:txEl>
                                          </p:spTgt>
                                        </p:tgtEl>
                                        <p:attrNameLst>
                                          <p:attrName>style.visibility</p:attrName>
                                        </p:attrNameLst>
                                      </p:cBhvr>
                                      <p:to>
                                        <p:strVal val="visible"/>
                                      </p:to>
                                    </p:set>
                                    <p:animEffect filter="fade" transition="in">
                                      <p:cBhvr>
                                        <p:cTn dur="500"/>
                                        <p:tgtEl>
                                          <p:spTgt spid="4794">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794">
                                            <p:txEl>
                                              <p:pRg end="4" st="4"/>
                                            </p:txEl>
                                          </p:spTgt>
                                        </p:tgtEl>
                                        <p:attrNameLst>
                                          <p:attrName>style.visibility</p:attrName>
                                        </p:attrNameLst>
                                      </p:cBhvr>
                                      <p:to>
                                        <p:strVal val="visible"/>
                                      </p:to>
                                    </p:set>
                                    <p:animEffect filter="fade" transition="in">
                                      <p:cBhvr>
                                        <p:cTn dur="500"/>
                                        <p:tgtEl>
                                          <p:spTgt spid="4794">
                                            <p:txEl>
                                              <p:pRg end="4" st="4"/>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794">
                                            <p:txEl>
                                              <p:pRg end="5" st="5"/>
                                            </p:txEl>
                                          </p:spTgt>
                                        </p:tgtEl>
                                        <p:attrNameLst>
                                          <p:attrName>style.visibility</p:attrName>
                                        </p:attrNameLst>
                                      </p:cBhvr>
                                      <p:to>
                                        <p:strVal val="visible"/>
                                      </p:to>
                                    </p:set>
                                    <p:animEffect filter="fade" transition="in">
                                      <p:cBhvr>
                                        <p:cTn dur="500"/>
                                        <p:tgtEl>
                                          <p:spTgt spid="4794">
                                            <p:txEl>
                                              <p:pRg end="5" st="5"/>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794">
                                            <p:txEl>
                                              <p:pRg end="6" st="6"/>
                                            </p:txEl>
                                          </p:spTgt>
                                        </p:tgtEl>
                                        <p:attrNameLst>
                                          <p:attrName>style.visibility</p:attrName>
                                        </p:attrNameLst>
                                      </p:cBhvr>
                                      <p:to>
                                        <p:strVal val="visible"/>
                                      </p:to>
                                    </p:set>
                                    <p:animEffect filter="fade" transition="in">
                                      <p:cBhvr>
                                        <p:cTn dur="500"/>
                                        <p:tgtEl>
                                          <p:spTgt spid="4794">
                                            <p:txEl>
                                              <p:pRg end="6" st="6"/>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794">
                                            <p:txEl>
                                              <p:pRg end="7" st="7"/>
                                            </p:txEl>
                                          </p:spTgt>
                                        </p:tgtEl>
                                        <p:attrNameLst>
                                          <p:attrName>style.visibility</p:attrName>
                                        </p:attrNameLst>
                                      </p:cBhvr>
                                      <p:to>
                                        <p:strVal val="visible"/>
                                      </p:to>
                                    </p:set>
                                    <p:animEffect filter="fade" transition="in">
                                      <p:cBhvr>
                                        <p:cTn dur="500"/>
                                        <p:tgtEl>
                                          <p:spTgt spid="4794">
                                            <p:txEl>
                                              <p:pRg end="7" st="7"/>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794">
                                            <p:txEl>
                                              <p:pRg end="8" st="8"/>
                                            </p:txEl>
                                          </p:spTgt>
                                        </p:tgtEl>
                                        <p:attrNameLst>
                                          <p:attrName>style.visibility</p:attrName>
                                        </p:attrNameLst>
                                      </p:cBhvr>
                                      <p:to>
                                        <p:strVal val="visible"/>
                                      </p:to>
                                    </p:set>
                                    <p:animEffect filter="fade" transition="in">
                                      <p:cBhvr>
                                        <p:cTn dur="500"/>
                                        <p:tgtEl>
                                          <p:spTgt spid="4794">
                                            <p:txEl>
                                              <p:pRg end="8" st="8"/>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793">
                                            <p:txEl>
                                              <p:pRg end="0" st="0"/>
                                            </p:txEl>
                                          </p:spTgt>
                                        </p:tgtEl>
                                        <p:attrNameLst>
                                          <p:attrName>style.visibility</p:attrName>
                                        </p:attrNameLst>
                                      </p:cBhvr>
                                      <p:to>
                                        <p:strVal val="visible"/>
                                      </p:to>
                                    </p:set>
                                    <p:animEffect filter="fade" transition="in">
                                      <p:cBhvr>
                                        <p:cTn dur="500"/>
                                        <p:tgtEl>
                                          <p:spTgt spid="4793">
                                            <p:txEl>
                                              <p:pRg end="0" st="0"/>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4793">
                                            <p:txEl>
                                              <p:pRg end="1" st="1"/>
                                            </p:txEl>
                                          </p:spTgt>
                                        </p:tgtEl>
                                        <p:attrNameLst>
                                          <p:attrName>style.visibility</p:attrName>
                                        </p:attrNameLst>
                                      </p:cBhvr>
                                      <p:to>
                                        <p:strVal val="visible"/>
                                      </p:to>
                                    </p:set>
                                    <p:animEffect filter="fade" transition="in">
                                      <p:cBhvr>
                                        <p:cTn dur="500"/>
                                        <p:tgtEl>
                                          <p:spTgt spid="4793">
                                            <p:txEl>
                                              <p:pRg end="1" st="1"/>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4793">
                                            <p:txEl>
                                              <p:pRg end="2" st="2"/>
                                            </p:txEl>
                                          </p:spTgt>
                                        </p:tgtEl>
                                        <p:attrNameLst>
                                          <p:attrName>style.visibility</p:attrName>
                                        </p:attrNameLst>
                                      </p:cBhvr>
                                      <p:to>
                                        <p:strVal val="visible"/>
                                      </p:to>
                                    </p:set>
                                    <p:animEffect filter="fade" transition="in">
                                      <p:cBhvr>
                                        <p:cTn dur="500"/>
                                        <p:tgtEl>
                                          <p:spTgt spid="4793">
                                            <p:txEl>
                                              <p:pRg end="2" st="2"/>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4793">
                                            <p:txEl>
                                              <p:pRg end="3" st="3"/>
                                            </p:txEl>
                                          </p:spTgt>
                                        </p:tgtEl>
                                        <p:attrNameLst>
                                          <p:attrName>style.visibility</p:attrName>
                                        </p:attrNameLst>
                                      </p:cBhvr>
                                      <p:to>
                                        <p:strVal val="visible"/>
                                      </p:to>
                                    </p:set>
                                    <p:animEffect filter="fade" transition="in">
                                      <p:cBhvr>
                                        <p:cTn dur="500"/>
                                        <p:tgtEl>
                                          <p:spTgt spid="4793">
                                            <p:txEl>
                                              <p:pRg end="3" st="3"/>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793">
                                            <p:txEl>
                                              <p:pRg end="4" st="4"/>
                                            </p:txEl>
                                          </p:spTgt>
                                        </p:tgtEl>
                                        <p:attrNameLst>
                                          <p:attrName>style.visibility</p:attrName>
                                        </p:attrNameLst>
                                      </p:cBhvr>
                                      <p:to>
                                        <p:strVal val="visible"/>
                                      </p:to>
                                    </p:set>
                                    <p:animEffect filter="fade" transition="in">
                                      <p:cBhvr>
                                        <p:cTn dur="500"/>
                                        <p:tgtEl>
                                          <p:spTgt spid="4793">
                                            <p:txEl>
                                              <p:pRg end="4" st="4"/>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4793">
                                            <p:txEl>
                                              <p:pRg end="5" st="5"/>
                                            </p:txEl>
                                          </p:spTgt>
                                        </p:tgtEl>
                                        <p:attrNameLst>
                                          <p:attrName>style.visibility</p:attrName>
                                        </p:attrNameLst>
                                      </p:cBhvr>
                                      <p:to>
                                        <p:strVal val="visible"/>
                                      </p:to>
                                    </p:set>
                                    <p:animEffect filter="fade" transition="in">
                                      <p:cBhvr>
                                        <p:cTn dur="500"/>
                                        <p:tgtEl>
                                          <p:spTgt spid="4793">
                                            <p:txEl>
                                              <p:pRg end="5" st="5"/>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4793">
                                            <p:txEl>
                                              <p:pRg end="6" st="6"/>
                                            </p:txEl>
                                          </p:spTgt>
                                        </p:tgtEl>
                                        <p:attrNameLst>
                                          <p:attrName>style.visibility</p:attrName>
                                        </p:attrNameLst>
                                      </p:cBhvr>
                                      <p:to>
                                        <p:strVal val="visible"/>
                                      </p:to>
                                    </p:set>
                                    <p:animEffect filter="fade" transition="in">
                                      <p:cBhvr>
                                        <p:cTn dur="500"/>
                                        <p:tgtEl>
                                          <p:spTgt spid="4793">
                                            <p:txEl>
                                              <p:pRg end="6" st="6"/>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4793">
                                            <p:txEl>
                                              <p:pRg end="7" st="7"/>
                                            </p:txEl>
                                          </p:spTgt>
                                        </p:tgtEl>
                                        <p:attrNameLst>
                                          <p:attrName>style.visibility</p:attrName>
                                        </p:attrNameLst>
                                      </p:cBhvr>
                                      <p:to>
                                        <p:strVal val="visible"/>
                                      </p:to>
                                    </p:set>
                                    <p:animEffect filter="fade" transition="in">
                                      <p:cBhvr>
                                        <p:cTn dur="500"/>
                                        <p:tgtEl>
                                          <p:spTgt spid="4793">
                                            <p:txEl>
                                              <p:pRg end="7" st="7"/>
                                            </p:txEl>
                                          </p:spTgt>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4793">
                                            <p:txEl>
                                              <p:pRg end="8" st="8"/>
                                            </p:txEl>
                                          </p:spTgt>
                                        </p:tgtEl>
                                        <p:attrNameLst>
                                          <p:attrName>style.visibility</p:attrName>
                                        </p:attrNameLst>
                                      </p:cBhvr>
                                      <p:to>
                                        <p:strVal val="visible"/>
                                      </p:to>
                                    </p:set>
                                    <p:animEffect filter="fade" transition="in">
                                      <p:cBhvr>
                                        <p:cTn dur="500"/>
                                        <p:tgtEl>
                                          <p:spTgt spid="479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p:cSld name="3Step (H+PIC+NO.+HINT)">
    <p:spTree>
      <p:nvGrpSpPr>
        <p:cNvPr id="4795" name="Shape 4795"/>
        <p:cNvGrpSpPr/>
        <p:nvPr/>
      </p:nvGrpSpPr>
      <p:grpSpPr>
        <a:xfrm>
          <a:off x="0" y="0"/>
          <a:ext cx="0" cy="0"/>
          <a:chOff x="0" y="0"/>
          <a:chExt cx="0" cy="0"/>
        </a:xfrm>
      </p:grpSpPr>
      <p:grpSp>
        <p:nvGrpSpPr>
          <p:cNvPr id="4796" name="Google Shape;4796;g3f58e9f5d1b_0_2314"/>
          <p:cNvGrpSpPr/>
          <p:nvPr/>
        </p:nvGrpSpPr>
        <p:grpSpPr>
          <a:xfrm>
            <a:off x="2148127" y="1620732"/>
            <a:ext cx="8449746" cy="4433003"/>
            <a:chOff x="-413326" y="937285"/>
            <a:chExt cx="4433003" cy="4433003"/>
          </a:xfrm>
        </p:grpSpPr>
        <p:sp>
          <p:nvSpPr>
            <p:cNvPr id="4797" name="Google Shape;4797;g3f58e9f5d1b_0_231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98" name="Google Shape;4798;g3f58e9f5d1b_0_231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799" name="Google Shape;4799;g3f58e9f5d1b_0_231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800" name="Google Shape;4800;g3f58e9f5d1b_0_231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801" name="Google Shape;4801;g3f58e9f5d1b_0_231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802" name="Google Shape;4802;g3f58e9f5d1b_0_2314"/>
          <p:cNvSpPr/>
          <p:nvPr>
            <p:ph idx="2" type="pic"/>
          </p:nvPr>
        </p:nvSpPr>
        <p:spPr>
          <a:xfrm>
            <a:off x="2699657" y="1900415"/>
            <a:ext cx="7323300" cy="3913500"/>
          </a:xfrm>
          <a:prstGeom prst="rect">
            <a:avLst/>
          </a:prstGeom>
          <a:noFill/>
          <a:ln>
            <a:noFill/>
          </a:ln>
        </p:spPr>
      </p:sp>
      <p:sp>
        <p:nvSpPr>
          <p:cNvPr id="4803" name="Google Shape;4803;g3f58e9f5d1b_0_231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804" name="Google Shape;4804;g3f58e9f5d1b_0_2314"/>
          <p:cNvSpPr txBox="1"/>
          <p:nvPr>
            <p:ph idx="3" type="body"/>
          </p:nvPr>
        </p:nvSpPr>
        <p:spPr>
          <a:xfrm>
            <a:off x="10998200" y="5919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796"/>
                                        </p:tgtEl>
                                        <p:attrNameLst>
                                          <p:attrName>style.visibility</p:attrName>
                                        </p:attrNameLst>
                                      </p:cBhvr>
                                      <p:to>
                                        <p:strVal val="visible"/>
                                      </p:to>
                                    </p:set>
                                    <p:anim calcmode="lin" valueType="num">
                                      <p:cBhvr additive="base">
                                        <p:cTn dur="2250"/>
                                        <p:tgtEl>
                                          <p:spTgt spid="4796"/>
                                        </p:tgtEl>
                                        <p:attrNameLst>
                                          <p:attrName>ppt_w</p:attrName>
                                        </p:attrNameLst>
                                      </p:cBhvr>
                                      <p:tavLst>
                                        <p:tav fmla="" tm="0">
                                          <p:val>
                                            <p:strVal val="0"/>
                                          </p:val>
                                        </p:tav>
                                        <p:tav fmla="" tm="100000">
                                          <p:val>
                                            <p:strVal val="#ppt_w"/>
                                          </p:val>
                                        </p:tav>
                                      </p:tavLst>
                                    </p:anim>
                                    <p:anim calcmode="lin" valueType="num">
                                      <p:cBhvr additive="base">
                                        <p:cTn dur="2250"/>
                                        <p:tgtEl>
                                          <p:spTgt spid="4796"/>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802"/>
                                        </p:tgtEl>
                                        <p:attrNameLst>
                                          <p:attrName>style.visibility</p:attrName>
                                        </p:attrNameLst>
                                      </p:cBhvr>
                                      <p:to>
                                        <p:strVal val="visible"/>
                                      </p:to>
                                    </p:set>
                                    <p:animEffect filter="fade" transition="in">
                                      <p:cBhvr>
                                        <p:cTn dur="500"/>
                                        <p:tgtEl>
                                          <p:spTgt spid="4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intro">
  <p:cSld name="lesson intro">
    <p:spTree>
      <p:nvGrpSpPr>
        <p:cNvPr id="4805" name="Shape 4805"/>
        <p:cNvGrpSpPr/>
        <p:nvPr/>
      </p:nvGrpSpPr>
      <p:grpSpPr>
        <a:xfrm>
          <a:off x="0" y="0"/>
          <a:ext cx="0" cy="0"/>
          <a:chOff x="0" y="0"/>
          <a:chExt cx="0" cy="0"/>
        </a:xfrm>
      </p:grpSpPr>
      <p:sp>
        <p:nvSpPr>
          <p:cNvPr id="4806" name="Google Shape;4806;g3f58e9f5d1b_0_2324"/>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sson intro">
  <p:cSld name="1_lesson intro">
    <p:spTree>
      <p:nvGrpSpPr>
        <p:cNvPr id="4807" name="Shape 4807"/>
        <p:cNvGrpSpPr/>
        <p:nvPr/>
      </p:nvGrpSpPr>
      <p:grpSpPr>
        <a:xfrm>
          <a:off x="0" y="0"/>
          <a:ext cx="0" cy="0"/>
          <a:chOff x="0" y="0"/>
          <a:chExt cx="0" cy="0"/>
        </a:xfrm>
      </p:grpSpPr>
      <p:sp>
        <p:nvSpPr>
          <p:cNvPr id="4808" name="Google Shape;4808;g3f58e9f5d1b_0_2326"/>
          <p:cNvSpPr txBox="1"/>
          <p:nvPr>
            <p:ph idx="1" type="body"/>
          </p:nvPr>
        </p:nvSpPr>
        <p:spPr>
          <a:xfrm>
            <a:off x="377850" y="794601"/>
            <a:ext cx="11436300" cy="2710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809" name="Google Shape;4809;g3f58e9f5d1b_0_2326"/>
          <p:cNvSpPr txBox="1"/>
          <p:nvPr>
            <p:ph idx="2" type="body"/>
          </p:nvPr>
        </p:nvSpPr>
        <p:spPr>
          <a:xfrm>
            <a:off x="1560000" y="3618276"/>
            <a:ext cx="9072000" cy="1347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
  <p:cSld name="Learn_1st">
    <p:spTree>
      <p:nvGrpSpPr>
        <p:cNvPr id="4810" name="Shape 4810"/>
        <p:cNvGrpSpPr/>
        <p:nvPr/>
      </p:nvGrpSpPr>
      <p:grpSpPr>
        <a:xfrm>
          <a:off x="0" y="0"/>
          <a:ext cx="0" cy="0"/>
          <a:chOff x="0" y="0"/>
          <a:chExt cx="0" cy="0"/>
        </a:xfrm>
      </p:grpSpPr>
      <p:sp>
        <p:nvSpPr>
          <p:cNvPr id="4811" name="Google Shape;4811;g3f58e9f5d1b_0_2329"/>
          <p:cNvSpPr/>
          <p:nvPr>
            <p:ph idx="2" type="pic"/>
          </p:nvPr>
        </p:nvSpPr>
        <p:spPr>
          <a:xfrm>
            <a:off x="2114230" y="1920640"/>
            <a:ext cx="7963500" cy="4108200"/>
          </a:xfrm>
          <a:prstGeom prst="rect">
            <a:avLst/>
          </a:prstGeom>
          <a:noFill/>
          <a:ln>
            <a:noFill/>
          </a:ln>
        </p:spPr>
      </p:sp>
      <p:sp>
        <p:nvSpPr>
          <p:cNvPr id="4812" name="Google Shape;4812;g3f58e9f5d1b_0_2329"/>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813" name="Google Shape;4813;g3f58e9f5d1b_0_2329">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
  <p:cSld name="Discussion/Question">
    <p:spTree>
      <p:nvGrpSpPr>
        <p:cNvPr id="4814" name="Shape 4814"/>
        <p:cNvGrpSpPr/>
        <p:nvPr/>
      </p:nvGrpSpPr>
      <p:grpSpPr>
        <a:xfrm>
          <a:off x="0" y="0"/>
          <a:ext cx="0" cy="0"/>
          <a:chOff x="0" y="0"/>
          <a:chExt cx="0" cy="0"/>
        </a:xfrm>
      </p:grpSpPr>
      <p:grpSp>
        <p:nvGrpSpPr>
          <p:cNvPr id="4815" name="Google Shape;4815;g3f58e9f5d1b_0_2333"/>
          <p:cNvGrpSpPr/>
          <p:nvPr/>
        </p:nvGrpSpPr>
        <p:grpSpPr>
          <a:xfrm>
            <a:off x="5663558" y="1184007"/>
            <a:ext cx="5110509" cy="4807268"/>
            <a:chOff x="7462727" y="2117289"/>
            <a:chExt cx="4121046" cy="3969668"/>
          </a:xfrm>
        </p:grpSpPr>
        <p:sp>
          <p:nvSpPr>
            <p:cNvPr id="4816" name="Google Shape;4816;g3f58e9f5d1b_0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17" name="Google Shape;4817;g3f58e9f5d1b_0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818" name="Google Shape;4818;g3f58e9f5d1b_0_2333"/>
          <p:cNvGrpSpPr/>
          <p:nvPr/>
        </p:nvGrpSpPr>
        <p:grpSpPr>
          <a:xfrm rot="-3066662">
            <a:off x="5500312" y="996599"/>
            <a:ext cx="5036655" cy="4878737"/>
            <a:chOff x="7462727" y="2117289"/>
            <a:chExt cx="4121046" cy="3969668"/>
          </a:xfrm>
        </p:grpSpPr>
        <p:sp>
          <p:nvSpPr>
            <p:cNvPr id="4819" name="Google Shape;4819;g3f58e9f5d1b_0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20" name="Google Shape;4820;g3f58e9f5d1b_0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821" name="Google Shape;4821;g3f58e9f5d1b_0_2333"/>
          <p:cNvGrpSpPr/>
          <p:nvPr/>
        </p:nvGrpSpPr>
        <p:grpSpPr>
          <a:xfrm rot="-7021446">
            <a:off x="5637133" y="829507"/>
            <a:ext cx="5014746" cy="4900135"/>
            <a:chOff x="7462727" y="2117289"/>
            <a:chExt cx="4121046" cy="3969668"/>
          </a:xfrm>
        </p:grpSpPr>
        <p:sp>
          <p:nvSpPr>
            <p:cNvPr id="4822" name="Google Shape;4822;g3f58e9f5d1b_0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23" name="Google Shape;4823;g3f58e9f5d1b_0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824" name="Google Shape;4824;g3f58e9f5d1b_0_2333"/>
          <p:cNvSpPr txBox="1"/>
          <p:nvPr>
            <p:ph idx="1" type="body"/>
          </p:nvPr>
        </p:nvSpPr>
        <p:spPr>
          <a:xfrm>
            <a:off x="309875" y="372569"/>
            <a:ext cx="4887300" cy="1479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825" name="Google Shape;4825;g3f58e9f5d1b_0_2333"/>
          <p:cNvSpPr txBox="1"/>
          <p:nvPr>
            <p:ph idx="2" type="body"/>
          </p:nvPr>
        </p:nvSpPr>
        <p:spPr>
          <a:xfrm>
            <a:off x="6678476" y="2016359"/>
            <a:ext cx="2979300" cy="2732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50000"/>
              </a:lnSpc>
              <a:spcBef>
                <a:spcPts val="0"/>
              </a:spcBef>
              <a:spcAft>
                <a:spcPts val="0"/>
              </a:spcAft>
              <a:buClr>
                <a:schemeClr val="lt1"/>
              </a:buClr>
              <a:buSzPts val="3200"/>
              <a:buFont typeface="Arial"/>
              <a:buNone/>
              <a:defRPr b="0" i="0" sz="32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5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24"/>
                                        </p:tgtEl>
                                        <p:attrNameLst>
                                          <p:attrName>style.visibility</p:attrName>
                                        </p:attrNameLst>
                                      </p:cBhvr>
                                      <p:to>
                                        <p:strVal val="visible"/>
                                      </p:to>
                                    </p:set>
                                    <p:animEffect filter="fade" transition="in">
                                      <p:cBhvr>
                                        <p:cTn dur="500"/>
                                        <p:tgtEl>
                                          <p:spTgt spid="4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0" st="0"/>
                                            </p:txEl>
                                          </p:spTgt>
                                        </p:tgtEl>
                                        <p:attrNameLst>
                                          <p:attrName>style.visibility</p:attrName>
                                        </p:attrNameLst>
                                      </p:cBhvr>
                                      <p:to>
                                        <p:strVal val="visible"/>
                                      </p:to>
                                    </p:set>
                                    <p:animEffect filter="fade" transition="in">
                                      <p:cBhvr>
                                        <p:cTn dur="500"/>
                                        <p:tgtEl>
                                          <p:spTgt spid="48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1" st="1"/>
                                            </p:txEl>
                                          </p:spTgt>
                                        </p:tgtEl>
                                        <p:attrNameLst>
                                          <p:attrName>style.visibility</p:attrName>
                                        </p:attrNameLst>
                                      </p:cBhvr>
                                      <p:to>
                                        <p:strVal val="visible"/>
                                      </p:to>
                                    </p:set>
                                    <p:animEffect filter="fade" transition="in">
                                      <p:cBhvr>
                                        <p:cTn dur="500"/>
                                        <p:tgtEl>
                                          <p:spTgt spid="48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2" st="2"/>
                                            </p:txEl>
                                          </p:spTgt>
                                        </p:tgtEl>
                                        <p:attrNameLst>
                                          <p:attrName>style.visibility</p:attrName>
                                        </p:attrNameLst>
                                      </p:cBhvr>
                                      <p:to>
                                        <p:strVal val="visible"/>
                                      </p:to>
                                    </p:set>
                                    <p:animEffect filter="fade" transition="in">
                                      <p:cBhvr>
                                        <p:cTn dur="500"/>
                                        <p:tgtEl>
                                          <p:spTgt spid="48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3" st="3"/>
                                            </p:txEl>
                                          </p:spTgt>
                                        </p:tgtEl>
                                        <p:attrNameLst>
                                          <p:attrName>style.visibility</p:attrName>
                                        </p:attrNameLst>
                                      </p:cBhvr>
                                      <p:to>
                                        <p:strVal val="visible"/>
                                      </p:to>
                                    </p:set>
                                    <p:animEffect filter="fade" transition="in">
                                      <p:cBhvr>
                                        <p:cTn dur="500"/>
                                        <p:tgtEl>
                                          <p:spTgt spid="48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4" st="4"/>
                                            </p:txEl>
                                          </p:spTgt>
                                        </p:tgtEl>
                                        <p:attrNameLst>
                                          <p:attrName>style.visibility</p:attrName>
                                        </p:attrNameLst>
                                      </p:cBhvr>
                                      <p:to>
                                        <p:strVal val="visible"/>
                                      </p:to>
                                    </p:set>
                                    <p:animEffect filter="fade" transition="in">
                                      <p:cBhvr>
                                        <p:cTn dur="500"/>
                                        <p:tgtEl>
                                          <p:spTgt spid="48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5" st="5"/>
                                            </p:txEl>
                                          </p:spTgt>
                                        </p:tgtEl>
                                        <p:attrNameLst>
                                          <p:attrName>style.visibility</p:attrName>
                                        </p:attrNameLst>
                                      </p:cBhvr>
                                      <p:to>
                                        <p:strVal val="visible"/>
                                      </p:to>
                                    </p:set>
                                    <p:animEffect filter="fade" transition="in">
                                      <p:cBhvr>
                                        <p:cTn dur="500"/>
                                        <p:tgtEl>
                                          <p:spTgt spid="482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6" st="6"/>
                                            </p:txEl>
                                          </p:spTgt>
                                        </p:tgtEl>
                                        <p:attrNameLst>
                                          <p:attrName>style.visibility</p:attrName>
                                        </p:attrNameLst>
                                      </p:cBhvr>
                                      <p:to>
                                        <p:strVal val="visible"/>
                                      </p:to>
                                    </p:set>
                                    <p:animEffect filter="fade" transition="in">
                                      <p:cBhvr>
                                        <p:cTn dur="500"/>
                                        <p:tgtEl>
                                          <p:spTgt spid="482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7" st="7"/>
                                            </p:txEl>
                                          </p:spTgt>
                                        </p:tgtEl>
                                        <p:attrNameLst>
                                          <p:attrName>style.visibility</p:attrName>
                                        </p:attrNameLst>
                                      </p:cBhvr>
                                      <p:to>
                                        <p:strVal val="visible"/>
                                      </p:to>
                                    </p:set>
                                    <p:animEffect filter="fade" transition="in">
                                      <p:cBhvr>
                                        <p:cTn dur="500"/>
                                        <p:tgtEl>
                                          <p:spTgt spid="482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5">
                                            <p:txEl>
                                              <p:pRg end="8" st="8"/>
                                            </p:txEl>
                                          </p:spTgt>
                                        </p:tgtEl>
                                        <p:attrNameLst>
                                          <p:attrName>style.visibility</p:attrName>
                                        </p:attrNameLst>
                                      </p:cBhvr>
                                      <p:to>
                                        <p:strVal val="visible"/>
                                      </p:to>
                                    </p:set>
                                    <p:animEffect filter="fade" transition="in">
                                      <p:cBhvr>
                                        <p:cTn dur="500"/>
                                        <p:tgtEl>
                                          <p:spTgt spid="482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481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81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482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ic">
  <p:cSld name="Brainstorming+Topic+pic">
    <p:spTree>
      <p:nvGrpSpPr>
        <p:cNvPr id="4826" name="Shape 4826"/>
        <p:cNvGrpSpPr/>
        <p:nvPr/>
      </p:nvGrpSpPr>
      <p:grpSpPr>
        <a:xfrm>
          <a:off x="0" y="0"/>
          <a:ext cx="0" cy="0"/>
          <a:chOff x="0" y="0"/>
          <a:chExt cx="0" cy="0"/>
        </a:xfrm>
      </p:grpSpPr>
      <p:sp>
        <p:nvSpPr>
          <p:cNvPr id="4827" name="Google Shape;4827;g3f58e9f5d1b_0_2345"/>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4828" name="Google Shape;4828;g3f58e9f5d1b_0_2345"/>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829" name="Google Shape;4829;g3f58e9f5d1b_0_2345"/>
          <p:cNvSpPr txBox="1"/>
          <p:nvPr>
            <p:ph idx="2" type="body"/>
          </p:nvPr>
        </p:nvSpPr>
        <p:spPr>
          <a:xfrm>
            <a:off x="294975" y="2857500"/>
            <a:ext cx="8121300" cy="30546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Quicksand"/>
                <a:ea typeface="Quicksand"/>
                <a:cs typeface="Quicksand"/>
                <a:sym typeface="Quicksan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27"/>
                                        </p:tgtEl>
                                        <p:attrNameLst>
                                          <p:attrName>style.visibility</p:attrName>
                                        </p:attrNameLst>
                                      </p:cBhvr>
                                      <p:to>
                                        <p:strVal val="visible"/>
                                      </p:to>
                                    </p:set>
                                    <p:animEffect filter="fade" transition="in">
                                      <p:cBhvr>
                                        <p:cTn dur="500"/>
                                        <p:tgtEl>
                                          <p:spTgt spid="48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28"/>
                                        </p:tgtEl>
                                        <p:attrNameLst>
                                          <p:attrName>style.visibility</p:attrName>
                                        </p:attrNameLst>
                                      </p:cBhvr>
                                      <p:to>
                                        <p:strVal val="visible"/>
                                      </p:to>
                                    </p:set>
                                    <p:animEffect filter="fade" transition="in">
                                      <p:cBhvr>
                                        <p:cTn dur="500"/>
                                        <p:tgtEl>
                                          <p:spTgt spid="48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p:cSld name="Learn">
    <p:spTree>
      <p:nvGrpSpPr>
        <p:cNvPr id="4830" name="Shape 4830"/>
        <p:cNvGrpSpPr/>
        <p:nvPr/>
      </p:nvGrpSpPr>
      <p:grpSpPr>
        <a:xfrm>
          <a:off x="0" y="0"/>
          <a:ext cx="0" cy="0"/>
          <a:chOff x="0" y="0"/>
          <a:chExt cx="0" cy="0"/>
        </a:xfrm>
      </p:grpSpPr>
      <p:sp>
        <p:nvSpPr>
          <p:cNvPr id="4831" name="Google Shape;4831;g3f58e9f5d1b_0_2349"/>
          <p:cNvSpPr/>
          <p:nvPr>
            <p:ph idx="2" type="pic"/>
          </p:nvPr>
        </p:nvSpPr>
        <p:spPr>
          <a:xfrm>
            <a:off x="2114255" y="1427165"/>
            <a:ext cx="7963500" cy="4108200"/>
          </a:xfrm>
          <a:prstGeom prst="rect">
            <a:avLst/>
          </a:prstGeom>
          <a:noFill/>
          <a:ln>
            <a:noFill/>
          </a:ln>
        </p:spPr>
      </p:sp>
      <p:sp>
        <p:nvSpPr>
          <p:cNvPr id="4832" name="Google Shape;4832;g3f58e9f5d1b_0_2349"/>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833" name="Google Shape;4833;g3f58e9f5d1b_0_2349">
            <a:hlinkClick action="ppaction://hlinkshowjump?jump=nextslide"/>
          </p:cNvPr>
          <p:cNvPicPr preferRelativeResize="0"/>
          <p:nvPr/>
        </p:nvPicPr>
        <p:blipFill rotWithShape="1">
          <a:blip r:embed="rId2">
            <a:alphaModFix/>
          </a:blip>
          <a:srcRect b="0" l="0" r="0" t="0"/>
          <a:stretch/>
        </p:blipFill>
        <p:spPr>
          <a:xfrm>
            <a:off x="10853427" y="3217097"/>
            <a:ext cx="598343" cy="1058124"/>
          </a:xfrm>
          <a:prstGeom prst="rect">
            <a:avLst/>
          </a:prstGeom>
          <a:noFill/>
          <a:ln>
            <a:noFill/>
          </a:ln>
        </p:spPr>
      </p:pic>
      <p:pic>
        <p:nvPicPr>
          <p:cNvPr id="4834" name="Google Shape;4834;g3f58e9f5d1b_0_2349">
            <a:hlinkClick action="ppaction://hlinkshowjump?jump=previousslide"/>
          </p:cNvPr>
          <p:cNvPicPr preferRelativeResize="0"/>
          <p:nvPr/>
        </p:nvPicPr>
        <p:blipFill rotWithShape="1">
          <a:blip r:embed="rId3">
            <a:alphaModFix/>
          </a:blip>
          <a:srcRect b="0" l="0" r="0" t="0"/>
          <a:stretch/>
        </p:blipFill>
        <p:spPr>
          <a:xfrm flipH="1" rot="10800000">
            <a:off x="736648" y="3217097"/>
            <a:ext cx="601925" cy="1058124"/>
          </a:xfrm>
          <a:prstGeom prst="rect">
            <a:avLst/>
          </a:prstGeom>
          <a:noFill/>
          <a:ln>
            <a:noFill/>
          </a:ln>
        </p:spPr>
      </p:pic>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p:cSld name="Testing">
    <p:spTree>
      <p:nvGrpSpPr>
        <p:cNvPr id="4835" name="Shape 4835"/>
        <p:cNvGrpSpPr/>
        <p:nvPr/>
      </p:nvGrpSpPr>
      <p:grpSpPr>
        <a:xfrm>
          <a:off x="0" y="0"/>
          <a:ext cx="0" cy="0"/>
          <a:chOff x="0" y="0"/>
          <a:chExt cx="0" cy="0"/>
        </a:xfrm>
      </p:grpSpPr>
      <p:pic>
        <p:nvPicPr>
          <p:cNvPr id="4836" name="Google Shape;4836;g3f58e9f5d1b_0_2354"/>
          <p:cNvPicPr preferRelativeResize="0"/>
          <p:nvPr/>
        </p:nvPicPr>
        <p:blipFill rotWithShape="1">
          <a:blip r:embed="rId2">
            <a:alphaModFix/>
          </a:blip>
          <a:srcRect b="0" l="0" r="0" t="0"/>
          <a:stretch/>
        </p:blipFill>
        <p:spPr>
          <a:xfrm>
            <a:off x="17460400" y="695862"/>
            <a:ext cx="741875" cy="741875"/>
          </a:xfrm>
          <a:prstGeom prst="rect">
            <a:avLst/>
          </a:prstGeom>
          <a:noFill/>
          <a:ln>
            <a:noFill/>
          </a:ln>
        </p:spPr>
      </p:pic>
      <p:sp>
        <p:nvSpPr>
          <p:cNvPr id="4837" name="Google Shape;4837;g3f58e9f5d1b_0_2354"/>
          <p:cNvSpPr txBox="1"/>
          <p:nvPr/>
        </p:nvSpPr>
        <p:spPr>
          <a:xfrm>
            <a:off x="452100" y="515275"/>
            <a:ext cx="33984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Make &amp; Testing </a:t>
            </a:r>
            <a:endParaRPr b="0" i="0" sz="5400" u="none" cap="none" strike="noStrike">
              <a:solidFill>
                <a:schemeClr val="dk1"/>
              </a:solidFill>
              <a:latin typeface="Arial"/>
              <a:ea typeface="Arial"/>
              <a:cs typeface="Arial"/>
              <a:sym typeface="Arial"/>
            </a:endParaRPr>
          </a:p>
        </p:txBody>
      </p:sp>
      <p:sp>
        <p:nvSpPr>
          <p:cNvPr id="4838" name="Google Shape;4838;g3f58e9f5d1b_0_2354"/>
          <p:cNvSpPr/>
          <p:nvPr/>
        </p:nvSpPr>
        <p:spPr>
          <a:xfrm rot="-1782754">
            <a:off x="10499163" y="2267585"/>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39" name="Google Shape;4839;g3f58e9f5d1b_0_2354"/>
          <p:cNvSpPr/>
          <p:nvPr/>
        </p:nvSpPr>
        <p:spPr>
          <a:xfrm rot="3703889">
            <a:off x="9816214" y="1092004"/>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40" name="Google Shape;4840;g3f58e9f5d1b_0_2354"/>
          <p:cNvSpPr/>
          <p:nvPr/>
        </p:nvSpPr>
        <p:spPr>
          <a:xfrm rot="-3421140">
            <a:off x="10032012" y="3215464"/>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841" name="Google Shape;4841;g3f58e9f5d1b_0_2354"/>
          <p:cNvPicPr preferRelativeResize="0"/>
          <p:nvPr/>
        </p:nvPicPr>
        <p:blipFill rotWithShape="1">
          <a:blip r:embed="rId3">
            <a:alphaModFix/>
          </a:blip>
          <a:srcRect b="0" l="0" r="0" t="0"/>
          <a:stretch/>
        </p:blipFill>
        <p:spPr>
          <a:xfrm>
            <a:off x="1543050" y="4357022"/>
            <a:ext cx="9105900" cy="1826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39"/>
                                        </p:tgtEl>
                                        <p:attrNameLst>
                                          <p:attrName>style.visibility</p:attrName>
                                        </p:attrNameLst>
                                      </p:cBhvr>
                                      <p:to>
                                        <p:strVal val="visible"/>
                                      </p:to>
                                    </p:set>
                                    <p:animEffect filter="fade" transition="in">
                                      <p:cBhvr>
                                        <p:cTn dur="800"/>
                                        <p:tgtEl>
                                          <p:spTgt spid="4839"/>
                                        </p:tgtEl>
                                      </p:cBhvr>
                                    </p:animEffect>
                                  </p:childTnLst>
                                </p:cTn>
                              </p:par>
                              <p:par>
                                <p:cTn fill="hold" nodeType="withEffect" presetClass="entr" presetID="10" presetSubtype="0">
                                  <p:stCondLst>
                                    <p:cond delay="0"/>
                                  </p:stCondLst>
                                  <p:childTnLst>
                                    <p:set>
                                      <p:cBhvr>
                                        <p:cTn dur="1" fill="hold">
                                          <p:stCondLst>
                                            <p:cond delay="0"/>
                                          </p:stCondLst>
                                        </p:cTn>
                                        <p:tgtEl>
                                          <p:spTgt spid="4838"/>
                                        </p:tgtEl>
                                        <p:attrNameLst>
                                          <p:attrName>style.visibility</p:attrName>
                                        </p:attrNameLst>
                                      </p:cBhvr>
                                      <p:to>
                                        <p:strVal val="visible"/>
                                      </p:to>
                                    </p:set>
                                    <p:animEffect filter="fade" transition="in">
                                      <p:cBhvr>
                                        <p:cTn dur="1000"/>
                                        <p:tgtEl>
                                          <p:spTgt spid="4838"/>
                                        </p:tgtEl>
                                      </p:cBhvr>
                                    </p:animEffect>
                                  </p:childTnLst>
                                </p:cTn>
                              </p:par>
                              <p:par>
                                <p:cTn fill="hold" nodeType="withEffect" presetClass="entr" presetID="10" presetSubtype="0">
                                  <p:stCondLst>
                                    <p:cond delay="0"/>
                                  </p:stCondLst>
                                  <p:childTnLst>
                                    <p:set>
                                      <p:cBhvr>
                                        <p:cTn dur="1" fill="hold">
                                          <p:stCondLst>
                                            <p:cond delay="0"/>
                                          </p:stCondLst>
                                        </p:cTn>
                                        <p:tgtEl>
                                          <p:spTgt spid="4840"/>
                                        </p:tgtEl>
                                        <p:attrNameLst>
                                          <p:attrName>style.visibility</p:attrName>
                                        </p:attrNameLst>
                                      </p:cBhvr>
                                      <p:to>
                                        <p:strVal val="visible"/>
                                      </p:to>
                                    </p:set>
                                    <p:animEffect filter="fade" transition="in">
                                      <p:cBhvr>
                                        <p:cTn dur="1000"/>
                                        <p:tgtEl>
                                          <p:spTgt spid="48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_1st">
  <p:cSld name="1_Learn_1st">
    <p:spTree>
      <p:nvGrpSpPr>
        <p:cNvPr id="4842" name="Shape 4842"/>
        <p:cNvGrpSpPr/>
        <p:nvPr/>
      </p:nvGrpSpPr>
      <p:grpSpPr>
        <a:xfrm>
          <a:off x="0" y="0"/>
          <a:ext cx="0" cy="0"/>
          <a:chOff x="0" y="0"/>
          <a:chExt cx="0" cy="0"/>
        </a:xfrm>
      </p:grpSpPr>
      <p:sp>
        <p:nvSpPr>
          <p:cNvPr id="4843" name="Google Shape;4843;g3f58e9f5d1b_0_2361"/>
          <p:cNvSpPr/>
          <p:nvPr>
            <p:ph idx="2" type="pic"/>
          </p:nvPr>
        </p:nvSpPr>
        <p:spPr>
          <a:xfrm>
            <a:off x="1469546" y="1374890"/>
            <a:ext cx="9252900" cy="4108200"/>
          </a:xfrm>
          <a:prstGeom prst="rect">
            <a:avLst/>
          </a:prstGeom>
          <a:noFill/>
          <a:ln>
            <a:noFill/>
          </a:ln>
        </p:spPr>
      </p:sp>
      <p:sp>
        <p:nvSpPr>
          <p:cNvPr id="4844" name="Google Shape;4844;g3f58e9f5d1b_0_2361"/>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4000"/>
              <a:buFont typeface="Arial"/>
              <a:buNone/>
              <a:defRPr b="0" i="0" sz="40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4845" name="Google Shape;4845;g3f58e9f5d1b_0_2361"/>
          <p:cNvGrpSpPr/>
          <p:nvPr/>
        </p:nvGrpSpPr>
        <p:grpSpPr>
          <a:xfrm>
            <a:off x="11328101" y="3193891"/>
            <a:ext cx="285129" cy="641391"/>
            <a:chOff x="9089236" y="2726129"/>
            <a:chExt cx="285129" cy="641391"/>
          </a:xfrm>
        </p:grpSpPr>
        <p:sp>
          <p:nvSpPr>
            <p:cNvPr id="4846" name="Google Shape;4846;g3f58e9f5d1b_0_2361"/>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7" name="Google Shape;4847;g3f58e9f5d1b_0_2361">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8" name="Google Shape;4848;g3f58e9f5d1b_0_2361"/>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
  <p:cSld name="1_Brainstorming+Topic">
    <p:spTree>
      <p:nvGrpSpPr>
        <p:cNvPr id="4849" name="Shape 4849"/>
        <p:cNvGrpSpPr/>
        <p:nvPr/>
      </p:nvGrpSpPr>
      <p:grpSpPr>
        <a:xfrm>
          <a:off x="0" y="0"/>
          <a:ext cx="0" cy="0"/>
          <a:chOff x="0" y="0"/>
          <a:chExt cx="0" cy="0"/>
        </a:xfrm>
      </p:grpSpPr>
      <p:sp>
        <p:nvSpPr>
          <p:cNvPr id="4850" name="Google Shape;4850;g3f58e9f5d1b_0_2368"/>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4851" name="Google Shape;4851;g3f58e9f5d1b_0_2368"/>
          <p:cNvSpPr txBox="1"/>
          <p:nvPr>
            <p:ph idx="1" type="body"/>
          </p:nvPr>
        </p:nvSpPr>
        <p:spPr>
          <a:xfrm>
            <a:off x="2035277"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4852" name="Google Shape;4852;g3f58e9f5d1b_0_2368"/>
          <p:cNvGrpSpPr/>
          <p:nvPr/>
        </p:nvGrpSpPr>
        <p:grpSpPr>
          <a:xfrm>
            <a:off x="5897443" y="3686547"/>
            <a:ext cx="397913" cy="2441768"/>
            <a:chOff x="8734426" y="1856356"/>
            <a:chExt cx="337500" cy="2071050"/>
          </a:xfrm>
        </p:grpSpPr>
        <p:sp>
          <p:nvSpPr>
            <p:cNvPr id="4853" name="Google Shape;4853;g3f58e9f5d1b_0_2368"/>
            <p:cNvSpPr/>
            <p:nvPr/>
          </p:nvSpPr>
          <p:spPr>
            <a:xfrm>
              <a:off x="8734426"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54" name="Google Shape;4854;g3f58e9f5d1b_0_2368"/>
            <p:cNvSpPr/>
            <p:nvPr/>
          </p:nvSpPr>
          <p:spPr>
            <a:xfrm>
              <a:off x="8734426"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55" name="Google Shape;4855;g3f58e9f5d1b_0_2368"/>
          <p:cNvGrpSpPr/>
          <p:nvPr/>
        </p:nvGrpSpPr>
        <p:grpSpPr>
          <a:xfrm>
            <a:off x="5897443" y="3686547"/>
            <a:ext cx="397913" cy="2441768"/>
            <a:chOff x="8734426" y="1856356"/>
            <a:chExt cx="337500" cy="2071050"/>
          </a:xfrm>
        </p:grpSpPr>
        <p:sp>
          <p:nvSpPr>
            <p:cNvPr id="4856" name="Google Shape;4856;g3f58e9f5d1b_0_2368"/>
            <p:cNvSpPr/>
            <p:nvPr/>
          </p:nvSpPr>
          <p:spPr>
            <a:xfrm>
              <a:off x="8734426"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57" name="Google Shape;4857;g3f58e9f5d1b_0_2368"/>
            <p:cNvSpPr/>
            <p:nvPr/>
          </p:nvSpPr>
          <p:spPr>
            <a:xfrm>
              <a:off x="8734426"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58" name="Google Shape;4858;g3f58e9f5d1b_0_2368"/>
          <p:cNvGrpSpPr/>
          <p:nvPr/>
        </p:nvGrpSpPr>
        <p:grpSpPr>
          <a:xfrm>
            <a:off x="5897542" y="3686547"/>
            <a:ext cx="397913" cy="2441768"/>
            <a:chOff x="11049001" y="1856356"/>
            <a:chExt cx="337500" cy="2071050"/>
          </a:xfrm>
        </p:grpSpPr>
        <p:sp>
          <p:nvSpPr>
            <p:cNvPr id="4859" name="Google Shape;4859;g3f58e9f5d1b_0_2368"/>
            <p:cNvSpPr/>
            <p:nvPr/>
          </p:nvSpPr>
          <p:spPr>
            <a:xfrm>
              <a:off x="11049001" y="185635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0" name="Google Shape;4860;g3f58e9f5d1b_0_2368"/>
            <p:cNvSpPr/>
            <p:nvPr/>
          </p:nvSpPr>
          <p:spPr>
            <a:xfrm>
              <a:off x="11049001" y="358990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61" name="Google Shape;4861;g3f58e9f5d1b_0_2368"/>
          <p:cNvGrpSpPr/>
          <p:nvPr/>
        </p:nvGrpSpPr>
        <p:grpSpPr>
          <a:xfrm>
            <a:off x="5897542" y="3686547"/>
            <a:ext cx="397913" cy="2441768"/>
            <a:chOff x="11049001" y="1856356"/>
            <a:chExt cx="337500" cy="2071050"/>
          </a:xfrm>
        </p:grpSpPr>
        <p:sp>
          <p:nvSpPr>
            <p:cNvPr id="4862" name="Google Shape;4862;g3f58e9f5d1b_0_2368"/>
            <p:cNvSpPr/>
            <p:nvPr/>
          </p:nvSpPr>
          <p:spPr>
            <a:xfrm>
              <a:off x="11049001" y="185635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3" name="Google Shape;4863;g3f58e9f5d1b_0_2368"/>
            <p:cNvSpPr/>
            <p:nvPr/>
          </p:nvSpPr>
          <p:spPr>
            <a:xfrm>
              <a:off x="11049001" y="358990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64" name="Google Shape;4864;g3f58e9f5d1b_0_2368"/>
          <p:cNvGrpSpPr/>
          <p:nvPr/>
        </p:nvGrpSpPr>
        <p:grpSpPr>
          <a:xfrm>
            <a:off x="5897542" y="3686547"/>
            <a:ext cx="397913" cy="2441768"/>
            <a:chOff x="11049001" y="1856356"/>
            <a:chExt cx="337500" cy="2071050"/>
          </a:xfrm>
        </p:grpSpPr>
        <p:sp>
          <p:nvSpPr>
            <p:cNvPr id="4865" name="Google Shape;4865;g3f58e9f5d1b_0_2368"/>
            <p:cNvSpPr/>
            <p:nvPr/>
          </p:nvSpPr>
          <p:spPr>
            <a:xfrm>
              <a:off x="11049001" y="185635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6" name="Google Shape;4866;g3f58e9f5d1b_0_2368"/>
            <p:cNvSpPr/>
            <p:nvPr/>
          </p:nvSpPr>
          <p:spPr>
            <a:xfrm>
              <a:off x="11049001" y="358990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67" name="Google Shape;4867;g3f58e9f5d1b_0_2368"/>
          <p:cNvGrpSpPr/>
          <p:nvPr/>
        </p:nvGrpSpPr>
        <p:grpSpPr>
          <a:xfrm>
            <a:off x="5897542" y="3686547"/>
            <a:ext cx="397913" cy="2441768"/>
            <a:chOff x="11049001" y="1856356"/>
            <a:chExt cx="337500" cy="2071050"/>
          </a:xfrm>
        </p:grpSpPr>
        <p:sp>
          <p:nvSpPr>
            <p:cNvPr id="4868" name="Google Shape;4868;g3f58e9f5d1b_0_2368"/>
            <p:cNvSpPr/>
            <p:nvPr/>
          </p:nvSpPr>
          <p:spPr>
            <a:xfrm>
              <a:off x="11049001"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9" name="Google Shape;4869;g3f58e9f5d1b_0_2368"/>
            <p:cNvSpPr/>
            <p:nvPr/>
          </p:nvSpPr>
          <p:spPr>
            <a:xfrm>
              <a:off x="11049001"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70" name="Google Shape;4870;g3f58e9f5d1b_0_2368"/>
          <p:cNvGrpSpPr/>
          <p:nvPr/>
        </p:nvGrpSpPr>
        <p:grpSpPr>
          <a:xfrm>
            <a:off x="5897542" y="3686547"/>
            <a:ext cx="397913" cy="2441768"/>
            <a:chOff x="11049001" y="1856356"/>
            <a:chExt cx="337500" cy="2071050"/>
          </a:xfrm>
        </p:grpSpPr>
        <p:sp>
          <p:nvSpPr>
            <p:cNvPr id="4871" name="Google Shape;4871;g3f58e9f5d1b_0_2368"/>
            <p:cNvSpPr/>
            <p:nvPr/>
          </p:nvSpPr>
          <p:spPr>
            <a:xfrm>
              <a:off x="11049001"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2" name="Google Shape;4872;g3f58e9f5d1b_0_2368"/>
            <p:cNvSpPr/>
            <p:nvPr/>
          </p:nvSpPr>
          <p:spPr>
            <a:xfrm>
              <a:off x="11049001"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873" name="Google Shape;4873;g3f58e9f5d1b_0_2368"/>
          <p:cNvGrpSpPr/>
          <p:nvPr/>
        </p:nvGrpSpPr>
        <p:grpSpPr>
          <a:xfrm>
            <a:off x="5897542" y="3686547"/>
            <a:ext cx="397913" cy="2441768"/>
            <a:chOff x="11049001" y="1856356"/>
            <a:chExt cx="337500" cy="2071050"/>
          </a:xfrm>
        </p:grpSpPr>
        <p:sp>
          <p:nvSpPr>
            <p:cNvPr id="4874" name="Google Shape;4874;g3f58e9f5d1b_0_2368"/>
            <p:cNvSpPr/>
            <p:nvPr/>
          </p:nvSpPr>
          <p:spPr>
            <a:xfrm>
              <a:off x="11049001" y="185635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5" name="Google Shape;4875;g3f58e9f5d1b_0_2368"/>
            <p:cNvSpPr/>
            <p:nvPr/>
          </p:nvSpPr>
          <p:spPr>
            <a:xfrm>
              <a:off x="11049001" y="358990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0"/>
                                        </p:tgtEl>
                                        <p:attrNameLst>
                                          <p:attrName>style.visibility</p:attrName>
                                        </p:attrNameLst>
                                      </p:cBhvr>
                                      <p:to>
                                        <p:strVal val="visible"/>
                                      </p:to>
                                    </p:set>
                                    <p:animEffect filter="fade" transition="in">
                                      <p:cBhvr>
                                        <p:cTn dur="500"/>
                                        <p:tgtEl>
                                          <p:spTgt spid="48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51"/>
                                        </p:tgtEl>
                                        <p:attrNameLst>
                                          <p:attrName>style.visibility</p:attrName>
                                        </p:attrNameLst>
                                      </p:cBhvr>
                                      <p:to>
                                        <p:strVal val="visible"/>
                                      </p:to>
                                    </p:set>
                                    <p:animEffect filter="fade" transition="in">
                                      <p:cBhvr>
                                        <p:cTn dur="500"/>
                                        <p:tgtEl>
                                          <p:spTgt spid="4851"/>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4852"/>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4855"/>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4873"/>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4870"/>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4867"/>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4864"/>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4861"/>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485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5">
  <p:cSld name="Section 5">
    <p:spTree>
      <p:nvGrpSpPr>
        <p:cNvPr id="4876" name="Shape 4876"/>
        <p:cNvGrpSpPr/>
        <p:nvPr/>
      </p:nvGrpSpPr>
      <p:grpSpPr>
        <a:xfrm>
          <a:off x="0" y="0"/>
          <a:ext cx="0" cy="0"/>
          <a:chOff x="0" y="0"/>
          <a:chExt cx="0" cy="0"/>
        </a:xfrm>
      </p:grpSpPr>
      <p:pic>
        <p:nvPicPr>
          <p:cNvPr id="4877" name="Google Shape;4877;g3f58e9f5d1b_0_2395"/>
          <p:cNvPicPr preferRelativeResize="0"/>
          <p:nvPr/>
        </p:nvPicPr>
        <p:blipFill rotWithShape="1">
          <a:blip r:embed="rId2">
            <a:alphaModFix/>
          </a:blip>
          <a:srcRect b="0" l="0" r="0" t="0"/>
          <a:stretch/>
        </p:blipFill>
        <p:spPr>
          <a:xfrm>
            <a:off x="1543050" y="4357022"/>
            <a:ext cx="9105900" cy="1826834"/>
          </a:xfrm>
          <a:prstGeom prst="rect">
            <a:avLst/>
          </a:prstGeom>
          <a:noFill/>
          <a:ln>
            <a:noFill/>
          </a:ln>
        </p:spPr>
      </p:pic>
    </p:spTree>
  </p:cSld>
  <p:clrMapOvr>
    <a:masterClrMapping/>
  </p:clrMapOvr>
  <p:transition spd="slow">
    <p:push/>
  </p:transition>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4878" name="Shape 4878"/>
        <p:cNvGrpSpPr/>
        <p:nvPr/>
      </p:nvGrpSpPr>
      <p:grpSpPr>
        <a:xfrm>
          <a:off x="0" y="0"/>
          <a:ext cx="0" cy="0"/>
          <a:chOff x="0" y="0"/>
          <a:chExt cx="0" cy="0"/>
        </a:xfrm>
      </p:grpSpPr>
      <p:sp>
        <p:nvSpPr>
          <p:cNvPr id="4879" name="Google Shape;4879;g3f58e9f5d1b_0_2397"/>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880" name="Google Shape;4880;g3f58e9f5d1b_0_2397"/>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4881" name="Google Shape;4881;g3f58e9f5d1b_0_2397"/>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4882" name="Google Shape;4882;g3f58e9f5d1b_0_2397"/>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883" name="Google Shape;4883;g3f58e9f5d1b_0_2397"/>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4884" name="Shape 4884"/>
        <p:cNvGrpSpPr/>
        <p:nvPr/>
      </p:nvGrpSpPr>
      <p:grpSpPr>
        <a:xfrm>
          <a:off x="0" y="0"/>
          <a:ext cx="0" cy="0"/>
          <a:chOff x="0" y="0"/>
          <a:chExt cx="0" cy="0"/>
        </a:xfrm>
      </p:grpSpPr>
      <p:grpSp>
        <p:nvGrpSpPr>
          <p:cNvPr id="4885" name="Google Shape;4885;g3f58e9f5d1b_0_2403"/>
          <p:cNvGrpSpPr/>
          <p:nvPr/>
        </p:nvGrpSpPr>
        <p:grpSpPr>
          <a:xfrm>
            <a:off x="680011" y="0"/>
            <a:ext cx="3090697" cy="1806089"/>
            <a:chOff x="536716" y="-1319"/>
            <a:chExt cx="3976708" cy="2323841"/>
          </a:xfrm>
        </p:grpSpPr>
        <p:sp>
          <p:nvSpPr>
            <p:cNvPr id="4886" name="Google Shape;4886;g3f58e9f5d1b_0_2403"/>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887" name="Google Shape;4887;g3f58e9f5d1b_0_2403"/>
            <p:cNvGrpSpPr/>
            <p:nvPr/>
          </p:nvGrpSpPr>
          <p:grpSpPr>
            <a:xfrm>
              <a:off x="536716" y="0"/>
              <a:ext cx="3976708" cy="2322522"/>
              <a:chOff x="947530" y="0"/>
              <a:chExt cx="3976708" cy="2322522"/>
            </a:xfrm>
          </p:grpSpPr>
          <p:sp>
            <p:nvSpPr>
              <p:cNvPr id="4888" name="Google Shape;4888;g3f58e9f5d1b_0_240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89" name="Google Shape;4889;g3f58e9f5d1b_0_2403"/>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90" name="Google Shape;4890;g3f58e9f5d1b_0_2403"/>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91" name="Google Shape;4891;g3f58e9f5d1b_0_2403"/>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892" name="Google Shape;4892;g3f58e9f5d1b_0_240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893" name="Google Shape;4893;g3f58e9f5d1b_0_2403"/>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4894" name="Google Shape;4894;g3f58e9f5d1b_0_2403"/>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4895" name="Shape 4895"/>
        <p:cNvGrpSpPr/>
        <p:nvPr/>
      </p:nvGrpSpPr>
      <p:grpSpPr>
        <a:xfrm>
          <a:off x="0" y="0"/>
          <a:ext cx="0" cy="0"/>
          <a:chOff x="0" y="0"/>
          <a:chExt cx="0" cy="0"/>
        </a:xfrm>
      </p:grpSpPr>
      <p:sp>
        <p:nvSpPr>
          <p:cNvPr id="4896" name="Google Shape;4896;g3f58e9f5d1b_0_2414"/>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897" name="Google Shape;4897;g3f58e9f5d1b_0_2414"/>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898" name="Google Shape;4898;g3f58e9f5d1b_0_241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899" name="Google Shape;4899;g3f58e9f5d1b_0_2414"/>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4900" name="Google Shape;4900;g3f58e9f5d1b_0_241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4901" name="Google Shape;4901;g3f58e9f5d1b_0_2414"/>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ection Seprator ">
  <p:cSld name="blank Section Seprator ">
    <p:spTree>
      <p:nvGrpSpPr>
        <p:cNvPr id="4902" name="Shape 4902"/>
        <p:cNvGrpSpPr/>
        <p:nvPr/>
      </p:nvGrpSpPr>
      <p:grpSpPr>
        <a:xfrm>
          <a:off x="0" y="0"/>
          <a:ext cx="0" cy="0"/>
          <a:chOff x="0" y="0"/>
          <a:chExt cx="0" cy="0"/>
        </a:xfrm>
      </p:grpSpPr>
      <p:grpSp>
        <p:nvGrpSpPr>
          <p:cNvPr id="4903" name="Google Shape;4903;g3f58e9f5d1b_0_2421"/>
          <p:cNvGrpSpPr/>
          <p:nvPr/>
        </p:nvGrpSpPr>
        <p:grpSpPr>
          <a:xfrm>
            <a:off x="680011" y="0"/>
            <a:ext cx="3090697" cy="1806089"/>
            <a:chOff x="536716" y="-1319"/>
            <a:chExt cx="3976708" cy="2323841"/>
          </a:xfrm>
        </p:grpSpPr>
        <p:sp>
          <p:nvSpPr>
            <p:cNvPr id="4904" name="Google Shape;4904;g3f58e9f5d1b_0_242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905" name="Google Shape;4905;g3f58e9f5d1b_0_2421"/>
            <p:cNvGrpSpPr/>
            <p:nvPr/>
          </p:nvGrpSpPr>
          <p:grpSpPr>
            <a:xfrm>
              <a:off x="536716" y="0"/>
              <a:ext cx="3976708" cy="2322522"/>
              <a:chOff x="947530" y="0"/>
              <a:chExt cx="3976708" cy="2322522"/>
            </a:xfrm>
          </p:grpSpPr>
          <p:sp>
            <p:nvSpPr>
              <p:cNvPr id="4906" name="Google Shape;4906;g3f58e9f5d1b_0_242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07" name="Google Shape;4907;g3f58e9f5d1b_0_242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08" name="Google Shape;4908;g3f58e9f5d1b_0_242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09" name="Google Shape;4909;g3f58e9f5d1b_0_242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10" name="Google Shape;4910;g3f58e9f5d1b_0_242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11" name="Google Shape;4911;g3f58e9f5d1b_0_2421"/>
          <p:cNvSpPr txBox="1"/>
          <p:nvPr>
            <p:ph type="title"/>
          </p:nvPr>
        </p:nvSpPr>
        <p:spPr>
          <a:xfrm>
            <a:off x="680025" y="642115"/>
            <a:ext cx="3018000" cy="1089300"/>
          </a:xfrm>
          <a:prstGeom prst="rect">
            <a:avLst/>
          </a:prstGeom>
          <a:noFill/>
          <a:ln>
            <a:noFill/>
          </a:ln>
        </p:spPr>
        <p:txBody>
          <a:bodyPr anchorCtr="0" anchor="t" bIns="182875" lIns="91425" spcFirstLastPara="1" rIns="91425" wrap="square" tIns="182875">
            <a:normAutofit/>
          </a:bodyPr>
          <a:lstStyle>
            <a:lvl1pPr lvl="0" marR="0" algn="ctr">
              <a:lnSpc>
                <a:spcPct val="90000"/>
              </a:lnSpc>
              <a:spcBef>
                <a:spcPts val="0"/>
              </a:spcBef>
              <a:spcAft>
                <a:spcPts val="0"/>
              </a:spcAft>
              <a:buClr>
                <a:schemeClr val="lt1"/>
              </a:buClr>
              <a:buSzPts val="5400"/>
              <a:buFont typeface="Fredoka"/>
              <a:buNone/>
              <a:defRPr b="1" i="0" sz="5400" u="none" cap="none" strike="noStrike">
                <a:solidFill>
                  <a:schemeClr val="lt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12" name="Google Shape;4912;g3f58e9f5d1b_0_2421"/>
          <p:cNvSpPr/>
          <p:nvPr>
            <p:ph idx="2" type="pic"/>
          </p:nvPr>
        </p:nvSpPr>
        <p:spPr>
          <a:xfrm>
            <a:off x="6174558" y="1357460"/>
            <a:ext cx="5081100" cy="4557600"/>
          </a:xfrm>
          <a:prstGeom prst="rect">
            <a:avLst/>
          </a:prstGeom>
          <a:noFill/>
          <a:ln>
            <a:noFill/>
          </a:ln>
        </p:spPr>
      </p:sp>
      <p:sp>
        <p:nvSpPr>
          <p:cNvPr id="4913" name="Google Shape;4913;g3f58e9f5d1b_0_242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14" name="Google Shape;4914;g3f58e9f5d1b_0_2421"/>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15" name="Google Shape;4915;g3f58e9f5d1b_0_2421"/>
          <p:cNvSpPr txBox="1"/>
          <p:nvPr>
            <p:ph idx="3"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4916" name="Shape 4916"/>
        <p:cNvGrpSpPr/>
        <p:nvPr/>
      </p:nvGrpSpPr>
      <p:grpSpPr>
        <a:xfrm>
          <a:off x="0" y="0"/>
          <a:ext cx="0" cy="0"/>
          <a:chOff x="0" y="0"/>
          <a:chExt cx="0" cy="0"/>
        </a:xfrm>
      </p:grpSpPr>
      <p:sp>
        <p:nvSpPr>
          <p:cNvPr id="4917" name="Google Shape;4917;g3f58e9f5d1b_0_243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18" name="Google Shape;4918;g3f58e9f5d1b_0_2435"/>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4919" name="Google Shape;4919;g3f58e9f5d1b_0_2435"/>
          <p:cNvPicPr preferRelativeResize="0"/>
          <p:nvPr/>
        </p:nvPicPr>
        <p:blipFill rotWithShape="1">
          <a:blip r:embed="rId3">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4920" name="Shape 4920"/>
        <p:cNvGrpSpPr/>
        <p:nvPr/>
      </p:nvGrpSpPr>
      <p:grpSpPr>
        <a:xfrm>
          <a:off x="0" y="0"/>
          <a:ext cx="0" cy="0"/>
          <a:chOff x="0" y="0"/>
          <a:chExt cx="0" cy="0"/>
        </a:xfrm>
      </p:grpSpPr>
      <p:grpSp>
        <p:nvGrpSpPr>
          <p:cNvPr id="4921" name="Google Shape;4921;g3f58e9f5d1b_0_2439"/>
          <p:cNvGrpSpPr/>
          <p:nvPr/>
        </p:nvGrpSpPr>
        <p:grpSpPr>
          <a:xfrm>
            <a:off x="0" y="579518"/>
            <a:ext cx="4207500" cy="823623"/>
            <a:chOff x="0" y="579518"/>
            <a:chExt cx="4207500" cy="823623"/>
          </a:xfrm>
        </p:grpSpPr>
        <p:sp>
          <p:nvSpPr>
            <p:cNvPr id="4922" name="Google Shape;4922;g3f58e9f5d1b_0_2439"/>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23" name="Google Shape;4923;g3f58e9f5d1b_0_2439"/>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24" name="Google Shape;4924;g3f58e9f5d1b_0_2439"/>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25" name="Google Shape;4925;g3f58e9f5d1b_0_243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26" name="Google Shape;4926;g3f58e9f5d1b_0_2439"/>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27" name="Google Shape;4927;g3f58e9f5d1b_0_2439"/>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4928" name="Shape 4928"/>
        <p:cNvGrpSpPr/>
        <p:nvPr/>
      </p:nvGrpSpPr>
      <p:grpSpPr>
        <a:xfrm>
          <a:off x="0" y="0"/>
          <a:ext cx="0" cy="0"/>
          <a:chOff x="0" y="0"/>
          <a:chExt cx="0" cy="0"/>
        </a:xfrm>
      </p:grpSpPr>
      <p:sp>
        <p:nvSpPr>
          <p:cNvPr id="4929" name="Google Shape;4929;g3f58e9f5d1b_0_244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4930" name="Google Shape;4930;g3f58e9f5d1b_0_2447"/>
          <p:cNvGrpSpPr/>
          <p:nvPr/>
        </p:nvGrpSpPr>
        <p:grpSpPr>
          <a:xfrm>
            <a:off x="-1" y="579518"/>
            <a:ext cx="7079588" cy="823623"/>
            <a:chOff x="0" y="579518"/>
            <a:chExt cx="4146900" cy="823623"/>
          </a:xfrm>
        </p:grpSpPr>
        <p:sp>
          <p:nvSpPr>
            <p:cNvPr id="4931" name="Google Shape;4931;g3f58e9f5d1b_0_2447"/>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32" name="Google Shape;4932;g3f58e9f5d1b_0_244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33" name="Google Shape;4933;g3f58e9f5d1b_0_244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34" name="Google Shape;4934;g3f58e9f5d1b_0_244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4935" name="Shape 4935"/>
        <p:cNvGrpSpPr/>
        <p:nvPr/>
      </p:nvGrpSpPr>
      <p:grpSpPr>
        <a:xfrm>
          <a:off x="0" y="0"/>
          <a:ext cx="0" cy="0"/>
          <a:chOff x="0" y="0"/>
          <a:chExt cx="0" cy="0"/>
        </a:xfrm>
      </p:grpSpPr>
      <p:grpSp>
        <p:nvGrpSpPr>
          <p:cNvPr id="4936" name="Google Shape;4936;g3f58e9f5d1b_0_2454"/>
          <p:cNvGrpSpPr/>
          <p:nvPr/>
        </p:nvGrpSpPr>
        <p:grpSpPr>
          <a:xfrm>
            <a:off x="0" y="579518"/>
            <a:ext cx="4207500" cy="823623"/>
            <a:chOff x="0" y="579518"/>
            <a:chExt cx="4207500" cy="823623"/>
          </a:xfrm>
        </p:grpSpPr>
        <p:sp>
          <p:nvSpPr>
            <p:cNvPr id="4937" name="Google Shape;4937;g3f58e9f5d1b_0_2454"/>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38" name="Google Shape;4938;g3f58e9f5d1b_0_245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39" name="Google Shape;4939;g3f58e9f5d1b_0_245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40" name="Google Shape;4940;g3f58e9f5d1b_0_2454"/>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41" name="Google Shape;4941;g3f58e9f5d1b_0_2454"/>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42" name="Google Shape;4942;g3f58e9f5d1b_0_2454"/>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43" name="Google Shape;4943;g3f58e9f5d1b_0_245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4944" name="Shape 4944"/>
        <p:cNvGrpSpPr/>
        <p:nvPr/>
      </p:nvGrpSpPr>
      <p:grpSpPr>
        <a:xfrm>
          <a:off x="0" y="0"/>
          <a:ext cx="0" cy="0"/>
          <a:chOff x="0" y="0"/>
          <a:chExt cx="0" cy="0"/>
        </a:xfrm>
      </p:grpSpPr>
      <p:grpSp>
        <p:nvGrpSpPr>
          <p:cNvPr id="4945" name="Google Shape;4945;g3f58e9f5d1b_0_2463"/>
          <p:cNvGrpSpPr/>
          <p:nvPr/>
        </p:nvGrpSpPr>
        <p:grpSpPr>
          <a:xfrm>
            <a:off x="-1" y="579518"/>
            <a:ext cx="7079588" cy="823623"/>
            <a:chOff x="0" y="579518"/>
            <a:chExt cx="4146900" cy="823623"/>
          </a:xfrm>
        </p:grpSpPr>
        <p:sp>
          <p:nvSpPr>
            <p:cNvPr id="4946" name="Google Shape;4946;g3f58e9f5d1b_0_2463"/>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47" name="Google Shape;4947;g3f58e9f5d1b_0_2463"/>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48" name="Google Shape;4948;g3f58e9f5d1b_0_246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49" name="Google Shape;4949;g3f58e9f5d1b_0_2463"/>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50" name="Google Shape;4950;g3f58e9f5d1b_0_2463"/>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51" name="Google Shape;4951;g3f58e9f5d1b_0_2463"/>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52" name="Google Shape;4952;g3f58e9f5d1b_0_2463"/>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4953" name="Shape 4953"/>
        <p:cNvGrpSpPr/>
        <p:nvPr/>
      </p:nvGrpSpPr>
      <p:grpSpPr>
        <a:xfrm>
          <a:off x="0" y="0"/>
          <a:ext cx="0" cy="0"/>
          <a:chOff x="0" y="0"/>
          <a:chExt cx="0" cy="0"/>
        </a:xfrm>
      </p:grpSpPr>
      <p:grpSp>
        <p:nvGrpSpPr>
          <p:cNvPr id="4954" name="Google Shape;4954;g3f58e9f5d1b_0_2472"/>
          <p:cNvGrpSpPr/>
          <p:nvPr/>
        </p:nvGrpSpPr>
        <p:grpSpPr>
          <a:xfrm>
            <a:off x="0" y="579518"/>
            <a:ext cx="4207500" cy="823623"/>
            <a:chOff x="0" y="579518"/>
            <a:chExt cx="4207500" cy="823623"/>
          </a:xfrm>
        </p:grpSpPr>
        <p:sp>
          <p:nvSpPr>
            <p:cNvPr id="4955" name="Google Shape;4955;g3f58e9f5d1b_0_247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56" name="Google Shape;4956;g3f58e9f5d1b_0_247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57" name="Google Shape;4957;g3f58e9f5d1b_0_247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58" name="Google Shape;4958;g3f58e9f5d1b_0_2472"/>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4959" name="Google Shape;4959;g3f58e9f5d1b_0_2472"/>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60" name="Google Shape;4960;g3f58e9f5d1b_0_2472"/>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4961" name="Google Shape;4961;g3f58e9f5d1b_0_2472"/>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62" name="Google Shape;4962;g3f58e9f5d1b_0_2472"/>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963" name="Google Shape;4963;g3f58e9f5d1b_0_247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4964" name="Shape 4964"/>
        <p:cNvGrpSpPr/>
        <p:nvPr/>
      </p:nvGrpSpPr>
      <p:grpSpPr>
        <a:xfrm>
          <a:off x="0" y="0"/>
          <a:ext cx="0" cy="0"/>
          <a:chOff x="0" y="0"/>
          <a:chExt cx="0" cy="0"/>
        </a:xfrm>
      </p:grpSpPr>
      <p:sp>
        <p:nvSpPr>
          <p:cNvPr id="4965" name="Google Shape;4965;g3f58e9f5d1b_0_248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4966" name="Google Shape;4966;g3f58e9f5d1b_0_2483"/>
          <p:cNvPicPr preferRelativeResize="0"/>
          <p:nvPr/>
        </p:nvPicPr>
        <p:blipFill rotWithShape="1">
          <a:blip r:embed="rId3">
            <a:alphaModFix/>
          </a:blip>
          <a:srcRect b="0" l="0" r="0" t="0"/>
          <a:stretch/>
        </p:blipFill>
        <p:spPr>
          <a:xfrm>
            <a:off x="5580495" y="918441"/>
            <a:ext cx="4762500" cy="4762500"/>
          </a:xfrm>
          <a:prstGeom prst="rect">
            <a:avLst/>
          </a:prstGeom>
          <a:noFill/>
          <a:ln>
            <a:noFill/>
          </a:ln>
        </p:spPr>
      </p:pic>
      <p:grpSp>
        <p:nvGrpSpPr>
          <p:cNvPr id="4967" name="Google Shape;4967;g3f58e9f5d1b_0_2483"/>
          <p:cNvGrpSpPr/>
          <p:nvPr/>
        </p:nvGrpSpPr>
        <p:grpSpPr>
          <a:xfrm>
            <a:off x="680011" y="-12733"/>
            <a:ext cx="4628621" cy="1818822"/>
            <a:chOff x="536716" y="-17702"/>
            <a:chExt cx="5955508" cy="2340224"/>
          </a:xfrm>
        </p:grpSpPr>
        <p:sp>
          <p:nvSpPr>
            <p:cNvPr id="4968" name="Google Shape;4968;g3f58e9f5d1b_0_2483"/>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969" name="Google Shape;4969;g3f58e9f5d1b_0_2483"/>
            <p:cNvGrpSpPr/>
            <p:nvPr/>
          </p:nvGrpSpPr>
          <p:grpSpPr>
            <a:xfrm>
              <a:off x="536716" y="-17702"/>
              <a:ext cx="5955508" cy="2340224"/>
              <a:chOff x="947530" y="-17702"/>
              <a:chExt cx="5955508" cy="2340224"/>
            </a:xfrm>
          </p:grpSpPr>
          <p:sp>
            <p:nvSpPr>
              <p:cNvPr id="4970" name="Google Shape;4970;g3f58e9f5d1b_0_248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71" name="Google Shape;4971;g3f58e9f5d1b_0_2483"/>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72" name="Google Shape;4972;g3f58e9f5d1b_0_2483"/>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973" name="Google Shape;4973;g3f58e9f5d1b_0_2483"/>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74" name="Google Shape;4974;g3f58e9f5d1b_0_248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975" name="Google Shape;4975;g3f58e9f5d1b_0_2483"/>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4976" name="Google Shape;4976;g3f58e9f5d1b_0_2483"/>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4977" name="Shape 4977"/>
        <p:cNvGrpSpPr/>
        <p:nvPr/>
      </p:nvGrpSpPr>
      <p:grpSpPr>
        <a:xfrm>
          <a:off x="0" y="0"/>
          <a:ext cx="0" cy="0"/>
          <a:chOff x="0" y="0"/>
          <a:chExt cx="0" cy="0"/>
        </a:xfrm>
      </p:grpSpPr>
      <p:sp>
        <p:nvSpPr>
          <p:cNvPr id="4978" name="Google Shape;4978;g3f58e9f5d1b_0_249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4979" name="Google Shape;4979;g3f58e9f5d1b_0_2496"/>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4980" name="Google Shape;4980;g3f58e9f5d1b_0_2496"/>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4981" name="Shape 4981"/>
        <p:cNvGrpSpPr/>
        <p:nvPr/>
      </p:nvGrpSpPr>
      <p:grpSpPr>
        <a:xfrm>
          <a:off x="0" y="0"/>
          <a:ext cx="0" cy="0"/>
          <a:chOff x="0" y="0"/>
          <a:chExt cx="0" cy="0"/>
        </a:xfrm>
      </p:grpSpPr>
      <p:sp>
        <p:nvSpPr>
          <p:cNvPr id="4982" name="Google Shape;4982;g3f58e9f5d1b_0_250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4983" name="Google Shape;4983;g3f58e9f5d1b_0_2500"/>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4984" name="Google Shape;4984;g3f58e9f5d1b_0_2500"/>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5" name="Google Shape;4985;g3f58e9f5d1b_0_2500"/>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6" name="Google Shape;4986;g3f58e9f5d1b_0_2500"/>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7" name="Google Shape;4987;g3f58e9f5d1b_0_2500"/>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8" name="Google Shape;4988;g3f58e9f5d1b_0_2500"/>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89" name="Google Shape;4989;g3f58e9f5d1b_0_2500"/>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0" name="Google Shape;4990;g3f58e9f5d1b_0_2500"/>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1" name="Google Shape;4991;g3f58e9f5d1b_0_2500"/>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2" name="Google Shape;4992;g3f58e9f5d1b_0_2500"/>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3" name="Google Shape;4993;g3f58e9f5d1b_0_2500"/>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4994" name="Google Shape;4994;g3f58e9f5d1b_0_2500"/>
          <p:cNvGrpSpPr/>
          <p:nvPr/>
        </p:nvGrpSpPr>
        <p:grpSpPr>
          <a:xfrm>
            <a:off x="5457733" y="1333256"/>
            <a:ext cx="1594947" cy="4101702"/>
            <a:chOff x="5652866" y="1771703"/>
            <a:chExt cx="1133902" cy="2916040"/>
          </a:xfrm>
        </p:grpSpPr>
        <p:sp>
          <p:nvSpPr>
            <p:cNvPr id="4995" name="Google Shape;4995;g3f58e9f5d1b_0_2500"/>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6" name="Google Shape;4996;g3f58e9f5d1b_0_2500"/>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7" name="Google Shape;4997;g3f58e9f5d1b_0_2500"/>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8" name="Google Shape;4998;g3f58e9f5d1b_0_2500"/>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999" name="Google Shape;4999;g3f58e9f5d1b_0_2500"/>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0" name="Google Shape;5000;g3f58e9f5d1b_0_2500"/>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1" name="Google Shape;5001;g3f58e9f5d1b_0_2500"/>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2" name="Google Shape;5002;g3f58e9f5d1b_0_2500"/>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3" name="Google Shape;5003;g3f58e9f5d1b_0_2500"/>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4" name="Google Shape;5004;g3f58e9f5d1b_0_2500"/>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5" name="Google Shape;5005;g3f58e9f5d1b_0_2500"/>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6" name="Google Shape;5006;g3f58e9f5d1b_0_2500"/>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7" name="Google Shape;5007;g3f58e9f5d1b_0_2500"/>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8" name="Google Shape;5008;g3f58e9f5d1b_0_2500"/>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09" name="Google Shape;5009;g3f58e9f5d1b_0_2500"/>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0" name="Google Shape;5010;g3f58e9f5d1b_0_2500"/>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1" name="Google Shape;5011;g3f58e9f5d1b_0_2500"/>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2" name="Google Shape;5012;g3f58e9f5d1b_0_2500"/>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3" name="Google Shape;5013;g3f58e9f5d1b_0_2500"/>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4" name="Google Shape;5014;g3f58e9f5d1b_0_2500"/>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5" name="Google Shape;5015;g3f58e9f5d1b_0_2500"/>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6" name="Google Shape;5016;g3f58e9f5d1b_0_2500"/>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7" name="Google Shape;5017;g3f58e9f5d1b_0_2500"/>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8" name="Google Shape;5018;g3f58e9f5d1b_0_2500"/>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19" name="Google Shape;5019;g3f58e9f5d1b_0_2500"/>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0" name="Google Shape;5020;g3f58e9f5d1b_0_2500"/>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1" name="Google Shape;5021;g3f58e9f5d1b_0_2500"/>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2" name="Google Shape;5022;g3f58e9f5d1b_0_2500"/>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3" name="Google Shape;5023;g3f58e9f5d1b_0_2500"/>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4" name="Google Shape;5024;g3f58e9f5d1b_0_2500"/>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5" name="Google Shape;5025;g3f58e9f5d1b_0_2500"/>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6" name="Google Shape;5026;g3f58e9f5d1b_0_2500"/>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7" name="Google Shape;5027;g3f58e9f5d1b_0_2500"/>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8" name="Google Shape;5028;g3f58e9f5d1b_0_2500"/>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29" name="Google Shape;5029;g3f58e9f5d1b_0_2500"/>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030" name="Google Shape;5030;g3f58e9f5d1b_0_2500"/>
          <p:cNvGrpSpPr/>
          <p:nvPr/>
        </p:nvGrpSpPr>
        <p:grpSpPr>
          <a:xfrm>
            <a:off x="335406" y="217184"/>
            <a:ext cx="11376424" cy="5726587"/>
            <a:chOff x="3962400" y="1361312"/>
            <a:chExt cx="4234979" cy="2131775"/>
          </a:xfrm>
        </p:grpSpPr>
        <p:sp>
          <p:nvSpPr>
            <p:cNvPr id="5031" name="Google Shape;5031;g3f58e9f5d1b_0_2500"/>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2" name="Google Shape;5032;g3f58e9f5d1b_0_2500"/>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3" name="Google Shape;5033;g3f58e9f5d1b_0_2500"/>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4" name="Google Shape;5034;g3f58e9f5d1b_0_2500"/>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5" name="Google Shape;5035;g3f58e9f5d1b_0_2500"/>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6" name="Google Shape;5036;g3f58e9f5d1b_0_2500"/>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7" name="Google Shape;5037;g3f58e9f5d1b_0_2500"/>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8" name="Google Shape;5038;g3f58e9f5d1b_0_2500"/>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39" name="Google Shape;5039;g3f58e9f5d1b_0_2500"/>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0" name="Google Shape;5040;g3f58e9f5d1b_0_2500"/>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1" name="Google Shape;5041;g3f58e9f5d1b_0_2500"/>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2" name="Google Shape;5042;g3f58e9f5d1b_0_2500"/>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3" name="Google Shape;5043;g3f58e9f5d1b_0_2500"/>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4" name="Google Shape;5044;g3f58e9f5d1b_0_2500"/>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5" name="Google Shape;5045;g3f58e9f5d1b_0_2500"/>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6" name="Google Shape;5046;g3f58e9f5d1b_0_2500"/>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7" name="Google Shape;5047;g3f58e9f5d1b_0_2500"/>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8" name="Google Shape;5048;g3f58e9f5d1b_0_2500"/>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49" name="Google Shape;5049;g3f58e9f5d1b_0_2500"/>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0" name="Google Shape;5050;g3f58e9f5d1b_0_2500"/>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1" name="Google Shape;5051;g3f58e9f5d1b_0_2500"/>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2" name="Google Shape;5052;g3f58e9f5d1b_0_2500"/>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3" name="Google Shape;5053;g3f58e9f5d1b_0_2500"/>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4" name="Google Shape;5054;g3f58e9f5d1b_0_2500"/>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5" name="Google Shape;5055;g3f58e9f5d1b_0_2500"/>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6" name="Google Shape;5056;g3f58e9f5d1b_0_2500"/>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7" name="Google Shape;5057;g3f58e9f5d1b_0_2500"/>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8" name="Google Shape;5058;g3f58e9f5d1b_0_2500"/>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59" name="Google Shape;5059;g3f58e9f5d1b_0_2500"/>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0" name="Google Shape;5060;g3f58e9f5d1b_0_2500"/>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1" name="Google Shape;5061;g3f58e9f5d1b_0_2500"/>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2" name="Google Shape;5062;g3f58e9f5d1b_0_2500"/>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3" name="Google Shape;5063;g3f58e9f5d1b_0_2500"/>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4" name="Google Shape;5064;g3f58e9f5d1b_0_2500"/>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5" name="Google Shape;5065;g3f58e9f5d1b_0_2500"/>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6" name="Google Shape;5066;g3f58e9f5d1b_0_2500"/>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7" name="Google Shape;5067;g3f58e9f5d1b_0_2500"/>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8" name="Google Shape;5068;g3f58e9f5d1b_0_2500"/>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69" name="Google Shape;5069;g3f58e9f5d1b_0_2500"/>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70" name="Google Shape;5070;g3f58e9f5d1b_0_2500"/>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71" name="Google Shape;5071;g3f58e9f5d1b_0_2500"/>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072" name="Google Shape;5072;g3f58e9f5d1b_0_2500"/>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5073" name="Shape 5073"/>
        <p:cNvGrpSpPr/>
        <p:nvPr/>
      </p:nvGrpSpPr>
      <p:grpSpPr>
        <a:xfrm>
          <a:off x="0" y="0"/>
          <a:ext cx="0" cy="0"/>
          <a:chOff x="0" y="0"/>
          <a:chExt cx="0" cy="0"/>
        </a:xfrm>
      </p:grpSpPr>
      <p:sp>
        <p:nvSpPr>
          <p:cNvPr id="5074" name="Google Shape;5074;g3f58e9f5d1b_0_259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75" name="Google Shape;5075;g3f58e9f5d1b_0_2592"/>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5076" name="Google Shape;5076;g3f58e9f5d1b_0_259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5077" name="Google Shape;5077;g3f58e9f5d1b_0_259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078" name="Shape 5078"/>
        <p:cNvGrpSpPr/>
        <p:nvPr/>
      </p:nvGrpSpPr>
      <p:grpSpPr>
        <a:xfrm>
          <a:off x="0" y="0"/>
          <a:ext cx="0" cy="0"/>
          <a:chOff x="0" y="0"/>
          <a:chExt cx="0" cy="0"/>
        </a:xfrm>
      </p:grpSpPr>
      <p:sp>
        <p:nvSpPr>
          <p:cNvPr id="5079" name="Google Shape;5079;g3f58e9f5d1b_0_2597"/>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5080" name="Google Shape;5080;g3f58e9f5d1b_0_2597"/>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5081" name="Google Shape;5081;g3f58e9f5d1b_0_259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5082" name="Google Shape;5082;g3f58e9f5d1b_0_2597"/>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083" name="Google Shape;5083;g3f58e9f5d1b_0_2597"/>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5084" name="Shape 5084"/>
        <p:cNvGrpSpPr/>
        <p:nvPr/>
      </p:nvGrpSpPr>
      <p:grpSpPr>
        <a:xfrm>
          <a:off x="0" y="0"/>
          <a:ext cx="0" cy="0"/>
          <a:chOff x="0" y="0"/>
          <a:chExt cx="0" cy="0"/>
        </a:xfrm>
      </p:grpSpPr>
      <p:sp>
        <p:nvSpPr>
          <p:cNvPr id="5085" name="Google Shape;5085;g3f58e9f5d1b_0_2603"/>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5086" name="Google Shape;5086;g3f58e9f5d1b_0_2603"/>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5087" name="Google Shape;5087;g3f58e9f5d1b_0_260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5088" name="Google Shape;5088;g3f58e9f5d1b_0_2603"/>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5089" name="Shape 5089"/>
        <p:cNvGrpSpPr/>
        <p:nvPr/>
      </p:nvGrpSpPr>
      <p:grpSpPr>
        <a:xfrm>
          <a:off x="0" y="0"/>
          <a:ext cx="0" cy="0"/>
          <a:chOff x="0" y="0"/>
          <a:chExt cx="0" cy="0"/>
        </a:xfrm>
      </p:grpSpPr>
      <p:sp>
        <p:nvSpPr>
          <p:cNvPr id="5090" name="Google Shape;5090;g3f58e9f5d1b_0_2608"/>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5091" name="Google Shape;5091;g3f58e9f5d1b_0_260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5092" name="Google Shape;5092;g3f58e9f5d1b_0_2608"/>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093" name="Google Shape;5093;g3f58e9f5d1b_0_2608"/>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094" name="Google Shape;5094;g3f58e9f5d1b_0_2608"/>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095" name="Google Shape;5095;g3f58e9f5d1b_0_2608"/>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5096" name="Shape 5096"/>
        <p:cNvGrpSpPr/>
        <p:nvPr/>
      </p:nvGrpSpPr>
      <p:grpSpPr>
        <a:xfrm>
          <a:off x="0" y="0"/>
          <a:ext cx="0" cy="0"/>
          <a:chOff x="0" y="0"/>
          <a:chExt cx="0" cy="0"/>
        </a:xfrm>
      </p:grpSpPr>
      <p:sp>
        <p:nvSpPr>
          <p:cNvPr id="5097" name="Google Shape;5097;g3f58e9f5d1b_0_2615"/>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5098" name="Google Shape;5098;g3f58e9f5d1b_0_2615"/>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099" name="Google Shape;5099;g3f58e9f5d1b_0_2615"/>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100" name="Google Shape;5100;g3f58e9f5d1b_0_261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5101" name="Shape 5101"/>
        <p:cNvGrpSpPr/>
        <p:nvPr/>
      </p:nvGrpSpPr>
      <p:grpSpPr>
        <a:xfrm>
          <a:off x="0" y="0"/>
          <a:ext cx="0" cy="0"/>
          <a:chOff x="0" y="0"/>
          <a:chExt cx="0" cy="0"/>
        </a:xfrm>
      </p:grpSpPr>
      <p:sp>
        <p:nvSpPr>
          <p:cNvPr id="5102" name="Google Shape;5102;g3f58e9f5d1b_0_262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03" name="Google Shape;5103;g3f58e9f5d1b_0_262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5104" name="Google Shape;5104;g3f58e9f5d1b_0_262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5105" name="Google Shape;5105;g3f58e9f5d1b_0_262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5106" name="Google Shape;5106;g3f58e9f5d1b_0_262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5107" name="Shape 5107"/>
        <p:cNvGrpSpPr/>
        <p:nvPr/>
      </p:nvGrpSpPr>
      <p:grpSpPr>
        <a:xfrm>
          <a:off x="0" y="0"/>
          <a:ext cx="0" cy="0"/>
          <a:chOff x="0" y="0"/>
          <a:chExt cx="0" cy="0"/>
        </a:xfrm>
      </p:grpSpPr>
      <p:sp>
        <p:nvSpPr>
          <p:cNvPr id="5108" name="Google Shape;5108;g3f58e9f5d1b_0_2626"/>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109" name="Google Shape;5109;g3f58e9f5d1b_0_2626"/>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5110" name="Google Shape;5110;g3f58e9f5d1b_0_2626"/>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5111" name="Google Shape;5111;g3f58e9f5d1b_0_2626"/>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5112" name="Google Shape;5112;g3f58e9f5d1b_0_2626"/>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 page">
  <p:cSld name="Home page">
    <p:bg>
      <p:bgPr>
        <a:solidFill>
          <a:srgbClr val="DDDCDC"/>
        </a:solidFill>
      </p:bgPr>
    </p:bg>
    <p:spTree>
      <p:nvGrpSpPr>
        <p:cNvPr id="5113" name="Shape 5113"/>
        <p:cNvGrpSpPr/>
        <p:nvPr/>
      </p:nvGrpSpPr>
      <p:grpSpPr>
        <a:xfrm>
          <a:off x="0" y="0"/>
          <a:ext cx="0" cy="0"/>
          <a:chOff x="0" y="0"/>
          <a:chExt cx="0" cy="0"/>
        </a:xfrm>
      </p:grpSpPr>
      <p:sp>
        <p:nvSpPr>
          <p:cNvPr id="5114" name="Google Shape;5114;g3f58e9f5d1b_0_2632"/>
          <p:cNvSpPr/>
          <p:nvPr/>
        </p:nvSpPr>
        <p:spPr>
          <a:xfrm>
            <a:off x="579288" y="338734"/>
            <a:ext cx="3404700" cy="646200"/>
          </a:xfrm>
          <a:prstGeom prst="rect">
            <a:avLst/>
          </a:prstGeom>
          <a:gradFill>
            <a:gsLst>
              <a:gs pos="0">
                <a:srgbClr val="EEF5FF">
                  <a:alpha val="0"/>
                </a:srgbClr>
              </a:gs>
              <a:gs pos="100000">
                <a:srgbClr val="FFFFFF">
                  <a:alpha val="87451"/>
                </a:srgbClr>
              </a:gs>
            </a:gsLst>
            <a:lin ang="10800025"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5115" name="Google Shape;5115;g3f58e9f5d1b_0_2632"/>
          <p:cNvPicPr preferRelativeResize="0"/>
          <p:nvPr/>
        </p:nvPicPr>
        <p:blipFill rotWithShape="1">
          <a:blip r:embed="rId2">
            <a:alphaModFix/>
          </a:blip>
          <a:srcRect b="0" l="0" r="0" t="0"/>
          <a:stretch/>
        </p:blipFill>
        <p:spPr>
          <a:xfrm>
            <a:off x="57150" y="255241"/>
            <a:ext cx="1059698" cy="825327"/>
          </a:xfrm>
          <a:prstGeom prst="rect">
            <a:avLst/>
          </a:prstGeom>
          <a:noFill/>
          <a:ln>
            <a:noFill/>
          </a:ln>
        </p:spPr>
      </p:pic>
      <p:sp>
        <p:nvSpPr>
          <p:cNvPr id="5116" name="Google Shape;5116;g3f58e9f5d1b_0_2632"/>
          <p:cNvSpPr txBox="1"/>
          <p:nvPr/>
        </p:nvSpPr>
        <p:spPr>
          <a:xfrm>
            <a:off x="1007622" y="341150"/>
            <a:ext cx="7517100" cy="59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Game &amp; chatbot Development</a:t>
            </a:r>
            <a:endParaRPr b="0" i="0" sz="3600" u="none" cap="none" strike="noStrike">
              <a:solidFill>
                <a:schemeClr val="lt1"/>
              </a:solidFill>
              <a:latin typeface="Arial"/>
              <a:ea typeface="Arial"/>
              <a:cs typeface="Arial"/>
              <a:sym typeface="Arial"/>
            </a:endParaRPr>
          </a:p>
        </p:txBody>
      </p:sp>
      <p:sp>
        <p:nvSpPr>
          <p:cNvPr id="5117" name="Google Shape;5117;g3f58e9f5d1b_0_2632"/>
          <p:cNvSpPr txBox="1"/>
          <p:nvPr/>
        </p:nvSpPr>
        <p:spPr>
          <a:xfrm>
            <a:off x="922275" y="1256450"/>
            <a:ext cx="1745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Semester</a:t>
            </a:r>
            <a:endParaRPr b="0" i="0" sz="1400" u="none" cap="none" strike="noStrike">
              <a:solidFill>
                <a:srgbClr val="000000"/>
              </a:solidFill>
              <a:latin typeface="Arial"/>
              <a:ea typeface="Arial"/>
              <a:cs typeface="Arial"/>
              <a:sym typeface="Arial"/>
            </a:endParaRPr>
          </a:p>
        </p:txBody>
      </p:sp>
      <p:sp>
        <p:nvSpPr>
          <p:cNvPr id="5118" name="Google Shape;5118;g3f58e9f5d1b_0_2632"/>
          <p:cNvSpPr txBox="1"/>
          <p:nvPr/>
        </p:nvSpPr>
        <p:spPr>
          <a:xfrm>
            <a:off x="922274" y="2016078"/>
            <a:ext cx="112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F3F3F"/>
                </a:solidFill>
                <a:latin typeface="Arial"/>
                <a:ea typeface="Arial"/>
                <a:cs typeface="Arial"/>
                <a:sym typeface="Arial"/>
              </a:rPr>
              <a:t>Lesson</a:t>
            </a:r>
            <a:endParaRPr b="0" i="0" sz="1400" u="none" cap="none" strike="noStrike">
              <a:solidFill>
                <a:srgbClr val="000000"/>
              </a:solidFill>
              <a:latin typeface="Arial"/>
              <a:ea typeface="Arial"/>
              <a:cs typeface="Arial"/>
              <a:sym typeface="Arial"/>
            </a:endParaRPr>
          </a:p>
        </p:txBody>
      </p:sp>
      <p:sp>
        <p:nvSpPr>
          <p:cNvPr id="5119" name="Google Shape;5119;g3f58e9f5d1b_0_2632"/>
          <p:cNvSpPr/>
          <p:nvPr/>
        </p:nvSpPr>
        <p:spPr>
          <a:xfrm>
            <a:off x="550801" y="1024711"/>
            <a:ext cx="305282" cy="556451"/>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120" name="Google Shape;5120;g3f58e9f5d1b_0_2632"/>
          <p:cNvSpPr/>
          <p:nvPr/>
        </p:nvSpPr>
        <p:spPr>
          <a:xfrm>
            <a:off x="550802" y="1581151"/>
            <a:ext cx="305282" cy="685705"/>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121" name="Google Shape;5121;g3f58e9f5d1b_0_2632"/>
          <p:cNvSpPr/>
          <p:nvPr/>
        </p:nvSpPr>
        <p:spPr>
          <a:xfrm>
            <a:off x="550802" y="2266951"/>
            <a:ext cx="305282" cy="641890"/>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5122" name="Google Shape;5122;g3f58e9f5d1b_0_2632"/>
          <p:cNvPicPr preferRelativeResize="0"/>
          <p:nvPr/>
        </p:nvPicPr>
        <p:blipFill rotWithShape="1">
          <a:blip r:embed="rId3">
            <a:alphaModFix/>
          </a:blip>
          <a:srcRect b="0" l="0" r="0" t="0"/>
          <a:stretch/>
        </p:blipFill>
        <p:spPr>
          <a:xfrm>
            <a:off x="398035" y="-1013776"/>
            <a:ext cx="609600" cy="609600"/>
          </a:xfrm>
          <a:prstGeom prst="rect">
            <a:avLst/>
          </a:prstGeom>
          <a:noFill/>
          <a:ln>
            <a:noFill/>
          </a:ln>
        </p:spPr>
      </p:pic>
      <p:pic>
        <p:nvPicPr>
          <p:cNvPr id="5123" name="Google Shape;5123;g3f58e9f5d1b_0_2632"/>
          <p:cNvPicPr preferRelativeResize="0"/>
          <p:nvPr/>
        </p:nvPicPr>
        <p:blipFill rotWithShape="1">
          <a:blip r:embed="rId3">
            <a:alphaModFix/>
          </a:blip>
          <a:srcRect b="0" l="0" r="0" t="0"/>
          <a:stretch/>
        </p:blipFill>
        <p:spPr>
          <a:xfrm>
            <a:off x="1769481" y="-1013776"/>
            <a:ext cx="609600" cy="609600"/>
          </a:xfrm>
          <a:prstGeom prst="rect">
            <a:avLst/>
          </a:prstGeom>
          <a:noFill/>
          <a:ln>
            <a:noFill/>
          </a:ln>
        </p:spPr>
      </p:pic>
      <p:pic>
        <p:nvPicPr>
          <p:cNvPr id="5124" name="Google Shape;5124;g3f58e9f5d1b_0_2632"/>
          <p:cNvPicPr preferRelativeResize="0"/>
          <p:nvPr/>
        </p:nvPicPr>
        <p:blipFill rotWithShape="1">
          <a:blip r:embed="rId3">
            <a:alphaModFix/>
          </a:blip>
          <a:srcRect b="0" l="0" r="0" t="0"/>
          <a:stretch/>
        </p:blipFill>
        <p:spPr>
          <a:xfrm>
            <a:off x="2921488" y="-1013776"/>
            <a:ext cx="609600" cy="609600"/>
          </a:xfrm>
          <a:prstGeom prst="rect">
            <a:avLst/>
          </a:prstGeom>
          <a:noFill/>
          <a:ln>
            <a:noFill/>
          </a:ln>
        </p:spPr>
      </p:pic>
      <p:grpSp>
        <p:nvGrpSpPr>
          <p:cNvPr id="5125" name="Google Shape;5125;g3f58e9f5d1b_0_2632"/>
          <p:cNvGrpSpPr/>
          <p:nvPr/>
        </p:nvGrpSpPr>
        <p:grpSpPr>
          <a:xfrm>
            <a:off x="9288255" y="1685151"/>
            <a:ext cx="2641800" cy="2954703"/>
            <a:chOff x="9288255" y="1685151"/>
            <a:chExt cx="2641800" cy="2954703"/>
          </a:xfrm>
        </p:grpSpPr>
        <p:pic>
          <p:nvPicPr>
            <p:cNvPr id="5126" name="Google Shape;5126;g3f58e9f5d1b_0_2632"/>
            <p:cNvPicPr preferRelativeResize="0"/>
            <p:nvPr/>
          </p:nvPicPr>
          <p:blipFill rotWithShape="1">
            <a:blip r:embed="rId4">
              <a:alphaModFix/>
            </a:blip>
            <a:srcRect b="0" l="0" r="0" t="0"/>
            <a:stretch/>
          </p:blipFill>
          <p:spPr>
            <a:xfrm>
              <a:off x="9518129" y="1685151"/>
              <a:ext cx="2304016" cy="834212"/>
            </a:xfrm>
            <a:prstGeom prst="rect">
              <a:avLst/>
            </a:prstGeom>
            <a:noFill/>
            <a:ln>
              <a:noFill/>
            </a:ln>
          </p:spPr>
        </p:pic>
        <p:sp>
          <p:nvSpPr>
            <p:cNvPr id="5127" name="Google Shape;5127;g3f58e9f5d1b_0_2632"/>
            <p:cNvSpPr txBox="1"/>
            <p:nvPr/>
          </p:nvSpPr>
          <p:spPr>
            <a:xfrm>
              <a:off x="9288255" y="1795795"/>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pic>
          <p:nvPicPr>
            <p:cNvPr id="5128" name="Google Shape;5128;g3f58e9f5d1b_0_2632"/>
            <p:cNvPicPr preferRelativeResize="0"/>
            <p:nvPr/>
          </p:nvPicPr>
          <p:blipFill rotWithShape="1">
            <a:blip r:embed="rId4">
              <a:alphaModFix/>
            </a:blip>
            <a:srcRect b="0" l="0" r="0" t="0"/>
            <a:stretch/>
          </p:blipFill>
          <p:spPr>
            <a:xfrm>
              <a:off x="9518129" y="2790042"/>
              <a:ext cx="2304016" cy="834212"/>
            </a:xfrm>
            <a:prstGeom prst="rect">
              <a:avLst/>
            </a:prstGeom>
            <a:noFill/>
            <a:ln>
              <a:noFill/>
            </a:ln>
          </p:spPr>
        </p:pic>
        <p:pic>
          <p:nvPicPr>
            <p:cNvPr id="5129" name="Google Shape;5129;g3f58e9f5d1b_0_2632"/>
            <p:cNvPicPr preferRelativeResize="0"/>
            <p:nvPr/>
          </p:nvPicPr>
          <p:blipFill rotWithShape="1">
            <a:blip r:embed="rId4">
              <a:alphaModFix/>
            </a:blip>
            <a:srcRect b="0" l="0" r="0" t="0"/>
            <a:stretch/>
          </p:blipFill>
          <p:spPr>
            <a:xfrm>
              <a:off x="9518129" y="3805642"/>
              <a:ext cx="2304016" cy="834212"/>
            </a:xfrm>
            <a:prstGeom prst="rect">
              <a:avLst/>
            </a:prstGeom>
            <a:noFill/>
            <a:ln>
              <a:noFill/>
            </a:ln>
          </p:spPr>
        </p:pic>
      </p:grpSp>
      <p:sp>
        <p:nvSpPr>
          <p:cNvPr id="5130" name="Google Shape;5130;g3f58e9f5d1b_0_2632"/>
          <p:cNvSpPr txBox="1"/>
          <p:nvPr>
            <p:ph idx="1" type="body"/>
          </p:nvPr>
        </p:nvSpPr>
        <p:spPr>
          <a:xfrm>
            <a:off x="1788815" y="1230572"/>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131" name="Google Shape;5131;g3f58e9f5d1b_0_2632"/>
          <p:cNvSpPr txBox="1"/>
          <p:nvPr>
            <p:ph idx="2" type="body"/>
          </p:nvPr>
        </p:nvSpPr>
        <p:spPr>
          <a:xfrm>
            <a:off x="1932061" y="2001129"/>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132" name="Google Shape;5132;g3f58e9f5d1b_0_2632"/>
          <p:cNvSpPr txBox="1"/>
          <p:nvPr>
            <p:ph idx="3" type="body"/>
          </p:nvPr>
        </p:nvSpPr>
        <p:spPr>
          <a:xfrm>
            <a:off x="940826" y="2709192"/>
            <a:ext cx="2876400" cy="826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133" name="Google Shape;5133;g3f58e9f5d1b_0_2632"/>
          <p:cNvSpPr txBox="1"/>
          <p:nvPr/>
        </p:nvSpPr>
        <p:spPr>
          <a:xfrm>
            <a:off x="9349215" y="290335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checkup</a:t>
            </a:r>
            <a:endParaRPr b="0" i="0" sz="1400" u="none" cap="none" strike="noStrike">
              <a:solidFill>
                <a:srgbClr val="000000"/>
              </a:solidFill>
              <a:latin typeface="Arial"/>
              <a:ea typeface="Arial"/>
              <a:cs typeface="Arial"/>
              <a:sym typeface="Arial"/>
            </a:endParaRPr>
          </a:p>
        </p:txBody>
      </p:sp>
      <p:sp>
        <p:nvSpPr>
          <p:cNvPr id="5134" name="Google Shape;5134;g3f58e9f5d1b_0_2632"/>
          <p:cNvSpPr txBox="1"/>
          <p:nvPr/>
        </p:nvSpPr>
        <p:spPr>
          <a:xfrm>
            <a:off x="9349215" y="391914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pic>
        <p:nvPicPr>
          <p:cNvPr id="5135" name="Google Shape;5135;g3f58e9f5d1b_0_2632"/>
          <p:cNvPicPr preferRelativeResize="0"/>
          <p:nvPr/>
        </p:nvPicPr>
        <p:blipFill rotWithShape="1">
          <a:blip r:embed="rId5">
            <a:alphaModFix/>
          </a:blip>
          <a:srcRect b="0" l="0" r="0" t="0"/>
          <a:stretch/>
        </p:blipFill>
        <p:spPr>
          <a:xfrm>
            <a:off x="1466850" y="5034322"/>
            <a:ext cx="9105900" cy="1826834"/>
          </a:xfrm>
          <a:prstGeom prst="rect">
            <a:avLst/>
          </a:prstGeom>
          <a:noFill/>
          <a:ln>
            <a:noFill/>
          </a:ln>
        </p:spPr>
      </p:pic>
      <p:pic>
        <p:nvPicPr>
          <p:cNvPr id="5136" name="Google Shape;5136;g3f58e9f5d1b_0_2632"/>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15"/>
                                        </p:tgtEl>
                                        <p:attrNameLst>
                                          <p:attrName>style.visibility</p:attrName>
                                        </p:attrNameLst>
                                      </p:cBhvr>
                                      <p:to>
                                        <p:strVal val="visible"/>
                                      </p:to>
                                    </p:set>
                                    <p:anim calcmode="lin" valueType="num">
                                      <p:cBhvr additive="base">
                                        <p:cTn dur="500"/>
                                        <p:tgtEl>
                                          <p:spTgt spid="511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14"/>
                                        </p:tgtEl>
                                        <p:attrNameLst>
                                          <p:attrName>style.visibility</p:attrName>
                                        </p:attrNameLst>
                                      </p:cBhvr>
                                      <p:to>
                                        <p:strVal val="visible"/>
                                      </p:to>
                                    </p:set>
                                    <p:animEffect filter="fade" transition="in">
                                      <p:cBhvr>
                                        <p:cTn dur="500"/>
                                        <p:tgtEl>
                                          <p:spTgt spid="511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16">
                                            <p:txEl>
                                              <p:pRg end="0" st="0"/>
                                            </p:txEl>
                                          </p:spTgt>
                                        </p:tgtEl>
                                        <p:attrNameLst>
                                          <p:attrName>style.visibility</p:attrName>
                                        </p:attrNameLst>
                                      </p:cBhvr>
                                      <p:to>
                                        <p:strVal val="visible"/>
                                      </p:to>
                                    </p:set>
                                    <p:animEffect filter="fade" transition="in">
                                      <p:cBhvr>
                                        <p:cTn dur="500"/>
                                        <p:tgtEl>
                                          <p:spTgt spid="5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9"/>
                                        </p:tgtEl>
                                        <p:attrNameLst>
                                          <p:attrName>style.visibility</p:attrName>
                                        </p:attrNameLst>
                                      </p:cBhvr>
                                      <p:to>
                                        <p:strVal val="visible"/>
                                      </p:to>
                                    </p:set>
                                    <p:animEffect filter="fade" transition="in">
                                      <p:cBhvr>
                                        <p:cTn dur="500"/>
                                        <p:tgtEl>
                                          <p:spTgt spid="5119"/>
                                        </p:tgtEl>
                                      </p:cBhvr>
                                    </p:animEffect>
                                  </p:childTnLst>
                                </p:cTn>
                              </p:par>
                              <p:par>
                                <p:cTn fill="hold" nodeType="withEffect" presetClass="entr" presetID="10" presetSubtype="0">
                                  <p:stCondLst>
                                    <p:cond delay="0"/>
                                  </p:stCondLst>
                                  <p:childTnLst>
                                    <p:set>
                                      <p:cBhvr>
                                        <p:cTn dur="1" fill="hold">
                                          <p:stCondLst>
                                            <p:cond delay="0"/>
                                          </p:stCondLst>
                                        </p:cTn>
                                        <p:tgtEl>
                                          <p:spTgt spid="5122"/>
                                        </p:tgtEl>
                                        <p:attrNameLst>
                                          <p:attrName>style.visibility</p:attrName>
                                        </p:attrNameLst>
                                      </p:cBhvr>
                                      <p:to>
                                        <p:strVal val="visible"/>
                                      </p:to>
                                    </p:set>
                                    <p:animEffect filter="fade" transition="in">
                                      <p:cBhvr>
                                        <p:cTn dur="1750"/>
                                        <p:tgtEl>
                                          <p:spTgt spid="5122"/>
                                        </p:tgtEl>
                                      </p:cBhvr>
                                    </p:animEffect>
                                  </p:childTnLst>
                                </p:cTn>
                              </p:par>
                              <p:par>
                                <p:cTn fill="hold" nodeType="withEffect" presetClass="entr" presetID="10" presetSubtype="0">
                                  <p:stCondLst>
                                    <p:cond delay="400"/>
                                  </p:stCondLst>
                                  <p:childTnLst>
                                    <p:set>
                                      <p:cBhvr>
                                        <p:cTn dur="1" fill="hold">
                                          <p:stCondLst>
                                            <p:cond delay="0"/>
                                          </p:stCondLst>
                                        </p:cTn>
                                        <p:tgtEl>
                                          <p:spTgt spid="5117"/>
                                        </p:tgtEl>
                                        <p:attrNameLst>
                                          <p:attrName>style.visibility</p:attrName>
                                        </p:attrNameLst>
                                      </p:cBhvr>
                                      <p:to>
                                        <p:strVal val="visible"/>
                                      </p:to>
                                    </p:set>
                                    <p:animEffect filter="fade" transition="in">
                                      <p:cBhvr>
                                        <p:cTn dur="200"/>
                                        <p:tgtEl>
                                          <p:spTgt spid="5117"/>
                                        </p:tgtEl>
                                      </p:cBhvr>
                                    </p:animEffect>
                                  </p:childTnLst>
                                </p:cTn>
                              </p:par>
                              <p:par>
                                <p:cTn fill="hold" nodeType="withEffect" presetClass="entr" presetID="10" presetSubtype="0">
                                  <p:stCondLst>
                                    <p:cond delay="400"/>
                                  </p:stCondLst>
                                  <p:childTnLst>
                                    <p:set>
                                      <p:cBhvr>
                                        <p:cTn dur="1" fill="hold">
                                          <p:stCondLst>
                                            <p:cond delay="0"/>
                                          </p:stCondLst>
                                        </p:cTn>
                                        <p:tgtEl>
                                          <p:spTgt spid="5130"/>
                                        </p:tgtEl>
                                        <p:attrNameLst>
                                          <p:attrName>style.visibility</p:attrName>
                                        </p:attrNameLst>
                                      </p:cBhvr>
                                      <p:to>
                                        <p:strVal val="visible"/>
                                      </p:to>
                                    </p:set>
                                    <p:animEffect filter="fade" transition="in">
                                      <p:cBhvr>
                                        <p:cTn dur="200"/>
                                        <p:tgtEl>
                                          <p:spTgt spid="5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0"/>
                                        </p:tgtEl>
                                        <p:attrNameLst>
                                          <p:attrName>style.visibility</p:attrName>
                                        </p:attrNameLst>
                                      </p:cBhvr>
                                      <p:to>
                                        <p:strVal val="visible"/>
                                      </p:to>
                                    </p:set>
                                    <p:animEffect filter="fade" transition="in">
                                      <p:cBhvr>
                                        <p:cTn dur="500"/>
                                        <p:tgtEl>
                                          <p:spTgt spid="5120"/>
                                        </p:tgtEl>
                                      </p:cBhvr>
                                    </p:animEffect>
                                  </p:childTnLst>
                                </p:cTn>
                              </p:par>
                              <p:par>
                                <p:cTn fill="hold" nodeType="withEffect" presetClass="entr" presetID="10" presetSubtype="0">
                                  <p:stCondLst>
                                    <p:cond delay="0"/>
                                  </p:stCondLst>
                                  <p:childTnLst>
                                    <p:set>
                                      <p:cBhvr>
                                        <p:cTn dur="1" fill="hold">
                                          <p:stCondLst>
                                            <p:cond delay="0"/>
                                          </p:stCondLst>
                                        </p:cTn>
                                        <p:tgtEl>
                                          <p:spTgt spid="5123"/>
                                        </p:tgtEl>
                                        <p:attrNameLst>
                                          <p:attrName>style.visibility</p:attrName>
                                        </p:attrNameLst>
                                      </p:cBhvr>
                                      <p:to>
                                        <p:strVal val="visible"/>
                                      </p:to>
                                    </p:set>
                                    <p:animEffect filter="fade" transition="in">
                                      <p:cBhvr>
                                        <p:cTn dur="1750"/>
                                        <p:tgtEl>
                                          <p:spTgt spid="5123"/>
                                        </p:tgtEl>
                                      </p:cBhvr>
                                    </p:animEffect>
                                  </p:childTnLst>
                                </p:cTn>
                              </p:par>
                              <p:par>
                                <p:cTn fill="hold" nodeType="withEffect" presetClass="entr" presetID="10" presetSubtype="0">
                                  <p:stCondLst>
                                    <p:cond delay="500"/>
                                  </p:stCondLst>
                                  <p:childTnLst>
                                    <p:set>
                                      <p:cBhvr>
                                        <p:cTn dur="1" fill="hold">
                                          <p:stCondLst>
                                            <p:cond delay="0"/>
                                          </p:stCondLst>
                                        </p:cTn>
                                        <p:tgtEl>
                                          <p:spTgt spid="5118"/>
                                        </p:tgtEl>
                                        <p:attrNameLst>
                                          <p:attrName>style.visibility</p:attrName>
                                        </p:attrNameLst>
                                      </p:cBhvr>
                                      <p:to>
                                        <p:strVal val="visible"/>
                                      </p:to>
                                    </p:set>
                                    <p:animEffect filter="fade" transition="in">
                                      <p:cBhvr>
                                        <p:cTn dur="500"/>
                                        <p:tgtEl>
                                          <p:spTgt spid="5118"/>
                                        </p:tgtEl>
                                      </p:cBhvr>
                                    </p:animEffect>
                                  </p:childTnLst>
                                </p:cTn>
                              </p:par>
                              <p:par>
                                <p:cTn fill="hold" nodeType="withEffect" presetClass="entr" presetID="10" presetSubtype="0">
                                  <p:stCondLst>
                                    <p:cond delay="500"/>
                                  </p:stCondLst>
                                  <p:childTnLst>
                                    <p:set>
                                      <p:cBhvr>
                                        <p:cTn dur="1" fill="hold">
                                          <p:stCondLst>
                                            <p:cond delay="0"/>
                                          </p:stCondLst>
                                        </p:cTn>
                                        <p:tgtEl>
                                          <p:spTgt spid="5131"/>
                                        </p:tgtEl>
                                        <p:attrNameLst>
                                          <p:attrName>style.visibility</p:attrName>
                                        </p:attrNameLst>
                                      </p:cBhvr>
                                      <p:to>
                                        <p:strVal val="visible"/>
                                      </p:to>
                                    </p:set>
                                    <p:animEffect filter="fade" transition="in">
                                      <p:cBhvr>
                                        <p:cTn dur="500"/>
                                        <p:tgtEl>
                                          <p:spTgt spid="5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1"/>
                                        </p:tgtEl>
                                        <p:attrNameLst>
                                          <p:attrName>style.visibility</p:attrName>
                                        </p:attrNameLst>
                                      </p:cBhvr>
                                      <p:to>
                                        <p:strVal val="visible"/>
                                      </p:to>
                                    </p:set>
                                    <p:animEffect filter="fade" transition="in">
                                      <p:cBhvr>
                                        <p:cTn dur="500"/>
                                        <p:tgtEl>
                                          <p:spTgt spid="5121"/>
                                        </p:tgtEl>
                                      </p:cBhvr>
                                    </p:animEffect>
                                  </p:childTnLst>
                                </p:cTn>
                              </p:par>
                              <p:par>
                                <p:cTn fill="hold" nodeType="withEffect" presetClass="entr" presetID="10" presetSubtype="0">
                                  <p:stCondLst>
                                    <p:cond delay="0"/>
                                  </p:stCondLst>
                                  <p:childTnLst>
                                    <p:set>
                                      <p:cBhvr>
                                        <p:cTn dur="1" fill="hold">
                                          <p:stCondLst>
                                            <p:cond delay="0"/>
                                          </p:stCondLst>
                                        </p:cTn>
                                        <p:tgtEl>
                                          <p:spTgt spid="5124"/>
                                        </p:tgtEl>
                                        <p:attrNameLst>
                                          <p:attrName>style.visibility</p:attrName>
                                        </p:attrNameLst>
                                      </p:cBhvr>
                                      <p:to>
                                        <p:strVal val="visible"/>
                                      </p:to>
                                    </p:set>
                                    <p:animEffect filter="fade" transition="in">
                                      <p:cBhvr>
                                        <p:cTn dur="1750"/>
                                        <p:tgtEl>
                                          <p:spTgt spid="5124"/>
                                        </p:tgtEl>
                                      </p:cBhvr>
                                    </p:animEffect>
                                  </p:childTnLst>
                                </p:cTn>
                              </p:par>
                              <p:par>
                                <p:cTn fill="hold" nodeType="withEffect" presetClass="entr" presetID="10" presetSubtype="0">
                                  <p:stCondLst>
                                    <p:cond delay="0"/>
                                  </p:stCondLst>
                                  <p:childTnLst>
                                    <p:set>
                                      <p:cBhvr>
                                        <p:cTn dur="1" fill="hold">
                                          <p:stCondLst>
                                            <p:cond delay="0"/>
                                          </p:stCondLst>
                                        </p:cTn>
                                        <p:tgtEl>
                                          <p:spTgt spid="5132"/>
                                        </p:tgtEl>
                                        <p:attrNameLst>
                                          <p:attrName>style.visibility</p:attrName>
                                        </p:attrNameLst>
                                      </p:cBhvr>
                                      <p:to>
                                        <p:strVal val="visible"/>
                                      </p:to>
                                    </p:set>
                                    <p:animEffect filter="fade" transition="in">
                                      <p:cBhvr>
                                        <p:cTn dur="100"/>
                                        <p:tgtEl>
                                          <p:spTgt spid="5132"/>
                                        </p:tgtEl>
                                      </p:cBhvr>
                                    </p:animEffect>
                                  </p:childTnLst>
                                </p:cTn>
                              </p:par>
                              <p:par>
                                <p:cTn fill="hold" nodeType="withEffect" presetClass="entr" presetID="2" presetSubtype="2">
                                  <p:stCondLst>
                                    <p:cond delay="0"/>
                                  </p:stCondLst>
                                  <p:childTnLst>
                                    <p:set>
                                      <p:cBhvr>
                                        <p:cTn dur="1" fill="hold">
                                          <p:stCondLst>
                                            <p:cond delay="0"/>
                                          </p:stCondLst>
                                        </p:cTn>
                                        <p:tgtEl>
                                          <p:spTgt spid="5125"/>
                                        </p:tgtEl>
                                        <p:attrNameLst>
                                          <p:attrName>style.visibility</p:attrName>
                                        </p:attrNameLst>
                                      </p:cBhvr>
                                      <p:to>
                                        <p:strVal val="visible"/>
                                      </p:to>
                                    </p:set>
                                    <p:anim calcmode="lin" valueType="num">
                                      <p:cBhvr additive="base">
                                        <p:cTn dur="500"/>
                                        <p:tgtEl>
                                          <p:spTgt spid="512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133"/>
                                        </p:tgtEl>
                                        <p:attrNameLst>
                                          <p:attrName>style.visibility</p:attrName>
                                        </p:attrNameLst>
                                      </p:cBhvr>
                                      <p:to>
                                        <p:strVal val="visible"/>
                                      </p:to>
                                    </p:set>
                                    <p:anim calcmode="lin" valueType="num">
                                      <p:cBhvr additive="base">
                                        <p:cTn dur="500"/>
                                        <p:tgtEl>
                                          <p:spTgt spid="513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134"/>
                                        </p:tgtEl>
                                        <p:attrNameLst>
                                          <p:attrName>style.visibility</p:attrName>
                                        </p:attrNameLst>
                                      </p:cBhvr>
                                      <p:to>
                                        <p:strVal val="visible"/>
                                      </p:to>
                                    </p:set>
                                    <p:anim calcmode="lin" valueType="num">
                                      <p:cBhvr additive="base">
                                        <p:cTn dur="500"/>
                                        <p:tgtEl>
                                          <p:spTgt spid="513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2">
  <p:cSld name="Home2">
    <p:spTree>
      <p:nvGrpSpPr>
        <p:cNvPr id="5137" name="Shape 5137"/>
        <p:cNvGrpSpPr/>
        <p:nvPr/>
      </p:nvGrpSpPr>
      <p:grpSpPr>
        <a:xfrm>
          <a:off x="0" y="0"/>
          <a:ext cx="0" cy="0"/>
          <a:chOff x="0" y="0"/>
          <a:chExt cx="0" cy="0"/>
        </a:xfrm>
      </p:grpSpPr>
      <p:sp>
        <p:nvSpPr>
          <p:cNvPr id="5138" name="Google Shape;5138;g3f58e9f5d1b_0_2656"/>
          <p:cNvSpPr/>
          <p:nvPr/>
        </p:nvSpPr>
        <p:spPr>
          <a:xfrm>
            <a:off x="4560889"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39" name="Google Shape;5139;g3f58e9f5d1b_0_2656"/>
          <p:cNvSpPr/>
          <p:nvPr/>
        </p:nvSpPr>
        <p:spPr>
          <a:xfrm>
            <a:off x="3409950"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40" name="Google Shape;5140;g3f58e9f5d1b_0_2656"/>
          <p:cNvSpPr/>
          <p:nvPr/>
        </p:nvSpPr>
        <p:spPr>
          <a:xfrm>
            <a:off x="3270250"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41" name="Google Shape;5141;g3f58e9f5d1b_0_2656"/>
          <p:cNvSpPr txBox="1"/>
          <p:nvPr>
            <p:ph idx="1" type="body"/>
          </p:nvPr>
        </p:nvSpPr>
        <p:spPr>
          <a:xfrm>
            <a:off x="261144"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42" name="Google Shape;5142;g3f58e9f5d1b_0_2656"/>
          <p:cNvSpPr/>
          <p:nvPr>
            <p:ph idx="2" type="pic"/>
          </p:nvPr>
        </p:nvSpPr>
        <p:spPr>
          <a:xfrm>
            <a:off x="5034756" y="2505468"/>
            <a:ext cx="2122500" cy="2090700"/>
          </a:xfrm>
          <a:prstGeom prst="ellipse">
            <a:avLst/>
          </a:prstGeom>
          <a:noFill/>
          <a:ln>
            <a:noFill/>
          </a:ln>
        </p:spPr>
      </p:sp>
      <p:sp>
        <p:nvSpPr>
          <p:cNvPr id="5143" name="Google Shape;5143;g3f58e9f5d1b_0_2656"/>
          <p:cNvSpPr txBox="1"/>
          <p:nvPr/>
        </p:nvSpPr>
        <p:spPr>
          <a:xfrm>
            <a:off x="9548930" y="263563"/>
            <a:ext cx="29379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5144" name="Google Shape;5144;g3f58e9f5d1b_0_2656"/>
          <p:cNvSpPr txBox="1"/>
          <p:nvPr>
            <p:ph idx="3" type="body"/>
          </p:nvPr>
        </p:nvSpPr>
        <p:spPr>
          <a:xfrm>
            <a:off x="6972371" y="703615"/>
            <a:ext cx="4914900" cy="9729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45" name="Google Shape;5145;g3f58e9f5d1b_0_2656"/>
          <p:cNvSpPr txBox="1"/>
          <p:nvPr>
            <p:ph idx="4" type="body"/>
          </p:nvPr>
        </p:nvSpPr>
        <p:spPr>
          <a:xfrm>
            <a:off x="10263304"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46" name="Google Shape;5146;g3f58e9f5d1b_0_2656"/>
          <p:cNvSpPr txBox="1"/>
          <p:nvPr>
            <p:ph idx="5" type="body"/>
          </p:nvPr>
        </p:nvSpPr>
        <p:spPr>
          <a:xfrm>
            <a:off x="10850679"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47" name="Google Shape;5147;g3f58e9f5d1b_0_2656"/>
          <p:cNvSpPr txBox="1"/>
          <p:nvPr>
            <p:ph idx="6" type="body"/>
          </p:nvPr>
        </p:nvSpPr>
        <p:spPr>
          <a:xfrm>
            <a:off x="11642808"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38"/>
                                        </p:tgtEl>
                                        <p:attrNameLst>
                                          <p:attrName>style.visibility</p:attrName>
                                        </p:attrNameLst>
                                      </p:cBhvr>
                                      <p:to>
                                        <p:strVal val="visible"/>
                                      </p:to>
                                    </p:set>
                                    <p:animEffect filter="fade" transition="in">
                                      <p:cBhvr>
                                        <p:cTn dur="2000"/>
                                        <p:tgtEl>
                                          <p:spTgt spid="51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39"/>
                                        </p:tgtEl>
                                        <p:attrNameLst>
                                          <p:attrName>style.visibility</p:attrName>
                                        </p:attrNameLst>
                                      </p:cBhvr>
                                      <p:to>
                                        <p:strVal val="visible"/>
                                      </p:to>
                                    </p:set>
                                    <p:animEffect filter="fade" transition="in">
                                      <p:cBhvr>
                                        <p:cTn dur="500"/>
                                        <p:tgtEl>
                                          <p:spTgt spid="5139"/>
                                        </p:tgtEl>
                                      </p:cBhvr>
                                    </p:animEffect>
                                  </p:childTnLst>
                                </p:cTn>
                              </p:par>
                              <p:par>
                                <p:cTn fill="hold" nodeType="withEffect" presetClass="entr" presetID="10" presetSubtype="0">
                                  <p:stCondLst>
                                    <p:cond delay="0"/>
                                  </p:stCondLst>
                                  <p:childTnLst>
                                    <p:set>
                                      <p:cBhvr>
                                        <p:cTn dur="1" fill="hold">
                                          <p:stCondLst>
                                            <p:cond delay="0"/>
                                          </p:stCondLst>
                                        </p:cTn>
                                        <p:tgtEl>
                                          <p:spTgt spid="5140"/>
                                        </p:tgtEl>
                                        <p:attrNameLst>
                                          <p:attrName>style.visibility</p:attrName>
                                        </p:attrNameLst>
                                      </p:cBhvr>
                                      <p:to>
                                        <p:strVal val="visible"/>
                                      </p:to>
                                    </p:set>
                                    <p:animEffect filter="fade" transition="in">
                                      <p:cBhvr>
                                        <p:cTn dur="500"/>
                                        <p:tgtEl>
                                          <p:spTgt spid="5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2"/>
                                        </p:tgtEl>
                                        <p:attrNameLst>
                                          <p:attrName>style.visibility</p:attrName>
                                        </p:attrNameLst>
                                      </p:cBhvr>
                                      <p:to>
                                        <p:strVal val="visible"/>
                                      </p:to>
                                    </p:set>
                                    <p:animEffect filter="fade" transition="in">
                                      <p:cBhvr>
                                        <p:cTn dur="500"/>
                                        <p:tgtEl>
                                          <p:spTgt spid="5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0" st="0"/>
                                            </p:txEl>
                                          </p:spTgt>
                                        </p:tgtEl>
                                        <p:attrNameLst>
                                          <p:attrName>style.visibility</p:attrName>
                                        </p:attrNameLst>
                                      </p:cBhvr>
                                      <p:to>
                                        <p:strVal val="visible"/>
                                      </p:to>
                                    </p:set>
                                    <p:animEffect filter="fade" transition="in">
                                      <p:cBhvr>
                                        <p:cTn dur="500"/>
                                        <p:tgtEl>
                                          <p:spTgt spid="5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1" st="1"/>
                                            </p:txEl>
                                          </p:spTgt>
                                        </p:tgtEl>
                                        <p:attrNameLst>
                                          <p:attrName>style.visibility</p:attrName>
                                        </p:attrNameLst>
                                      </p:cBhvr>
                                      <p:to>
                                        <p:strVal val="visible"/>
                                      </p:to>
                                    </p:set>
                                    <p:animEffect filter="fade" transition="in">
                                      <p:cBhvr>
                                        <p:cTn dur="500"/>
                                        <p:tgtEl>
                                          <p:spTgt spid="5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2" st="2"/>
                                            </p:txEl>
                                          </p:spTgt>
                                        </p:tgtEl>
                                        <p:attrNameLst>
                                          <p:attrName>style.visibility</p:attrName>
                                        </p:attrNameLst>
                                      </p:cBhvr>
                                      <p:to>
                                        <p:strVal val="visible"/>
                                      </p:to>
                                    </p:set>
                                    <p:animEffect filter="fade" transition="in">
                                      <p:cBhvr>
                                        <p:cTn dur="500"/>
                                        <p:tgtEl>
                                          <p:spTgt spid="5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3" st="3"/>
                                            </p:txEl>
                                          </p:spTgt>
                                        </p:tgtEl>
                                        <p:attrNameLst>
                                          <p:attrName>style.visibility</p:attrName>
                                        </p:attrNameLst>
                                      </p:cBhvr>
                                      <p:to>
                                        <p:strVal val="visible"/>
                                      </p:to>
                                    </p:set>
                                    <p:animEffect filter="fade" transition="in">
                                      <p:cBhvr>
                                        <p:cTn dur="500"/>
                                        <p:tgtEl>
                                          <p:spTgt spid="5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4" st="4"/>
                                            </p:txEl>
                                          </p:spTgt>
                                        </p:tgtEl>
                                        <p:attrNameLst>
                                          <p:attrName>style.visibility</p:attrName>
                                        </p:attrNameLst>
                                      </p:cBhvr>
                                      <p:to>
                                        <p:strVal val="visible"/>
                                      </p:to>
                                    </p:set>
                                    <p:animEffect filter="fade" transition="in">
                                      <p:cBhvr>
                                        <p:cTn dur="500"/>
                                        <p:tgtEl>
                                          <p:spTgt spid="5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5" st="5"/>
                                            </p:txEl>
                                          </p:spTgt>
                                        </p:tgtEl>
                                        <p:attrNameLst>
                                          <p:attrName>style.visibility</p:attrName>
                                        </p:attrNameLst>
                                      </p:cBhvr>
                                      <p:to>
                                        <p:strVal val="visible"/>
                                      </p:to>
                                    </p:set>
                                    <p:animEffect filter="fade" transition="in">
                                      <p:cBhvr>
                                        <p:cTn dur="500"/>
                                        <p:tgtEl>
                                          <p:spTgt spid="51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6" st="6"/>
                                            </p:txEl>
                                          </p:spTgt>
                                        </p:tgtEl>
                                        <p:attrNameLst>
                                          <p:attrName>style.visibility</p:attrName>
                                        </p:attrNameLst>
                                      </p:cBhvr>
                                      <p:to>
                                        <p:strVal val="visible"/>
                                      </p:to>
                                    </p:set>
                                    <p:animEffect filter="fade" transition="in">
                                      <p:cBhvr>
                                        <p:cTn dur="500"/>
                                        <p:tgtEl>
                                          <p:spTgt spid="51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7" st="7"/>
                                            </p:txEl>
                                          </p:spTgt>
                                        </p:tgtEl>
                                        <p:attrNameLst>
                                          <p:attrName>style.visibility</p:attrName>
                                        </p:attrNameLst>
                                      </p:cBhvr>
                                      <p:to>
                                        <p:strVal val="visible"/>
                                      </p:to>
                                    </p:set>
                                    <p:animEffect filter="fade" transition="in">
                                      <p:cBhvr>
                                        <p:cTn dur="500"/>
                                        <p:tgtEl>
                                          <p:spTgt spid="51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1">
                                            <p:txEl>
                                              <p:pRg end="8" st="8"/>
                                            </p:txEl>
                                          </p:spTgt>
                                        </p:tgtEl>
                                        <p:attrNameLst>
                                          <p:attrName>style.visibility</p:attrName>
                                        </p:attrNameLst>
                                      </p:cBhvr>
                                      <p:to>
                                        <p:strVal val="visible"/>
                                      </p:to>
                                    </p:set>
                                    <p:animEffect filter="fade" transition="in">
                                      <p:cBhvr>
                                        <p:cTn dur="500"/>
                                        <p:tgtEl>
                                          <p:spTgt spid="514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section">
  <p:cSld name="Make section">
    <p:spTree>
      <p:nvGrpSpPr>
        <p:cNvPr id="5148" name="Shape 5148"/>
        <p:cNvGrpSpPr/>
        <p:nvPr/>
      </p:nvGrpSpPr>
      <p:grpSpPr>
        <a:xfrm>
          <a:off x="0" y="0"/>
          <a:ext cx="0" cy="0"/>
          <a:chOff x="0" y="0"/>
          <a:chExt cx="0" cy="0"/>
        </a:xfrm>
      </p:grpSpPr>
      <p:sp>
        <p:nvSpPr>
          <p:cNvPr id="5149" name="Google Shape;5149;g3f58e9f5d1b_0_2667"/>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Make</a:t>
            </a:r>
            <a:endParaRPr b="0" i="0" sz="1400" u="none" cap="none" strike="noStrike">
              <a:solidFill>
                <a:srgbClr val="000000"/>
              </a:solidFill>
              <a:latin typeface="Arial"/>
              <a:ea typeface="Arial"/>
              <a:cs typeface="Arial"/>
              <a:sym typeface="Arial"/>
            </a:endParaRPr>
          </a:p>
        </p:txBody>
      </p:sp>
      <p:grpSp>
        <p:nvGrpSpPr>
          <p:cNvPr id="5150" name="Google Shape;5150;g3f58e9f5d1b_0_2667"/>
          <p:cNvGrpSpPr/>
          <p:nvPr/>
        </p:nvGrpSpPr>
        <p:grpSpPr>
          <a:xfrm>
            <a:off x="-86305" y="232839"/>
            <a:ext cx="2794159" cy="390024"/>
            <a:chOff x="948349" y="814223"/>
            <a:chExt cx="2794159" cy="390024"/>
          </a:xfrm>
        </p:grpSpPr>
        <p:sp>
          <p:nvSpPr>
            <p:cNvPr id="5151" name="Google Shape;5151;g3f58e9f5d1b_0_26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52" name="Google Shape;5152;g3f58e9f5d1b_0_26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153" name="Google Shape;5153;g3f58e9f5d1b_0_2667"/>
          <p:cNvGrpSpPr/>
          <p:nvPr/>
        </p:nvGrpSpPr>
        <p:grpSpPr>
          <a:xfrm flipH="1" rot="10800000">
            <a:off x="-86305" y="1933581"/>
            <a:ext cx="2794159" cy="390024"/>
            <a:chOff x="948349" y="814223"/>
            <a:chExt cx="2794159" cy="390024"/>
          </a:xfrm>
        </p:grpSpPr>
        <p:sp>
          <p:nvSpPr>
            <p:cNvPr id="5154" name="Google Shape;5154;g3f58e9f5d1b_0_26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55" name="Google Shape;5155;g3f58e9f5d1b_0_26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156" name="Google Shape;5156;g3f58e9f5d1b_0_2667"/>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57" name="Google Shape;5157;g3f58e9f5d1b_0_2667"/>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58" name="Google Shape;5158;g3f58e9f5d1b_0_2667"/>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59" name="Google Shape;5159;g3f58e9f5d1b_0_2667"/>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60" name="Google Shape;5160;g3f58e9f5d1b_0_2667"/>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61" name="Google Shape;5161;g3f58e9f5d1b_0_2667"/>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50"/>
                                        </p:tgtEl>
                                        <p:attrNameLst>
                                          <p:attrName>style.visibility</p:attrName>
                                        </p:attrNameLst>
                                      </p:cBhvr>
                                      <p:to>
                                        <p:strVal val="visible"/>
                                      </p:to>
                                    </p:set>
                                    <p:animEffect filter="fade" transition="in">
                                      <p:cBhvr>
                                        <p:cTn dur="500"/>
                                        <p:tgtEl>
                                          <p:spTgt spid="5150"/>
                                        </p:tgtEl>
                                      </p:cBhvr>
                                    </p:animEffect>
                                  </p:childTnLst>
                                </p:cTn>
                              </p:par>
                              <p:par>
                                <p:cTn fill="hold" nodeType="withEffect" presetClass="entr" presetID="10" presetSubtype="0">
                                  <p:stCondLst>
                                    <p:cond delay="0"/>
                                  </p:stCondLst>
                                  <p:childTnLst>
                                    <p:set>
                                      <p:cBhvr>
                                        <p:cTn dur="1" fill="hold">
                                          <p:stCondLst>
                                            <p:cond delay="0"/>
                                          </p:stCondLst>
                                        </p:cTn>
                                        <p:tgtEl>
                                          <p:spTgt spid="5153"/>
                                        </p:tgtEl>
                                        <p:attrNameLst>
                                          <p:attrName>style.visibility</p:attrName>
                                        </p:attrNameLst>
                                      </p:cBhvr>
                                      <p:to>
                                        <p:strVal val="visible"/>
                                      </p:to>
                                    </p:set>
                                    <p:animEffect filter="fade" transition="in">
                                      <p:cBhvr>
                                        <p:cTn dur="500"/>
                                        <p:tgtEl>
                                          <p:spTgt spid="5153"/>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5149"/>
                                        </p:tgtEl>
                                        <p:attrNameLst>
                                          <p:attrName>style.visibility</p:attrName>
                                        </p:attrNameLst>
                                      </p:cBhvr>
                                      <p:to>
                                        <p:strVal val="visible"/>
                                      </p:to>
                                    </p:set>
                                    <p:anim calcmode="lin" valueType="num">
                                      <p:cBhvr additive="base">
                                        <p:cTn dur="500"/>
                                        <p:tgtEl>
                                          <p:spTgt spid="514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ION">
  <p:cSld name="PRESENTAION">
    <p:spTree>
      <p:nvGrpSpPr>
        <p:cNvPr id="5162" name="Shape 5162"/>
        <p:cNvGrpSpPr/>
        <p:nvPr/>
      </p:nvGrpSpPr>
      <p:grpSpPr>
        <a:xfrm>
          <a:off x="0" y="0"/>
          <a:ext cx="0" cy="0"/>
          <a:chOff x="0" y="0"/>
          <a:chExt cx="0" cy="0"/>
        </a:xfrm>
      </p:grpSpPr>
      <p:sp>
        <p:nvSpPr>
          <p:cNvPr id="5163" name="Google Shape;5163;g3f58e9f5d1b_0_2681"/>
          <p:cNvSpPr/>
          <p:nvPr/>
        </p:nvSpPr>
        <p:spPr>
          <a:xfrm rot="-5400000">
            <a:off x="3523599"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64" name="Google Shape;5164;g3f58e9f5d1b_0_2681"/>
          <p:cNvSpPr/>
          <p:nvPr/>
        </p:nvSpPr>
        <p:spPr>
          <a:xfrm flipH="1" rot="5400000">
            <a:off x="3523701"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65" name="Google Shape;5165;g3f58e9f5d1b_0_2681"/>
          <p:cNvSpPr/>
          <p:nvPr/>
        </p:nvSpPr>
        <p:spPr>
          <a:xfrm rot="-5400000">
            <a:off x="3517337" y="-1556956"/>
            <a:ext cx="5144700" cy="9973200"/>
          </a:xfrm>
          <a:prstGeom prst="rect">
            <a:avLst/>
          </a:prstGeom>
          <a:gradFill>
            <a:gsLst>
              <a:gs pos="0">
                <a:srgbClr val="05FDFF">
                  <a:alpha val="29020"/>
                </a:srgbClr>
              </a:gs>
              <a:gs pos="50000">
                <a:srgbClr val="F1FEFE">
                  <a:alpha val="0"/>
                </a:srgbClr>
              </a:gs>
              <a:gs pos="100000">
                <a:srgbClr val="05FDFF">
                  <a:alpha val="2902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3"/>
                                        </p:tgtEl>
                                        <p:attrNameLst>
                                          <p:attrName>style.visibility</p:attrName>
                                        </p:attrNameLst>
                                      </p:cBhvr>
                                      <p:to>
                                        <p:strVal val="visible"/>
                                      </p:to>
                                    </p:set>
                                    <p:animEffect filter="fade" transition="in">
                                      <p:cBhvr>
                                        <p:cTn dur="1000"/>
                                        <p:tgtEl>
                                          <p:spTgt spid="5163"/>
                                        </p:tgtEl>
                                      </p:cBhvr>
                                    </p:animEffect>
                                  </p:childTnLst>
                                </p:cTn>
                              </p:par>
                              <p:par>
                                <p:cTn fill="hold" nodeType="withEffect" presetClass="entr" presetID="10" presetSubtype="0">
                                  <p:stCondLst>
                                    <p:cond delay="0"/>
                                  </p:stCondLst>
                                  <p:childTnLst>
                                    <p:set>
                                      <p:cBhvr>
                                        <p:cTn dur="1" fill="hold">
                                          <p:stCondLst>
                                            <p:cond delay="0"/>
                                          </p:stCondLst>
                                        </p:cTn>
                                        <p:tgtEl>
                                          <p:spTgt spid="5164"/>
                                        </p:tgtEl>
                                        <p:attrNameLst>
                                          <p:attrName>style.visibility</p:attrName>
                                        </p:attrNameLst>
                                      </p:cBhvr>
                                      <p:to>
                                        <p:strVal val="visible"/>
                                      </p:to>
                                    </p:set>
                                    <p:animEffect filter="fade" transition="in">
                                      <p:cBhvr>
                                        <p:cTn dur="1000"/>
                                        <p:tgtEl>
                                          <p:spTgt spid="5164"/>
                                        </p:tgtEl>
                                      </p:cBhvr>
                                    </p:animEffect>
                                  </p:childTnLst>
                                </p:cTn>
                              </p:par>
                            </p:childTnLst>
                          </p:cTn>
                        </p:par>
                        <p:par>
                          <p:cTn fill="hold">
                            <p:stCondLst>
                              <p:cond delay="1000"/>
                            </p:stCondLst>
                            <p:childTnLst>
                              <p:par>
                                <p:cTn fill="hold" nodeType="afterEffect" presetClass="entr" presetID="10" presetSubtype="0">
                                  <p:stCondLst>
                                    <p:cond delay="100"/>
                                  </p:stCondLst>
                                  <p:childTnLst>
                                    <p:set>
                                      <p:cBhvr>
                                        <p:cTn dur="1" fill="hold">
                                          <p:stCondLst>
                                            <p:cond delay="0"/>
                                          </p:stCondLst>
                                        </p:cTn>
                                        <p:tgtEl>
                                          <p:spTgt spid="5165"/>
                                        </p:tgtEl>
                                        <p:attrNameLst>
                                          <p:attrName>style.visibility</p:attrName>
                                        </p:attrNameLst>
                                      </p:cBhvr>
                                      <p:to>
                                        <p:strVal val="visible"/>
                                      </p:to>
                                    </p:set>
                                    <p:animEffect filter="fade" transition="in">
                                      <p:cBhvr>
                                        <p:cTn dur="2000"/>
                                        <p:tgtEl>
                                          <p:spTgt spid="5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Review">
  <p:cSld name="+Bonus Task Review">
    <p:spTree>
      <p:nvGrpSpPr>
        <p:cNvPr id="5166" name="Shape 5166"/>
        <p:cNvGrpSpPr/>
        <p:nvPr/>
      </p:nvGrpSpPr>
      <p:grpSpPr>
        <a:xfrm>
          <a:off x="0" y="0"/>
          <a:ext cx="0" cy="0"/>
          <a:chOff x="0" y="0"/>
          <a:chExt cx="0" cy="0"/>
        </a:xfrm>
      </p:grpSpPr>
      <p:sp>
        <p:nvSpPr>
          <p:cNvPr id="5167" name="Google Shape;5167;g3f58e9f5d1b_0_2685"/>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168" name="Google Shape;5168;g3f58e9f5d1b_0_2685"/>
          <p:cNvGrpSpPr/>
          <p:nvPr/>
        </p:nvGrpSpPr>
        <p:grpSpPr>
          <a:xfrm>
            <a:off x="7362778" y="2144139"/>
            <a:ext cx="4433002" cy="4433003"/>
            <a:chOff x="-413326" y="937285"/>
            <a:chExt cx="4433003" cy="4433003"/>
          </a:xfrm>
        </p:grpSpPr>
        <p:sp>
          <p:nvSpPr>
            <p:cNvPr id="5169" name="Google Shape;5169;g3f58e9f5d1b_0_268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70" name="Google Shape;5170;g3f58e9f5d1b_0_268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71" name="Google Shape;5171;g3f58e9f5d1b_0_268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72" name="Google Shape;5172;g3f58e9f5d1b_0_268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173" name="Google Shape;5173;g3f58e9f5d1b_0_2685"/>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74" name="Google Shape;5174;g3f58e9f5d1b_0_2685"/>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2400" u="none" cap="none" strike="noStrike">
                <a:solidFill>
                  <a:srgbClr val="FFFFFF"/>
                </a:solidFill>
                <a:latin typeface="Kdam Thmor Pro"/>
                <a:ea typeface="Kdam Thmor Pro"/>
                <a:cs typeface="Kdam Thmor Pro"/>
                <a:sym typeface="Kdam Thmor Pro"/>
              </a:rPr>
              <a:t> 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
        <p:nvSpPr>
          <p:cNvPr id="5175" name="Google Shape;5175;g3f58e9f5d1b_0_2685"/>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76" name="Google Shape;5176;g3f58e9f5d1b_0_2685"/>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grpSp>
        <p:nvGrpSpPr>
          <p:cNvPr id="5177" name="Google Shape;5177;g3f58e9f5d1b_0_2685"/>
          <p:cNvGrpSpPr/>
          <p:nvPr/>
        </p:nvGrpSpPr>
        <p:grpSpPr>
          <a:xfrm>
            <a:off x="-86305" y="232839"/>
            <a:ext cx="2794159" cy="390024"/>
            <a:chOff x="948349" y="814223"/>
            <a:chExt cx="2794159" cy="390024"/>
          </a:xfrm>
        </p:grpSpPr>
        <p:sp>
          <p:nvSpPr>
            <p:cNvPr id="5178" name="Google Shape;5178;g3f58e9f5d1b_0_268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79" name="Google Shape;5179;g3f58e9f5d1b_0_268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180" name="Google Shape;5180;g3f58e9f5d1b_0_2685"/>
          <p:cNvGrpSpPr/>
          <p:nvPr/>
        </p:nvGrpSpPr>
        <p:grpSpPr>
          <a:xfrm flipH="1" rot="10800000">
            <a:off x="-86305" y="1933581"/>
            <a:ext cx="2794159" cy="390024"/>
            <a:chOff x="948349" y="814223"/>
            <a:chExt cx="2794159" cy="390024"/>
          </a:xfrm>
        </p:grpSpPr>
        <p:sp>
          <p:nvSpPr>
            <p:cNvPr id="5181" name="Google Shape;5181;g3f58e9f5d1b_0_268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2" name="Google Shape;5182;g3f58e9f5d1b_0_268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183" name="Google Shape;5183;g3f58e9f5d1b_0_2685"/>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4" name="Google Shape;5184;g3f58e9f5d1b_0_2685"/>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5" name="Google Shape;5185;g3f58e9f5d1b_0_2685"/>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6" name="Google Shape;5186;g3f58e9f5d1b_0_2685"/>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7" name="Google Shape;5187;g3f58e9f5d1b_0_2685"/>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88" name="Google Shape;5188;g3f58e9f5d1b_0_2685"/>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76"/>
                                        </p:tgtEl>
                                        <p:attrNameLst>
                                          <p:attrName>style.visibility</p:attrName>
                                        </p:attrNameLst>
                                      </p:cBhvr>
                                      <p:to>
                                        <p:strVal val="visible"/>
                                      </p:to>
                                    </p:set>
                                    <p:animEffect filter="fade" transition="in">
                                      <p:cBhvr>
                                        <p:cTn dur="1000"/>
                                        <p:tgtEl>
                                          <p:spTgt spid="5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COMPLETED">
  <p:cSld name="SESSION COMPLETED">
    <p:spTree>
      <p:nvGrpSpPr>
        <p:cNvPr id="5189" name="Shape 5189"/>
        <p:cNvGrpSpPr/>
        <p:nvPr/>
      </p:nvGrpSpPr>
      <p:grpSpPr>
        <a:xfrm>
          <a:off x="0" y="0"/>
          <a:ext cx="0" cy="0"/>
          <a:chOff x="0" y="0"/>
          <a:chExt cx="0" cy="0"/>
        </a:xfrm>
      </p:grpSpPr>
      <p:sp>
        <p:nvSpPr>
          <p:cNvPr id="5190" name="Google Shape;5190;g3f58e9f5d1b_0_2708"/>
          <p:cNvSpPr/>
          <p:nvPr/>
        </p:nvSpPr>
        <p:spPr>
          <a:xfrm rot="-1671989">
            <a:off x="6649781" y="511121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1" name="Google Shape;5191;g3f58e9f5d1b_0_2708"/>
          <p:cNvSpPr/>
          <p:nvPr/>
        </p:nvSpPr>
        <p:spPr>
          <a:xfrm rot="-1671989">
            <a:off x="6354813" y="593712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2" name="Google Shape;5192;g3f58e9f5d1b_0_2708"/>
          <p:cNvSpPr/>
          <p:nvPr/>
        </p:nvSpPr>
        <p:spPr>
          <a:xfrm rot="-1671989">
            <a:off x="7835708" y="5278490"/>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3" name="Google Shape;5193;g3f58e9f5d1b_0_2708"/>
          <p:cNvSpPr/>
          <p:nvPr/>
        </p:nvSpPr>
        <p:spPr>
          <a:xfrm flipH="1" rot="1671989">
            <a:off x="4220700" y="5362126"/>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4" name="Google Shape;5194;g3f58e9f5d1b_0_2708"/>
          <p:cNvSpPr/>
          <p:nvPr/>
        </p:nvSpPr>
        <p:spPr>
          <a:xfrm flipH="1" rot="1671989">
            <a:off x="3121912" y="5775081"/>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5" name="Google Shape;5195;g3f58e9f5d1b_0_2708"/>
          <p:cNvSpPr/>
          <p:nvPr/>
        </p:nvSpPr>
        <p:spPr>
          <a:xfrm flipH="1" rot="1671989">
            <a:off x="4738408" y="593712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196" name="Google Shape;5196;g3f58e9f5d1b_0_2708"/>
          <p:cNvSpPr txBox="1"/>
          <p:nvPr/>
        </p:nvSpPr>
        <p:spPr>
          <a:xfrm>
            <a:off x="3955439" y="2145041"/>
            <a:ext cx="4281000" cy="66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4800"/>
              <a:buFont typeface="Arial"/>
              <a:buNone/>
            </a:pPr>
            <a:r>
              <a:rPr b="0" i="0" lang="en-US" sz="4800" u="none" cap="none" strike="noStrike">
                <a:solidFill>
                  <a:srgbClr val="FFFFFF"/>
                </a:solidFill>
                <a:latin typeface="Kdam Thmor Pro"/>
                <a:ea typeface="Kdam Thmor Pro"/>
                <a:cs typeface="Kdam Thmor Pro"/>
                <a:sym typeface="Kdam Thmor Pro"/>
              </a:rPr>
              <a:t>Session</a:t>
            </a:r>
            <a:endParaRPr b="0" i="0" sz="1400" u="none" cap="none" strike="noStrike">
              <a:solidFill>
                <a:srgbClr val="000000"/>
              </a:solidFill>
              <a:latin typeface="Arial"/>
              <a:ea typeface="Arial"/>
              <a:cs typeface="Arial"/>
              <a:sym typeface="Arial"/>
            </a:endParaRPr>
          </a:p>
        </p:txBody>
      </p:sp>
      <p:sp>
        <p:nvSpPr>
          <p:cNvPr id="5197" name="Google Shape;5197;g3f58e9f5d1b_0_2708"/>
          <p:cNvSpPr txBox="1"/>
          <p:nvPr/>
        </p:nvSpPr>
        <p:spPr>
          <a:xfrm>
            <a:off x="3955439" y="2839068"/>
            <a:ext cx="4281000" cy="120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6000"/>
              <a:buFont typeface="Arial"/>
              <a:buNone/>
            </a:pPr>
            <a:r>
              <a:rPr b="0" i="0" lang="en-US" sz="6000" u="none" cap="none" strike="noStrike">
                <a:solidFill>
                  <a:srgbClr val="FFFFFF"/>
                </a:solidFill>
                <a:latin typeface="Kdam Thmor Pro"/>
                <a:ea typeface="Kdam Thmor Pro"/>
                <a:cs typeface="Kdam Thmor Pro"/>
                <a:sym typeface="Kdam Thmor Pro"/>
              </a:rPr>
              <a:t>Completed </a:t>
            </a:r>
            <a:endParaRPr b="0" i="0" sz="1400" u="none" cap="none" strike="noStrike">
              <a:solidFill>
                <a:srgbClr val="000000"/>
              </a:solidFill>
              <a:latin typeface="Arial"/>
              <a:ea typeface="Arial"/>
              <a:cs typeface="Arial"/>
              <a:sym typeface="Arial"/>
            </a:endParaRPr>
          </a:p>
        </p:txBody>
      </p:sp>
      <p:sp>
        <p:nvSpPr>
          <p:cNvPr id="5198" name="Google Shape;5198;g3f58e9f5d1b_0_2708"/>
          <p:cNvSpPr/>
          <p:nvPr/>
        </p:nvSpPr>
        <p:spPr>
          <a:xfrm>
            <a:off x="-629232" y="1812082"/>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92"/>
                                        </p:tgtEl>
                                        <p:attrNameLst>
                                          <p:attrName>style.visibility</p:attrName>
                                        </p:attrNameLst>
                                      </p:cBhvr>
                                      <p:to>
                                        <p:strVal val="visible"/>
                                      </p:to>
                                    </p:set>
                                    <p:anim calcmode="lin" valueType="num">
                                      <p:cBhvr additive="base">
                                        <p:cTn dur="500"/>
                                        <p:tgtEl>
                                          <p:spTgt spid="519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90"/>
                                        </p:tgtEl>
                                        <p:attrNameLst>
                                          <p:attrName>style.visibility</p:attrName>
                                        </p:attrNameLst>
                                      </p:cBhvr>
                                      <p:to>
                                        <p:strVal val="visible"/>
                                      </p:to>
                                    </p:set>
                                    <p:anim calcmode="lin" valueType="num">
                                      <p:cBhvr additive="base">
                                        <p:cTn dur="500"/>
                                        <p:tgtEl>
                                          <p:spTgt spid="519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91"/>
                                        </p:tgtEl>
                                        <p:attrNameLst>
                                          <p:attrName>style.visibility</p:attrName>
                                        </p:attrNameLst>
                                      </p:cBhvr>
                                      <p:to>
                                        <p:strVal val="visible"/>
                                      </p:to>
                                    </p:set>
                                    <p:anim calcmode="lin" valueType="num">
                                      <p:cBhvr additive="base">
                                        <p:cTn dur="500"/>
                                        <p:tgtEl>
                                          <p:spTgt spid="51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95"/>
                                        </p:tgtEl>
                                        <p:attrNameLst>
                                          <p:attrName>style.visibility</p:attrName>
                                        </p:attrNameLst>
                                      </p:cBhvr>
                                      <p:to>
                                        <p:strVal val="visible"/>
                                      </p:to>
                                    </p:set>
                                    <p:anim calcmode="lin" valueType="num">
                                      <p:cBhvr additive="base">
                                        <p:cTn dur="500"/>
                                        <p:tgtEl>
                                          <p:spTgt spid="519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93"/>
                                        </p:tgtEl>
                                        <p:attrNameLst>
                                          <p:attrName>style.visibility</p:attrName>
                                        </p:attrNameLst>
                                      </p:cBhvr>
                                      <p:to>
                                        <p:strVal val="visible"/>
                                      </p:to>
                                    </p:set>
                                    <p:anim calcmode="lin" valueType="num">
                                      <p:cBhvr additive="base">
                                        <p:cTn dur="500"/>
                                        <p:tgtEl>
                                          <p:spTgt spid="51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94"/>
                                        </p:tgtEl>
                                        <p:attrNameLst>
                                          <p:attrName>style.visibility</p:attrName>
                                        </p:attrNameLst>
                                      </p:cBhvr>
                                      <p:to>
                                        <p:strVal val="visible"/>
                                      </p:to>
                                    </p:set>
                                    <p:anim calcmode="lin" valueType="num">
                                      <p:cBhvr additive="base">
                                        <p:cTn dur="500"/>
                                        <p:tgtEl>
                                          <p:spTgt spid="519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5198"/>
                                        </p:tgtEl>
                                        <p:attrNameLst>
                                          <p:attrName>style.visibility</p:attrName>
                                        </p:attrNameLst>
                                      </p:cBhvr>
                                      <p:to>
                                        <p:strVal val="visible"/>
                                      </p:to>
                                    </p:set>
                                    <p:animEffect filter="fade" transition="in">
                                      <p:cBhvr>
                                        <p:cTn dur="500"/>
                                        <p:tgtEl>
                                          <p:spTgt spid="5198"/>
                                        </p:tgtEl>
                                      </p:cBhvr>
                                    </p:animEffect>
                                  </p:childTnLst>
                                </p:cTn>
                              </p:par>
                              <p:par>
                                <p:cTn fill="hold" nodeType="withEffect" presetClass="entr" presetID="10" presetSubtype="0">
                                  <p:stCondLst>
                                    <p:cond delay="0"/>
                                  </p:stCondLst>
                                  <p:childTnLst>
                                    <p:set>
                                      <p:cBhvr>
                                        <p:cTn dur="1" fill="hold">
                                          <p:stCondLst>
                                            <p:cond delay="0"/>
                                          </p:stCondLst>
                                        </p:cTn>
                                        <p:tgtEl>
                                          <p:spTgt spid="5198"/>
                                        </p:tgtEl>
                                        <p:attrNameLst>
                                          <p:attrName>style.visibility</p:attrName>
                                        </p:attrNameLst>
                                      </p:cBhvr>
                                      <p:to>
                                        <p:strVal val="visible"/>
                                      </p:to>
                                    </p:set>
                                    <p:animEffect filter="fade" transition="in">
                                      <p:cBhvr>
                                        <p:cTn dur="500"/>
                                        <p:tgtEl>
                                          <p:spTgt spid="5198"/>
                                        </p:tgtEl>
                                      </p:cBhvr>
                                    </p:animEffect>
                                  </p:childTnLst>
                                </p:cTn>
                              </p:par>
                            </p:childTnLst>
                          </p:cTn>
                        </p:par>
                        <p:par>
                          <p:cTn fill="hold">
                            <p:stCondLst>
                              <p:cond delay="500"/>
                            </p:stCondLst>
                            <p:childTnLst>
                              <p:par>
                                <p:cTn fill="hold" nodeType="afterEffect" presetClass="entr" presetID="10" presetSubtype="0">
                                  <p:stCondLst>
                                    <p:cond delay="600"/>
                                  </p:stCondLst>
                                  <p:childTnLst>
                                    <p:set>
                                      <p:cBhvr>
                                        <p:cTn dur="1" fill="hold">
                                          <p:stCondLst>
                                            <p:cond delay="0"/>
                                          </p:stCondLst>
                                        </p:cTn>
                                        <p:tgtEl>
                                          <p:spTgt spid="5196"/>
                                        </p:tgtEl>
                                        <p:attrNameLst>
                                          <p:attrName>style.visibility</p:attrName>
                                        </p:attrNameLst>
                                      </p:cBhvr>
                                      <p:to>
                                        <p:strVal val="visible"/>
                                      </p:to>
                                    </p:set>
                                    <p:animEffect filter="fade" transition="in">
                                      <p:cBhvr>
                                        <p:cTn dur="500"/>
                                        <p:tgtEl>
                                          <p:spTgt spid="5196"/>
                                        </p:tgtEl>
                                      </p:cBhvr>
                                    </p:animEffect>
                                  </p:childTnLst>
                                </p:cTn>
                              </p:par>
                              <p:par>
                                <p:cTn fill="hold" nodeType="withEffect" presetClass="entr" presetID="10" presetSubtype="0">
                                  <p:stCondLst>
                                    <p:cond delay="400"/>
                                  </p:stCondLst>
                                  <p:childTnLst>
                                    <p:set>
                                      <p:cBhvr>
                                        <p:cTn dur="1" fill="hold">
                                          <p:stCondLst>
                                            <p:cond delay="0"/>
                                          </p:stCondLst>
                                        </p:cTn>
                                        <p:tgtEl>
                                          <p:spTgt spid="5197"/>
                                        </p:tgtEl>
                                        <p:attrNameLst>
                                          <p:attrName>style.visibility</p:attrName>
                                        </p:attrNameLst>
                                      </p:cBhvr>
                                      <p:to>
                                        <p:strVal val="visible"/>
                                      </p:to>
                                    </p:set>
                                    <p:animEffect filter="fade" transition="in">
                                      <p:cBhvr>
                                        <p:cTn dur="500"/>
                                        <p:tgtEl>
                                          <p:spTgt spid="5197"/>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5198"/>
                                        </p:tgtEl>
                                      </p:cBhvr>
                                    </p:animEffect>
                                    <p:set>
                                      <p:cBhvr>
                                        <p:cTn dur="1" fill="hold">
                                          <p:stCondLst>
                                            <p:cond delay="500"/>
                                          </p:stCondLst>
                                        </p:cTn>
                                        <p:tgtEl>
                                          <p:spTgt spid="51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1">
  <p:cSld name="3Step (H+PIC+NO.+HINT)_1">
    <p:spTree>
      <p:nvGrpSpPr>
        <p:cNvPr id="5199" name="Shape 5199"/>
        <p:cNvGrpSpPr/>
        <p:nvPr/>
      </p:nvGrpSpPr>
      <p:grpSpPr>
        <a:xfrm>
          <a:off x="0" y="0"/>
          <a:ext cx="0" cy="0"/>
          <a:chOff x="0" y="0"/>
          <a:chExt cx="0" cy="0"/>
        </a:xfrm>
      </p:grpSpPr>
      <p:grpSp>
        <p:nvGrpSpPr>
          <p:cNvPr id="5200" name="Google Shape;5200;g3f58e9f5d1b_0_2718"/>
          <p:cNvGrpSpPr/>
          <p:nvPr/>
        </p:nvGrpSpPr>
        <p:grpSpPr>
          <a:xfrm>
            <a:off x="2148127" y="1620732"/>
            <a:ext cx="8449746" cy="4433003"/>
            <a:chOff x="-413326" y="937285"/>
            <a:chExt cx="4433003" cy="4433003"/>
          </a:xfrm>
        </p:grpSpPr>
        <p:sp>
          <p:nvSpPr>
            <p:cNvPr id="5201" name="Google Shape;5201;g3f58e9f5d1b_0_2718"/>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02" name="Google Shape;5202;g3f58e9f5d1b_0_2718"/>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03" name="Google Shape;5203;g3f58e9f5d1b_0_2718"/>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04" name="Google Shape;5204;g3f58e9f5d1b_0_2718"/>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205" name="Google Shape;5205;g3f58e9f5d1b_0_2718"/>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206" name="Google Shape;5206;g3f58e9f5d1b_0_2718"/>
          <p:cNvSpPr/>
          <p:nvPr>
            <p:ph idx="2" type="pic"/>
          </p:nvPr>
        </p:nvSpPr>
        <p:spPr>
          <a:xfrm>
            <a:off x="2699657" y="1900415"/>
            <a:ext cx="7323300" cy="3913500"/>
          </a:xfrm>
          <a:prstGeom prst="rect">
            <a:avLst/>
          </a:prstGeom>
          <a:noFill/>
          <a:ln>
            <a:noFill/>
          </a:ln>
        </p:spPr>
      </p:sp>
      <p:sp>
        <p:nvSpPr>
          <p:cNvPr id="5207" name="Google Shape;5207;g3f58e9f5d1b_0_2718"/>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208" name="Google Shape;5208;g3f58e9f5d1b_0_2718"/>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09" name="Google Shape;5209;g3f58e9f5d1b_0_2718"/>
          <p:cNvGrpSpPr/>
          <p:nvPr/>
        </p:nvGrpSpPr>
        <p:grpSpPr>
          <a:xfrm>
            <a:off x="8589558" y="6331536"/>
            <a:ext cx="256344" cy="68100"/>
            <a:chOff x="781167" y="5836673"/>
            <a:chExt cx="256344" cy="68100"/>
          </a:xfrm>
        </p:grpSpPr>
        <p:sp>
          <p:nvSpPr>
            <p:cNvPr id="5210" name="Google Shape;5210;g3f58e9f5d1b_0_2718"/>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211" name="Google Shape;5211;g3f58e9f5d1b_0_2718"/>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212" name="Google Shape;5212;g3f58e9f5d1b_0_2718"/>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13" name="Google Shape;5213;g3f58e9f5d1b_0_2718"/>
          <p:cNvGrpSpPr/>
          <p:nvPr/>
        </p:nvGrpSpPr>
        <p:grpSpPr>
          <a:xfrm>
            <a:off x="11722369" y="5812872"/>
            <a:ext cx="315939" cy="409183"/>
            <a:chOff x="11575262" y="5512453"/>
            <a:chExt cx="315939" cy="409183"/>
          </a:xfrm>
        </p:grpSpPr>
        <p:sp>
          <p:nvSpPr>
            <p:cNvPr id="5214" name="Google Shape;5214;g3f58e9f5d1b_0_271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15" name="Google Shape;5215;g3f58e9f5d1b_0_271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16" name="Google Shape;5216;g3f58e9f5d1b_0_271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200"/>
                                        </p:tgtEl>
                                        <p:attrNameLst>
                                          <p:attrName>style.visibility</p:attrName>
                                        </p:attrNameLst>
                                      </p:cBhvr>
                                      <p:to>
                                        <p:strVal val="visible"/>
                                      </p:to>
                                    </p:set>
                                    <p:anim calcmode="lin" valueType="num">
                                      <p:cBhvr additive="base">
                                        <p:cTn dur="2250"/>
                                        <p:tgtEl>
                                          <p:spTgt spid="5200"/>
                                        </p:tgtEl>
                                        <p:attrNameLst>
                                          <p:attrName>ppt_w</p:attrName>
                                        </p:attrNameLst>
                                      </p:cBhvr>
                                      <p:tavLst>
                                        <p:tav fmla="" tm="0">
                                          <p:val>
                                            <p:strVal val="0"/>
                                          </p:val>
                                        </p:tav>
                                        <p:tav fmla="" tm="100000">
                                          <p:val>
                                            <p:strVal val="#ppt_w"/>
                                          </p:val>
                                        </p:tav>
                                      </p:tavLst>
                                    </p:anim>
                                    <p:anim calcmode="lin" valueType="num">
                                      <p:cBhvr additive="base">
                                        <p:cTn dur="2250"/>
                                        <p:tgtEl>
                                          <p:spTgt spid="5200"/>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206"/>
                                        </p:tgtEl>
                                        <p:attrNameLst>
                                          <p:attrName>style.visibility</p:attrName>
                                        </p:attrNameLst>
                                      </p:cBhvr>
                                      <p:to>
                                        <p:strVal val="visible"/>
                                      </p:to>
                                    </p:set>
                                    <p:animEffect filter="fade" transition="in">
                                      <p:cBhvr>
                                        <p:cTn dur="500"/>
                                        <p:tgtEl>
                                          <p:spTgt spid="5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9"/>
                                        </p:tgtEl>
                                        <p:attrNameLst>
                                          <p:attrName>style.visibility</p:attrName>
                                        </p:attrNameLst>
                                      </p:cBhvr>
                                      <p:to>
                                        <p:strVal val="visible"/>
                                      </p:to>
                                    </p:set>
                                    <p:animEffect filter="fade" transition="in">
                                      <p:cBhvr>
                                        <p:cTn dur="500"/>
                                        <p:tgtEl>
                                          <p:spTgt spid="52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12"/>
                                        </p:tgtEl>
                                        <p:attrNameLst>
                                          <p:attrName>style.visibility</p:attrName>
                                        </p:attrNameLst>
                                      </p:cBhvr>
                                      <p:to>
                                        <p:strVal val="visible"/>
                                      </p:to>
                                    </p:set>
                                    <p:animEffect filter="fade" transition="in">
                                      <p:cBhvr>
                                        <p:cTn dur="500"/>
                                        <p:tgtEl>
                                          <p:spTgt spid="5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p:cSld name="WA_3Step (H+PIC+NO.+HINT)_1">
    <p:spTree>
      <p:nvGrpSpPr>
        <p:cNvPr id="5217" name="Shape 5217"/>
        <p:cNvGrpSpPr/>
        <p:nvPr/>
      </p:nvGrpSpPr>
      <p:grpSpPr>
        <a:xfrm>
          <a:off x="0" y="0"/>
          <a:ext cx="0" cy="0"/>
          <a:chOff x="0" y="0"/>
          <a:chExt cx="0" cy="0"/>
        </a:xfrm>
      </p:grpSpPr>
      <p:grpSp>
        <p:nvGrpSpPr>
          <p:cNvPr id="5218" name="Google Shape;5218;g3f58e9f5d1b_0_2736"/>
          <p:cNvGrpSpPr/>
          <p:nvPr/>
        </p:nvGrpSpPr>
        <p:grpSpPr>
          <a:xfrm>
            <a:off x="2148127" y="1620732"/>
            <a:ext cx="8449746" cy="4433003"/>
            <a:chOff x="-413326" y="937285"/>
            <a:chExt cx="4433003" cy="4433003"/>
          </a:xfrm>
        </p:grpSpPr>
        <p:sp>
          <p:nvSpPr>
            <p:cNvPr id="5219" name="Google Shape;5219;g3f58e9f5d1b_0_273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20" name="Google Shape;5220;g3f58e9f5d1b_0_273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21" name="Google Shape;5221;g3f58e9f5d1b_0_273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22" name="Google Shape;5222;g3f58e9f5d1b_0_273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223" name="Google Shape;5223;g3f58e9f5d1b_0_273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224" name="Google Shape;5224;g3f58e9f5d1b_0_2736"/>
          <p:cNvSpPr/>
          <p:nvPr>
            <p:ph idx="2" type="pic"/>
          </p:nvPr>
        </p:nvSpPr>
        <p:spPr>
          <a:xfrm>
            <a:off x="2699657" y="1900415"/>
            <a:ext cx="7323300" cy="3913500"/>
          </a:xfrm>
          <a:prstGeom prst="rect">
            <a:avLst/>
          </a:prstGeom>
          <a:noFill/>
          <a:ln>
            <a:noFill/>
          </a:ln>
        </p:spPr>
      </p:sp>
      <p:sp>
        <p:nvSpPr>
          <p:cNvPr id="5225" name="Google Shape;5225;g3f58e9f5d1b_0_273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226" name="Google Shape;5226;g3f58e9f5d1b_0_273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27" name="Google Shape;5227;g3f58e9f5d1b_0_2736"/>
          <p:cNvGrpSpPr/>
          <p:nvPr/>
        </p:nvGrpSpPr>
        <p:grpSpPr>
          <a:xfrm>
            <a:off x="8589558" y="6331536"/>
            <a:ext cx="256344" cy="68100"/>
            <a:chOff x="781167" y="5836673"/>
            <a:chExt cx="256344" cy="68100"/>
          </a:xfrm>
        </p:grpSpPr>
        <p:sp>
          <p:nvSpPr>
            <p:cNvPr id="5228" name="Google Shape;5228;g3f58e9f5d1b_0_273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229" name="Google Shape;5229;g3f58e9f5d1b_0_273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230" name="Google Shape;5230;g3f58e9f5d1b_0_273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31" name="Google Shape;5231;g3f58e9f5d1b_0_2736"/>
          <p:cNvGrpSpPr/>
          <p:nvPr/>
        </p:nvGrpSpPr>
        <p:grpSpPr>
          <a:xfrm>
            <a:off x="11722369" y="5812872"/>
            <a:ext cx="315939" cy="409183"/>
            <a:chOff x="11575262" y="5512453"/>
            <a:chExt cx="315939" cy="409183"/>
          </a:xfrm>
        </p:grpSpPr>
        <p:sp>
          <p:nvSpPr>
            <p:cNvPr id="5232" name="Google Shape;5232;g3f58e9f5d1b_0_273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33" name="Google Shape;5233;g3f58e9f5d1b_0_273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34" name="Google Shape;5234;g3f58e9f5d1b_0_273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7"/>
                                        </p:tgtEl>
                                        <p:attrNameLst>
                                          <p:attrName>style.visibility</p:attrName>
                                        </p:attrNameLst>
                                      </p:cBhvr>
                                      <p:to>
                                        <p:strVal val="visible"/>
                                      </p:to>
                                    </p:set>
                                    <p:animEffect filter="fade" transition="in">
                                      <p:cBhvr>
                                        <p:cTn dur="500"/>
                                        <p:tgtEl>
                                          <p:spTgt spid="52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30"/>
                                        </p:tgtEl>
                                        <p:attrNameLst>
                                          <p:attrName>style.visibility</p:attrName>
                                        </p:attrNameLst>
                                      </p:cBhvr>
                                      <p:to>
                                        <p:strVal val="visible"/>
                                      </p:to>
                                    </p:set>
                                    <p:animEffect filter="fade" transition="in">
                                      <p:cBhvr>
                                        <p:cTn dur="500"/>
                                        <p:tgtEl>
                                          <p:spTgt spid="5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V/S">
  <p:cSld name="Brainstorming+Topic/P/V/S">
    <p:spTree>
      <p:nvGrpSpPr>
        <p:cNvPr id="5235" name="Shape 5235"/>
        <p:cNvGrpSpPr/>
        <p:nvPr/>
      </p:nvGrpSpPr>
      <p:grpSpPr>
        <a:xfrm>
          <a:off x="0" y="0"/>
          <a:ext cx="0" cy="0"/>
          <a:chOff x="0" y="0"/>
          <a:chExt cx="0" cy="0"/>
        </a:xfrm>
      </p:grpSpPr>
      <p:grpSp>
        <p:nvGrpSpPr>
          <p:cNvPr id="5236" name="Google Shape;5236;g3f58e9f5d1b_0_2754"/>
          <p:cNvGrpSpPr/>
          <p:nvPr/>
        </p:nvGrpSpPr>
        <p:grpSpPr>
          <a:xfrm>
            <a:off x="9966437" y="3263943"/>
            <a:ext cx="350865" cy="2153064"/>
            <a:chOff x="8734426" y="1856356"/>
            <a:chExt cx="337500" cy="2071050"/>
          </a:xfrm>
        </p:grpSpPr>
        <p:sp>
          <p:nvSpPr>
            <p:cNvPr id="5237" name="Google Shape;5237;g3f58e9f5d1b_0_2754"/>
            <p:cNvSpPr/>
            <p:nvPr/>
          </p:nvSpPr>
          <p:spPr>
            <a:xfrm>
              <a:off x="8734426" y="185635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38" name="Google Shape;5238;g3f58e9f5d1b_0_2754"/>
            <p:cNvSpPr/>
            <p:nvPr/>
          </p:nvSpPr>
          <p:spPr>
            <a:xfrm>
              <a:off x="8734426" y="358990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39" name="Google Shape;5239;g3f58e9f5d1b_0_2754"/>
          <p:cNvGrpSpPr/>
          <p:nvPr/>
        </p:nvGrpSpPr>
        <p:grpSpPr>
          <a:xfrm>
            <a:off x="9966437" y="3263943"/>
            <a:ext cx="350865" cy="2153064"/>
            <a:chOff x="8734426" y="1856356"/>
            <a:chExt cx="337500" cy="2071050"/>
          </a:xfrm>
        </p:grpSpPr>
        <p:sp>
          <p:nvSpPr>
            <p:cNvPr id="5240" name="Google Shape;5240;g3f58e9f5d1b_0_2754"/>
            <p:cNvSpPr/>
            <p:nvPr/>
          </p:nvSpPr>
          <p:spPr>
            <a:xfrm>
              <a:off x="8734426" y="185635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41" name="Google Shape;5241;g3f58e9f5d1b_0_2754"/>
            <p:cNvSpPr/>
            <p:nvPr/>
          </p:nvSpPr>
          <p:spPr>
            <a:xfrm>
              <a:off x="8734426" y="358990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42" name="Google Shape;5242;g3f58e9f5d1b_0_2754"/>
          <p:cNvGrpSpPr/>
          <p:nvPr/>
        </p:nvGrpSpPr>
        <p:grpSpPr>
          <a:xfrm>
            <a:off x="9966493" y="3263943"/>
            <a:ext cx="350865" cy="2153064"/>
            <a:chOff x="11049001" y="1856356"/>
            <a:chExt cx="337500" cy="2071050"/>
          </a:xfrm>
        </p:grpSpPr>
        <p:sp>
          <p:nvSpPr>
            <p:cNvPr id="5243" name="Google Shape;5243;g3f58e9f5d1b_0_2754"/>
            <p:cNvSpPr/>
            <p:nvPr/>
          </p:nvSpPr>
          <p:spPr>
            <a:xfrm>
              <a:off x="11049001" y="185635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44" name="Google Shape;5244;g3f58e9f5d1b_0_2754"/>
            <p:cNvSpPr/>
            <p:nvPr/>
          </p:nvSpPr>
          <p:spPr>
            <a:xfrm>
              <a:off x="11049001" y="358990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45" name="Google Shape;5245;g3f58e9f5d1b_0_2754"/>
          <p:cNvGrpSpPr/>
          <p:nvPr/>
        </p:nvGrpSpPr>
        <p:grpSpPr>
          <a:xfrm>
            <a:off x="9966493" y="3263943"/>
            <a:ext cx="350865" cy="2153064"/>
            <a:chOff x="11049001" y="1856356"/>
            <a:chExt cx="337500" cy="2071050"/>
          </a:xfrm>
        </p:grpSpPr>
        <p:sp>
          <p:nvSpPr>
            <p:cNvPr id="5246" name="Google Shape;5246;g3f58e9f5d1b_0_2754"/>
            <p:cNvSpPr/>
            <p:nvPr/>
          </p:nvSpPr>
          <p:spPr>
            <a:xfrm>
              <a:off x="11049001" y="185635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47" name="Google Shape;5247;g3f58e9f5d1b_0_2754"/>
            <p:cNvSpPr/>
            <p:nvPr/>
          </p:nvSpPr>
          <p:spPr>
            <a:xfrm>
              <a:off x="11049001" y="358990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48" name="Google Shape;5248;g3f58e9f5d1b_0_2754"/>
          <p:cNvGrpSpPr/>
          <p:nvPr/>
        </p:nvGrpSpPr>
        <p:grpSpPr>
          <a:xfrm>
            <a:off x="9966493" y="3263943"/>
            <a:ext cx="350865" cy="2153064"/>
            <a:chOff x="11049001" y="1856356"/>
            <a:chExt cx="337500" cy="2071050"/>
          </a:xfrm>
        </p:grpSpPr>
        <p:sp>
          <p:nvSpPr>
            <p:cNvPr id="5249" name="Google Shape;5249;g3f58e9f5d1b_0_2754"/>
            <p:cNvSpPr/>
            <p:nvPr/>
          </p:nvSpPr>
          <p:spPr>
            <a:xfrm>
              <a:off x="11049001" y="185635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50" name="Google Shape;5250;g3f58e9f5d1b_0_2754"/>
            <p:cNvSpPr/>
            <p:nvPr/>
          </p:nvSpPr>
          <p:spPr>
            <a:xfrm>
              <a:off x="11049001" y="358990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51" name="Google Shape;5251;g3f58e9f5d1b_0_2754"/>
          <p:cNvGrpSpPr/>
          <p:nvPr/>
        </p:nvGrpSpPr>
        <p:grpSpPr>
          <a:xfrm>
            <a:off x="9966493" y="3263943"/>
            <a:ext cx="350865" cy="2153064"/>
            <a:chOff x="11049001" y="1856356"/>
            <a:chExt cx="337500" cy="2071050"/>
          </a:xfrm>
        </p:grpSpPr>
        <p:sp>
          <p:nvSpPr>
            <p:cNvPr id="5252" name="Google Shape;5252;g3f58e9f5d1b_0_2754"/>
            <p:cNvSpPr/>
            <p:nvPr/>
          </p:nvSpPr>
          <p:spPr>
            <a:xfrm>
              <a:off x="11049001" y="185635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53" name="Google Shape;5253;g3f58e9f5d1b_0_2754"/>
            <p:cNvSpPr/>
            <p:nvPr/>
          </p:nvSpPr>
          <p:spPr>
            <a:xfrm>
              <a:off x="11049001" y="358990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54" name="Google Shape;5254;g3f58e9f5d1b_0_2754"/>
          <p:cNvGrpSpPr/>
          <p:nvPr/>
        </p:nvGrpSpPr>
        <p:grpSpPr>
          <a:xfrm>
            <a:off x="9966493" y="3263943"/>
            <a:ext cx="350865" cy="2153064"/>
            <a:chOff x="11049001" y="1856356"/>
            <a:chExt cx="337500" cy="2071050"/>
          </a:xfrm>
        </p:grpSpPr>
        <p:sp>
          <p:nvSpPr>
            <p:cNvPr id="5255" name="Google Shape;5255;g3f58e9f5d1b_0_2754"/>
            <p:cNvSpPr/>
            <p:nvPr/>
          </p:nvSpPr>
          <p:spPr>
            <a:xfrm>
              <a:off x="11049001" y="185635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56" name="Google Shape;5256;g3f58e9f5d1b_0_2754"/>
            <p:cNvSpPr/>
            <p:nvPr/>
          </p:nvSpPr>
          <p:spPr>
            <a:xfrm>
              <a:off x="11049001" y="358990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257" name="Google Shape;5257;g3f58e9f5d1b_0_2754"/>
          <p:cNvGrpSpPr/>
          <p:nvPr/>
        </p:nvGrpSpPr>
        <p:grpSpPr>
          <a:xfrm>
            <a:off x="9966493" y="3263943"/>
            <a:ext cx="350865" cy="2153064"/>
            <a:chOff x="11049001" y="1856356"/>
            <a:chExt cx="337500" cy="2071050"/>
          </a:xfrm>
        </p:grpSpPr>
        <p:sp>
          <p:nvSpPr>
            <p:cNvPr id="5258" name="Google Shape;5258;g3f58e9f5d1b_0_2754"/>
            <p:cNvSpPr/>
            <p:nvPr/>
          </p:nvSpPr>
          <p:spPr>
            <a:xfrm>
              <a:off x="11049001" y="185635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59" name="Google Shape;5259;g3f58e9f5d1b_0_2754"/>
            <p:cNvSpPr/>
            <p:nvPr/>
          </p:nvSpPr>
          <p:spPr>
            <a:xfrm>
              <a:off x="11049001" y="358990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260" name="Google Shape;5260;g3f58e9f5d1b_0_2754"/>
          <p:cNvSpPr txBox="1"/>
          <p:nvPr/>
        </p:nvSpPr>
        <p:spPr>
          <a:xfrm>
            <a:off x="482600" y="729930"/>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FFFFFF"/>
                </a:solidFill>
                <a:latin typeface="Kdam Thmor Pro"/>
                <a:ea typeface="Kdam Thmor Pro"/>
                <a:cs typeface="Kdam Thmor Pro"/>
                <a:sym typeface="Kdam Thmor Pro"/>
              </a:rPr>
              <a:t>Brainstorming</a:t>
            </a:r>
            <a:endParaRPr b="0" i="0" sz="1400" u="none" cap="none" strike="noStrike">
              <a:solidFill>
                <a:srgbClr val="000000"/>
              </a:solidFill>
              <a:latin typeface="Arial"/>
              <a:ea typeface="Arial"/>
              <a:cs typeface="Arial"/>
              <a:sym typeface="Arial"/>
            </a:endParaRPr>
          </a:p>
        </p:txBody>
      </p:sp>
      <p:sp>
        <p:nvSpPr>
          <p:cNvPr id="5261" name="Google Shape;5261;g3f58e9f5d1b_0_2754"/>
          <p:cNvSpPr txBox="1"/>
          <p:nvPr>
            <p:ph idx="1" type="body"/>
          </p:nvPr>
        </p:nvSpPr>
        <p:spPr>
          <a:xfrm>
            <a:off x="998463" y="2192299"/>
            <a:ext cx="7091400" cy="39165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60"/>
                                        </p:tgtEl>
                                        <p:attrNameLst>
                                          <p:attrName>style.visibility</p:attrName>
                                        </p:attrNameLst>
                                      </p:cBhvr>
                                      <p:to>
                                        <p:strVal val="visible"/>
                                      </p:to>
                                    </p:set>
                                    <p:animEffect filter="fade" transition="in">
                                      <p:cBhvr>
                                        <p:cTn dur="500"/>
                                        <p:tgtEl>
                                          <p:spTgt spid="52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61"/>
                                        </p:tgtEl>
                                        <p:attrNameLst>
                                          <p:attrName>style.visibility</p:attrName>
                                        </p:attrNameLst>
                                      </p:cBhvr>
                                      <p:to>
                                        <p:strVal val="visible"/>
                                      </p:to>
                                    </p:set>
                                    <p:animEffect filter="fade" transition="in">
                                      <p:cBhvr>
                                        <p:cTn dur="500"/>
                                        <p:tgtEl>
                                          <p:spTgt spid="5261"/>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5236"/>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5239"/>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5257"/>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5254"/>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5251"/>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5248"/>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5245"/>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524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4Step (H+PIC+NO.+HINT)">
  <p:cSld name="WA_4Step (H+PIC+NO.+HINT)">
    <p:spTree>
      <p:nvGrpSpPr>
        <p:cNvPr id="5262" name="Shape 5262"/>
        <p:cNvGrpSpPr/>
        <p:nvPr/>
      </p:nvGrpSpPr>
      <p:grpSpPr>
        <a:xfrm>
          <a:off x="0" y="0"/>
          <a:ext cx="0" cy="0"/>
          <a:chOff x="0" y="0"/>
          <a:chExt cx="0" cy="0"/>
        </a:xfrm>
      </p:grpSpPr>
      <p:grpSp>
        <p:nvGrpSpPr>
          <p:cNvPr id="5263" name="Google Shape;5263;g3f58e9f5d1b_0_2781"/>
          <p:cNvGrpSpPr/>
          <p:nvPr/>
        </p:nvGrpSpPr>
        <p:grpSpPr>
          <a:xfrm>
            <a:off x="4156556" y="1620732"/>
            <a:ext cx="4433002" cy="4433003"/>
            <a:chOff x="-413326" y="937285"/>
            <a:chExt cx="4433003" cy="4433003"/>
          </a:xfrm>
        </p:grpSpPr>
        <p:sp>
          <p:nvSpPr>
            <p:cNvPr id="5264" name="Google Shape;5264;g3f58e9f5d1b_0_278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65" name="Google Shape;5265;g3f58e9f5d1b_0_278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66" name="Google Shape;5266;g3f58e9f5d1b_0_278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67" name="Google Shape;5267;g3f58e9f5d1b_0_278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268" name="Google Shape;5268;g3f58e9f5d1b_0_2781"/>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269" name="Google Shape;5269;g3f58e9f5d1b_0_2781"/>
          <p:cNvSpPr/>
          <p:nvPr>
            <p:ph idx="2" type="pic"/>
          </p:nvPr>
        </p:nvSpPr>
        <p:spPr>
          <a:xfrm>
            <a:off x="4411367" y="1904584"/>
            <a:ext cx="3900000" cy="3905100"/>
          </a:xfrm>
          <a:prstGeom prst="rect">
            <a:avLst/>
          </a:prstGeom>
          <a:noFill/>
          <a:ln>
            <a:noFill/>
          </a:ln>
        </p:spPr>
      </p:sp>
      <p:sp>
        <p:nvSpPr>
          <p:cNvPr id="5270" name="Google Shape;5270;g3f58e9f5d1b_0_2781"/>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71" name="Google Shape;5271;g3f58e9f5d1b_0_2781"/>
          <p:cNvGrpSpPr/>
          <p:nvPr/>
        </p:nvGrpSpPr>
        <p:grpSpPr>
          <a:xfrm>
            <a:off x="8589558" y="6331536"/>
            <a:ext cx="256344" cy="68100"/>
            <a:chOff x="781167" y="5836673"/>
            <a:chExt cx="256344" cy="68100"/>
          </a:xfrm>
        </p:grpSpPr>
        <p:sp>
          <p:nvSpPr>
            <p:cNvPr id="5272" name="Google Shape;5272;g3f58e9f5d1b_0_2781"/>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273" name="Google Shape;5273;g3f58e9f5d1b_0_2781"/>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274" name="Google Shape;5274;g3f58e9f5d1b_0_2781"/>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275" name="Google Shape;5275;g3f58e9f5d1b_0_2781"/>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76" name="Google Shape;5276;g3f58e9f5d1b_0_2781"/>
          <p:cNvGrpSpPr/>
          <p:nvPr/>
        </p:nvGrpSpPr>
        <p:grpSpPr>
          <a:xfrm>
            <a:off x="11722369" y="5812872"/>
            <a:ext cx="315939" cy="409183"/>
            <a:chOff x="11575262" y="5512453"/>
            <a:chExt cx="315939" cy="409183"/>
          </a:xfrm>
        </p:grpSpPr>
        <p:sp>
          <p:nvSpPr>
            <p:cNvPr id="5277" name="Google Shape;5277;g3f58e9f5d1b_0_2781"/>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78" name="Google Shape;5278;g3f58e9f5d1b_0_2781"/>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79" name="Google Shape;5279;g3f58e9f5d1b_0_2781"/>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1"/>
                                        </p:tgtEl>
                                        <p:attrNameLst>
                                          <p:attrName>style.visibility</p:attrName>
                                        </p:attrNameLst>
                                      </p:cBhvr>
                                      <p:to>
                                        <p:strVal val="visible"/>
                                      </p:to>
                                    </p:set>
                                    <p:animEffect filter="fade" transition="in">
                                      <p:cBhvr>
                                        <p:cTn dur="500"/>
                                        <p:tgtEl>
                                          <p:spTgt spid="527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74"/>
                                        </p:tgtEl>
                                        <p:attrNameLst>
                                          <p:attrName>style.visibility</p:attrName>
                                        </p:attrNameLst>
                                      </p:cBhvr>
                                      <p:to>
                                        <p:strVal val="visible"/>
                                      </p:to>
                                    </p:set>
                                    <p:animEffect filter="fade" transition="in">
                                      <p:cBhvr>
                                        <p:cTn dur="500"/>
                                        <p:tgtEl>
                                          <p:spTgt spid="5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tep (H+PIC+NO.+HINT)">
  <p:cSld name="4Step (H+PIC+NO.+HINT)">
    <p:spTree>
      <p:nvGrpSpPr>
        <p:cNvPr id="5280" name="Shape 5280"/>
        <p:cNvGrpSpPr/>
        <p:nvPr/>
      </p:nvGrpSpPr>
      <p:grpSpPr>
        <a:xfrm>
          <a:off x="0" y="0"/>
          <a:ext cx="0" cy="0"/>
          <a:chOff x="0" y="0"/>
          <a:chExt cx="0" cy="0"/>
        </a:xfrm>
      </p:grpSpPr>
      <p:grpSp>
        <p:nvGrpSpPr>
          <p:cNvPr id="5281" name="Google Shape;5281;g3f58e9f5d1b_0_2799"/>
          <p:cNvGrpSpPr/>
          <p:nvPr/>
        </p:nvGrpSpPr>
        <p:grpSpPr>
          <a:xfrm>
            <a:off x="4156556" y="1620732"/>
            <a:ext cx="4433002" cy="4433003"/>
            <a:chOff x="-413326" y="937285"/>
            <a:chExt cx="4433003" cy="4433003"/>
          </a:xfrm>
        </p:grpSpPr>
        <p:sp>
          <p:nvSpPr>
            <p:cNvPr id="5282" name="Google Shape;5282;g3f58e9f5d1b_0_2799"/>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83" name="Google Shape;5283;g3f58e9f5d1b_0_2799"/>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84" name="Google Shape;5284;g3f58e9f5d1b_0_2799"/>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85" name="Google Shape;5285;g3f58e9f5d1b_0_2799"/>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286" name="Google Shape;5286;g3f58e9f5d1b_0_2799"/>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287" name="Google Shape;5287;g3f58e9f5d1b_0_2799"/>
          <p:cNvSpPr/>
          <p:nvPr>
            <p:ph idx="2" type="pic"/>
          </p:nvPr>
        </p:nvSpPr>
        <p:spPr>
          <a:xfrm>
            <a:off x="4411367" y="1904584"/>
            <a:ext cx="3900000" cy="3905100"/>
          </a:xfrm>
          <a:prstGeom prst="rect">
            <a:avLst/>
          </a:prstGeom>
          <a:noFill/>
          <a:ln>
            <a:noFill/>
          </a:ln>
        </p:spPr>
      </p:sp>
      <p:sp>
        <p:nvSpPr>
          <p:cNvPr id="5288" name="Google Shape;5288;g3f58e9f5d1b_0_2799"/>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89" name="Google Shape;5289;g3f58e9f5d1b_0_2799"/>
          <p:cNvGrpSpPr/>
          <p:nvPr/>
        </p:nvGrpSpPr>
        <p:grpSpPr>
          <a:xfrm>
            <a:off x="8589558" y="6331536"/>
            <a:ext cx="256344" cy="68100"/>
            <a:chOff x="781167" y="5836673"/>
            <a:chExt cx="256344" cy="68100"/>
          </a:xfrm>
        </p:grpSpPr>
        <p:sp>
          <p:nvSpPr>
            <p:cNvPr id="5290" name="Google Shape;5290;g3f58e9f5d1b_0_2799"/>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291" name="Google Shape;5291;g3f58e9f5d1b_0_2799"/>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292" name="Google Shape;5292;g3f58e9f5d1b_0_2799"/>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293" name="Google Shape;5293;g3f58e9f5d1b_0_2799"/>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294" name="Google Shape;5294;g3f58e9f5d1b_0_2799"/>
          <p:cNvGrpSpPr/>
          <p:nvPr/>
        </p:nvGrpSpPr>
        <p:grpSpPr>
          <a:xfrm>
            <a:off x="11722369" y="5812872"/>
            <a:ext cx="315939" cy="409183"/>
            <a:chOff x="11575262" y="5512453"/>
            <a:chExt cx="315939" cy="409183"/>
          </a:xfrm>
        </p:grpSpPr>
        <p:sp>
          <p:nvSpPr>
            <p:cNvPr id="5295" name="Google Shape;5295;g3f58e9f5d1b_0_2799"/>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96" name="Google Shape;5296;g3f58e9f5d1b_0_2799"/>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297" name="Google Shape;5297;g3f58e9f5d1b_0_2799"/>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281"/>
                                        </p:tgtEl>
                                        <p:attrNameLst>
                                          <p:attrName>style.visibility</p:attrName>
                                        </p:attrNameLst>
                                      </p:cBhvr>
                                      <p:to>
                                        <p:strVal val="visible"/>
                                      </p:to>
                                    </p:set>
                                    <p:anim calcmode="lin" valueType="num">
                                      <p:cBhvr additive="base">
                                        <p:cTn dur="2250"/>
                                        <p:tgtEl>
                                          <p:spTgt spid="5281"/>
                                        </p:tgtEl>
                                        <p:attrNameLst>
                                          <p:attrName>ppt_w</p:attrName>
                                        </p:attrNameLst>
                                      </p:cBhvr>
                                      <p:tavLst>
                                        <p:tav fmla="" tm="0">
                                          <p:val>
                                            <p:strVal val="0"/>
                                          </p:val>
                                        </p:tav>
                                        <p:tav fmla="" tm="100000">
                                          <p:val>
                                            <p:strVal val="#ppt_w"/>
                                          </p:val>
                                        </p:tav>
                                      </p:tavLst>
                                    </p:anim>
                                    <p:anim calcmode="lin" valueType="num">
                                      <p:cBhvr additive="base">
                                        <p:cTn dur="2250"/>
                                        <p:tgtEl>
                                          <p:spTgt spid="5281"/>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287"/>
                                        </p:tgtEl>
                                        <p:attrNameLst>
                                          <p:attrName>style.visibility</p:attrName>
                                        </p:attrNameLst>
                                      </p:cBhvr>
                                      <p:to>
                                        <p:strVal val="visible"/>
                                      </p:to>
                                    </p:set>
                                    <p:animEffect filter="fade" transition="in">
                                      <p:cBhvr>
                                        <p:cTn dur="500"/>
                                        <p:tgtEl>
                                          <p:spTgt spid="5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9"/>
                                        </p:tgtEl>
                                        <p:attrNameLst>
                                          <p:attrName>style.visibility</p:attrName>
                                        </p:attrNameLst>
                                      </p:cBhvr>
                                      <p:to>
                                        <p:strVal val="visible"/>
                                      </p:to>
                                    </p:set>
                                    <p:animEffect filter="fade" transition="in">
                                      <p:cBhvr>
                                        <p:cTn dur="500"/>
                                        <p:tgtEl>
                                          <p:spTgt spid="5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2"/>
                                        </p:tgtEl>
                                        <p:attrNameLst>
                                          <p:attrName>style.visibility</p:attrName>
                                        </p:attrNameLst>
                                      </p:cBhvr>
                                      <p:to>
                                        <p:strVal val="visible"/>
                                      </p:to>
                                    </p:set>
                                    <p:animEffect filter="fade" transition="in">
                                      <p:cBhvr>
                                        <p:cTn dur="500"/>
                                        <p:tgtEl>
                                          <p:spTgt spid="5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1">
  <p:cSld name="Q&amp;A+HIELP BUTTON_1">
    <p:spTree>
      <p:nvGrpSpPr>
        <p:cNvPr id="5298" name="Shape 5298"/>
        <p:cNvGrpSpPr/>
        <p:nvPr/>
      </p:nvGrpSpPr>
      <p:grpSpPr>
        <a:xfrm>
          <a:off x="0" y="0"/>
          <a:ext cx="0" cy="0"/>
          <a:chOff x="0" y="0"/>
          <a:chExt cx="0" cy="0"/>
        </a:xfrm>
      </p:grpSpPr>
      <p:sp>
        <p:nvSpPr>
          <p:cNvPr id="5299" name="Google Shape;5299;g3f58e9f5d1b_0_2817"/>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300" name="Google Shape;5300;g3f58e9f5d1b_0_2817"/>
          <p:cNvGrpSpPr/>
          <p:nvPr/>
        </p:nvGrpSpPr>
        <p:grpSpPr>
          <a:xfrm>
            <a:off x="-86314" y="851932"/>
            <a:ext cx="324402" cy="390024"/>
            <a:chOff x="948349" y="814223"/>
            <a:chExt cx="2794159" cy="390024"/>
          </a:xfrm>
        </p:grpSpPr>
        <p:sp>
          <p:nvSpPr>
            <p:cNvPr id="5301" name="Google Shape;5301;g3f58e9f5d1b_0_281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02" name="Google Shape;5302;g3f58e9f5d1b_0_281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303" name="Google Shape;5303;g3f58e9f5d1b_0_2817"/>
          <p:cNvGrpSpPr/>
          <p:nvPr/>
        </p:nvGrpSpPr>
        <p:grpSpPr>
          <a:xfrm flipH="1" rot="10800000">
            <a:off x="-86314" y="2415356"/>
            <a:ext cx="324402" cy="390024"/>
            <a:chOff x="948349" y="814223"/>
            <a:chExt cx="2794159" cy="390024"/>
          </a:xfrm>
        </p:grpSpPr>
        <p:sp>
          <p:nvSpPr>
            <p:cNvPr id="5304" name="Google Shape;5304;g3f58e9f5d1b_0_281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05" name="Google Shape;5305;g3f58e9f5d1b_0_281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06" name="Google Shape;5306;g3f58e9f5d1b_0_2817"/>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07" name="Google Shape;5307;g3f58e9f5d1b_0_2817"/>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08" name="Google Shape;5308;g3f58e9f5d1b_0_2817"/>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09" name="Google Shape;5309;g3f58e9f5d1b_0_2817"/>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10" name="Google Shape;5310;g3f58e9f5d1b_0_2817"/>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11" name="Google Shape;5311;g3f58e9f5d1b_0_2817"/>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312" name="Google Shape;5312;g3f58e9f5d1b_0_2817"/>
          <p:cNvGrpSpPr/>
          <p:nvPr/>
        </p:nvGrpSpPr>
        <p:grpSpPr>
          <a:xfrm>
            <a:off x="11490140" y="6059615"/>
            <a:ext cx="315939" cy="409183"/>
            <a:chOff x="11575262" y="5512453"/>
            <a:chExt cx="315939" cy="409183"/>
          </a:xfrm>
        </p:grpSpPr>
        <p:sp>
          <p:nvSpPr>
            <p:cNvPr id="5313" name="Google Shape;5313;g3f58e9f5d1b_0_2817"/>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14" name="Google Shape;5314;g3f58e9f5d1b_0_2817"/>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15" name="Google Shape;5315;g3f58e9f5d1b_0_2817"/>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316" name="Google Shape;5316;g3f58e9f5d1b_0_2817"/>
          <p:cNvGrpSpPr/>
          <p:nvPr/>
        </p:nvGrpSpPr>
        <p:grpSpPr>
          <a:xfrm>
            <a:off x="976070" y="2631155"/>
            <a:ext cx="256344" cy="68100"/>
            <a:chOff x="781167" y="5925573"/>
            <a:chExt cx="256344" cy="68100"/>
          </a:xfrm>
        </p:grpSpPr>
        <p:sp>
          <p:nvSpPr>
            <p:cNvPr id="5317" name="Google Shape;5317;g3f58e9f5d1b_0_2817"/>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318" name="Google Shape;5318;g3f58e9f5d1b_0_2817"/>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319" name="Google Shape;5319;g3f58e9f5d1b_0_2817"/>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20" name="Google Shape;5320;g3f58e9f5d1b_0_2817"/>
          <p:cNvSpPr/>
          <p:nvPr>
            <p:ph idx="2" type="pic"/>
          </p:nvPr>
        </p:nvSpPr>
        <p:spPr>
          <a:xfrm>
            <a:off x="6766850" y="2522830"/>
            <a:ext cx="4347900" cy="3970200"/>
          </a:xfrm>
          <a:prstGeom prst="rect">
            <a:avLst/>
          </a:prstGeom>
          <a:noFill/>
          <a:ln>
            <a:noFill/>
          </a:ln>
        </p:spPr>
      </p:sp>
      <p:sp>
        <p:nvSpPr>
          <p:cNvPr id="5321" name="Google Shape;5321;g3f58e9f5d1b_0_2817"/>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22" name="Google Shape;5322;g3f58e9f5d1b_0_2817"/>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5323" name="Google Shape;5323;g3f58e9f5d1b_0_2817"/>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6"/>
                                        </p:tgtEl>
                                        <p:attrNameLst>
                                          <p:attrName>style.visibility</p:attrName>
                                        </p:attrNameLst>
                                      </p:cBhvr>
                                      <p:to>
                                        <p:strVal val="visible"/>
                                      </p:to>
                                    </p:set>
                                    <p:animEffect filter="fade" transition="in">
                                      <p:cBhvr>
                                        <p:cTn dur="500"/>
                                        <p:tgtEl>
                                          <p:spTgt spid="5316"/>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0" st="0"/>
                                            </p:txEl>
                                          </p:spTgt>
                                        </p:tgtEl>
                                        <p:attrNameLst>
                                          <p:attrName>style.visibility</p:attrName>
                                        </p:attrNameLst>
                                      </p:cBhvr>
                                      <p:to>
                                        <p:strVal val="visible"/>
                                      </p:to>
                                    </p:set>
                                    <p:animEffect filter="fade" transition="in">
                                      <p:cBhvr>
                                        <p:cTn dur="500"/>
                                        <p:tgtEl>
                                          <p:spTgt spid="532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1" st="1"/>
                                            </p:txEl>
                                          </p:spTgt>
                                        </p:tgtEl>
                                        <p:attrNameLst>
                                          <p:attrName>style.visibility</p:attrName>
                                        </p:attrNameLst>
                                      </p:cBhvr>
                                      <p:to>
                                        <p:strVal val="visible"/>
                                      </p:to>
                                    </p:set>
                                    <p:animEffect filter="fade" transition="in">
                                      <p:cBhvr>
                                        <p:cTn dur="500"/>
                                        <p:tgtEl>
                                          <p:spTgt spid="532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2" st="2"/>
                                            </p:txEl>
                                          </p:spTgt>
                                        </p:tgtEl>
                                        <p:attrNameLst>
                                          <p:attrName>style.visibility</p:attrName>
                                        </p:attrNameLst>
                                      </p:cBhvr>
                                      <p:to>
                                        <p:strVal val="visible"/>
                                      </p:to>
                                    </p:set>
                                    <p:animEffect filter="fade" transition="in">
                                      <p:cBhvr>
                                        <p:cTn dur="500"/>
                                        <p:tgtEl>
                                          <p:spTgt spid="532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3" st="3"/>
                                            </p:txEl>
                                          </p:spTgt>
                                        </p:tgtEl>
                                        <p:attrNameLst>
                                          <p:attrName>style.visibility</p:attrName>
                                        </p:attrNameLst>
                                      </p:cBhvr>
                                      <p:to>
                                        <p:strVal val="visible"/>
                                      </p:to>
                                    </p:set>
                                    <p:animEffect filter="fade" transition="in">
                                      <p:cBhvr>
                                        <p:cTn dur="500"/>
                                        <p:tgtEl>
                                          <p:spTgt spid="532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4" st="4"/>
                                            </p:txEl>
                                          </p:spTgt>
                                        </p:tgtEl>
                                        <p:attrNameLst>
                                          <p:attrName>style.visibility</p:attrName>
                                        </p:attrNameLst>
                                      </p:cBhvr>
                                      <p:to>
                                        <p:strVal val="visible"/>
                                      </p:to>
                                    </p:set>
                                    <p:animEffect filter="fade" transition="in">
                                      <p:cBhvr>
                                        <p:cTn dur="500"/>
                                        <p:tgtEl>
                                          <p:spTgt spid="532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5" st="5"/>
                                            </p:txEl>
                                          </p:spTgt>
                                        </p:tgtEl>
                                        <p:attrNameLst>
                                          <p:attrName>style.visibility</p:attrName>
                                        </p:attrNameLst>
                                      </p:cBhvr>
                                      <p:to>
                                        <p:strVal val="visible"/>
                                      </p:to>
                                    </p:set>
                                    <p:animEffect filter="fade" transition="in">
                                      <p:cBhvr>
                                        <p:cTn dur="500"/>
                                        <p:tgtEl>
                                          <p:spTgt spid="5321">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6" st="6"/>
                                            </p:txEl>
                                          </p:spTgt>
                                        </p:tgtEl>
                                        <p:attrNameLst>
                                          <p:attrName>style.visibility</p:attrName>
                                        </p:attrNameLst>
                                      </p:cBhvr>
                                      <p:to>
                                        <p:strVal val="visible"/>
                                      </p:to>
                                    </p:set>
                                    <p:animEffect filter="fade" transition="in">
                                      <p:cBhvr>
                                        <p:cTn dur="500"/>
                                        <p:tgtEl>
                                          <p:spTgt spid="5321">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7" st="7"/>
                                            </p:txEl>
                                          </p:spTgt>
                                        </p:tgtEl>
                                        <p:attrNameLst>
                                          <p:attrName>style.visibility</p:attrName>
                                        </p:attrNameLst>
                                      </p:cBhvr>
                                      <p:to>
                                        <p:strVal val="visible"/>
                                      </p:to>
                                    </p:set>
                                    <p:animEffect filter="fade" transition="in">
                                      <p:cBhvr>
                                        <p:cTn dur="500"/>
                                        <p:tgtEl>
                                          <p:spTgt spid="5321">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1">
                                            <p:txEl>
                                              <p:pRg end="8" st="8"/>
                                            </p:txEl>
                                          </p:spTgt>
                                        </p:tgtEl>
                                        <p:attrNameLst>
                                          <p:attrName>style.visibility</p:attrName>
                                        </p:attrNameLst>
                                      </p:cBhvr>
                                      <p:to>
                                        <p:strVal val="visible"/>
                                      </p:to>
                                    </p:set>
                                    <p:animEffect filter="fade" transition="in">
                                      <p:cBhvr>
                                        <p:cTn dur="500"/>
                                        <p:tgtEl>
                                          <p:spTgt spid="5321">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320"/>
                                        </p:tgtEl>
                                        <p:attrNameLst>
                                          <p:attrName>style.visibility</p:attrName>
                                        </p:attrNameLst>
                                      </p:cBhvr>
                                      <p:to>
                                        <p:strVal val="visible"/>
                                      </p:to>
                                    </p:set>
                                    <p:animEffect filter="fade" transition="in">
                                      <p:cBhvr>
                                        <p:cTn dur="500"/>
                                        <p:tgtEl>
                                          <p:spTgt spid="5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p:cSld name="BONUS TASK">
    <p:spTree>
      <p:nvGrpSpPr>
        <p:cNvPr id="5324" name="Shape 5324"/>
        <p:cNvGrpSpPr/>
        <p:nvPr/>
      </p:nvGrpSpPr>
      <p:grpSpPr>
        <a:xfrm>
          <a:off x="0" y="0"/>
          <a:ext cx="0" cy="0"/>
          <a:chOff x="0" y="0"/>
          <a:chExt cx="0" cy="0"/>
        </a:xfrm>
      </p:grpSpPr>
      <p:grpSp>
        <p:nvGrpSpPr>
          <p:cNvPr id="5325" name="Google Shape;5325;g3f58e9f5d1b_0_2843"/>
          <p:cNvGrpSpPr/>
          <p:nvPr/>
        </p:nvGrpSpPr>
        <p:grpSpPr>
          <a:xfrm>
            <a:off x="-86305" y="232839"/>
            <a:ext cx="2794159" cy="390024"/>
            <a:chOff x="948349" y="814223"/>
            <a:chExt cx="2794159" cy="390024"/>
          </a:xfrm>
        </p:grpSpPr>
        <p:sp>
          <p:nvSpPr>
            <p:cNvPr id="5326" name="Google Shape;5326;g3f58e9f5d1b_0_284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27" name="Google Shape;5327;g3f58e9f5d1b_0_284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328" name="Google Shape;5328;g3f58e9f5d1b_0_2843"/>
          <p:cNvGrpSpPr/>
          <p:nvPr/>
        </p:nvGrpSpPr>
        <p:grpSpPr>
          <a:xfrm flipH="1" rot="10800000">
            <a:off x="-86305" y="1933581"/>
            <a:ext cx="2794159" cy="390024"/>
            <a:chOff x="948349" y="814223"/>
            <a:chExt cx="2794159" cy="390024"/>
          </a:xfrm>
        </p:grpSpPr>
        <p:sp>
          <p:nvSpPr>
            <p:cNvPr id="5329" name="Google Shape;5329;g3f58e9f5d1b_0_284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0" name="Google Shape;5330;g3f58e9f5d1b_0_284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31" name="Google Shape;5331;g3f58e9f5d1b_0_284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2" name="Google Shape;5332;g3f58e9f5d1b_0_284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3" name="Google Shape;5333;g3f58e9f5d1b_0_284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4" name="Google Shape;5334;g3f58e9f5d1b_0_284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5" name="Google Shape;5335;g3f58e9f5d1b_0_284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6" name="Google Shape;5336;g3f58e9f5d1b_0_284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37" name="Google Shape;5337;g3f58e9f5d1b_0_2843"/>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338" name="Google Shape;5338;g3f58e9f5d1b_0_2843"/>
          <p:cNvGrpSpPr/>
          <p:nvPr/>
        </p:nvGrpSpPr>
        <p:grpSpPr>
          <a:xfrm>
            <a:off x="7362778" y="2144139"/>
            <a:ext cx="4433002" cy="4433003"/>
            <a:chOff x="-413326" y="937285"/>
            <a:chExt cx="4433003" cy="4433003"/>
          </a:xfrm>
        </p:grpSpPr>
        <p:sp>
          <p:nvSpPr>
            <p:cNvPr id="5339" name="Google Shape;5339;g3f58e9f5d1b_0_284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40" name="Google Shape;5340;g3f58e9f5d1b_0_284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41" name="Google Shape;5341;g3f58e9f5d1b_0_284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42" name="Google Shape;5342;g3f58e9f5d1b_0_284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43" name="Google Shape;5343;g3f58e9f5d1b_0_2843"/>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44" name="Google Shape;5344;g3f58e9f5d1b_0_2843"/>
          <p:cNvSpPr txBox="1"/>
          <p:nvPr/>
        </p:nvSpPr>
        <p:spPr>
          <a:xfrm>
            <a:off x="1108604" y="718141"/>
            <a:ext cx="1599300" cy="1108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3600" u="none" cap="none" strike="noStrike">
                <a:solidFill>
                  <a:srgbClr val="FFFFFF"/>
                </a:solidFill>
                <a:latin typeface="Kdam Thmor Pro"/>
                <a:ea typeface="Kdam Thmor Pro"/>
                <a:cs typeface="Kdam Thmor Pro"/>
                <a:sym typeface="Kdam Thmor Pro"/>
              </a:rPr>
              <a:t> </a:t>
            </a:r>
            <a:br>
              <a:rPr b="0" i="0" lang="en-US" sz="3600" u="none" cap="none" strike="noStrike">
                <a:solidFill>
                  <a:srgbClr val="FFFFFF"/>
                </a:solidFill>
                <a:latin typeface="Kdam Thmor Pro"/>
                <a:ea typeface="Kdam Thmor Pro"/>
                <a:cs typeface="Kdam Thmor Pro"/>
                <a:sym typeface="Kdam Thmor Pro"/>
              </a:rPr>
            </a:br>
            <a:r>
              <a:rPr b="0" i="0" lang="en-US" sz="4400" u="none" cap="none" strike="noStrike">
                <a:solidFill>
                  <a:srgbClr val="FFFFFF"/>
                </a:solidFill>
                <a:latin typeface="Kdam Thmor Pro"/>
                <a:ea typeface="Kdam Thmor Pro"/>
                <a:cs typeface="Kdam Thmor Pro"/>
                <a:sym typeface="Kdam Thmor Pro"/>
              </a:rPr>
              <a:t>Task</a:t>
            </a:r>
            <a:endParaRPr b="0" i="0" sz="4800" u="none" cap="none" strike="noStrike">
              <a:solidFill>
                <a:srgbClr val="FFFFFF"/>
              </a:solidFill>
              <a:latin typeface="Kdam Thmor Pro"/>
              <a:ea typeface="Kdam Thmor Pro"/>
              <a:cs typeface="Kdam Thmor Pro"/>
              <a:sym typeface="Kdam Thmor Pro"/>
            </a:endParaRPr>
          </a:p>
        </p:txBody>
      </p:sp>
      <p:sp>
        <p:nvSpPr>
          <p:cNvPr id="5345" name="Google Shape;5345;g3f58e9f5d1b_0_2843"/>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45"/>
                                        </p:tgtEl>
                                        <p:attrNameLst>
                                          <p:attrName>style.visibility</p:attrName>
                                        </p:attrNameLst>
                                      </p:cBhvr>
                                      <p:to>
                                        <p:strVal val="visible"/>
                                      </p:to>
                                    </p:set>
                                    <p:animEffect filter="fade" transition="in">
                                      <p:cBhvr>
                                        <p:cTn dur="1000"/>
                                        <p:tgtEl>
                                          <p:spTgt spid="5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Pic">
  <p:cSld name="Challenge+Pic">
    <p:spTree>
      <p:nvGrpSpPr>
        <p:cNvPr id="5346" name="Shape 5346"/>
        <p:cNvGrpSpPr/>
        <p:nvPr/>
      </p:nvGrpSpPr>
      <p:grpSpPr>
        <a:xfrm>
          <a:off x="0" y="0"/>
          <a:ext cx="0" cy="0"/>
          <a:chOff x="0" y="0"/>
          <a:chExt cx="0" cy="0"/>
        </a:xfrm>
      </p:grpSpPr>
      <p:grpSp>
        <p:nvGrpSpPr>
          <p:cNvPr id="5347" name="Google Shape;5347;g3f58e9f5d1b_0_2865"/>
          <p:cNvGrpSpPr/>
          <p:nvPr/>
        </p:nvGrpSpPr>
        <p:grpSpPr>
          <a:xfrm>
            <a:off x="1901128" y="1620732"/>
            <a:ext cx="8944026" cy="4433003"/>
            <a:chOff x="-413326" y="937285"/>
            <a:chExt cx="4433003" cy="4433003"/>
          </a:xfrm>
        </p:grpSpPr>
        <p:sp>
          <p:nvSpPr>
            <p:cNvPr id="5348" name="Google Shape;5348;g3f58e9f5d1b_0_286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49" name="Google Shape;5349;g3f58e9f5d1b_0_286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50" name="Google Shape;5350;g3f58e9f5d1b_0_286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51" name="Google Shape;5351;g3f58e9f5d1b_0_286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52" name="Google Shape;5352;g3f58e9f5d1b_0_2865"/>
          <p:cNvSpPr/>
          <p:nvPr>
            <p:ph idx="2" type="pic"/>
          </p:nvPr>
        </p:nvSpPr>
        <p:spPr>
          <a:xfrm>
            <a:off x="2596055" y="1828801"/>
            <a:ext cx="7694700" cy="4004400"/>
          </a:xfrm>
          <a:prstGeom prst="rect">
            <a:avLst/>
          </a:prstGeom>
          <a:noFill/>
          <a:ln>
            <a:noFill/>
          </a:ln>
        </p:spPr>
      </p:sp>
      <p:sp>
        <p:nvSpPr>
          <p:cNvPr id="5353" name="Google Shape;5353;g3f58e9f5d1b_0_2865"/>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54" name="Google Shape;5354;g3f58e9f5d1b_0_2865"/>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47"/>
                                        </p:tgtEl>
                                        <p:attrNameLst>
                                          <p:attrName>style.visibility</p:attrName>
                                        </p:attrNameLst>
                                      </p:cBhvr>
                                      <p:to>
                                        <p:strVal val="visible"/>
                                      </p:to>
                                    </p:set>
                                    <p:anim calcmode="lin" valueType="num">
                                      <p:cBhvr additive="base">
                                        <p:cTn dur="2250"/>
                                        <p:tgtEl>
                                          <p:spTgt spid="5347"/>
                                        </p:tgtEl>
                                        <p:attrNameLst>
                                          <p:attrName>ppt_w</p:attrName>
                                        </p:attrNameLst>
                                      </p:cBhvr>
                                      <p:tavLst>
                                        <p:tav fmla="" tm="0">
                                          <p:val>
                                            <p:strVal val="0"/>
                                          </p:val>
                                        </p:tav>
                                        <p:tav fmla="" tm="100000">
                                          <p:val>
                                            <p:strVal val="#ppt_w"/>
                                          </p:val>
                                        </p:tav>
                                      </p:tavLst>
                                    </p:anim>
                                    <p:anim calcmode="lin" valueType="num">
                                      <p:cBhvr additive="base">
                                        <p:cTn dur="2250"/>
                                        <p:tgtEl>
                                          <p:spTgt spid="534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352"/>
                                        </p:tgtEl>
                                        <p:attrNameLst>
                                          <p:attrName>style.visibility</p:attrName>
                                        </p:attrNameLst>
                                      </p:cBhvr>
                                      <p:to>
                                        <p:strVal val="visible"/>
                                      </p:to>
                                    </p:set>
                                    <p:animEffect filter="fade" transition="in">
                                      <p:cBhvr>
                                        <p:cTn dur="500"/>
                                        <p:tgtEl>
                                          <p:spTgt spid="5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ic)">
  <p:cSld name="Learn (H+Pic)">
    <p:spTree>
      <p:nvGrpSpPr>
        <p:cNvPr id="5355" name="Shape 5355"/>
        <p:cNvGrpSpPr/>
        <p:nvPr/>
      </p:nvGrpSpPr>
      <p:grpSpPr>
        <a:xfrm>
          <a:off x="0" y="0"/>
          <a:ext cx="0" cy="0"/>
          <a:chOff x="0" y="0"/>
          <a:chExt cx="0" cy="0"/>
        </a:xfrm>
      </p:grpSpPr>
      <p:graphicFrame>
        <p:nvGraphicFramePr>
          <p:cNvPr id="5356" name="Google Shape;5356;g3f58e9f5d1b_0_2874"/>
          <p:cNvGraphicFramePr/>
          <p:nvPr/>
        </p:nvGraphicFramePr>
        <p:xfrm>
          <a:off x="7280284" y="1667349"/>
          <a:ext cx="3000000" cy="3000000"/>
        </p:xfrm>
        <a:graphic>
          <a:graphicData uri="http://schemas.openxmlformats.org/drawingml/2006/table">
            <a:tbl>
              <a:tblPr bandRow="1" firstRow="1">
                <a:noFill/>
                <a:tableStyleId>{0819C866-7FD5-4367-8879-471BFDDE63E6}</a:tableStyleId>
              </a:tblPr>
              <a:tblGrid>
                <a:gridCol w="402775"/>
                <a:gridCol w="402775"/>
                <a:gridCol w="402775"/>
                <a:gridCol w="402775"/>
                <a:gridCol w="402775"/>
                <a:gridCol w="402775"/>
                <a:gridCol w="402775"/>
                <a:gridCol w="402775"/>
                <a:gridCol w="402775"/>
                <a:gridCol w="402775"/>
              </a:tblGrid>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bl>
          </a:graphicData>
        </a:graphic>
      </p:graphicFrame>
      <p:grpSp>
        <p:nvGrpSpPr>
          <p:cNvPr id="5357" name="Google Shape;5357;g3f58e9f5d1b_0_2874"/>
          <p:cNvGrpSpPr/>
          <p:nvPr/>
        </p:nvGrpSpPr>
        <p:grpSpPr>
          <a:xfrm>
            <a:off x="7077642" y="1468332"/>
            <a:ext cx="4433002" cy="4433003"/>
            <a:chOff x="-413326" y="937285"/>
            <a:chExt cx="4433003" cy="4433003"/>
          </a:xfrm>
        </p:grpSpPr>
        <p:sp>
          <p:nvSpPr>
            <p:cNvPr id="5358" name="Google Shape;5358;g3f58e9f5d1b_0_287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59" name="Google Shape;5359;g3f58e9f5d1b_0_287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60" name="Google Shape;5360;g3f58e9f5d1b_0_287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61" name="Google Shape;5361;g3f58e9f5d1b_0_287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62" name="Google Shape;5362;g3f58e9f5d1b_0_287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63" name="Google Shape;5363;g3f58e9f5d1b_0_2874"/>
          <p:cNvSpPr/>
          <p:nvPr>
            <p:ph idx="2" type="pic"/>
          </p:nvPr>
        </p:nvSpPr>
        <p:spPr>
          <a:xfrm>
            <a:off x="7671305" y="2045566"/>
            <a:ext cx="3222300" cy="32385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356"/>
                                        </p:tgtEl>
                                        <p:attrNameLst>
                                          <p:attrName>style.visibility</p:attrName>
                                        </p:attrNameLst>
                                      </p:cBhvr>
                                      <p:to>
                                        <p:strVal val="visible"/>
                                      </p:to>
                                    </p:set>
                                    <p:anim calcmode="lin" valueType="num">
                                      <p:cBhvr additive="base">
                                        <p:cTn dur="2250"/>
                                        <p:tgtEl>
                                          <p:spTgt spid="5356"/>
                                        </p:tgtEl>
                                        <p:attrNameLst>
                                          <p:attrName>ppt_w</p:attrName>
                                        </p:attrNameLst>
                                      </p:cBhvr>
                                      <p:tavLst>
                                        <p:tav fmla="" tm="0">
                                          <p:val>
                                            <p:strVal val="0"/>
                                          </p:val>
                                        </p:tav>
                                        <p:tav fmla="" tm="100000">
                                          <p:val>
                                            <p:strVal val="#ppt_w"/>
                                          </p:val>
                                        </p:tav>
                                      </p:tavLst>
                                    </p:anim>
                                    <p:anim calcmode="lin" valueType="num">
                                      <p:cBhvr additive="base">
                                        <p:cTn dur="2250"/>
                                        <p:tgtEl>
                                          <p:spTgt spid="53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357"/>
                                        </p:tgtEl>
                                        <p:attrNameLst>
                                          <p:attrName>style.visibility</p:attrName>
                                        </p:attrNameLst>
                                      </p:cBhvr>
                                      <p:to>
                                        <p:strVal val="visible"/>
                                      </p:to>
                                    </p:set>
                                    <p:anim calcmode="lin" valueType="num">
                                      <p:cBhvr additive="base">
                                        <p:cTn dur="2250"/>
                                        <p:tgtEl>
                                          <p:spTgt spid="5357"/>
                                        </p:tgtEl>
                                        <p:attrNameLst>
                                          <p:attrName>ppt_w</p:attrName>
                                        </p:attrNameLst>
                                      </p:cBhvr>
                                      <p:tavLst>
                                        <p:tav fmla="" tm="0">
                                          <p:val>
                                            <p:strVal val="0"/>
                                          </p:val>
                                        </p:tav>
                                        <p:tav fmla="" tm="100000">
                                          <p:val>
                                            <p:strVal val="#ppt_w"/>
                                          </p:val>
                                        </p:tav>
                                      </p:tavLst>
                                    </p:anim>
                                    <p:anim calcmode="lin" valueType="num">
                                      <p:cBhvr additive="base">
                                        <p:cTn dur="2250"/>
                                        <p:tgtEl>
                                          <p:spTgt spid="535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2" presetSubtype="8">
                                  <p:stCondLst>
                                    <p:cond delay="0"/>
                                  </p:stCondLst>
                                  <p:childTnLst>
                                    <p:set>
                                      <p:cBhvr>
                                        <p:cTn dur="1" fill="hold">
                                          <p:stCondLst>
                                            <p:cond delay="0"/>
                                          </p:stCondLst>
                                        </p:cTn>
                                        <p:tgtEl>
                                          <p:spTgt spid="5362"/>
                                        </p:tgtEl>
                                        <p:attrNameLst>
                                          <p:attrName>style.visibility</p:attrName>
                                        </p:attrNameLst>
                                      </p:cBhvr>
                                      <p:to>
                                        <p:strVal val="visible"/>
                                      </p:to>
                                    </p:set>
                                    <p:anim calcmode="lin" valueType="num">
                                      <p:cBhvr additive="base">
                                        <p:cTn dur="500"/>
                                        <p:tgtEl>
                                          <p:spTgt spid="536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5363"/>
                                        </p:tgtEl>
                                        <p:attrNameLst>
                                          <p:attrName>style.visibility</p:attrName>
                                        </p:attrNameLst>
                                      </p:cBhvr>
                                      <p:to>
                                        <p:strVal val="visible"/>
                                      </p:to>
                                    </p:set>
                                    <p:animEffect filter="fade" transition="in">
                                      <p:cBhvr>
                                        <p:cTn dur="500"/>
                                        <p:tgtEl>
                                          <p:spTgt spid="53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Learn (H+P+S)">
  <p:cSld name="WA_Learn (H+P+S)">
    <p:spTree>
      <p:nvGrpSpPr>
        <p:cNvPr id="5364" name="Shape 5364"/>
        <p:cNvGrpSpPr/>
        <p:nvPr/>
      </p:nvGrpSpPr>
      <p:grpSpPr>
        <a:xfrm>
          <a:off x="0" y="0"/>
          <a:ext cx="0" cy="0"/>
          <a:chOff x="0" y="0"/>
          <a:chExt cx="0" cy="0"/>
        </a:xfrm>
      </p:grpSpPr>
      <p:sp>
        <p:nvSpPr>
          <p:cNvPr id="5365" name="Google Shape;5365;g3f58e9f5d1b_0_2883"/>
          <p:cNvSpPr/>
          <p:nvPr/>
        </p:nvSpPr>
        <p:spPr>
          <a:xfrm>
            <a:off x="8653918"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66" name="Google Shape;5366;g3f58e9f5d1b_0_2883"/>
          <p:cNvSpPr/>
          <p:nvPr/>
        </p:nvSpPr>
        <p:spPr>
          <a:xfrm>
            <a:off x="8660269" y="616404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67" name="Google Shape;5367;g3f58e9f5d1b_0_2883"/>
          <p:cNvSpPr/>
          <p:nvPr/>
        </p:nvSpPr>
        <p:spPr>
          <a:xfrm flipH="1" rot="10800000">
            <a:off x="8660269" y="42695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368" name="Google Shape;5368;g3f58e9f5d1b_0_2883"/>
          <p:cNvGrpSpPr/>
          <p:nvPr/>
        </p:nvGrpSpPr>
        <p:grpSpPr>
          <a:xfrm>
            <a:off x="781167" y="5836673"/>
            <a:ext cx="256344" cy="68100"/>
            <a:chOff x="781167" y="5836673"/>
            <a:chExt cx="256344" cy="68100"/>
          </a:xfrm>
        </p:grpSpPr>
        <p:sp>
          <p:nvSpPr>
            <p:cNvPr id="5369" name="Google Shape;5369;g3f58e9f5d1b_0_2883"/>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370" name="Google Shape;5370;g3f58e9f5d1b_0_2883"/>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371" name="Google Shape;5371;g3f58e9f5d1b_0_2883"/>
          <p:cNvSpPr txBox="1"/>
          <p:nvPr>
            <p:ph idx="1" type="body"/>
          </p:nvPr>
        </p:nvSpPr>
        <p:spPr>
          <a:xfrm>
            <a:off x="467859" y="426851"/>
            <a:ext cx="4164300" cy="1378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72" name="Google Shape;5372;g3f58e9f5d1b_0_2883"/>
          <p:cNvSpPr txBox="1"/>
          <p:nvPr>
            <p:ph idx="2" type="body"/>
          </p:nvPr>
        </p:nvSpPr>
        <p:spPr>
          <a:xfrm>
            <a:off x="1037518" y="5775245"/>
            <a:ext cx="38334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73" name="Google Shape;5373;g3f58e9f5d1b_0_2883"/>
          <p:cNvSpPr txBox="1"/>
          <p:nvPr>
            <p:ph idx="3" type="body"/>
          </p:nvPr>
        </p:nvSpPr>
        <p:spPr>
          <a:xfrm>
            <a:off x="8760422" y="1959082"/>
            <a:ext cx="2869800" cy="3144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68"/>
                                        </p:tgtEl>
                                        <p:attrNameLst>
                                          <p:attrName>style.visibility</p:attrName>
                                        </p:attrNameLst>
                                      </p:cBhvr>
                                      <p:to>
                                        <p:strVal val="visible"/>
                                      </p:to>
                                    </p:set>
                                    <p:animEffect filter="fade" transition="in">
                                      <p:cBhvr>
                                        <p:cTn dur="500"/>
                                        <p:tgtEl>
                                          <p:spTgt spid="53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72"/>
                                        </p:tgtEl>
                                        <p:attrNameLst>
                                          <p:attrName>style.visibility</p:attrName>
                                        </p:attrNameLst>
                                      </p:cBhvr>
                                      <p:to>
                                        <p:strVal val="visible"/>
                                      </p:to>
                                    </p:set>
                                    <p:animEffect filter="fade" transition="in">
                                      <p:cBhvr>
                                        <p:cTn dur="500"/>
                                        <p:tgtEl>
                                          <p:spTgt spid="5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
  <p:cSld name="Challenge+Text+pic">
    <p:spTree>
      <p:nvGrpSpPr>
        <p:cNvPr id="5374" name="Shape 5374"/>
        <p:cNvGrpSpPr/>
        <p:nvPr/>
      </p:nvGrpSpPr>
      <p:grpSpPr>
        <a:xfrm>
          <a:off x="0" y="0"/>
          <a:ext cx="0" cy="0"/>
          <a:chOff x="0" y="0"/>
          <a:chExt cx="0" cy="0"/>
        </a:xfrm>
      </p:grpSpPr>
      <p:grpSp>
        <p:nvGrpSpPr>
          <p:cNvPr id="5375" name="Google Shape;5375;g3f58e9f5d1b_0_2893"/>
          <p:cNvGrpSpPr/>
          <p:nvPr/>
        </p:nvGrpSpPr>
        <p:grpSpPr>
          <a:xfrm>
            <a:off x="1901128" y="1620732"/>
            <a:ext cx="8944026" cy="4433003"/>
            <a:chOff x="-413326" y="937285"/>
            <a:chExt cx="4433003" cy="4433003"/>
          </a:xfrm>
        </p:grpSpPr>
        <p:sp>
          <p:nvSpPr>
            <p:cNvPr id="5376" name="Google Shape;5376;g3f58e9f5d1b_0_289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77" name="Google Shape;5377;g3f58e9f5d1b_0_289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78" name="Google Shape;5378;g3f58e9f5d1b_0_289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79" name="Google Shape;5379;g3f58e9f5d1b_0_289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80" name="Google Shape;5380;g3f58e9f5d1b_0_2893"/>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81" name="Google Shape;5381;g3f58e9f5d1b_0_2893"/>
          <p:cNvSpPr/>
          <p:nvPr>
            <p:ph idx="2" type="pic"/>
          </p:nvPr>
        </p:nvSpPr>
        <p:spPr>
          <a:xfrm>
            <a:off x="2596055" y="3428999"/>
            <a:ext cx="7694700" cy="2455500"/>
          </a:xfrm>
          <a:prstGeom prst="rect">
            <a:avLst/>
          </a:prstGeom>
          <a:noFill/>
          <a:ln>
            <a:noFill/>
          </a:ln>
        </p:spPr>
      </p:sp>
      <p:sp>
        <p:nvSpPr>
          <p:cNvPr id="5382" name="Google Shape;5382;g3f58e9f5d1b_0_2893"/>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83" name="Google Shape;5383;g3f58e9f5d1b_0_2893"/>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75"/>
                                        </p:tgtEl>
                                        <p:attrNameLst>
                                          <p:attrName>style.visibility</p:attrName>
                                        </p:attrNameLst>
                                      </p:cBhvr>
                                      <p:to>
                                        <p:strVal val="visible"/>
                                      </p:to>
                                    </p:set>
                                    <p:anim calcmode="lin" valueType="num">
                                      <p:cBhvr additive="base">
                                        <p:cTn dur="2250"/>
                                        <p:tgtEl>
                                          <p:spTgt spid="5375"/>
                                        </p:tgtEl>
                                        <p:attrNameLst>
                                          <p:attrName>ppt_w</p:attrName>
                                        </p:attrNameLst>
                                      </p:cBhvr>
                                      <p:tavLst>
                                        <p:tav fmla="" tm="0">
                                          <p:val>
                                            <p:strVal val="0"/>
                                          </p:val>
                                        </p:tav>
                                        <p:tav fmla="" tm="100000">
                                          <p:val>
                                            <p:strVal val="#ppt_w"/>
                                          </p:val>
                                        </p:tav>
                                      </p:tavLst>
                                    </p:anim>
                                    <p:anim calcmode="lin" valueType="num">
                                      <p:cBhvr additive="base">
                                        <p:cTn dur="2250"/>
                                        <p:tgtEl>
                                          <p:spTgt spid="537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380"/>
                                        </p:tgtEl>
                                        <p:attrNameLst>
                                          <p:attrName>style.visibility</p:attrName>
                                        </p:attrNameLst>
                                      </p:cBhvr>
                                      <p:to>
                                        <p:strVal val="visible"/>
                                      </p:to>
                                    </p:set>
                                    <p:animEffect filter="fade" transition="in">
                                      <p:cBhvr>
                                        <p:cTn dur="500"/>
                                        <p:tgtEl>
                                          <p:spTgt spid="5380"/>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5381"/>
                                        </p:tgtEl>
                                        <p:attrNameLst>
                                          <p:attrName>style.visibility</p:attrName>
                                        </p:attrNameLst>
                                      </p:cBhvr>
                                      <p:to>
                                        <p:strVal val="visible"/>
                                      </p:to>
                                    </p:set>
                                    <p:animEffect filter="fade" transition="in">
                                      <p:cBhvr>
                                        <p:cTn dur="500"/>
                                        <p:tgtEl>
                                          <p:spTgt spid="5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p:cSld name="Step (H+NO.+TEXT)">
    <p:spTree>
      <p:nvGrpSpPr>
        <p:cNvPr id="5384" name="Shape 5384"/>
        <p:cNvGrpSpPr/>
        <p:nvPr/>
      </p:nvGrpSpPr>
      <p:grpSpPr>
        <a:xfrm>
          <a:off x="0" y="0"/>
          <a:ext cx="0" cy="0"/>
          <a:chOff x="0" y="0"/>
          <a:chExt cx="0" cy="0"/>
        </a:xfrm>
      </p:grpSpPr>
      <p:grpSp>
        <p:nvGrpSpPr>
          <p:cNvPr id="5385" name="Google Shape;5385;g3f58e9f5d1b_0_2903"/>
          <p:cNvGrpSpPr/>
          <p:nvPr/>
        </p:nvGrpSpPr>
        <p:grpSpPr>
          <a:xfrm>
            <a:off x="1901128" y="1620732"/>
            <a:ext cx="8944026" cy="4433003"/>
            <a:chOff x="-413326" y="937285"/>
            <a:chExt cx="4433003" cy="4433003"/>
          </a:xfrm>
        </p:grpSpPr>
        <p:sp>
          <p:nvSpPr>
            <p:cNvPr id="5386" name="Google Shape;5386;g3f58e9f5d1b_0_290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87" name="Google Shape;5387;g3f58e9f5d1b_0_290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88" name="Google Shape;5388;g3f58e9f5d1b_0_290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89" name="Google Shape;5389;g3f58e9f5d1b_0_290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390" name="Google Shape;5390;g3f58e9f5d1b_0_290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391" name="Google Shape;5391;g3f58e9f5d1b_0_290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92" name="Google Shape;5392;g3f58e9f5d1b_0_2903"/>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393" name="Google Shape;5393;g3f58e9f5d1b_0_2903"/>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391"/>
                                        </p:tgtEl>
                                        <p:attrNameLst>
                                          <p:attrName>style.visibility</p:attrName>
                                        </p:attrNameLst>
                                      </p:cBhvr>
                                      <p:to>
                                        <p:strVal val="visible"/>
                                      </p:to>
                                    </p:set>
                                    <p:anim calcmode="lin" valueType="num">
                                      <p:cBhvr additive="base">
                                        <p:cTn dur="500"/>
                                        <p:tgtEl>
                                          <p:spTgt spid="5391"/>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5385"/>
                                        </p:tgtEl>
                                        <p:attrNameLst>
                                          <p:attrName>style.visibility</p:attrName>
                                        </p:attrNameLst>
                                      </p:cBhvr>
                                      <p:to>
                                        <p:strVal val="visible"/>
                                      </p:to>
                                    </p:set>
                                    <p:anim calcmode="lin" valueType="num">
                                      <p:cBhvr additive="base">
                                        <p:cTn dur="2250"/>
                                        <p:tgtEl>
                                          <p:spTgt spid="5385"/>
                                        </p:tgtEl>
                                        <p:attrNameLst>
                                          <p:attrName>ppt_w</p:attrName>
                                        </p:attrNameLst>
                                      </p:cBhvr>
                                      <p:tavLst>
                                        <p:tav fmla="" tm="0">
                                          <p:val>
                                            <p:strVal val="0"/>
                                          </p:val>
                                        </p:tav>
                                        <p:tav fmla="" tm="100000">
                                          <p:val>
                                            <p:strVal val="#ppt_w"/>
                                          </p:val>
                                        </p:tav>
                                      </p:tavLst>
                                    </p:anim>
                                    <p:anim calcmode="lin" valueType="num">
                                      <p:cBhvr additive="base">
                                        <p:cTn dur="2250"/>
                                        <p:tgtEl>
                                          <p:spTgt spid="538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393"/>
                                        </p:tgtEl>
                                        <p:attrNameLst>
                                          <p:attrName>style.visibility</p:attrName>
                                        </p:attrNameLst>
                                      </p:cBhvr>
                                      <p:to>
                                        <p:strVal val="visible"/>
                                      </p:to>
                                    </p:set>
                                    <p:animEffect filter="fade" transition="in">
                                      <p:cBhvr>
                                        <p:cTn dur="500"/>
                                        <p:tgtEl>
                                          <p:spTgt spid="5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p:cSld name="WA_Step (H+NO.+TEXT)">
    <p:spTree>
      <p:nvGrpSpPr>
        <p:cNvPr id="5394" name="Shape 5394"/>
        <p:cNvGrpSpPr/>
        <p:nvPr/>
      </p:nvGrpSpPr>
      <p:grpSpPr>
        <a:xfrm>
          <a:off x="0" y="0"/>
          <a:ext cx="0" cy="0"/>
          <a:chOff x="0" y="0"/>
          <a:chExt cx="0" cy="0"/>
        </a:xfrm>
      </p:grpSpPr>
      <p:grpSp>
        <p:nvGrpSpPr>
          <p:cNvPr id="5395" name="Google Shape;5395;g3f58e9f5d1b_0_2913"/>
          <p:cNvGrpSpPr/>
          <p:nvPr/>
        </p:nvGrpSpPr>
        <p:grpSpPr>
          <a:xfrm>
            <a:off x="1901128" y="1620732"/>
            <a:ext cx="8944026" cy="4433003"/>
            <a:chOff x="-413326" y="937285"/>
            <a:chExt cx="4433003" cy="4433003"/>
          </a:xfrm>
        </p:grpSpPr>
        <p:sp>
          <p:nvSpPr>
            <p:cNvPr id="5396" name="Google Shape;5396;g3f58e9f5d1b_0_291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97" name="Google Shape;5397;g3f58e9f5d1b_0_291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98" name="Google Shape;5398;g3f58e9f5d1b_0_291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99" name="Google Shape;5399;g3f58e9f5d1b_0_291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00" name="Google Shape;5400;g3f58e9f5d1b_0_291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401" name="Google Shape;5401;g3f58e9f5d1b_0_291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02" name="Google Shape;5402;g3f58e9f5d1b_0_2913"/>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03" name="Google Shape;5403;g3f58e9f5d1b_0_2913"/>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p:cSld name="Q&amp;A+HIELP BUTTON_2">
    <p:spTree>
      <p:nvGrpSpPr>
        <p:cNvPr id="5404" name="Shape 5404"/>
        <p:cNvGrpSpPr/>
        <p:nvPr/>
      </p:nvGrpSpPr>
      <p:grpSpPr>
        <a:xfrm>
          <a:off x="0" y="0"/>
          <a:ext cx="0" cy="0"/>
          <a:chOff x="0" y="0"/>
          <a:chExt cx="0" cy="0"/>
        </a:xfrm>
      </p:grpSpPr>
      <p:sp>
        <p:nvSpPr>
          <p:cNvPr id="5405" name="Google Shape;5405;g3f58e9f5d1b_0_2923"/>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406" name="Google Shape;5406;g3f58e9f5d1b_0_2923"/>
          <p:cNvGrpSpPr/>
          <p:nvPr/>
        </p:nvGrpSpPr>
        <p:grpSpPr>
          <a:xfrm>
            <a:off x="-86314" y="851932"/>
            <a:ext cx="324402" cy="390024"/>
            <a:chOff x="948349" y="814223"/>
            <a:chExt cx="2794159" cy="390024"/>
          </a:xfrm>
        </p:grpSpPr>
        <p:sp>
          <p:nvSpPr>
            <p:cNvPr id="5407" name="Google Shape;5407;g3f58e9f5d1b_0_292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08" name="Google Shape;5408;g3f58e9f5d1b_0_292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409" name="Google Shape;5409;g3f58e9f5d1b_0_2923"/>
          <p:cNvGrpSpPr/>
          <p:nvPr/>
        </p:nvGrpSpPr>
        <p:grpSpPr>
          <a:xfrm flipH="1" rot="10800000">
            <a:off x="-86314" y="2415356"/>
            <a:ext cx="324402" cy="390024"/>
            <a:chOff x="948349" y="814223"/>
            <a:chExt cx="2794159" cy="390024"/>
          </a:xfrm>
        </p:grpSpPr>
        <p:sp>
          <p:nvSpPr>
            <p:cNvPr id="5410" name="Google Shape;5410;g3f58e9f5d1b_0_292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1" name="Google Shape;5411;g3f58e9f5d1b_0_292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12" name="Google Shape;5412;g3f58e9f5d1b_0_2923"/>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3" name="Google Shape;5413;g3f58e9f5d1b_0_2923"/>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4" name="Google Shape;5414;g3f58e9f5d1b_0_2923"/>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5" name="Google Shape;5415;g3f58e9f5d1b_0_2923"/>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6" name="Google Shape;5416;g3f58e9f5d1b_0_2923"/>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7" name="Google Shape;5417;g3f58e9f5d1b_0_2923"/>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418" name="Google Shape;5418;g3f58e9f5d1b_0_2923"/>
          <p:cNvGrpSpPr/>
          <p:nvPr/>
        </p:nvGrpSpPr>
        <p:grpSpPr>
          <a:xfrm>
            <a:off x="976070" y="2631155"/>
            <a:ext cx="256344" cy="68100"/>
            <a:chOff x="781167" y="5925573"/>
            <a:chExt cx="256344" cy="68100"/>
          </a:xfrm>
        </p:grpSpPr>
        <p:sp>
          <p:nvSpPr>
            <p:cNvPr id="5419" name="Google Shape;5419;g3f58e9f5d1b_0_2923"/>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420" name="Google Shape;5420;g3f58e9f5d1b_0_2923"/>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421" name="Google Shape;5421;g3f58e9f5d1b_0_2923"/>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22" name="Google Shape;5422;g3f58e9f5d1b_0_2923"/>
          <p:cNvSpPr/>
          <p:nvPr>
            <p:ph idx="2" type="pic"/>
          </p:nvPr>
        </p:nvSpPr>
        <p:spPr>
          <a:xfrm>
            <a:off x="6766850" y="2522830"/>
            <a:ext cx="4347900" cy="3970200"/>
          </a:xfrm>
          <a:prstGeom prst="rect">
            <a:avLst/>
          </a:prstGeom>
          <a:noFill/>
          <a:ln>
            <a:noFill/>
          </a:ln>
        </p:spPr>
      </p:sp>
      <p:sp>
        <p:nvSpPr>
          <p:cNvPr id="5423" name="Google Shape;5423;g3f58e9f5d1b_0_2923"/>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24" name="Google Shape;5424;g3f58e9f5d1b_0_2923"/>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5425" name="Google Shape;5425;g3f58e9f5d1b_0_2923"/>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8"/>
                                        </p:tgtEl>
                                        <p:attrNameLst>
                                          <p:attrName>style.visibility</p:attrName>
                                        </p:attrNameLst>
                                      </p:cBhvr>
                                      <p:to>
                                        <p:strVal val="visible"/>
                                      </p:to>
                                    </p:set>
                                    <p:animEffect filter="fade" transition="in">
                                      <p:cBhvr>
                                        <p:cTn dur="500"/>
                                        <p:tgtEl>
                                          <p:spTgt spid="5418"/>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0" st="0"/>
                                            </p:txEl>
                                          </p:spTgt>
                                        </p:tgtEl>
                                        <p:attrNameLst>
                                          <p:attrName>style.visibility</p:attrName>
                                        </p:attrNameLst>
                                      </p:cBhvr>
                                      <p:to>
                                        <p:strVal val="visible"/>
                                      </p:to>
                                    </p:set>
                                    <p:animEffect filter="fade" transition="in">
                                      <p:cBhvr>
                                        <p:cTn dur="500"/>
                                        <p:tgtEl>
                                          <p:spTgt spid="542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1" st="1"/>
                                            </p:txEl>
                                          </p:spTgt>
                                        </p:tgtEl>
                                        <p:attrNameLst>
                                          <p:attrName>style.visibility</p:attrName>
                                        </p:attrNameLst>
                                      </p:cBhvr>
                                      <p:to>
                                        <p:strVal val="visible"/>
                                      </p:to>
                                    </p:set>
                                    <p:animEffect filter="fade" transition="in">
                                      <p:cBhvr>
                                        <p:cTn dur="500"/>
                                        <p:tgtEl>
                                          <p:spTgt spid="542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2" st="2"/>
                                            </p:txEl>
                                          </p:spTgt>
                                        </p:tgtEl>
                                        <p:attrNameLst>
                                          <p:attrName>style.visibility</p:attrName>
                                        </p:attrNameLst>
                                      </p:cBhvr>
                                      <p:to>
                                        <p:strVal val="visible"/>
                                      </p:to>
                                    </p:set>
                                    <p:animEffect filter="fade" transition="in">
                                      <p:cBhvr>
                                        <p:cTn dur="500"/>
                                        <p:tgtEl>
                                          <p:spTgt spid="542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3" st="3"/>
                                            </p:txEl>
                                          </p:spTgt>
                                        </p:tgtEl>
                                        <p:attrNameLst>
                                          <p:attrName>style.visibility</p:attrName>
                                        </p:attrNameLst>
                                      </p:cBhvr>
                                      <p:to>
                                        <p:strVal val="visible"/>
                                      </p:to>
                                    </p:set>
                                    <p:animEffect filter="fade" transition="in">
                                      <p:cBhvr>
                                        <p:cTn dur="500"/>
                                        <p:tgtEl>
                                          <p:spTgt spid="542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4" st="4"/>
                                            </p:txEl>
                                          </p:spTgt>
                                        </p:tgtEl>
                                        <p:attrNameLst>
                                          <p:attrName>style.visibility</p:attrName>
                                        </p:attrNameLst>
                                      </p:cBhvr>
                                      <p:to>
                                        <p:strVal val="visible"/>
                                      </p:to>
                                    </p:set>
                                    <p:animEffect filter="fade" transition="in">
                                      <p:cBhvr>
                                        <p:cTn dur="500"/>
                                        <p:tgtEl>
                                          <p:spTgt spid="542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5" st="5"/>
                                            </p:txEl>
                                          </p:spTgt>
                                        </p:tgtEl>
                                        <p:attrNameLst>
                                          <p:attrName>style.visibility</p:attrName>
                                        </p:attrNameLst>
                                      </p:cBhvr>
                                      <p:to>
                                        <p:strVal val="visible"/>
                                      </p:to>
                                    </p:set>
                                    <p:animEffect filter="fade" transition="in">
                                      <p:cBhvr>
                                        <p:cTn dur="500"/>
                                        <p:tgtEl>
                                          <p:spTgt spid="542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6" st="6"/>
                                            </p:txEl>
                                          </p:spTgt>
                                        </p:tgtEl>
                                        <p:attrNameLst>
                                          <p:attrName>style.visibility</p:attrName>
                                        </p:attrNameLst>
                                      </p:cBhvr>
                                      <p:to>
                                        <p:strVal val="visible"/>
                                      </p:to>
                                    </p:set>
                                    <p:animEffect filter="fade" transition="in">
                                      <p:cBhvr>
                                        <p:cTn dur="500"/>
                                        <p:tgtEl>
                                          <p:spTgt spid="542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7" st="7"/>
                                            </p:txEl>
                                          </p:spTgt>
                                        </p:tgtEl>
                                        <p:attrNameLst>
                                          <p:attrName>style.visibility</p:attrName>
                                        </p:attrNameLst>
                                      </p:cBhvr>
                                      <p:to>
                                        <p:strVal val="visible"/>
                                      </p:to>
                                    </p:set>
                                    <p:animEffect filter="fade" transition="in">
                                      <p:cBhvr>
                                        <p:cTn dur="500"/>
                                        <p:tgtEl>
                                          <p:spTgt spid="542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3">
                                            <p:txEl>
                                              <p:pRg end="8" st="8"/>
                                            </p:txEl>
                                          </p:spTgt>
                                        </p:tgtEl>
                                        <p:attrNameLst>
                                          <p:attrName>style.visibility</p:attrName>
                                        </p:attrNameLst>
                                      </p:cBhvr>
                                      <p:to>
                                        <p:strVal val="visible"/>
                                      </p:to>
                                    </p:set>
                                    <p:animEffect filter="fade" transition="in">
                                      <p:cBhvr>
                                        <p:cTn dur="500"/>
                                        <p:tgtEl>
                                          <p:spTgt spid="542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422"/>
                                        </p:tgtEl>
                                        <p:attrNameLst>
                                          <p:attrName>style.visibility</p:attrName>
                                        </p:attrNameLst>
                                      </p:cBhvr>
                                      <p:to>
                                        <p:strVal val="visible"/>
                                      </p:to>
                                    </p:set>
                                    <p:animEffect filter="fade" transition="in">
                                      <p:cBhvr>
                                        <p:cTn dur="500"/>
                                        <p:tgtEl>
                                          <p:spTgt spid="5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ome">
  <p:cSld name="2_Home">
    <p:spTree>
      <p:nvGrpSpPr>
        <p:cNvPr id="5426" name="Shape 5426"/>
        <p:cNvGrpSpPr/>
        <p:nvPr/>
      </p:nvGrpSpPr>
      <p:grpSpPr>
        <a:xfrm>
          <a:off x="0" y="0"/>
          <a:ext cx="0" cy="0"/>
          <a:chOff x="0" y="0"/>
          <a:chExt cx="0" cy="0"/>
        </a:xfrm>
      </p:grpSpPr>
      <p:sp>
        <p:nvSpPr>
          <p:cNvPr id="5427" name="Google Shape;5427;g3f58e9f5d1b_0_2945"/>
          <p:cNvSpPr txBox="1"/>
          <p:nvPr/>
        </p:nvSpPr>
        <p:spPr>
          <a:xfrm>
            <a:off x="229212" y="263563"/>
            <a:ext cx="46500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5428" name="Google Shape;5428;g3f58e9f5d1b_0_2945"/>
          <p:cNvSpPr/>
          <p:nvPr/>
        </p:nvSpPr>
        <p:spPr>
          <a:xfrm>
            <a:off x="7238775"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29" name="Google Shape;5429;g3f58e9f5d1b_0_2945"/>
          <p:cNvSpPr/>
          <p:nvPr/>
        </p:nvSpPr>
        <p:spPr>
          <a:xfrm>
            <a:off x="6087836"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451"/>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30" name="Google Shape;5430;g3f58e9f5d1b_0_2945"/>
          <p:cNvSpPr/>
          <p:nvPr/>
        </p:nvSpPr>
        <p:spPr>
          <a:xfrm>
            <a:off x="5948136"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451"/>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31" name="Google Shape;5431;g3f58e9f5d1b_0_2945"/>
          <p:cNvSpPr txBox="1"/>
          <p:nvPr>
            <p:ph idx="1" type="body"/>
          </p:nvPr>
        </p:nvSpPr>
        <p:spPr>
          <a:xfrm>
            <a:off x="943587"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32" name="Google Shape;5432;g3f58e9f5d1b_0_2945"/>
          <p:cNvSpPr txBox="1"/>
          <p:nvPr>
            <p:ph idx="2" type="body"/>
          </p:nvPr>
        </p:nvSpPr>
        <p:spPr>
          <a:xfrm>
            <a:off x="1530962"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33" name="Google Shape;5433;g3f58e9f5d1b_0_2945"/>
          <p:cNvSpPr txBox="1"/>
          <p:nvPr>
            <p:ph idx="3" type="body"/>
          </p:nvPr>
        </p:nvSpPr>
        <p:spPr>
          <a:xfrm>
            <a:off x="2323091"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34" name="Google Shape;5434;g3f58e9f5d1b_0_2945"/>
          <p:cNvSpPr txBox="1"/>
          <p:nvPr>
            <p:ph idx="4" type="body"/>
          </p:nvPr>
        </p:nvSpPr>
        <p:spPr>
          <a:xfrm>
            <a:off x="229212"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35" name="Google Shape;5435;g3f58e9f5d1b_0_2945"/>
          <p:cNvSpPr txBox="1"/>
          <p:nvPr>
            <p:ph idx="5" type="body"/>
          </p:nvPr>
        </p:nvSpPr>
        <p:spPr>
          <a:xfrm>
            <a:off x="229212" y="703615"/>
            <a:ext cx="4914900" cy="134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36" name="Google Shape;5436;g3f58e9f5d1b_0_2945"/>
          <p:cNvSpPr/>
          <p:nvPr>
            <p:ph idx="6" type="pic"/>
          </p:nvPr>
        </p:nvSpPr>
        <p:spPr>
          <a:xfrm>
            <a:off x="7712642" y="2505468"/>
            <a:ext cx="2122500" cy="20907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28"/>
                                        </p:tgtEl>
                                        <p:attrNameLst>
                                          <p:attrName>style.visibility</p:attrName>
                                        </p:attrNameLst>
                                      </p:cBhvr>
                                      <p:to>
                                        <p:strVal val="visible"/>
                                      </p:to>
                                    </p:set>
                                    <p:animEffect filter="fade" transition="in">
                                      <p:cBhvr>
                                        <p:cTn dur="2000"/>
                                        <p:tgtEl>
                                          <p:spTgt spid="54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429"/>
                                        </p:tgtEl>
                                        <p:attrNameLst>
                                          <p:attrName>style.visibility</p:attrName>
                                        </p:attrNameLst>
                                      </p:cBhvr>
                                      <p:to>
                                        <p:strVal val="visible"/>
                                      </p:to>
                                    </p:set>
                                    <p:animEffect filter="fade" transition="in">
                                      <p:cBhvr>
                                        <p:cTn dur="500"/>
                                        <p:tgtEl>
                                          <p:spTgt spid="5429"/>
                                        </p:tgtEl>
                                      </p:cBhvr>
                                    </p:animEffect>
                                  </p:childTnLst>
                                </p:cTn>
                              </p:par>
                              <p:par>
                                <p:cTn fill="hold" nodeType="withEffect" presetClass="entr" presetID="10" presetSubtype="0">
                                  <p:stCondLst>
                                    <p:cond delay="0"/>
                                  </p:stCondLst>
                                  <p:childTnLst>
                                    <p:set>
                                      <p:cBhvr>
                                        <p:cTn dur="1" fill="hold">
                                          <p:stCondLst>
                                            <p:cond delay="0"/>
                                          </p:stCondLst>
                                        </p:cTn>
                                        <p:tgtEl>
                                          <p:spTgt spid="5430"/>
                                        </p:tgtEl>
                                        <p:attrNameLst>
                                          <p:attrName>style.visibility</p:attrName>
                                        </p:attrNameLst>
                                      </p:cBhvr>
                                      <p:to>
                                        <p:strVal val="visible"/>
                                      </p:to>
                                    </p:set>
                                    <p:animEffect filter="fade" transition="in">
                                      <p:cBhvr>
                                        <p:cTn dur="500"/>
                                        <p:tgtEl>
                                          <p:spTgt spid="5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6"/>
                                        </p:tgtEl>
                                        <p:attrNameLst>
                                          <p:attrName>style.visibility</p:attrName>
                                        </p:attrNameLst>
                                      </p:cBhvr>
                                      <p:to>
                                        <p:strVal val="visible"/>
                                      </p:to>
                                    </p:set>
                                    <p:animEffect filter="fade" transition="in">
                                      <p:cBhvr>
                                        <p:cTn dur="500"/>
                                        <p:tgtEl>
                                          <p:spTgt spid="5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0" st="0"/>
                                            </p:txEl>
                                          </p:spTgt>
                                        </p:tgtEl>
                                        <p:attrNameLst>
                                          <p:attrName>style.visibility</p:attrName>
                                        </p:attrNameLst>
                                      </p:cBhvr>
                                      <p:to>
                                        <p:strVal val="visible"/>
                                      </p:to>
                                    </p:set>
                                    <p:animEffect filter="fade" transition="in">
                                      <p:cBhvr>
                                        <p:cTn dur="500"/>
                                        <p:tgtEl>
                                          <p:spTgt spid="5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1" st="1"/>
                                            </p:txEl>
                                          </p:spTgt>
                                        </p:tgtEl>
                                        <p:attrNameLst>
                                          <p:attrName>style.visibility</p:attrName>
                                        </p:attrNameLst>
                                      </p:cBhvr>
                                      <p:to>
                                        <p:strVal val="visible"/>
                                      </p:to>
                                    </p:set>
                                    <p:animEffect filter="fade" transition="in">
                                      <p:cBhvr>
                                        <p:cTn dur="500"/>
                                        <p:tgtEl>
                                          <p:spTgt spid="5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2" st="2"/>
                                            </p:txEl>
                                          </p:spTgt>
                                        </p:tgtEl>
                                        <p:attrNameLst>
                                          <p:attrName>style.visibility</p:attrName>
                                        </p:attrNameLst>
                                      </p:cBhvr>
                                      <p:to>
                                        <p:strVal val="visible"/>
                                      </p:to>
                                    </p:set>
                                    <p:animEffect filter="fade" transition="in">
                                      <p:cBhvr>
                                        <p:cTn dur="500"/>
                                        <p:tgtEl>
                                          <p:spTgt spid="5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3" st="3"/>
                                            </p:txEl>
                                          </p:spTgt>
                                        </p:tgtEl>
                                        <p:attrNameLst>
                                          <p:attrName>style.visibility</p:attrName>
                                        </p:attrNameLst>
                                      </p:cBhvr>
                                      <p:to>
                                        <p:strVal val="visible"/>
                                      </p:to>
                                    </p:set>
                                    <p:animEffect filter="fade" transition="in">
                                      <p:cBhvr>
                                        <p:cTn dur="500"/>
                                        <p:tgtEl>
                                          <p:spTgt spid="5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4" st="4"/>
                                            </p:txEl>
                                          </p:spTgt>
                                        </p:tgtEl>
                                        <p:attrNameLst>
                                          <p:attrName>style.visibility</p:attrName>
                                        </p:attrNameLst>
                                      </p:cBhvr>
                                      <p:to>
                                        <p:strVal val="visible"/>
                                      </p:to>
                                    </p:set>
                                    <p:animEffect filter="fade" transition="in">
                                      <p:cBhvr>
                                        <p:cTn dur="500"/>
                                        <p:tgtEl>
                                          <p:spTgt spid="5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5" st="5"/>
                                            </p:txEl>
                                          </p:spTgt>
                                        </p:tgtEl>
                                        <p:attrNameLst>
                                          <p:attrName>style.visibility</p:attrName>
                                        </p:attrNameLst>
                                      </p:cBhvr>
                                      <p:to>
                                        <p:strVal val="visible"/>
                                      </p:to>
                                    </p:set>
                                    <p:animEffect filter="fade" transition="in">
                                      <p:cBhvr>
                                        <p:cTn dur="500"/>
                                        <p:tgtEl>
                                          <p:spTgt spid="5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6" st="6"/>
                                            </p:txEl>
                                          </p:spTgt>
                                        </p:tgtEl>
                                        <p:attrNameLst>
                                          <p:attrName>style.visibility</p:attrName>
                                        </p:attrNameLst>
                                      </p:cBhvr>
                                      <p:to>
                                        <p:strVal val="visible"/>
                                      </p:to>
                                    </p:set>
                                    <p:animEffect filter="fade" transition="in">
                                      <p:cBhvr>
                                        <p:cTn dur="500"/>
                                        <p:tgtEl>
                                          <p:spTgt spid="54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7" st="7"/>
                                            </p:txEl>
                                          </p:spTgt>
                                        </p:tgtEl>
                                        <p:attrNameLst>
                                          <p:attrName>style.visibility</p:attrName>
                                        </p:attrNameLst>
                                      </p:cBhvr>
                                      <p:to>
                                        <p:strVal val="visible"/>
                                      </p:to>
                                    </p:set>
                                    <p:animEffect filter="fade" transition="in">
                                      <p:cBhvr>
                                        <p:cTn dur="500"/>
                                        <p:tgtEl>
                                          <p:spTgt spid="54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xEl>
                                              <p:pRg end="8" st="8"/>
                                            </p:txEl>
                                          </p:spTgt>
                                        </p:tgtEl>
                                        <p:attrNameLst>
                                          <p:attrName>style.visibility</p:attrName>
                                        </p:attrNameLst>
                                      </p:cBhvr>
                                      <p:to>
                                        <p:strVal val="visible"/>
                                      </p:to>
                                    </p:set>
                                    <p:animEffect filter="fade" transition="in">
                                      <p:cBhvr>
                                        <p:cTn dur="500"/>
                                        <p:tgtEl>
                                          <p:spTgt spid="543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p:cSld name="Task Review">
    <p:spTree>
      <p:nvGrpSpPr>
        <p:cNvPr id="5437" name="Shape 5437"/>
        <p:cNvGrpSpPr/>
        <p:nvPr/>
      </p:nvGrpSpPr>
      <p:grpSpPr>
        <a:xfrm>
          <a:off x="0" y="0"/>
          <a:ext cx="0" cy="0"/>
          <a:chOff x="0" y="0"/>
          <a:chExt cx="0" cy="0"/>
        </a:xfrm>
      </p:grpSpPr>
      <p:sp>
        <p:nvSpPr>
          <p:cNvPr id="5438" name="Google Shape;5438;g3f58e9f5d1b_0_2956"/>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439" name="Google Shape;5439;g3f58e9f5d1b_0_2956"/>
          <p:cNvGrpSpPr/>
          <p:nvPr/>
        </p:nvGrpSpPr>
        <p:grpSpPr>
          <a:xfrm>
            <a:off x="-86305" y="232839"/>
            <a:ext cx="2794159" cy="390024"/>
            <a:chOff x="948349" y="814223"/>
            <a:chExt cx="2794159" cy="390024"/>
          </a:xfrm>
        </p:grpSpPr>
        <p:sp>
          <p:nvSpPr>
            <p:cNvPr id="5440" name="Google Shape;5440;g3f58e9f5d1b_0_295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1" name="Google Shape;5441;g3f58e9f5d1b_0_295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442" name="Google Shape;5442;g3f58e9f5d1b_0_2956"/>
          <p:cNvGrpSpPr/>
          <p:nvPr/>
        </p:nvGrpSpPr>
        <p:grpSpPr>
          <a:xfrm flipH="1" rot="10800000">
            <a:off x="-86305" y="1933581"/>
            <a:ext cx="2794159" cy="390024"/>
            <a:chOff x="948349" y="814223"/>
            <a:chExt cx="2794159" cy="390024"/>
          </a:xfrm>
        </p:grpSpPr>
        <p:sp>
          <p:nvSpPr>
            <p:cNvPr id="5443" name="Google Shape;5443;g3f58e9f5d1b_0_295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4" name="Google Shape;5444;g3f58e9f5d1b_0_295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45" name="Google Shape;5445;g3f58e9f5d1b_0_2956"/>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6" name="Google Shape;5446;g3f58e9f5d1b_0_2956"/>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7" name="Google Shape;5447;g3f58e9f5d1b_0_2956"/>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8" name="Google Shape;5448;g3f58e9f5d1b_0_2956"/>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9" name="Google Shape;5449;g3f58e9f5d1b_0_2956"/>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50" name="Google Shape;5450;g3f58e9f5d1b_0_2956"/>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451" name="Google Shape;5451;g3f58e9f5d1b_0_2956"/>
          <p:cNvGrpSpPr/>
          <p:nvPr/>
        </p:nvGrpSpPr>
        <p:grpSpPr>
          <a:xfrm>
            <a:off x="7362778" y="2144139"/>
            <a:ext cx="4433002" cy="4433003"/>
            <a:chOff x="-413326" y="937285"/>
            <a:chExt cx="4433003" cy="4433003"/>
          </a:xfrm>
        </p:grpSpPr>
        <p:sp>
          <p:nvSpPr>
            <p:cNvPr id="5452" name="Google Shape;5452;g3f58e9f5d1b_0_295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53" name="Google Shape;5453;g3f58e9f5d1b_0_295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54" name="Google Shape;5454;g3f58e9f5d1b_0_295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55" name="Google Shape;5455;g3f58e9f5d1b_0_295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56" name="Google Shape;5456;g3f58e9f5d1b_0_2956"/>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57200" lvl="0" marL="457200" marR="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57" name="Google Shape;5457;g3f58e9f5d1b_0_2956"/>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FFFFFF"/>
                </a:solidFill>
                <a:latin typeface="Kdam Thmor Pro"/>
                <a:ea typeface="Kdam Thmor Pro"/>
                <a:cs typeface="Kdam Thmor Pro"/>
                <a:sym typeface="Kdam Thmor Pro"/>
              </a:rPr>
              <a:t>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39"/>
                                        </p:tgtEl>
                                        <p:attrNameLst>
                                          <p:attrName>style.visibility</p:attrName>
                                        </p:attrNameLst>
                                      </p:cBhvr>
                                      <p:to>
                                        <p:strVal val="visible"/>
                                      </p:to>
                                    </p:set>
                                    <p:animEffect filter="fade" transition="in">
                                      <p:cBhvr>
                                        <p:cTn dur="500"/>
                                        <p:tgtEl>
                                          <p:spTgt spid="5439"/>
                                        </p:tgtEl>
                                      </p:cBhvr>
                                    </p:animEffect>
                                  </p:childTnLst>
                                </p:cTn>
                              </p:par>
                              <p:par>
                                <p:cTn fill="hold" nodeType="withEffect" presetClass="entr" presetID="10" presetSubtype="0">
                                  <p:stCondLst>
                                    <p:cond delay="0"/>
                                  </p:stCondLst>
                                  <p:childTnLst>
                                    <p:set>
                                      <p:cBhvr>
                                        <p:cTn dur="1" fill="hold">
                                          <p:stCondLst>
                                            <p:cond delay="0"/>
                                          </p:stCondLst>
                                        </p:cTn>
                                        <p:tgtEl>
                                          <p:spTgt spid="5442"/>
                                        </p:tgtEl>
                                        <p:attrNameLst>
                                          <p:attrName>style.visibility</p:attrName>
                                        </p:attrNameLst>
                                      </p:cBhvr>
                                      <p:to>
                                        <p:strVal val="visible"/>
                                      </p:to>
                                    </p:set>
                                    <p:animEffect filter="fade" transition="in">
                                      <p:cBhvr>
                                        <p:cTn dur="500"/>
                                        <p:tgtEl>
                                          <p:spTgt spid="54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38"/>
                                        </p:tgtEl>
                                        <p:attrNameLst>
                                          <p:attrName>style.visibility</p:attrName>
                                        </p:attrNameLst>
                                      </p:cBhvr>
                                      <p:to>
                                        <p:strVal val="visible"/>
                                      </p:to>
                                    </p:set>
                                    <p:animEffect filter="fade" transition="in">
                                      <p:cBhvr>
                                        <p:cTn dur="500"/>
                                        <p:tgtEl>
                                          <p:spTgt spid="5438"/>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5457"/>
                                        </p:tgtEl>
                                        <p:attrNameLst>
                                          <p:attrName>style.visibility</p:attrName>
                                        </p:attrNameLst>
                                      </p:cBhvr>
                                      <p:to>
                                        <p:strVal val="visible"/>
                                      </p:to>
                                    </p:set>
                                    <p:anim calcmode="lin" valueType="num">
                                      <p:cBhvr additive="base">
                                        <p:cTn dur="500"/>
                                        <p:tgtEl>
                                          <p:spTgt spid="5457"/>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5451"/>
                                        </p:tgtEl>
                                        <p:attrNameLst>
                                          <p:attrName>style.visibility</p:attrName>
                                        </p:attrNameLst>
                                      </p:cBhvr>
                                      <p:to>
                                        <p:strVal val="visible"/>
                                      </p:to>
                                    </p:set>
                                    <p:anim calcmode="lin" valueType="num">
                                      <p:cBhvr additive="base">
                                        <p:cTn dur="2250"/>
                                        <p:tgtEl>
                                          <p:spTgt spid="5451"/>
                                        </p:tgtEl>
                                        <p:attrNameLst>
                                          <p:attrName>ppt_w</p:attrName>
                                        </p:attrNameLst>
                                      </p:cBhvr>
                                      <p:tavLst>
                                        <p:tav fmla="" tm="0">
                                          <p:val>
                                            <p:strVal val="0"/>
                                          </p:val>
                                        </p:tav>
                                        <p:tav fmla="" tm="100000">
                                          <p:val>
                                            <p:strVal val="#ppt_w"/>
                                          </p:val>
                                        </p:tav>
                                      </p:tavLst>
                                    </p:anim>
                                    <p:anim calcmode="lin" valueType="num">
                                      <p:cBhvr additive="base">
                                        <p:cTn dur="2250"/>
                                        <p:tgtEl>
                                          <p:spTgt spid="5451"/>
                                        </p:tgtEl>
                                        <p:attrNameLst>
                                          <p:attrName>ppt_h</p:attrName>
                                        </p:attrNameLst>
                                      </p:cBhvr>
                                      <p:tavLst>
                                        <p:tav fmla="" tm="0">
                                          <p:val>
                                            <p:strVal val="0"/>
                                          </p:val>
                                        </p:tav>
                                        <p:tav fmla="" tm="100000">
                                          <p:val>
                                            <p:strVal val="#ppt_h"/>
                                          </p:val>
                                        </p:tav>
                                      </p:tavLst>
                                    </p:anim>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5456"/>
                                        </p:tgtEl>
                                        <p:attrNameLst>
                                          <p:attrName>style.visibility</p:attrName>
                                        </p:attrNameLst>
                                      </p:cBhvr>
                                      <p:to>
                                        <p:strVal val="visible"/>
                                      </p:to>
                                    </p:set>
                                    <p:animEffect filter="fade" transition="in">
                                      <p:cBhvr>
                                        <p:cTn dur="500"/>
                                        <p:tgtEl>
                                          <p:spTgt spid="5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ection">
  <p:cSld name="Recap section">
    <p:spTree>
      <p:nvGrpSpPr>
        <p:cNvPr id="5458" name="Shape 5458"/>
        <p:cNvGrpSpPr/>
        <p:nvPr/>
      </p:nvGrpSpPr>
      <p:grpSpPr>
        <a:xfrm>
          <a:off x="0" y="0"/>
          <a:ext cx="0" cy="0"/>
          <a:chOff x="0" y="0"/>
          <a:chExt cx="0" cy="0"/>
        </a:xfrm>
      </p:grpSpPr>
      <p:sp>
        <p:nvSpPr>
          <p:cNvPr id="5459" name="Google Shape;5459;g3f58e9f5d1b_0_2977"/>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460" name="Google Shape;5460;g3f58e9f5d1b_0_2977"/>
          <p:cNvGrpSpPr/>
          <p:nvPr/>
        </p:nvGrpSpPr>
        <p:grpSpPr>
          <a:xfrm>
            <a:off x="-86305" y="232839"/>
            <a:ext cx="2794159" cy="390024"/>
            <a:chOff x="948349" y="814223"/>
            <a:chExt cx="2794159" cy="390024"/>
          </a:xfrm>
        </p:grpSpPr>
        <p:sp>
          <p:nvSpPr>
            <p:cNvPr id="5461" name="Google Shape;5461;g3f58e9f5d1b_0_297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62" name="Google Shape;5462;g3f58e9f5d1b_0_297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463" name="Google Shape;5463;g3f58e9f5d1b_0_2977"/>
          <p:cNvGrpSpPr/>
          <p:nvPr/>
        </p:nvGrpSpPr>
        <p:grpSpPr>
          <a:xfrm flipH="1" rot="10800000">
            <a:off x="-86305" y="1933581"/>
            <a:ext cx="2794159" cy="390024"/>
            <a:chOff x="948349" y="814223"/>
            <a:chExt cx="2794159" cy="390024"/>
          </a:xfrm>
        </p:grpSpPr>
        <p:sp>
          <p:nvSpPr>
            <p:cNvPr id="5464" name="Google Shape;5464;g3f58e9f5d1b_0_297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65" name="Google Shape;5465;g3f58e9f5d1b_0_297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66" name="Google Shape;5466;g3f58e9f5d1b_0_2977"/>
          <p:cNvSpPr txBox="1"/>
          <p:nvPr/>
        </p:nvSpPr>
        <p:spPr>
          <a:xfrm>
            <a:off x="942856" y="987090"/>
            <a:ext cx="21522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Recap</a:t>
            </a:r>
            <a:endParaRPr b="0" i="0" sz="1400" u="none" cap="none" strike="noStrike">
              <a:solidFill>
                <a:srgbClr val="000000"/>
              </a:solidFill>
              <a:latin typeface="Arial"/>
              <a:ea typeface="Arial"/>
              <a:cs typeface="Arial"/>
              <a:sym typeface="Arial"/>
            </a:endParaRPr>
          </a:p>
        </p:txBody>
      </p:sp>
      <p:sp>
        <p:nvSpPr>
          <p:cNvPr id="5467" name="Google Shape;5467;g3f58e9f5d1b_0_2977"/>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68" name="Google Shape;5468;g3f58e9f5d1b_0_2977"/>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69" name="Google Shape;5469;g3f58e9f5d1b_0_2977"/>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0" name="Google Shape;5470;g3f58e9f5d1b_0_2977"/>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1" name="Google Shape;5471;g3f58e9f5d1b_0_2977"/>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2" name="Google Shape;5472;g3f58e9f5d1b_0_2977"/>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60"/>
                                        </p:tgtEl>
                                        <p:attrNameLst>
                                          <p:attrName>style.visibility</p:attrName>
                                        </p:attrNameLst>
                                      </p:cBhvr>
                                      <p:to>
                                        <p:strVal val="visible"/>
                                      </p:to>
                                    </p:set>
                                    <p:animEffect filter="fade" transition="in">
                                      <p:cBhvr>
                                        <p:cTn dur="500"/>
                                        <p:tgtEl>
                                          <p:spTgt spid="5460"/>
                                        </p:tgtEl>
                                      </p:cBhvr>
                                    </p:animEffect>
                                  </p:childTnLst>
                                </p:cTn>
                              </p:par>
                              <p:par>
                                <p:cTn fill="hold" nodeType="withEffect" presetClass="entr" presetID="10" presetSubtype="0">
                                  <p:stCondLst>
                                    <p:cond delay="0"/>
                                  </p:stCondLst>
                                  <p:childTnLst>
                                    <p:set>
                                      <p:cBhvr>
                                        <p:cTn dur="1" fill="hold">
                                          <p:stCondLst>
                                            <p:cond delay="0"/>
                                          </p:stCondLst>
                                        </p:cTn>
                                        <p:tgtEl>
                                          <p:spTgt spid="5463"/>
                                        </p:tgtEl>
                                        <p:attrNameLst>
                                          <p:attrName>style.visibility</p:attrName>
                                        </p:attrNameLst>
                                      </p:cBhvr>
                                      <p:to>
                                        <p:strVal val="visible"/>
                                      </p:to>
                                    </p:set>
                                    <p:animEffect filter="fade" transition="in">
                                      <p:cBhvr>
                                        <p:cTn dur="500"/>
                                        <p:tgtEl>
                                          <p:spTgt spid="546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59"/>
                                        </p:tgtEl>
                                        <p:attrNameLst>
                                          <p:attrName>style.visibility</p:attrName>
                                        </p:attrNameLst>
                                      </p:cBhvr>
                                      <p:to>
                                        <p:strVal val="visible"/>
                                      </p:to>
                                    </p:set>
                                    <p:animEffect filter="fade" transition="in">
                                      <p:cBhvr>
                                        <p:cTn dur="500"/>
                                        <p:tgtEl>
                                          <p:spTgt spid="5459"/>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5466"/>
                                        </p:tgtEl>
                                        <p:attrNameLst>
                                          <p:attrName>style.visibility</p:attrName>
                                        </p:attrNameLst>
                                      </p:cBhvr>
                                      <p:to>
                                        <p:strVal val="visible"/>
                                      </p:to>
                                    </p:set>
                                    <p:anim calcmode="lin" valueType="num">
                                      <p:cBhvr additive="base">
                                        <p:cTn dur="500"/>
                                        <p:tgtEl>
                                          <p:spTgt spid="546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recap">
  <p:cSld name="1st-recap">
    <p:spTree>
      <p:nvGrpSpPr>
        <p:cNvPr id="5473" name="Shape 5473"/>
        <p:cNvGrpSpPr/>
        <p:nvPr/>
      </p:nvGrpSpPr>
      <p:grpSpPr>
        <a:xfrm>
          <a:off x="0" y="0"/>
          <a:ext cx="0" cy="0"/>
          <a:chOff x="0" y="0"/>
          <a:chExt cx="0" cy="0"/>
        </a:xfrm>
      </p:grpSpPr>
      <p:sp>
        <p:nvSpPr>
          <p:cNvPr id="5474" name="Google Shape;5474;g3f58e9f5d1b_0_2992"/>
          <p:cNvSpPr/>
          <p:nvPr/>
        </p:nvSpPr>
        <p:spPr>
          <a:xfrm>
            <a:off x="4567240" y="3250299"/>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5" name="Google Shape;5475;g3f58e9f5d1b_0_2992"/>
          <p:cNvSpPr/>
          <p:nvPr/>
        </p:nvSpPr>
        <p:spPr>
          <a:xfrm flipH="1" rot="10800000">
            <a:off x="4567240" y="3250401"/>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6" name="Google Shape;5476;g3f58e9f5d1b_0_2992"/>
          <p:cNvSpPr/>
          <p:nvPr/>
        </p:nvSpPr>
        <p:spPr>
          <a:xfrm>
            <a:off x="4560889"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77" name="Google Shape;5477;g3f58e9f5d1b_0_2992"/>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78" name="Google Shape;5478;g3f58e9f5d1b_0_2992"/>
          <p:cNvSpPr/>
          <p:nvPr>
            <p:ph idx="2" type="pic"/>
          </p:nvPr>
        </p:nvSpPr>
        <p:spPr>
          <a:xfrm>
            <a:off x="4677103" y="2577067"/>
            <a:ext cx="2837700" cy="27954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4"/>
                                        </p:tgtEl>
                                        <p:attrNameLst>
                                          <p:attrName>style.visibility</p:attrName>
                                        </p:attrNameLst>
                                      </p:cBhvr>
                                      <p:to>
                                        <p:strVal val="visible"/>
                                      </p:to>
                                    </p:set>
                                    <p:animEffect filter="fade" transition="in">
                                      <p:cBhvr>
                                        <p:cTn dur="750"/>
                                        <p:tgtEl>
                                          <p:spTgt spid="5474"/>
                                        </p:tgtEl>
                                      </p:cBhvr>
                                    </p:animEffect>
                                  </p:childTnLst>
                                </p:cTn>
                              </p:par>
                              <p:par>
                                <p:cTn fill="hold" nodeType="withEffect" presetClass="entr" presetID="10" presetSubtype="0">
                                  <p:stCondLst>
                                    <p:cond delay="0"/>
                                  </p:stCondLst>
                                  <p:childTnLst>
                                    <p:set>
                                      <p:cBhvr>
                                        <p:cTn dur="1" fill="hold">
                                          <p:stCondLst>
                                            <p:cond delay="0"/>
                                          </p:stCondLst>
                                        </p:cTn>
                                        <p:tgtEl>
                                          <p:spTgt spid="5475"/>
                                        </p:tgtEl>
                                        <p:attrNameLst>
                                          <p:attrName>style.visibility</p:attrName>
                                        </p:attrNameLst>
                                      </p:cBhvr>
                                      <p:to>
                                        <p:strVal val="visible"/>
                                      </p:to>
                                    </p:set>
                                    <p:animEffect filter="fade" transition="in">
                                      <p:cBhvr>
                                        <p:cTn dur="750"/>
                                        <p:tgtEl>
                                          <p:spTgt spid="5475"/>
                                        </p:tgtEl>
                                      </p:cBhvr>
                                    </p:animEffect>
                                  </p:childTnLst>
                                </p:cTn>
                              </p:par>
                            </p:childTnLst>
                          </p:cTn>
                        </p:par>
                        <p:par>
                          <p:cTn fill="hold">
                            <p:stCondLst>
                              <p:cond delay="750"/>
                            </p:stCondLst>
                            <p:childTnLst>
                              <p:par>
                                <p:cTn fill="hold" nodeType="afterEffect" presetClass="entr" presetID="10" presetSubtype="0">
                                  <p:stCondLst>
                                    <p:cond delay="100"/>
                                  </p:stCondLst>
                                  <p:childTnLst>
                                    <p:set>
                                      <p:cBhvr>
                                        <p:cTn dur="1" fill="hold">
                                          <p:stCondLst>
                                            <p:cond delay="0"/>
                                          </p:stCondLst>
                                        </p:cTn>
                                        <p:tgtEl>
                                          <p:spTgt spid="5476"/>
                                        </p:tgtEl>
                                        <p:attrNameLst>
                                          <p:attrName>style.visibility</p:attrName>
                                        </p:attrNameLst>
                                      </p:cBhvr>
                                      <p:to>
                                        <p:strVal val="visible"/>
                                      </p:to>
                                    </p:set>
                                    <p:animEffect filter="fade" transition="in">
                                      <p:cBhvr>
                                        <p:cTn dur="2000"/>
                                        <p:tgtEl>
                                          <p:spTgt spid="5476"/>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5477"/>
                                        </p:tgtEl>
                                        <p:attrNameLst>
                                          <p:attrName>style.visibility</p:attrName>
                                        </p:attrNameLst>
                                      </p:cBhvr>
                                      <p:to>
                                        <p:strVal val="visible"/>
                                      </p:to>
                                    </p:set>
                                    <p:animEffect filter="fade" transition="in">
                                      <p:cBhvr>
                                        <p:cTn dur="1000"/>
                                        <p:tgtEl>
                                          <p:spTgt spid="5477"/>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5478"/>
                                        </p:tgtEl>
                                        <p:attrNameLst>
                                          <p:attrName>style.visibility</p:attrName>
                                        </p:attrNameLst>
                                      </p:cBhvr>
                                      <p:to>
                                        <p:strVal val="visible"/>
                                      </p:to>
                                    </p:set>
                                    <p:animEffect filter="fade" transition="in">
                                      <p:cBhvr>
                                        <p:cTn dur="500"/>
                                        <p:tgtEl>
                                          <p:spTgt spid="5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Recap">
  <p:cSld name="+1 Recap">
    <p:spTree>
      <p:nvGrpSpPr>
        <p:cNvPr id="5479" name="Shape 5479"/>
        <p:cNvGrpSpPr/>
        <p:nvPr/>
      </p:nvGrpSpPr>
      <p:grpSpPr>
        <a:xfrm>
          <a:off x="0" y="0"/>
          <a:ext cx="0" cy="0"/>
          <a:chOff x="0" y="0"/>
          <a:chExt cx="0" cy="0"/>
        </a:xfrm>
      </p:grpSpPr>
      <p:sp>
        <p:nvSpPr>
          <p:cNvPr id="5480" name="Google Shape;5480;g3f58e9f5d1b_0_2998"/>
          <p:cNvSpPr/>
          <p:nvPr/>
        </p:nvSpPr>
        <p:spPr>
          <a:xfrm>
            <a:off x="4560889"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81" name="Google Shape;5481;g3f58e9f5d1b_0_2998"/>
          <p:cNvSpPr/>
          <p:nvPr/>
        </p:nvSpPr>
        <p:spPr>
          <a:xfrm>
            <a:off x="4567240" y="6165288"/>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82" name="Google Shape;5482;g3f58e9f5d1b_0_2998"/>
          <p:cNvSpPr/>
          <p:nvPr/>
        </p:nvSpPr>
        <p:spPr>
          <a:xfrm flipH="1" rot="10800000">
            <a:off x="4567240" y="411612"/>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83" name="Google Shape;5483;g3f58e9f5d1b_0_2998"/>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84" name="Google Shape;5484;g3f58e9f5d1b_0_2998"/>
          <p:cNvSpPr/>
          <p:nvPr>
            <p:ph idx="2" type="pic"/>
          </p:nvPr>
        </p:nvSpPr>
        <p:spPr>
          <a:xfrm>
            <a:off x="4717720" y="2617076"/>
            <a:ext cx="2756700" cy="2715300"/>
          </a:xfrm>
          <a:prstGeom prst="ellipse">
            <a:avLst/>
          </a:prstGeom>
          <a:noFill/>
          <a:ln>
            <a:noFill/>
          </a:ln>
        </p:spPr>
      </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cSld name="intro">
    <p:spTree>
      <p:nvGrpSpPr>
        <p:cNvPr id="5485" name="Shape 5485"/>
        <p:cNvGrpSpPr/>
        <p:nvPr/>
      </p:nvGrpSpPr>
      <p:grpSpPr>
        <a:xfrm>
          <a:off x="0" y="0"/>
          <a:ext cx="0" cy="0"/>
          <a:chOff x="0" y="0"/>
          <a:chExt cx="0" cy="0"/>
        </a:xfrm>
      </p:grpSpPr>
      <p:pic>
        <p:nvPicPr>
          <p:cNvPr id="5486" name="Google Shape;5486;g3f58e9f5d1b_0_3004"/>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86"/>
                                        </p:tgtEl>
                                        <p:attrNameLst>
                                          <p:attrName>style.visibility</p:attrName>
                                        </p:attrNameLst>
                                      </p:cBhvr>
                                      <p:to>
                                        <p:strVal val="visible"/>
                                      </p:to>
                                    </p:set>
                                    <p:animEffect filter="fade" transition="in">
                                      <p:cBhvr>
                                        <p:cTn dur="5000"/>
                                        <p:tgtEl>
                                          <p:spTgt spid="5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2">
  <p:cSld name="3Step (H+PIC+NO.+HINT)_2">
    <p:spTree>
      <p:nvGrpSpPr>
        <p:cNvPr id="5487" name="Shape 5487"/>
        <p:cNvGrpSpPr/>
        <p:nvPr/>
      </p:nvGrpSpPr>
      <p:grpSpPr>
        <a:xfrm>
          <a:off x="0" y="0"/>
          <a:ext cx="0" cy="0"/>
          <a:chOff x="0" y="0"/>
          <a:chExt cx="0" cy="0"/>
        </a:xfrm>
      </p:grpSpPr>
      <p:grpSp>
        <p:nvGrpSpPr>
          <p:cNvPr id="5488" name="Google Shape;5488;g3f58e9f5d1b_0_3006"/>
          <p:cNvGrpSpPr/>
          <p:nvPr/>
        </p:nvGrpSpPr>
        <p:grpSpPr>
          <a:xfrm>
            <a:off x="2148127" y="1620732"/>
            <a:ext cx="8449746" cy="4433003"/>
            <a:chOff x="-413326" y="937285"/>
            <a:chExt cx="4433003" cy="4433003"/>
          </a:xfrm>
        </p:grpSpPr>
        <p:sp>
          <p:nvSpPr>
            <p:cNvPr id="5489" name="Google Shape;5489;g3f58e9f5d1b_0_30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90" name="Google Shape;5490;g3f58e9f5d1b_0_30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91" name="Google Shape;5491;g3f58e9f5d1b_0_30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92" name="Google Shape;5492;g3f58e9f5d1b_0_30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93" name="Google Shape;5493;g3f58e9f5d1b_0_300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494" name="Google Shape;5494;g3f58e9f5d1b_0_3006"/>
          <p:cNvSpPr/>
          <p:nvPr>
            <p:ph idx="2" type="pic"/>
          </p:nvPr>
        </p:nvSpPr>
        <p:spPr>
          <a:xfrm>
            <a:off x="2699657" y="1900415"/>
            <a:ext cx="7323300" cy="3913500"/>
          </a:xfrm>
          <a:prstGeom prst="rect">
            <a:avLst/>
          </a:prstGeom>
          <a:noFill/>
          <a:ln>
            <a:noFill/>
          </a:ln>
        </p:spPr>
      </p:sp>
      <p:sp>
        <p:nvSpPr>
          <p:cNvPr id="5495" name="Google Shape;5495;g3f58e9f5d1b_0_300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496" name="Google Shape;5496;g3f58e9f5d1b_0_300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497" name="Google Shape;5497;g3f58e9f5d1b_0_3006"/>
          <p:cNvGrpSpPr/>
          <p:nvPr/>
        </p:nvGrpSpPr>
        <p:grpSpPr>
          <a:xfrm>
            <a:off x="8589558" y="6331536"/>
            <a:ext cx="256344" cy="68100"/>
            <a:chOff x="781167" y="5836673"/>
            <a:chExt cx="256344" cy="68100"/>
          </a:xfrm>
        </p:grpSpPr>
        <p:sp>
          <p:nvSpPr>
            <p:cNvPr id="5498" name="Google Shape;5498;g3f58e9f5d1b_0_300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499" name="Google Shape;5499;g3f58e9f5d1b_0_300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500" name="Google Shape;5500;g3f58e9f5d1b_0_300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501" name="Google Shape;5501;g3f58e9f5d1b_0_3006"/>
          <p:cNvGrpSpPr/>
          <p:nvPr/>
        </p:nvGrpSpPr>
        <p:grpSpPr>
          <a:xfrm>
            <a:off x="11722369" y="5812872"/>
            <a:ext cx="315939" cy="409183"/>
            <a:chOff x="11575262" y="5512453"/>
            <a:chExt cx="315939" cy="409183"/>
          </a:xfrm>
        </p:grpSpPr>
        <p:sp>
          <p:nvSpPr>
            <p:cNvPr id="5502" name="Google Shape;5502;g3f58e9f5d1b_0_300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03" name="Google Shape;5503;g3f58e9f5d1b_0_300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04" name="Google Shape;5504;g3f58e9f5d1b_0_300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488"/>
                                        </p:tgtEl>
                                        <p:attrNameLst>
                                          <p:attrName>style.visibility</p:attrName>
                                        </p:attrNameLst>
                                      </p:cBhvr>
                                      <p:to>
                                        <p:strVal val="visible"/>
                                      </p:to>
                                    </p:set>
                                    <p:anim calcmode="lin" valueType="num">
                                      <p:cBhvr additive="base">
                                        <p:cTn dur="2250"/>
                                        <p:tgtEl>
                                          <p:spTgt spid="5488"/>
                                        </p:tgtEl>
                                        <p:attrNameLst>
                                          <p:attrName>ppt_w</p:attrName>
                                        </p:attrNameLst>
                                      </p:cBhvr>
                                      <p:tavLst>
                                        <p:tav fmla="" tm="0">
                                          <p:val>
                                            <p:strVal val="0"/>
                                          </p:val>
                                        </p:tav>
                                        <p:tav fmla="" tm="100000">
                                          <p:val>
                                            <p:strVal val="#ppt_w"/>
                                          </p:val>
                                        </p:tav>
                                      </p:tavLst>
                                    </p:anim>
                                    <p:anim calcmode="lin" valueType="num">
                                      <p:cBhvr additive="base">
                                        <p:cTn dur="2250"/>
                                        <p:tgtEl>
                                          <p:spTgt spid="548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494"/>
                                        </p:tgtEl>
                                        <p:attrNameLst>
                                          <p:attrName>style.visibility</p:attrName>
                                        </p:attrNameLst>
                                      </p:cBhvr>
                                      <p:to>
                                        <p:strVal val="visible"/>
                                      </p:to>
                                    </p:set>
                                    <p:animEffect filter="fade" transition="in">
                                      <p:cBhvr>
                                        <p:cTn dur="500"/>
                                        <p:tgtEl>
                                          <p:spTgt spid="5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7"/>
                                        </p:tgtEl>
                                        <p:attrNameLst>
                                          <p:attrName>style.visibility</p:attrName>
                                        </p:attrNameLst>
                                      </p:cBhvr>
                                      <p:to>
                                        <p:strVal val="visible"/>
                                      </p:to>
                                    </p:set>
                                    <p:animEffect filter="fade" transition="in">
                                      <p:cBhvr>
                                        <p:cTn dur="500"/>
                                        <p:tgtEl>
                                          <p:spTgt spid="54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00"/>
                                        </p:tgtEl>
                                        <p:attrNameLst>
                                          <p:attrName>style.visibility</p:attrName>
                                        </p:attrNameLst>
                                      </p:cBhvr>
                                      <p:to>
                                        <p:strVal val="visible"/>
                                      </p:to>
                                    </p:set>
                                    <p:animEffect filter="fade" transition="in">
                                      <p:cBhvr>
                                        <p:cTn dur="500"/>
                                        <p:tgtEl>
                                          <p:spTgt spid="5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2">
  <p:cSld name="WA_3Step (H+PIC+NO.+HINT)_2">
    <p:spTree>
      <p:nvGrpSpPr>
        <p:cNvPr id="5505" name="Shape 5505"/>
        <p:cNvGrpSpPr/>
        <p:nvPr/>
      </p:nvGrpSpPr>
      <p:grpSpPr>
        <a:xfrm>
          <a:off x="0" y="0"/>
          <a:ext cx="0" cy="0"/>
          <a:chOff x="0" y="0"/>
          <a:chExt cx="0" cy="0"/>
        </a:xfrm>
      </p:grpSpPr>
      <p:grpSp>
        <p:nvGrpSpPr>
          <p:cNvPr id="5506" name="Google Shape;5506;g3f58e9f5d1b_0_3024"/>
          <p:cNvGrpSpPr/>
          <p:nvPr/>
        </p:nvGrpSpPr>
        <p:grpSpPr>
          <a:xfrm>
            <a:off x="2148127" y="1620732"/>
            <a:ext cx="8449746" cy="4433003"/>
            <a:chOff x="-413326" y="937285"/>
            <a:chExt cx="4433003" cy="4433003"/>
          </a:xfrm>
        </p:grpSpPr>
        <p:sp>
          <p:nvSpPr>
            <p:cNvPr id="5507" name="Google Shape;5507;g3f58e9f5d1b_0_302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08" name="Google Shape;5508;g3f58e9f5d1b_0_302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09" name="Google Shape;5509;g3f58e9f5d1b_0_302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10" name="Google Shape;5510;g3f58e9f5d1b_0_302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11" name="Google Shape;5511;g3f58e9f5d1b_0_302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512" name="Google Shape;5512;g3f58e9f5d1b_0_3024"/>
          <p:cNvSpPr/>
          <p:nvPr>
            <p:ph idx="2" type="pic"/>
          </p:nvPr>
        </p:nvSpPr>
        <p:spPr>
          <a:xfrm>
            <a:off x="2699657" y="1900415"/>
            <a:ext cx="7323300" cy="3913500"/>
          </a:xfrm>
          <a:prstGeom prst="rect">
            <a:avLst/>
          </a:prstGeom>
          <a:noFill/>
          <a:ln>
            <a:noFill/>
          </a:ln>
        </p:spPr>
      </p:sp>
      <p:sp>
        <p:nvSpPr>
          <p:cNvPr id="5513" name="Google Shape;5513;g3f58e9f5d1b_0_302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514" name="Google Shape;5514;g3f58e9f5d1b_0_302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515" name="Google Shape;5515;g3f58e9f5d1b_0_3024"/>
          <p:cNvGrpSpPr/>
          <p:nvPr/>
        </p:nvGrpSpPr>
        <p:grpSpPr>
          <a:xfrm>
            <a:off x="8589558" y="6331536"/>
            <a:ext cx="256344" cy="68100"/>
            <a:chOff x="781167" y="5836673"/>
            <a:chExt cx="256344" cy="68100"/>
          </a:xfrm>
        </p:grpSpPr>
        <p:sp>
          <p:nvSpPr>
            <p:cNvPr id="5516" name="Google Shape;5516;g3f58e9f5d1b_0_302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517" name="Google Shape;5517;g3f58e9f5d1b_0_302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518" name="Google Shape;5518;g3f58e9f5d1b_0_3024"/>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519" name="Google Shape;5519;g3f58e9f5d1b_0_3024"/>
          <p:cNvGrpSpPr/>
          <p:nvPr/>
        </p:nvGrpSpPr>
        <p:grpSpPr>
          <a:xfrm>
            <a:off x="11722369" y="5812872"/>
            <a:ext cx="315939" cy="409183"/>
            <a:chOff x="11575262" y="5512453"/>
            <a:chExt cx="315939" cy="409183"/>
          </a:xfrm>
        </p:grpSpPr>
        <p:sp>
          <p:nvSpPr>
            <p:cNvPr id="5520" name="Google Shape;5520;g3f58e9f5d1b_0_3024"/>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21" name="Google Shape;5521;g3f58e9f5d1b_0_3024"/>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22" name="Google Shape;5522;g3f58e9f5d1b_0_3024"/>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5"/>
                                        </p:tgtEl>
                                        <p:attrNameLst>
                                          <p:attrName>style.visibility</p:attrName>
                                        </p:attrNameLst>
                                      </p:cBhvr>
                                      <p:to>
                                        <p:strVal val="visible"/>
                                      </p:to>
                                    </p:set>
                                    <p:animEffect filter="fade" transition="in">
                                      <p:cBhvr>
                                        <p:cTn dur="500"/>
                                        <p:tgtEl>
                                          <p:spTgt spid="55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18"/>
                                        </p:tgtEl>
                                        <p:attrNameLst>
                                          <p:attrName>style.visibility</p:attrName>
                                        </p:attrNameLst>
                                      </p:cBhvr>
                                      <p:to>
                                        <p:strVal val="visible"/>
                                      </p:to>
                                    </p:set>
                                    <p:animEffect filter="fade" transition="in">
                                      <p:cBhvr>
                                        <p:cTn dur="500"/>
                                        <p:tgtEl>
                                          <p:spTgt spid="5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3">
  <p:cSld name="Q&amp;A+HIELP BUTTON_3">
    <p:spTree>
      <p:nvGrpSpPr>
        <p:cNvPr id="5523" name="Shape 5523"/>
        <p:cNvGrpSpPr/>
        <p:nvPr/>
      </p:nvGrpSpPr>
      <p:grpSpPr>
        <a:xfrm>
          <a:off x="0" y="0"/>
          <a:ext cx="0" cy="0"/>
          <a:chOff x="0" y="0"/>
          <a:chExt cx="0" cy="0"/>
        </a:xfrm>
      </p:grpSpPr>
      <p:sp>
        <p:nvSpPr>
          <p:cNvPr id="5524" name="Google Shape;5524;g3f58e9f5d1b_0_3042"/>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525" name="Google Shape;5525;g3f58e9f5d1b_0_3042"/>
          <p:cNvGrpSpPr/>
          <p:nvPr/>
        </p:nvGrpSpPr>
        <p:grpSpPr>
          <a:xfrm>
            <a:off x="-86314" y="851932"/>
            <a:ext cx="324402" cy="390024"/>
            <a:chOff x="948349" y="814223"/>
            <a:chExt cx="2794159" cy="390024"/>
          </a:xfrm>
        </p:grpSpPr>
        <p:sp>
          <p:nvSpPr>
            <p:cNvPr id="5526" name="Google Shape;5526;g3f58e9f5d1b_0_3042"/>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27" name="Google Shape;5527;g3f58e9f5d1b_0_3042"/>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528" name="Google Shape;5528;g3f58e9f5d1b_0_3042"/>
          <p:cNvGrpSpPr/>
          <p:nvPr/>
        </p:nvGrpSpPr>
        <p:grpSpPr>
          <a:xfrm flipH="1" rot="10800000">
            <a:off x="-86314" y="2415356"/>
            <a:ext cx="324402" cy="390024"/>
            <a:chOff x="948349" y="814223"/>
            <a:chExt cx="2794159" cy="390024"/>
          </a:xfrm>
        </p:grpSpPr>
        <p:sp>
          <p:nvSpPr>
            <p:cNvPr id="5529" name="Google Shape;5529;g3f58e9f5d1b_0_3042"/>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0" name="Google Shape;5530;g3f58e9f5d1b_0_3042"/>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31" name="Google Shape;5531;g3f58e9f5d1b_0_3042"/>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2" name="Google Shape;5532;g3f58e9f5d1b_0_3042"/>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3" name="Google Shape;5533;g3f58e9f5d1b_0_3042"/>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4" name="Google Shape;5534;g3f58e9f5d1b_0_3042"/>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5" name="Google Shape;5535;g3f58e9f5d1b_0_3042"/>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6" name="Google Shape;5536;g3f58e9f5d1b_0_3042"/>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537" name="Google Shape;5537;g3f58e9f5d1b_0_3042"/>
          <p:cNvGrpSpPr/>
          <p:nvPr/>
        </p:nvGrpSpPr>
        <p:grpSpPr>
          <a:xfrm>
            <a:off x="11490140" y="6059615"/>
            <a:ext cx="315939" cy="409183"/>
            <a:chOff x="11575262" y="5512453"/>
            <a:chExt cx="315939" cy="409183"/>
          </a:xfrm>
        </p:grpSpPr>
        <p:sp>
          <p:nvSpPr>
            <p:cNvPr id="5538" name="Google Shape;5538;g3f58e9f5d1b_0_3042"/>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39" name="Google Shape;5539;g3f58e9f5d1b_0_3042"/>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40" name="Google Shape;5540;g3f58e9f5d1b_0_3042"/>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541" name="Google Shape;5541;g3f58e9f5d1b_0_3042"/>
          <p:cNvGrpSpPr/>
          <p:nvPr/>
        </p:nvGrpSpPr>
        <p:grpSpPr>
          <a:xfrm>
            <a:off x="976070" y="2631155"/>
            <a:ext cx="256344" cy="68100"/>
            <a:chOff x="781167" y="5925573"/>
            <a:chExt cx="256344" cy="68100"/>
          </a:xfrm>
        </p:grpSpPr>
        <p:sp>
          <p:nvSpPr>
            <p:cNvPr id="5542" name="Google Shape;5542;g3f58e9f5d1b_0_3042"/>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543" name="Google Shape;5543;g3f58e9f5d1b_0_3042"/>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544" name="Google Shape;5544;g3f58e9f5d1b_0_3042"/>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545" name="Google Shape;5545;g3f58e9f5d1b_0_3042"/>
          <p:cNvSpPr/>
          <p:nvPr>
            <p:ph idx="2" type="pic"/>
          </p:nvPr>
        </p:nvSpPr>
        <p:spPr>
          <a:xfrm>
            <a:off x="6766850" y="2522830"/>
            <a:ext cx="4347900" cy="3970200"/>
          </a:xfrm>
          <a:prstGeom prst="rect">
            <a:avLst/>
          </a:prstGeom>
          <a:noFill/>
          <a:ln>
            <a:noFill/>
          </a:ln>
        </p:spPr>
      </p:sp>
      <p:sp>
        <p:nvSpPr>
          <p:cNvPr id="5546" name="Google Shape;5546;g3f58e9f5d1b_0_3042"/>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547" name="Google Shape;5547;g3f58e9f5d1b_0_3042"/>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5548" name="Google Shape;5548;g3f58e9f5d1b_0_3042"/>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1"/>
                                        </p:tgtEl>
                                        <p:attrNameLst>
                                          <p:attrName>style.visibility</p:attrName>
                                        </p:attrNameLst>
                                      </p:cBhvr>
                                      <p:to>
                                        <p:strVal val="visible"/>
                                      </p:to>
                                    </p:set>
                                    <p:animEffect filter="fade" transition="in">
                                      <p:cBhvr>
                                        <p:cTn dur="500"/>
                                        <p:tgtEl>
                                          <p:spTgt spid="5541"/>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0" st="0"/>
                                            </p:txEl>
                                          </p:spTgt>
                                        </p:tgtEl>
                                        <p:attrNameLst>
                                          <p:attrName>style.visibility</p:attrName>
                                        </p:attrNameLst>
                                      </p:cBhvr>
                                      <p:to>
                                        <p:strVal val="visible"/>
                                      </p:to>
                                    </p:set>
                                    <p:animEffect filter="fade" transition="in">
                                      <p:cBhvr>
                                        <p:cTn dur="500"/>
                                        <p:tgtEl>
                                          <p:spTgt spid="554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1" st="1"/>
                                            </p:txEl>
                                          </p:spTgt>
                                        </p:tgtEl>
                                        <p:attrNameLst>
                                          <p:attrName>style.visibility</p:attrName>
                                        </p:attrNameLst>
                                      </p:cBhvr>
                                      <p:to>
                                        <p:strVal val="visible"/>
                                      </p:to>
                                    </p:set>
                                    <p:animEffect filter="fade" transition="in">
                                      <p:cBhvr>
                                        <p:cTn dur="500"/>
                                        <p:tgtEl>
                                          <p:spTgt spid="554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2" st="2"/>
                                            </p:txEl>
                                          </p:spTgt>
                                        </p:tgtEl>
                                        <p:attrNameLst>
                                          <p:attrName>style.visibility</p:attrName>
                                        </p:attrNameLst>
                                      </p:cBhvr>
                                      <p:to>
                                        <p:strVal val="visible"/>
                                      </p:to>
                                    </p:set>
                                    <p:animEffect filter="fade" transition="in">
                                      <p:cBhvr>
                                        <p:cTn dur="500"/>
                                        <p:tgtEl>
                                          <p:spTgt spid="554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3" st="3"/>
                                            </p:txEl>
                                          </p:spTgt>
                                        </p:tgtEl>
                                        <p:attrNameLst>
                                          <p:attrName>style.visibility</p:attrName>
                                        </p:attrNameLst>
                                      </p:cBhvr>
                                      <p:to>
                                        <p:strVal val="visible"/>
                                      </p:to>
                                    </p:set>
                                    <p:animEffect filter="fade" transition="in">
                                      <p:cBhvr>
                                        <p:cTn dur="500"/>
                                        <p:tgtEl>
                                          <p:spTgt spid="554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4" st="4"/>
                                            </p:txEl>
                                          </p:spTgt>
                                        </p:tgtEl>
                                        <p:attrNameLst>
                                          <p:attrName>style.visibility</p:attrName>
                                        </p:attrNameLst>
                                      </p:cBhvr>
                                      <p:to>
                                        <p:strVal val="visible"/>
                                      </p:to>
                                    </p:set>
                                    <p:animEffect filter="fade" transition="in">
                                      <p:cBhvr>
                                        <p:cTn dur="500"/>
                                        <p:tgtEl>
                                          <p:spTgt spid="554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5" st="5"/>
                                            </p:txEl>
                                          </p:spTgt>
                                        </p:tgtEl>
                                        <p:attrNameLst>
                                          <p:attrName>style.visibility</p:attrName>
                                        </p:attrNameLst>
                                      </p:cBhvr>
                                      <p:to>
                                        <p:strVal val="visible"/>
                                      </p:to>
                                    </p:set>
                                    <p:animEffect filter="fade" transition="in">
                                      <p:cBhvr>
                                        <p:cTn dur="500"/>
                                        <p:tgtEl>
                                          <p:spTgt spid="554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6" st="6"/>
                                            </p:txEl>
                                          </p:spTgt>
                                        </p:tgtEl>
                                        <p:attrNameLst>
                                          <p:attrName>style.visibility</p:attrName>
                                        </p:attrNameLst>
                                      </p:cBhvr>
                                      <p:to>
                                        <p:strVal val="visible"/>
                                      </p:to>
                                    </p:set>
                                    <p:animEffect filter="fade" transition="in">
                                      <p:cBhvr>
                                        <p:cTn dur="500"/>
                                        <p:tgtEl>
                                          <p:spTgt spid="554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7" st="7"/>
                                            </p:txEl>
                                          </p:spTgt>
                                        </p:tgtEl>
                                        <p:attrNameLst>
                                          <p:attrName>style.visibility</p:attrName>
                                        </p:attrNameLst>
                                      </p:cBhvr>
                                      <p:to>
                                        <p:strVal val="visible"/>
                                      </p:to>
                                    </p:set>
                                    <p:animEffect filter="fade" transition="in">
                                      <p:cBhvr>
                                        <p:cTn dur="500"/>
                                        <p:tgtEl>
                                          <p:spTgt spid="5546">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6">
                                            <p:txEl>
                                              <p:pRg end="8" st="8"/>
                                            </p:txEl>
                                          </p:spTgt>
                                        </p:tgtEl>
                                        <p:attrNameLst>
                                          <p:attrName>style.visibility</p:attrName>
                                        </p:attrNameLst>
                                      </p:cBhvr>
                                      <p:to>
                                        <p:strVal val="visible"/>
                                      </p:to>
                                    </p:set>
                                    <p:animEffect filter="fade" transition="in">
                                      <p:cBhvr>
                                        <p:cTn dur="500"/>
                                        <p:tgtEl>
                                          <p:spTgt spid="5546">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45"/>
                                        </p:tgtEl>
                                        <p:attrNameLst>
                                          <p:attrName>style.visibility</p:attrName>
                                        </p:attrNameLst>
                                      </p:cBhvr>
                                      <p:to>
                                        <p:strVal val="visible"/>
                                      </p:to>
                                    </p:set>
                                    <p:animEffect filter="fade" transition="in">
                                      <p:cBhvr>
                                        <p:cTn dur="500"/>
                                        <p:tgtEl>
                                          <p:spTgt spid="55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3">
  <p:cSld name="WA_3Step (H+PIC+NO.+HINT)_3">
    <p:spTree>
      <p:nvGrpSpPr>
        <p:cNvPr id="5549" name="Shape 5549"/>
        <p:cNvGrpSpPr/>
        <p:nvPr/>
      </p:nvGrpSpPr>
      <p:grpSpPr>
        <a:xfrm>
          <a:off x="0" y="0"/>
          <a:ext cx="0" cy="0"/>
          <a:chOff x="0" y="0"/>
          <a:chExt cx="0" cy="0"/>
        </a:xfrm>
      </p:grpSpPr>
      <p:grpSp>
        <p:nvGrpSpPr>
          <p:cNvPr id="5550" name="Google Shape;5550;g3f58e9f5d1b_0_3068"/>
          <p:cNvGrpSpPr/>
          <p:nvPr/>
        </p:nvGrpSpPr>
        <p:grpSpPr>
          <a:xfrm>
            <a:off x="2148127" y="1620732"/>
            <a:ext cx="8449746" cy="4433003"/>
            <a:chOff x="-413326" y="937285"/>
            <a:chExt cx="4433003" cy="4433003"/>
          </a:xfrm>
        </p:grpSpPr>
        <p:sp>
          <p:nvSpPr>
            <p:cNvPr id="5551" name="Google Shape;5551;g3f58e9f5d1b_0_3068"/>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52" name="Google Shape;5552;g3f58e9f5d1b_0_3068"/>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53" name="Google Shape;5553;g3f58e9f5d1b_0_3068"/>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54" name="Google Shape;5554;g3f58e9f5d1b_0_3068"/>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55" name="Google Shape;5555;g3f58e9f5d1b_0_3068"/>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556" name="Google Shape;5556;g3f58e9f5d1b_0_3068"/>
          <p:cNvSpPr/>
          <p:nvPr>
            <p:ph idx="2" type="pic"/>
          </p:nvPr>
        </p:nvSpPr>
        <p:spPr>
          <a:xfrm>
            <a:off x="2699657" y="1900415"/>
            <a:ext cx="7323300" cy="3913500"/>
          </a:xfrm>
          <a:prstGeom prst="rect">
            <a:avLst/>
          </a:prstGeom>
          <a:noFill/>
          <a:ln>
            <a:noFill/>
          </a:ln>
        </p:spPr>
      </p:sp>
      <p:sp>
        <p:nvSpPr>
          <p:cNvPr id="5557" name="Google Shape;5557;g3f58e9f5d1b_0_3068"/>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558" name="Google Shape;5558;g3f58e9f5d1b_0_3068"/>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559" name="Google Shape;5559;g3f58e9f5d1b_0_3068"/>
          <p:cNvGrpSpPr/>
          <p:nvPr/>
        </p:nvGrpSpPr>
        <p:grpSpPr>
          <a:xfrm>
            <a:off x="8589558" y="6331536"/>
            <a:ext cx="256344" cy="68100"/>
            <a:chOff x="781167" y="5836673"/>
            <a:chExt cx="256344" cy="68100"/>
          </a:xfrm>
        </p:grpSpPr>
        <p:sp>
          <p:nvSpPr>
            <p:cNvPr id="5560" name="Google Shape;5560;g3f58e9f5d1b_0_3068"/>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561" name="Google Shape;5561;g3f58e9f5d1b_0_3068"/>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562" name="Google Shape;5562;g3f58e9f5d1b_0_3068"/>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563" name="Google Shape;5563;g3f58e9f5d1b_0_3068"/>
          <p:cNvGrpSpPr/>
          <p:nvPr/>
        </p:nvGrpSpPr>
        <p:grpSpPr>
          <a:xfrm>
            <a:off x="11722369" y="5812872"/>
            <a:ext cx="315939" cy="409183"/>
            <a:chOff x="11575262" y="5512453"/>
            <a:chExt cx="315939" cy="409183"/>
          </a:xfrm>
        </p:grpSpPr>
        <p:sp>
          <p:nvSpPr>
            <p:cNvPr id="5564" name="Google Shape;5564;g3f58e9f5d1b_0_306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65" name="Google Shape;5565;g3f58e9f5d1b_0_306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66" name="Google Shape;5566;g3f58e9f5d1b_0_306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9"/>
                                        </p:tgtEl>
                                        <p:attrNameLst>
                                          <p:attrName>style.visibility</p:attrName>
                                        </p:attrNameLst>
                                      </p:cBhvr>
                                      <p:to>
                                        <p:strVal val="visible"/>
                                      </p:to>
                                    </p:set>
                                    <p:animEffect filter="fade" transition="in">
                                      <p:cBhvr>
                                        <p:cTn dur="500"/>
                                        <p:tgtEl>
                                          <p:spTgt spid="55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62"/>
                                        </p:tgtEl>
                                        <p:attrNameLst>
                                          <p:attrName>style.visibility</p:attrName>
                                        </p:attrNameLst>
                                      </p:cBhvr>
                                      <p:to>
                                        <p:strVal val="visible"/>
                                      </p:to>
                                    </p:set>
                                    <p:animEffect filter="fade" transition="in">
                                      <p:cBhvr>
                                        <p:cTn dur="500"/>
                                        <p:tgtEl>
                                          <p:spTgt spid="5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1">
  <p:cSld name="Q&amp;A+HIELP BUTTON_2_1">
    <p:spTree>
      <p:nvGrpSpPr>
        <p:cNvPr id="5567" name="Shape 5567"/>
        <p:cNvGrpSpPr/>
        <p:nvPr/>
      </p:nvGrpSpPr>
      <p:grpSpPr>
        <a:xfrm>
          <a:off x="0" y="0"/>
          <a:ext cx="0" cy="0"/>
          <a:chOff x="0" y="0"/>
          <a:chExt cx="0" cy="0"/>
        </a:xfrm>
      </p:grpSpPr>
      <p:sp>
        <p:nvSpPr>
          <p:cNvPr id="5568" name="Google Shape;5568;g3f58e9f5d1b_0_3086"/>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569" name="Google Shape;5569;g3f58e9f5d1b_0_3086"/>
          <p:cNvGrpSpPr/>
          <p:nvPr/>
        </p:nvGrpSpPr>
        <p:grpSpPr>
          <a:xfrm>
            <a:off x="-86314" y="851932"/>
            <a:ext cx="324402" cy="390024"/>
            <a:chOff x="948349" y="814223"/>
            <a:chExt cx="2794159" cy="390024"/>
          </a:xfrm>
        </p:grpSpPr>
        <p:sp>
          <p:nvSpPr>
            <p:cNvPr id="5570" name="Google Shape;5570;g3f58e9f5d1b_0_308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1" name="Google Shape;5571;g3f58e9f5d1b_0_308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572" name="Google Shape;5572;g3f58e9f5d1b_0_3086"/>
          <p:cNvGrpSpPr/>
          <p:nvPr/>
        </p:nvGrpSpPr>
        <p:grpSpPr>
          <a:xfrm flipH="1" rot="10800000">
            <a:off x="-86314" y="2415356"/>
            <a:ext cx="324402" cy="390024"/>
            <a:chOff x="948349" y="814223"/>
            <a:chExt cx="2794159" cy="390024"/>
          </a:xfrm>
        </p:grpSpPr>
        <p:sp>
          <p:nvSpPr>
            <p:cNvPr id="5573" name="Google Shape;5573;g3f58e9f5d1b_0_308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4" name="Google Shape;5574;g3f58e9f5d1b_0_308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75" name="Google Shape;5575;g3f58e9f5d1b_0_3086"/>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6" name="Google Shape;5576;g3f58e9f5d1b_0_3086"/>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7" name="Google Shape;5577;g3f58e9f5d1b_0_3086"/>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8" name="Google Shape;5578;g3f58e9f5d1b_0_3086"/>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79" name="Google Shape;5579;g3f58e9f5d1b_0_3086"/>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80" name="Google Shape;5580;g3f58e9f5d1b_0_3086"/>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581" name="Google Shape;5581;g3f58e9f5d1b_0_3086"/>
          <p:cNvGrpSpPr/>
          <p:nvPr/>
        </p:nvGrpSpPr>
        <p:grpSpPr>
          <a:xfrm>
            <a:off x="976070" y="2631155"/>
            <a:ext cx="256344" cy="68100"/>
            <a:chOff x="781167" y="5925573"/>
            <a:chExt cx="256344" cy="68100"/>
          </a:xfrm>
        </p:grpSpPr>
        <p:sp>
          <p:nvSpPr>
            <p:cNvPr id="5582" name="Google Shape;5582;g3f58e9f5d1b_0_3086"/>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583" name="Google Shape;5583;g3f58e9f5d1b_0_3086"/>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584" name="Google Shape;5584;g3f58e9f5d1b_0_3086"/>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585" name="Google Shape;5585;g3f58e9f5d1b_0_3086"/>
          <p:cNvSpPr/>
          <p:nvPr>
            <p:ph idx="2" type="pic"/>
          </p:nvPr>
        </p:nvSpPr>
        <p:spPr>
          <a:xfrm>
            <a:off x="6766850" y="2522830"/>
            <a:ext cx="4347900" cy="3970200"/>
          </a:xfrm>
          <a:prstGeom prst="rect">
            <a:avLst/>
          </a:prstGeom>
          <a:noFill/>
          <a:ln>
            <a:noFill/>
          </a:ln>
        </p:spPr>
      </p:sp>
      <p:sp>
        <p:nvSpPr>
          <p:cNvPr id="5586" name="Google Shape;5586;g3f58e9f5d1b_0_3086"/>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1"/>
                                        </p:tgtEl>
                                        <p:attrNameLst>
                                          <p:attrName>style.visibility</p:attrName>
                                        </p:attrNameLst>
                                      </p:cBhvr>
                                      <p:to>
                                        <p:strVal val="visible"/>
                                      </p:to>
                                    </p:set>
                                    <p:animEffect filter="fade" transition="in">
                                      <p:cBhvr>
                                        <p:cTn dur="500"/>
                                        <p:tgtEl>
                                          <p:spTgt spid="5581"/>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0" st="0"/>
                                            </p:txEl>
                                          </p:spTgt>
                                        </p:tgtEl>
                                        <p:attrNameLst>
                                          <p:attrName>style.visibility</p:attrName>
                                        </p:attrNameLst>
                                      </p:cBhvr>
                                      <p:to>
                                        <p:strVal val="visible"/>
                                      </p:to>
                                    </p:set>
                                    <p:animEffect filter="fade" transition="in">
                                      <p:cBhvr>
                                        <p:cTn dur="500"/>
                                        <p:tgtEl>
                                          <p:spTgt spid="558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1" st="1"/>
                                            </p:txEl>
                                          </p:spTgt>
                                        </p:tgtEl>
                                        <p:attrNameLst>
                                          <p:attrName>style.visibility</p:attrName>
                                        </p:attrNameLst>
                                      </p:cBhvr>
                                      <p:to>
                                        <p:strVal val="visible"/>
                                      </p:to>
                                    </p:set>
                                    <p:animEffect filter="fade" transition="in">
                                      <p:cBhvr>
                                        <p:cTn dur="500"/>
                                        <p:tgtEl>
                                          <p:spTgt spid="558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2" st="2"/>
                                            </p:txEl>
                                          </p:spTgt>
                                        </p:tgtEl>
                                        <p:attrNameLst>
                                          <p:attrName>style.visibility</p:attrName>
                                        </p:attrNameLst>
                                      </p:cBhvr>
                                      <p:to>
                                        <p:strVal val="visible"/>
                                      </p:to>
                                    </p:set>
                                    <p:animEffect filter="fade" transition="in">
                                      <p:cBhvr>
                                        <p:cTn dur="500"/>
                                        <p:tgtEl>
                                          <p:spTgt spid="558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3" st="3"/>
                                            </p:txEl>
                                          </p:spTgt>
                                        </p:tgtEl>
                                        <p:attrNameLst>
                                          <p:attrName>style.visibility</p:attrName>
                                        </p:attrNameLst>
                                      </p:cBhvr>
                                      <p:to>
                                        <p:strVal val="visible"/>
                                      </p:to>
                                    </p:set>
                                    <p:animEffect filter="fade" transition="in">
                                      <p:cBhvr>
                                        <p:cTn dur="500"/>
                                        <p:tgtEl>
                                          <p:spTgt spid="558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4" st="4"/>
                                            </p:txEl>
                                          </p:spTgt>
                                        </p:tgtEl>
                                        <p:attrNameLst>
                                          <p:attrName>style.visibility</p:attrName>
                                        </p:attrNameLst>
                                      </p:cBhvr>
                                      <p:to>
                                        <p:strVal val="visible"/>
                                      </p:to>
                                    </p:set>
                                    <p:animEffect filter="fade" transition="in">
                                      <p:cBhvr>
                                        <p:cTn dur="500"/>
                                        <p:tgtEl>
                                          <p:spTgt spid="558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5" st="5"/>
                                            </p:txEl>
                                          </p:spTgt>
                                        </p:tgtEl>
                                        <p:attrNameLst>
                                          <p:attrName>style.visibility</p:attrName>
                                        </p:attrNameLst>
                                      </p:cBhvr>
                                      <p:to>
                                        <p:strVal val="visible"/>
                                      </p:to>
                                    </p:set>
                                    <p:animEffect filter="fade" transition="in">
                                      <p:cBhvr>
                                        <p:cTn dur="500"/>
                                        <p:tgtEl>
                                          <p:spTgt spid="558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6" st="6"/>
                                            </p:txEl>
                                          </p:spTgt>
                                        </p:tgtEl>
                                        <p:attrNameLst>
                                          <p:attrName>style.visibility</p:attrName>
                                        </p:attrNameLst>
                                      </p:cBhvr>
                                      <p:to>
                                        <p:strVal val="visible"/>
                                      </p:to>
                                    </p:set>
                                    <p:animEffect filter="fade" transition="in">
                                      <p:cBhvr>
                                        <p:cTn dur="500"/>
                                        <p:tgtEl>
                                          <p:spTgt spid="558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7" st="7"/>
                                            </p:txEl>
                                          </p:spTgt>
                                        </p:tgtEl>
                                        <p:attrNameLst>
                                          <p:attrName>style.visibility</p:attrName>
                                        </p:attrNameLst>
                                      </p:cBhvr>
                                      <p:to>
                                        <p:strVal val="visible"/>
                                      </p:to>
                                    </p:set>
                                    <p:animEffect filter="fade" transition="in">
                                      <p:cBhvr>
                                        <p:cTn dur="500"/>
                                        <p:tgtEl>
                                          <p:spTgt spid="5586">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6">
                                            <p:txEl>
                                              <p:pRg end="8" st="8"/>
                                            </p:txEl>
                                          </p:spTgt>
                                        </p:tgtEl>
                                        <p:attrNameLst>
                                          <p:attrName>style.visibility</p:attrName>
                                        </p:attrNameLst>
                                      </p:cBhvr>
                                      <p:to>
                                        <p:strVal val="visible"/>
                                      </p:to>
                                    </p:set>
                                    <p:animEffect filter="fade" transition="in">
                                      <p:cBhvr>
                                        <p:cTn dur="500"/>
                                        <p:tgtEl>
                                          <p:spTgt spid="5586">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585"/>
                                        </p:tgtEl>
                                        <p:attrNameLst>
                                          <p:attrName>style.visibility</p:attrName>
                                        </p:attrNameLst>
                                      </p:cBhvr>
                                      <p:to>
                                        <p:strVal val="visible"/>
                                      </p:to>
                                    </p:set>
                                    <p:animEffect filter="fade" transition="in">
                                      <p:cBhvr>
                                        <p:cTn dur="500"/>
                                        <p:tgtEl>
                                          <p:spTgt spid="5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without grid background">
  <p:cSld name="1_Comparison without grid background">
    <p:spTree>
      <p:nvGrpSpPr>
        <p:cNvPr id="5587" name="Shape 5587"/>
        <p:cNvGrpSpPr/>
        <p:nvPr/>
      </p:nvGrpSpPr>
      <p:grpSpPr>
        <a:xfrm>
          <a:off x="0" y="0"/>
          <a:ext cx="0" cy="0"/>
          <a:chOff x="0" y="0"/>
          <a:chExt cx="0" cy="0"/>
        </a:xfrm>
      </p:grpSpPr>
      <p:cxnSp>
        <p:nvCxnSpPr>
          <p:cNvPr id="5588" name="Google Shape;5588;g3f58e9f5d1b_0_3106"/>
          <p:cNvCxnSpPr/>
          <p:nvPr/>
        </p:nvCxnSpPr>
        <p:spPr>
          <a:xfrm>
            <a:off x="6076950" y="0"/>
            <a:ext cx="0" cy="6858000"/>
          </a:xfrm>
          <a:prstGeom prst="straightConnector1">
            <a:avLst/>
          </a:prstGeom>
          <a:noFill/>
          <a:ln cap="rnd" cmpd="sng" w="9525">
            <a:solidFill>
              <a:srgbClr val="05FDFF"/>
            </a:solidFill>
            <a:prstDash val="solid"/>
            <a:round/>
            <a:headEnd len="sm" w="sm" type="none"/>
            <a:tailEnd len="sm" w="sm" type="none"/>
          </a:ln>
        </p:spPr>
      </p:cxnSp>
      <p:grpSp>
        <p:nvGrpSpPr>
          <p:cNvPr id="5589" name="Google Shape;5589;g3f58e9f5d1b_0_3106"/>
          <p:cNvGrpSpPr/>
          <p:nvPr/>
        </p:nvGrpSpPr>
        <p:grpSpPr>
          <a:xfrm>
            <a:off x="820245" y="1832091"/>
            <a:ext cx="4380250" cy="4397982"/>
            <a:chOff x="-413326" y="937285"/>
            <a:chExt cx="4433003" cy="4433003"/>
          </a:xfrm>
        </p:grpSpPr>
        <p:sp>
          <p:nvSpPr>
            <p:cNvPr id="5590" name="Google Shape;5590;g3f58e9f5d1b_0_31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1" name="Google Shape;5591;g3f58e9f5d1b_0_31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2" name="Google Shape;5592;g3f58e9f5d1b_0_31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3" name="Google Shape;5593;g3f58e9f5d1b_0_31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594" name="Google Shape;5594;g3f58e9f5d1b_0_3106"/>
          <p:cNvGrpSpPr/>
          <p:nvPr/>
        </p:nvGrpSpPr>
        <p:grpSpPr>
          <a:xfrm>
            <a:off x="7114933" y="1832091"/>
            <a:ext cx="4380250" cy="4397982"/>
            <a:chOff x="-413326" y="937285"/>
            <a:chExt cx="4433003" cy="4433003"/>
          </a:xfrm>
        </p:grpSpPr>
        <p:sp>
          <p:nvSpPr>
            <p:cNvPr id="5595" name="Google Shape;5595;g3f58e9f5d1b_0_31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6" name="Google Shape;5596;g3f58e9f5d1b_0_31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7" name="Google Shape;5597;g3f58e9f5d1b_0_31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98" name="Google Shape;5598;g3f58e9f5d1b_0_31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99" name="Google Shape;5599;g3f58e9f5d1b_0_3106"/>
          <p:cNvSpPr txBox="1"/>
          <p:nvPr>
            <p:ph idx="1" type="body"/>
          </p:nvPr>
        </p:nvSpPr>
        <p:spPr>
          <a:xfrm>
            <a:off x="517788"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00" name="Google Shape;5600;g3f58e9f5d1b_0_3106"/>
          <p:cNvSpPr txBox="1"/>
          <p:nvPr>
            <p:ph idx="2" type="body"/>
          </p:nvPr>
        </p:nvSpPr>
        <p:spPr>
          <a:xfrm>
            <a:off x="6720350"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01" name="Google Shape;5601;g3f58e9f5d1b_0_3106"/>
          <p:cNvSpPr txBox="1"/>
          <p:nvPr>
            <p:ph idx="3" type="body"/>
          </p:nvPr>
        </p:nvSpPr>
        <p:spPr>
          <a:xfrm>
            <a:off x="1157569"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02" name="Google Shape;5602;g3f58e9f5d1b_0_3106"/>
          <p:cNvSpPr txBox="1"/>
          <p:nvPr>
            <p:ph idx="4" type="body"/>
          </p:nvPr>
        </p:nvSpPr>
        <p:spPr>
          <a:xfrm>
            <a:off x="7446690"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599"/>
                                        </p:tgtEl>
                                        <p:attrNameLst>
                                          <p:attrName>style.visibility</p:attrName>
                                        </p:attrNameLst>
                                      </p:cBhvr>
                                      <p:to>
                                        <p:strVal val="visible"/>
                                      </p:to>
                                    </p:set>
                                    <p:anim calcmode="lin" valueType="num">
                                      <p:cBhvr additive="base">
                                        <p:cTn dur="500"/>
                                        <p:tgtEl>
                                          <p:spTgt spid="559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600"/>
                                        </p:tgtEl>
                                        <p:attrNameLst>
                                          <p:attrName>style.visibility</p:attrName>
                                        </p:attrNameLst>
                                      </p:cBhvr>
                                      <p:to>
                                        <p:strVal val="visible"/>
                                      </p:to>
                                    </p:set>
                                    <p:anim calcmode="lin" valueType="num">
                                      <p:cBhvr additive="base">
                                        <p:cTn dur="500"/>
                                        <p:tgtEl>
                                          <p:spTgt spid="5600"/>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5589"/>
                                        </p:tgtEl>
                                        <p:attrNameLst>
                                          <p:attrName>style.visibility</p:attrName>
                                        </p:attrNameLst>
                                      </p:cBhvr>
                                      <p:to>
                                        <p:strVal val="visible"/>
                                      </p:to>
                                    </p:set>
                                    <p:anim calcmode="lin" valueType="num">
                                      <p:cBhvr additive="base">
                                        <p:cTn dur="2250"/>
                                        <p:tgtEl>
                                          <p:spTgt spid="5589"/>
                                        </p:tgtEl>
                                        <p:attrNameLst>
                                          <p:attrName>ppt_w</p:attrName>
                                        </p:attrNameLst>
                                      </p:cBhvr>
                                      <p:tavLst>
                                        <p:tav fmla="" tm="0">
                                          <p:val>
                                            <p:strVal val="0"/>
                                          </p:val>
                                        </p:tav>
                                        <p:tav fmla="" tm="100000">
                                          <p:val>
                                            <p:strVal val="#ppt_w"/>
                                          </p:val>
                                        </p:tav>
                                      </p:tavLst>
                                    </p:anim>
                                    <p:anim calcmode="lin" valueType="num">
                                      <p:cBhvr additive="base">
                                        <p:cTn dur="2250"/>
                                        <p:tgtEl>
                                          <p:spTgt spid="558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94"/>
                                        </p:tgtEl>
                                        <p:attrNameLst>
                                          <p:attrName>style.visibility</p:attrName>
                                        </p:attrNameLst>
                                      </p:cBhvr>
                                      <p:to>
                                        <p:strVal val="visible"/>
                                      </p:to>
                                    </p:set>
                                    <p:anim calcmode="lin" valueType="num">
                                      <p:cBhvr additive="base">
                                        <p:cTn dur="2250"/>
                                        <p:tgtEl>
                                          <p:spTgt spid="5594"/>
                                        </p:tgtEl>
                                        <p:attrNameLst>
                                          <p:attrName>ppt_w</p:attrName>
                                        </p:attrNameLst>
                                      </p:cBhvr>
                                      <p:tavLst>
                                        <p:tav fmla="" tm="0">
                                          <p:val>
                                            <p:strVal val="0"/>
                                          </p:val>
                                        </p:tav>
                                        <p:tav fmla="" tm="100000">
                                          <p:val>
                                            <p:strVal val="#ppt_w"/>
                                          </p:val>
                                        </p:tav>
                                      </p:tavLst>
                                    </p:anim>
                                    <p:anim calcmode="lin" valueType="num">
                                      <p:cBhvr additive="base">
                                        <p:cTn dur="2250"/>
                                        <p:tgtEl>
                                          <p:spTgt spid="5594"/>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601"/>
                                        </p:tgtEl>
                                        <p:attrNameLst>
                                          <p:attrName>style.visibility</p:attrName>
                                        </p:attrNameLst>
                                      </p:cBhvr>
                                      <p:to>
                                        <p:strVal val="visible"/>
                                      </p:to>
                                    </p:set>
                                    <p:animEffect filter="fade" transition="in">
                                      <p:cBhvr>
                                        <p:cTn dur="500"/>
                                        <p:tgtEl>
                                          <p:spTgt spid="5601"/>
                                        </p:tgtEl>
                                      </p:cBhvr>
                                    </p:animEffect>
                                  </p:childTnLst>
                                </p:cTn>
                              </p:par>
                              <p:par>
                                <p:cTn fill="hold" nodeType="withEffect" presetClass="entr" presetID="10" presetSubtype="0">
                                  <p:stCondLst>
                                    <p:cond delay="0"/>
                                  </p:stCondLst>
                                  <p:childTnLst>
                                    <p:set>
                                      <p:cBhvr>
                                        <p:cTn dur="1" fill="hold">
                                          <p:stCondLst>
                                            <p:cond delay="0"/>
                                          </p:stCondLst>
                                        </p:cTn>
                                        <p:tgtEl>
                                          <p:spTgt spid="5602"/>
                                        </p:tgtEl>
                                        <p:attrNameLst>
                                          <p:attrName>style.visibility</p:attrName>
                                        </p:attrNameLst>
                                      </p:cBhvr>
                                      <p:to>
                                        <p:strVal val="visible"/>
                                      </p:to>
                                    </p:set>
                                    <p:animEffect filter="fade" transition="in">
                                      <p:cBhvr>
                                        <p:cTn dur="500"/>
                                        <p:tgtEl>
                                          <p:spTgt spid="5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4">
  <p:cSld name="WA_3Step (H+PIC+NO.+HINT)_4">
    <p:spTree>
      <p:nvGrpSpPr>
        <p:cNvPr id="5603" name="Shape 5603"/>
        <p:cNvGrpSpPr/>
        <p:nvPr/>
      </p:nvGrpSpPr>
      <p:grpSpPr>
        <a:xfrm>
          <a:off x="0" y="0"/>
          <a:ext cx="0" cy="0"/>
          <a:chOff x="0" y="0"/>
          <a:chExt cx="0" cy="0"/>
        </a:xfrm>
      </p:grpSpPr>
      <p:grpSp>
        <p:nvGrpSpPr>
          <p:cNvPr id="5604" name="Google Shape;5604;g3f58e9f5d1b_0_3122"/>
          <p:cNvGrpSpPr/>
          <p:nvPr/>
        </p:nvGrpSpPr>
        <p:grpSpPr>
          <a:xfrm>
            <a:off x="2148127" y="1620732"/>
            <a:ext cx="8449746" cy="4433003"/>
            <a:chOff x="-413326" y="937285"/>
            <a:chExt cx="4433003" cy="4433003"/>
          </a:xfrm>
        </p:grpSpPr>
        <p:sp>
          <p:nvSpPr>
            <p:cNvPr id="5605" name="Google Shape;5605;g3f58e9f5d1b_0_312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06" name="Google Shape;5606;g3f58e9f5d1b_0_312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07" name="Google Shape;5607;g3f58e9f5d1b_0_312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08" name="Google Shape;5608;g3f58e9f5d1b_0_312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609" name="Google Shape;5609;g3f58e9f5d1b_0_312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610" name="Google Shape;5610;g3f58e9f5d1b_0_3122"/>
          <p:cNvSpPr/>
          <p:nvPr>
            <p:ph idx="2" type="pic"/>
          </p:nvPr>
        </p:nvSpPr>
        <p:spPr>
          <a:xfrm>
            <a:off x="2699657" y="1900415"/>
            <a:ext cx="7323300" cy="3913500"/>
          </a:xfrm>
          <a:prstGeom prst="rect">
            <a:avLst/>
          </a:prstGeom>
          <a:noFill/>
          <a:ln>
            <a:noFill/>
          </a:ln>
        </p:spPr>
      </p:sp>
      <p:sp>
        <p:nvSpPr>
          <p:cNvPr id="5611" name="Google Shape;5611;g3f58e9f5d1b_0_312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12" name="Google Shape;5612;g3f58e9f5d1b_0_312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613" name="Google Shape;5613;g3f58e9f5d1b_0_3122"/>
          <p:cNvGrpSpPr/>
          <p:nvPr/>
        </p:nvGrpSpPr>
        <p:grpSpPr>
          <a:xfrm>
            <a:off x="8589558" y="6331536"/>
            <a:ext cx="256344" cy="68100"/>
            <a:chOff x="781167" y="5836673"/>
            <a:chExt cx="256344" cy="68100"/>
          </a:xfrm>
        </p:grpSpPr>
        <p:sp>
          <p:nvSpPr>
            <p:cNvPr id="5614" name="Google Shape;5614;g3f58e9f5d1b_0_3122"/>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615" name="Google Shape;5615;g3f58e9f5d1b_0_3122"/>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616" name="Google Shape;5616;g3f58e9f5d1b_0_3122"/>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617" name="Google Shape;5617;g3f58e9f5d1b_0_3122"/>
          <p:cNvGrpSpPr/>
          <p:nvPr/>
        </p:nvGrpSpPr>
        <p:grpSpPr>
          <a:xfrm>
            <a:off x="11722369" y="5812872"/>
            <a:ext cx="315939" cy="409183"/>
            <a:chOff x="11575262" y="5512453"/>
            <a:chExt cx="315939" cy="409183"/>
          </a:xfrm>
        </p:grpSpPr>
        <p:sp>
          <p:nvSpPr>
            <p:cNvPr id="5618" name="Google Shape;5618;g3f58e9f5d1b_0_3122"/>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19" name="Google Shape;5619;g3f58e9f5d1b_0_3122"/>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20" name="Google Shape;5620;g3f58e9f5d1b_0_3122"/>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3"/>
                                        </p:tgtEl>
                                        <p:attrNameLst>
                                          <p:attrName>style.visibility</p:attrName>
                                        </p:attrNameLst>
                                      </p:cBhvr>
                                      <p:to>
                                        <p:strVal val="visible"/>
                                      </p:to>
                                    </p:set>
                                    <p:animEffect filter="fade" transition="in">
                                      <p:cBhvr>
                                        <p:cTn dur="500"/>
                                        <p:tgtEl>
                                          <p:spTgt spid="56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16"/>
                                        </p:tgtEl>
                                        <p:attrNameLst>
                                          <p:attrName>style.visibility</p:attrName>
                                        </p:attrNameLst>
                                      </p:cBhvr>
                                      <p:to>
                                        <p:strVal val="visible"/>
                                      </p:to>
                                    </p:set>
                                    <p:animEffect filter="fade" transition="in">
                                      <p:cBhvr>
                                        <p:cTn dur="500"/>
                                        <p:tgtEl>
                                          <p:spTgt spid="5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4">
  <p:cSld name="Q&amp;A+HIELP BUTTON_4">
    <p:spTree>
      <p:nvGrpSpPr>
        <p:cNvPr id="5621" name="Shape 5621"/>
        <p:cNvGrpSpPr/>
        <p:nvPr/>
      </p:nvGrpSpPr>
      <p:grpSpPr>
        <a:xfrm>
          <a:off x="0" y="0"/>
          <a:ext cx="0" cy="0"/>
          <a:chOff x="0" y="0"/>
          <a:chExt cx="0" cy="0"/>
        </a:xfrm>
      </p:grpSpPr>
      <p:sp>
        <p:nvSpPr>
          <p:cNvPr id="5622" name="Google Shape;5622;g3f58e9f5d1b_0_3140"/>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623" name="Google Shape;5623;g3f58e9f5d1b_0_3140"/>
          <p:cNvGrpSpPr/>
          <p:nvPr/>
        </p:nvGrpSpPr>
        <p:grpSpPr>
          <a:xfrm>
            <a:off x="-86314" y="851932"/>
            <a:ext cx="324402" cy="390024"/>
            <a:chOff x="948349" y="814223"/>
            <a:chExt cx="2794159" cy="390024"/>
          </a:xfrm>
        </p:grpSpPr>
        <p:sp>
          <p:nvSpPr>
            <p:cNvPr id="5624" name="Google Shape;5624;g3f58e9f5d1b_0_314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25" name="Google Shape;5625;g3f58e9f5d1b_0_314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626" name="Google Shape;5626;g3f58e9f5d1b_0_3140"/>
          <p:cNvGrpSpPr/>
          <p:nvPr/>
        </p:nvGrpSpPr>
        <p:grpSpPr>
          <a:xfrm flipH="1" rot="10800000">
            <a:off x="-86314" y="2415356"/>
            <a:ext cx="324402" cy="390024"/>
            <a:chOff x="948349" y="814223"/>
            <a:chExt cx="2794159" cy="390024"/>
          </a:xfrm>
        </p:grpSpPr>
        <p:sp>
          <p:nvSpPr>
            <p:cNvPr id="5627" name="Google Shape;5627;g3f58e9f5d1b_0_314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28" name="Google Shape;5628;g3f58e9f5d1b_0_314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629" name="Google Shape;5629;g3f58e9f5d1b_0_3140"/>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0" name="Google Shape;5630;g3f58e9f5d1b_0_3140"/>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1" name="Google Shape;5631;g3f58e9f5d1b_0_3140"/>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2" name="Google Shape;5632;g3f58e9f5d1b_0_3140"/>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3" name="Google Shape;5633;g3f58e9f5d1b_0_3140"/>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4" name="Google Shape;5634;g3f58e9f5d1b_0_3140"/>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5635" name="Google Shape;5635;g3f58e9f5d1b_0_3140"/>
          <p:cNvGrpSpPr/>
          <p:nvPr/>
        </p:nvGrpSpPr>
        <p:grpSpPr>
          <a:xfrm>
            <a:off x="11490140" y="6059615"/>
            <a:ext cx="315939" cy="409183"/>
            <a:chOff x="11575262" y="5512453"/>
            <a:chExt cx="315939" cy="409183"/>
          </a:xfrm>
        </p:grpSpPr>
        <p:sp>
          <p:nvSpPr>
            <p:cNvPr id="5636" name="Google Shape;5636;g3f58e9f5d1b_0_314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7" name="Google Shape;5637;g3f58e9f5d1b_0_314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38" name="Google Shape;5638;g3f58e9f5d1b_0_314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639" name="Google Shape;5639;g3f58e9f5d1b_0_3140"/>
          <p:cNvGrpSpPr/>
          <p:nvPr/>
        </p:nvGrpSpPr>
        <p:grpSpPr>
          <a:xfrm>
            <a:off x="976070" y="2631155"/>
            <a:ext cx="256344" cy="68100"/>
            <a:chOff x="781167" y="5925573"/>
            <a:chExt cx="256344" cy="68100"/>
          </a:xfrm>
        </p:grpSpPr>
        <p:sp>
          <p:nvSpPr>
            <p:cNvPr id="5640" name="Google Shape;5640;g3f58e9f5d1b_0_3140"/>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641" name="Google Shape;5641;g3f58e9f5d1b_0_3140"/>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642" name="Google Shape;5642;g3f58e9f5d1b_0_3140"/>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43" name="Google Shape;5643;g3f58e9f5d1b_0_3140"/>
          <p:cNvSpPr/>
          <p:nvPr>
            <p:ph idx="2" type="pic"/>
          </p:nvPr>
        </p:nvSpPr>
        <p:spPr>
          <a:xfrm>
            <a:off x="6766850" y="2522830"/>
            <a:ext cx="4347900" cy="3970200"/>
          </a:xfrm>
          <a:prstGeom prst="rect">
            <a:avLst/>
          </a:prstGeom>
          <a:noFill/>
          <a:ln>
            <a:noFill/>
          </a:ln>
        </p:spPr>
      </p:sp>
      <p:sp>
        <p:nvSpPr>
          <p:cNvPr id="5644" name="Google Shape;5644;g3f58e9f5d1b_0_3140"/>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45" name="Google Shape;5645;g3f58e9f5d1b_0_3140"/>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5646" name="Google Shape;5646;g3f58e9f5d1b_0_3140"/>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9"/>
                                        </p:tgtEl>
                                        <p:attrNameLst>
                                          <p:attrName>style.visibility</p:attrName>
                                        </p:attrNameLst>
                                      </p:cBhvr>
                                      <p:to>
                                        <p:strVal val="visible"/>
                                      </p:to>
                                    </p:set>
                                    <p:animEffect filter="fade" transition="in">
                                      <p:cBhvr>
                                        <p:cTn dur="500"/>
                                        <p:tgtEl>
                                          <p:spTgt spid="5639"/>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0" st="0"/>
                                            </p:txEl>
                                          </p:spTgt>
                                        </p:tgtEl>
                                        <p:attrNameLst>
                                          <p:attrName>style.visibility</p:attrName>
                                        </p:attrNameLst>
                                      </p:cBhvr>
                                      <p:to>
                                        <p:strVal val="visible"/>
                                      </p:to>
                                    </p:set>
                                    <p:animEffect filter="fade" transition="in">
                                      <p:cBhvr>
                                        <p:cTn dur="500"/>
                                        <p:tgtEl>
                                          <p:spTgt spid="564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1" st="1"/>
                                            </p:txEl>
                                          </p:spTgt>
                                        </p:tgtEl>
                                        <p:attrNameLst>
                                          <p:attrName>style.visibility</p:attrName>
                                        </p:attrNameLst>
                                      </p:cBhvr>
                                      <p:to>
                                        <p:strVal val="visible"/>
                                      </p:to>
                                    </p:set>
                                    <p:animEffect filter="fade" transition="in">
                                      <p:cBhvr>
                                        <p:cTn dur="500"/>
                                        <p:tgtEl>
                                          <p:spTgt spid="564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2" st="2"/>
                                            </p:txEl>
                                          </p:spTgt>
                                        </p:tgtEl>
                                        <p:attrNameLst>
                                          <p:attrName>style.visibility</p:attrName>
                                        </p:attrNameLst>
                                      </p:cBhvr>
                                      <p:to>
                                        <p:strVal val="visible"/>
                                      </p:to>
                                    </p:set>
                                    <p:animEffect filter="fade" transition="in">
                                      <p:cBhvr>
                                        <p:cTn dur="500"/>
                                        <p:tgtEl>
                                          <p:spTgt spid="564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3" st="3"/>
                                            </p:txEl>
                                          </p:spTgt>
                                        </p:tgtEl>
                                        <p:attrNameLst>
                                          <p:attrName>style.visibility</p:attrName>
                                        </p:attrNameLst>
                                      </p:cBhvr>
                                      <p:to>
                                        <p:strVal val="visible"/>
                                      </p:to>
                                    </p:set>
                                    <p:animEffect filter="fade" transition="in">
                                      <p:cBhvr>
                                        <p:cTn dur="500"/>
                                        <p:tgtEl>
                                          <p:spTgt spid="564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4" st="4"/>
                                            </p:txEl>
                                          </p:spTgt>
                                        </p:tgtEl>
                                        <p:attrNameLst>
                                          <p:attrName>style.visibility</p:attrName>
                                        </p:attrNameLst>
                                      </p:cBhvr>
                                      <p:to>
                                        <p:strVal val="visible"/>
                                      </p:to>
                                    </p:set>
                                    <p:animEffect filter="fade" transition="in">
                                      <p:cBhvr>
                                        <p:cTn dur="500"/>
                                        <p:tgtEl>
                                          <p:spTgt spid="564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5" st="5"/>
                                            </p:txEl>
                                          </p:spTgt>
                                        </p:tgtEl>
                                        <p:attrNameLst>
                                          <p:attrName>style.visibility</p:attrName>
                                        </p:attrNameLst>
                                      </p:cBhvr>
                                      <p:to>
                                        <p:strVal val="visible"/>
                                      </p:to>
                                    </p:set>
                                    <p:animEffect filter="fade" transition="in">
                                      <p:cBhvr>
                                        <p:cTn dur="500"/>
                                        <p:tgtEl>
                                          <p:spTgt spid="564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6" st="6"/>
                                            </p:txEl>
                                          </p:spTgt>
                                        </p:tgtEl>
                                        <p:attrNameLst>
                                          <p:attrName>style.visibility</p:attrName>
                                        </p:attrNameLst>
                                      </p:cBhvr>
                                      <p:to>
                                        <p:strVal val="visible"/>
                                      </p:to>
                                    </p:set>
                                    <p:animEffect filter="fade" transition="in">
                                      <p:cBhvr>
                                        <p:cTn dur="500"/>
                                        <p:tgtEl>
                                          <p:spTgt spid="564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7" st="7"/>
                                            </p:txEl>
                                          </p:spTgt>
                                        </p:tgtEl>
                                        <p:attrNameLst>
                                          <p:attrName>style.visibility</p:attrName>
                                        </p:attrNameLst>
                                      </p:cBhvr>
                                      <p:to>
                                        <p:strVal val="visible"/>
                                      </p:to>
                                    </p:set>
                                    <p:animEffect filter="fade" transition="in">
                                      <p:cBhvr>
                                        <p:cTn dur="500"/>
                                        <p:tgtEl>
                                          <p:spTgt spid="564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4">
                                            <p:txEl>
                                              <p:pRg end="8" st="8"/>
                                            </p:txEl>
                                          </p:spTgt>
                                        </p:tgtEl>
                                        <p:attrNameLst>
                                          <p:attrName>style.visibility</p:attrName>
                                        </p:attrNameLst>
                                      </p:cBhvr>
                                      <p:to>
                                        <p:strVal val="visible"/>
                                      </p:to>
                                    </p:set>
                                    <p:animEffect filter="fade" transition="in">
                                      <p:cBhvr>
                                        <p:cTn dur="500"/>
                                        <p:tgtEl>
                                          <p:spTgt spid="564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643"/>
                                        </p:tgtEl>
                                        <p:attrNameLst>
                                          <p:attrName>style.visibility</p:attrName>
                                        </p:attrNameLst>
                                      </p:cBhvr>
                                      <p:to>
                                        <p:strVal val="visible"/>
                                      </p:to>
                                    </p:set>
                                    <p:animEffect filter="fade" transition="in">
                                      <p:cBhvr>
                                        <p:cTn dur="500"/>
                                        <p:tgtEl>
                                          <p:spTgt spid="5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3">
  <p:cSld name="WA_3Step (H+PIC+NO.+HINT)_1_3">
    <p:spTree>
      <p:nvGrpSpPr>
        <p:cNvPr id="5647" name="Shape 5647"/>
        <p:cNvGrpSpPr/>
        <p:nvPr/>
      </p:nvGrpSpPr>
      <p:grpSpPr>
        <a:xfrm>
          <a:off x="0" y="0"/>
          <a:ext cx="0" cy="0"/>
          <a:chOff x="0" y="0"/>
          <a:chExt cx="0" cy="0"/>
        </a:xfrm>
      </p:grpSpPr>
      <p:grpSp>
        <p:nvGrpSpPr>
          <p:cNvPr id="5648" name="Google Shape;5648;g3f58e9f5d1b_0_3166"/>
          <p:cNvGrpSpPr/>
          <p:nvPr/>
        </p:nvGrpSpPr>
        <p:grpSpPr>
          <a:xfrm>
            <a:off x="1843327" y="1239732"/>
            <a:ext cx="8449746" cy="4433003"/>
            <a:chOff x="-413326" y="937285"/>
            <a:chExt cx="4433003" cy="4433003"/>
          </a:xfrm>
        </p:grpSpPr>
        <p:sp>
          <p:nvSpPr>
            <p:cNvPr id="5649" name="Google Shape;5649;g3f58e9f5d1b_0_316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50" name="Google Shape;5650;g3f58e9f5d1b_0_316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51" name="Google Shape;5651;g3f58e9f5d1b_0_316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52" name="Google Shape;5652;g3f58e9f5d1b_0_316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653" name="Google Shape;5653;g3f58e9f5d1b_0_316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654" name="Google Shape;5654;g3f58e9f5d1b_0_3166"/>
          <p:cNvSpPr/>
          <p:nvPr>
            <p:ph idx="2" type="pic"/>
          </p:nvPr>
        </p:nvSpPr>
        <p:spPr>
          <a:xfrm>
            <a:off x="2394857" y="1519415"/>
            <a:ext cx="7323300" cy="3913500"/>
          </a:xfrm>
          <a:prstGeom prst="rect">
            <a:avLst/>
          </a:prstGeom>
          <a:noFill/>
          <a:ln>
            <a:noFill/>
          </a:ln>
        </p:spPr>
      </p:sp>
      <p:sp>
        <p:nvSpPr>
          <p:cNvPr id="5655" name="Google Shape;5655;g3f58e9f5d1b_0_316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656" name="Google Shape;5656;g3f58e9f5d1b_0_316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1">
  <p:cSld name="Step (H+NO.+TEXT)_1">
    <p:spTree>
      <p:nvGrpSpPr>
        <p:cNvPr id="5657" name="Shape 5657"/>
        <p:cNvGrpSpPr/>
        <p:nvPr/>
      </p:nvGrpSpPr>
      <p:grpSpPr>
        <a:xfrm>
          <a:off x="0" y="0"/>
          <a:ext cx="0" cy="0"/>
          <a:chOff x="0" y="0"/>
          <a:chExt cx="0" cy="0"/>
        </a:xfrm>
      </p:grpSpPr>
      <p:grpSp>
        <p:nvGrpSpPr>
          <p:cNvPr id="5658" name="Google Shape;5658;g3f58e9f5d1b_0_3176"/>
          <p:cNvGrpSpPr/>
          <p:nvPr/>
        </p:nvGrpSpPr>
        <p:grpSpPr>
          <a:xfrm>
            <a:off x="1901128" y="1620732"/>
            <a:ext cx="8944026" cy="4433003"/>
            <a:chOff x="-413326" y="937285"/>
            <a:chExt cx="4433003" cy="4433003"/>
          </a:xfrm>
        </p:grpSpPr>
        <p:sp>
          <p:nvSpPr>
            <p:cNvPr id="5659" name="Google Shape;5659;g3f58e9f5d1b_0_317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60" name="Google Shape;5660;g3f58e9f5d1b_0_317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61" name="Google Shape;5661;g3f58e9f5d1b_0_317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62" name="Google Shape;5662;g3f58e9f5d1b_0_317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663" name="Google Shape;5663;g3f58e9f5d1b_0_317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5664" name="Google Shape;5664;g3f58e9f5d1b_0_317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665" name="Google Shape;5665;g3f58e9f5d1b_0_3176"/>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666" name="Google Shape;5666;g3f58e9f5d1b_0_3176"/>
          <p:cNvGrpSpPr/>
          <p:nvPr/>
        </p:nvGrpSpPr>
        <p:grpSpPr>
          <a:xfrm>
            <a:off x="2678536" y="2168828"/>
            <a:ext cx="595974" cy="158326"/>
            <a:chOff x="781167" y="5836673"/>
            <a:chExt cx="256344" cy="68100"/>
          </a:xfrm>
        </p:grpSpPr>
        <p:sp>
          <p:nvSpPr>
            <p:cNvPr id="5667" name="Google Shape;5667;g3f58e9f5d1b_0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668" name="Google Shape;5668;g3f58e9f5d1b_0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669" name="Google Shape;5669;g3f58e9f5d1b_0_3176"/>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670" name="Google Shape;5670;g3f58e9f5d1b_0_3176"/>
          <p:cNvGrpSpPr/>
          <p:nvPr/>
        </p:nvGrpSpPr>
        <p:grpSpPr>
          <a:xfrm>
            <a:off x="2678536" y="3499662"/>
            <a:ext cx="595974" cy="158326"/>
            <a:chOff x="781167" y="5836673"/>
            <a:chExt cx="256344" cy="68100"/>
          </a:xfrm>
        </p:grpSpPr>
        <p:sp>
          <p:nvSpPr>
            <p:cNvPr id="5671" name="Google Shape;5671;g3f58e9f5d1b_0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672" name="Google Shape;5672;g3f58e9f5d1b_0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673" name="Google Shape;5673;g3f58e9f5d1b_0_3176"/>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674" name="Google Shape;5674;g3f58e9f5d1b_0_3176"/>
          <p:cNvGrpSpPr/>
          <p:nvPr/>
        </p:nvGrpSpPr>
        <p:grpSpPr>
          <a:xfrm>
            <a:off x="2678536" y="4830496"/>
            <a:ext cx="595974" cy="158326"/>
            <a:chOff x="781167" y="5836673"/>
            <a:chExt cx="256344" cy="68100"/>
          </a:xfrm>
        </p:grpSpPr>
        <p:sp>
          <p:nvSpPr>
            <p:cNvPr id="5675" name="Google Shape;5675;g3f58e9f5d1b_0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676" name="Google Shape;5676;g3f58e9f5d1b_0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677" name="Google Shape;5677;g3f58e9f5d1b_0_3176"/>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658"/>
                                        </p:tgtEl>
                                        <p:attrNameLst>
                                          <p:attrName>style.visibility</p:attrName>
                                        </p:attrNameLst>
                                      </p:cBhvr>
                                      <p:to>
                                        <p:strVal val="visible"/>
                                      </p:to>
                                    </p:set>
                                    <p:anim calcmode="lin" valueType="num">
                                      <p:cBhvr additive="base">
                                        <p:cTn dur="2250"/>
                                        <p:tgtEl>
                                          <p:spTgt spid="5658"/>
                                        </p:tgtEl>
                                        <p:attrNameLst>
                                          <p:attrName>ppt_w</p:attrName>
                                        </p:attrNameLst>
                                      </p:cBhvr>
                                      <p:tavLst>
                                        <p:tav fmla="" tm="0">
                                          <p:val>
                                            <p:strVal val="0"/>
                                          </p:val>
                                        </p:tav>
                                        <p:tav fmla="" tm="100000">
                                          <p:val>
                                            <p:strVal val="#ppt_w"/>
                                          </p:val>
                                        </p:tav>
                                      </p:tavLst>
                                    </p:anim>
                                    <p:anim calcmode="lin" valueType="num">
                                      <p:cBhvr additive="base">
                                        <p:cTn dur="2250"/>
                                        <p:tgtEl>
                                          <p:spTgt spid="565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666"/>
                                        </p:tgtEl>
                                        <p:attrNameLst>
                                          <p:attrName>style.visibility</p:attrName>
                                        </p:attrNameLst>
                                      </p:cBhvr>
                                      <p:to>
                                        <p:strVal val="visible"/>
                                      </p:to>
                                    </p:set>
                                    <p:animEffect filter="fade" transition="in">
                                      <p:cBhvr>
                                        <p:cTn dur="500"/>
                                        <p:tgtEl>
                                          <p:spTgt spid="5666"/>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5669"/>
                                        </p:tgtEl>
                                        <p:attrNameLst>
                                          <p:attrName>style.visibility</p:attrName>
                                        </p:attrNameLst>
                                      </p:cBhvr>
                                      <p:to>
                                        <p:strVal val="visible"/>
                                      </p:to>
                                    </p:set>
                                    <p:animEffect filter="fade" transition="in">
                                      <p:cBhvr>
                                        <p:cTn dur="500"/>
                                        <p:tgtEl>
                                          <p:spTgt spid="5669"/>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5670"/>
                                        </p:tgtEl>
                                        <p:attrNameLst>
                                          <p:attrName>style.visibility</p:attrName>
                                        </p:attrNameLst>
                                      </p:cBhvr>
                                      <p:to>
                                        <p:strVal val="visible"/>
                                      </p:to>
                                    </p:set>
                                    <p:animEffect filter="fade" transition="in">
                                      <p:cBhvr>
                                        <p:cTn dur="500"/>
                                        <p:tgtEl>
                                          <p:spTgt spid="5670"/>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5673"/>
                                        </p:tgtEl>
                                        <p:attrNameLst>
                                          <p:attrName>style.visibility</p:attrName>
                                        </p:attrNameLst>
                                      </p:cBhvr>
                                      <p:to>
                                        <p:strVal val="visible"/>
                                      </p:to>
                                    </p:set>
                                    <p:animEffect filter="fade" transition="in">
                                      <p:cBhvr>
                                        <p:cTn dur="500"/>
                                        <p:tgtEl>
                                          <p:spTgt spid="5673"/>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5674"/>
                                        </p:tgtEl>
                                        <p:attrNameLst>
                                          <p:attrName>style.visibility</p:attrName>
                                        </p:attrNameLst>
                                      </p:cBhvr>
                                      <p:to>
                                        <p:strVal val="visible"/>
                                      </p:to>
                                    </p:set>
                                    <p:animEffect filter="fade" transition="in">
                                      <p:cBhvr>
                                        <p:cTn dur="500"/>
                                        <p:tgtEl>
                                          <p:spTgt spid="5674"/>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5677"/>
                                        </p:tgtEl>
                                        <p:attrNameLst>
                                          <p:attrName>style.visibility</p:attrName>
                                        </p:attrNameLst>
                                      </p:cBhvr>
                                      <p:to>
                                        <p:strVal val="visible"/>
                                      </p:to>
                                    </p:set>
                                    <p:animEffect filter="fade" transition="in">
                                      <p:cBhvr>
                                        <p:cTn dur="500"/>
                                        <p:tgtEl>
                                          <p:spTgt spid="5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5">
  <p:cSld name="WA_3Step (H+PIC+NO.+HINT)_5">
    <p:spTree>
      <p:nvGrpSpPr>
        <p:cNvPr id="5678" name="Shape 5678"/>
        <p:cNvGrpSpPr/>
        <p:nvPr/>
      </p:nvGrpSpPr>
      <p:grpSpPr>
        <a:xfrm>
          <a:off x="0" y="0"/>
          <a:ext cx="0" cy="0"/>
          <a:chOff x="0" y="0"/>
          <a:chExt cx="0" cy="0"/>
        </a:xfrm>
      </p:grpSpPr>
      <p:grpSp>
        <p:nvGrpSpPr>
          <p:cNvPr id="5679" name="Google Shape;5679;g3f58e9f5d1b_0_3197"/>
          <p:cNvGrpSpPr/>
          <p:nvPr/>
        </p:nvGrpSpPr>
        <p:grpSpPr>
          <a:xfrm>
            <a:off x="2148127" y="1620732"/>
            <a:ext cx="8449746" cy="4433003"/>
            <a:chOff x="-413326" y="937285"/>
            <a:chExt cx="4433003" cy="4433003"/>
          </a:xfrm>
        </p:grpSpPr>
        <p:sp>
          <p:nvSpPr>
            <p:cNvPr id="5680" name="Google Shape;5680;g3f58e9f5d1b_0_3197"/>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81" name="Google Shape;5681;g3f58e9f5d1b_0_3197"/>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82" name="Google Shape;5682;g3f58e9f5d1b_0_3197"/>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83" name="Google Shape;5683;g3f58e9f5d1b_0_3197"/>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684" name="Google Shape;5684;g3f58e9f5d1b_0_3197"/>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5685" name="Google Shape;5685;g3f58e9f5d1b_0_3197"/>
          <p:cNvSpPr/>
          <p:nvPr>
            <p:ph idx="2" type="pic"/>
          </p:nvPr>
        </p:nvSpPr>
        <p:spPr>
          <a:xfrm>
            <a:off x="2699657" y="1900415"/>
            <a:ext cx="7323300" cy="3913500"/>
          </a:xfrm>
          <a:prstGeom prst="rect">
            <a:avLst/>
          </a:prstGeom>
          <a:noFill/>
          <a:ln>
            <a:noFill/>
          </a:ln>
        </p:spPr>
      </p:sp>
      <p:sp>
        <p:nvSpPr>
          <p:cNvPr id="5686" name="Google Shape;5686;g3f58e9f5d1b_0_3197"/>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687" name="Google Shape;5687;g3f58e9f5d1b_0_3197"/>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688" name="Google Shape;5688;g3f58e9f5d1b_0_3197"/>
          <p:cNvGrpSpPr/>
          <p:nvPr/>
        </p:nvGrpSpPr>
        <p:grpSpPr>
          <a:xfrm>
            <a:off x="8589558" y="6331536"/>
            <a:ext cx="256344" cy="68100"/>
            <a:chOff x="781167" y="5836673"/>
            <a:chExt cx="256344" cy="68100"/>
          </a:xfrm>
        </p:grpSpPr>
        <p:sp>
          <p:nvSpPr>
            <p:cNvPr id="5689" name="Google Shape;5689;g3f58e9f5d1b_0_3197"/>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690" name="Google Shape;5690;g3f58e9f5d1b_0_3197"/>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691" name="Google Shape;5691;g3f58e9f5d1b_0_3197"/>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692" name="Google Shape;5692;g3f58e9f5d1b_0_3197"/>
          <p:cNvGrpSpPr/>
          <p:nvPr/>
        </p:nvGrpSpPr>
        <p:grpSpPr>
          <a:xfrm>
            <a:off x="11722369" y="5812872"/>
            <a:ext cx="315939" cy="409183"/>
            <a:chOff x="11575262" y="5512453"/>
            <a:chExt cx="315939" cy="409183"/>
          </a:xfrm>
        </p:grpSpPr>
        <p:sp>
          <p:nvSpPr>
            <p:cNvPr id="5693" name="Google Shape;5693;g3f58e9f5d1b_0_3197"/>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94" name="Google Shape;5694;g3f58e9f5d1b_0_3197"/>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95" name="Google Shape;5695;g3f58e9f5d1b_0_3197"/>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8"/>
                                        </p:tgtEl>
                                        <p:attrNameLst>
                                          <p:attrName>style.visibility</p:attrName>
                                        </p:attrNameLst>
                                      </p:cBhvr>
                                      <p:to>
                                        <p:strVal val="visible"/>
                                      </p:to>
                                    </p:set>
                                    <p:animEffect filter="fade" transition="in">
                                      <p:cBhvr>
                                        <p:cTn dur="500"/>
                                        <p:tgtEl>
                                          <p:spTgt spid="56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91"/>
                                        </p:tgtEl>
                                        <p:attrNameLst>
                                          <p:attrName>style.visibility</p:attrName>
                                        </p:attrNameLst>
                                      </p:cBhvr>
                                      <p:to>
                                        <p:strVal val="visible"/>
                                      </p:to>
                                    </p:set>
                                    <p:animEffect filter="fade" transition="in">
                                      <p:cBhvr>
                                        <p:cTn dur="500"/>
                                        <p:tgtEl>
                                          <p:spTgt spid="56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1">
  <p:cSld name="WA_Step (H+NO.+TEXT)_1">
    <p:spTree>
      <p:nvGrpSpPr>
        <p:cNvPr id="5696" name="Shape 5696"/>
        <p:cNvGrpSpPr/>
        <p:nvPr/>
      </p:nvGrpSpPr>
      <p:grpSpPr>
        <a:xfrm>
          <a:off x="0" y="0"/>
          <a:ext cx="0" cy="0"/>
          <a:chOff x="0" y="0"/>
          <a:chExt cx="0" cy="0"/>
        </a:xfrm>
      </p:grpSpPr>
      <p:grpSp>
        <p:nvGrpSpPr>
          <p:cNvPr id="5697" name="Google Shape;5697;g3f58e9f5d1b_0_3215"/>
          <p:cNvGrpSpPr/>
          <p:nvPr/>
        </p:nvGrpSpPr>
        <p:grpSpPr>
          <a:xfrm>
            <a:off x="1901128" y="1620732"/>
            <a:ext cx="8944026" cy="4433003"/>
            <a:chOff x="-413326" y="937285"/>
            <a:chExt cx="4433003" cy="4433003"/>
          </a:xfrm>
        </p:grpSpPr>
        <p:sp>
          <p:nvSpPr>
            <p:cNvPr id="5698" name="Google Shape;5698;g3f58e9f5d1b_0_321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99" name="Google Shape;5699;g3f58e9f5d1b_0_321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00" name="Google Shape;5700;g3f58e9f5d1b_0_321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01" name="Google Shape;5701;g3f58e9f5d1b_0_321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702" name="Google Shape;5702;g3f58e9f5d1b_0_3215"/>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5703" name="Google Shape;5703;g3f58e9f5d1b_0_3215"/>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704" name="Google Shape;5704;g3f58e9f5d1b_0_3215"/>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705" name="Google Shape;5705;g3f58e9f5d1b_0_3215"/>
          <p:cNvGrpSpPr/>
          <p:nvPr/>
        </p:nvGrpSpPr>
        <p:grpSpPr>
          <a:xfrm>
            <a:off x="2678536" y="2168828"/>
            <a:ext cx="595974" cy="158326"/>
            <a:chOff x="781167" y="5836673"/>
            <a:chExt cx="256344" cy="68100"/>
          </a:xfrm>
        </p:grpSpPr>
        <p:sp>
          <p:nvSpPr>
            <p:cNvPr id="5706" name="Google Shape;5706;g3f58e9f5d1b_0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707" name="Google Shape;5707;g3f58e9f5d1b_0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708" name="Google Shape;5708;g3f58e9f5d1b_0_3215"/>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709" name="Google Shape;5709;g3f58e9f5d1b_0_3215"/>
          <p:cNvGrpSpPr/>
          <p:nvPr/>
        </p:nvGrpSpPr>
        <p:grpSpPr>
          <a:xfrm>
            <a:off x="2678536" y="3499662"/>
            <a:ext cx="595974" cy="158326"/>
            <a:chOff x="781167" y="5836673"/>
            <a:chExt cx="256344" cy="68100"/>
          </a:xfrm>
        </p:grpSpPr>
        <p:sp>
          <p:nvSpPr>
            <p:cNvPr id="5710" name="Google Shape;5710;g3f58e9f5d1b_0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711" name="Google Shape;5711;g3f58e9f5d1b_0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712" name="Google Shape;5712;g3f58e9f5d1b_0_3215"/>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5713" name="Google Shape;5713;g3f58e9f5d1b_0_3215"/>
          <p:cNvGrpSpPr/>
          <p:nvPr/>
        </p:nvGrpSpPr>
        <p:grpSpPr>
          <a:xfrm>
            <a:off x="2678536" y="4830496"/>
            <a:ext cx="595974" cy="158326"/>
            <a:chOff x="781167" y="5836673"/>
            <a:chExt cx="256344" cy="68100"/>
          </a:xfrm>
        </p:grpSpPr>
        <p:sp>
          <p:nvSpPr>
            <p:cNvPr id="5714" name="Google Shape;5714;g3f58e9f5d1b_0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715" name="Google Shape;5715;g3f58e9f5d1b_0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716" name="Google Shape;5716;g3f58e9f5d1b_0_3215"/>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05"/>
                                        </p:tgtEl>
                                        <p:attrNameLst>
                                          <p:attrName>style.visibility</p:attrName>
                                        </p:attrNameLst>
                                      </p:cBhvr>
                                      <p:to>
                                        <p:strVal val="visible"/>
                                      </p:to>
                                    </p:set>
                                    <p:animEffect filter="fade" transition="in">
                                      <p:cBhvr>
                                        <p:cTn dur="500"/>
                                        <p:tgtEl>
                                          <p:spTgt spid="57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08"/>
                                        </p:tgtEl>
                                        <p:attrNameLst>
                                          <p:attrName>style.visibility</p:attrName>
                                        </p:attrNameLst>
                                      </p:cBhvr>
                                      <p:to>
                                        <p:strVal val="visible"/>
                                      </p:to>
                                    </p:set>
                                    <p:animEffect filter="fade" transition="in">
                                      <p:cBhvr>
                                        <p:cTn dur="500"/>
                                        <p:tgtEl>
                                          <p:spTgt spid="57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709"/>
                                        </p:tgtEl>
                                        <p:attrNameLst>
                                          <p:attrName>style.visibility</p:attrName>
                                        </p:attrNameLst>
                                      </p:cBhvr>
                                      <p:to>
                                        <p:strVal val="visible"/>
                                      </p:to>
                                    </p:set>
                                    <p:animEffect filter="fade" transition="in">
                                      <p:cBhvr>
                                        <p:cTn dur="500"/>
                                        <p:tgtEl>
                                          <p:spTgt spid="57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712"/>
                                        </p:tgtEl>
                                        <p:attrNameLst>
                                          <p:attrName>style.visibility</p:attrName>
                                        </p:attrNameLst>
                                      </p:cBhvr>
                                      <p:to>
                                        <p:strVal val="visible"/>
                                      </p:to>
                                    </p:set>
                                    <p:animEffect filter="fade" transition="in">
                                      <p:cBhvr>
                                        <p:cTn dur="500"/>
                                        <p:tgtEl>
                                          <p:spTgt spid="57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713"/>
                                        </p:tgtEl>
                                        <p:attrNameLst>
                                          <p:attrName>style.visibility</p:attrName>
                                        </p:attrNameLst>
                                      </p:cBhvr>
                                      <p:to>
                                        <p:strVal val="visible"/>
                                      </p:to>
                                    </p:set>
                                    <p:animEffect filter="fade" transition="in">
                                      <p:cBhvr>
                                        <p:cTn dur="500"/>
                                        <p:tgtEl>
                                          <p:spTgt spid="571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716"/>
                                        </p:tgtEl>
                                        <p:attrNameLst>
                                          <p:attrName>style.visibility</p:attrName>
                                        </p:attrNameLst>
                                      </p:cBhvr>
                                      <p:to>
                                        <p:strVal val="visible"/>
                                      </p:to>
                                    </p:set>
                                    <p:animEffect filter="fade" transition="in">
                                      <p:cBhvr>
                                        <p:cTn dur="500"/>
                                        <p:tgtEl>
                                          <p:spTgt spid="5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2">
  <p:cSld name="Challenge+Text+pic2">
    <p:spTree>
      <p:nvGrpSpPr>
        <p:cNvPr id="5717" name="Shape 5717"/>
        <p:cNvGrpSpPr/>
        <p:nvPr/>
      </p:nvGrpSpPr>
      <p:grpSpPr>
        <a:xfrm>
          <a:off x="0" y="0"/>
          <a:ext cx="0" cy="0"/>
          <a:chOff x="0" y="0"/>
          <a:chExt cx="0" cy="0"/>
        </a:xfrm>
      </p:grpSpPr>
      <p:grpSp>
        <p:nvGrpSpPr>
          <p:cNvPr id="5718" name="Google Shape;5718;g3f58e9f5d1b_0_3236"/>
          <p:cNvGrpSpPr/>
          <p:nvPr/>
        </p:nvGrpSpPr>
        <p:grpSpPr>
          <a:xfrm>
            <a:off x="1901128" y="1620732"/>
            <a:ext cx="8944026" cy="4433003"/>
            <a:chOff x="-413326" y="937285"/>
            <a:chExt cx="4433003" cy="4433003"/>
          </a:xfrm>
        </p:grpSpPr>
        <p:sp>
          <p:nvSpPr>
            <p:cNvPr id="5719" name="Google Shape;5719;g3f58e9f5d1b_0_323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20" name="Google Shape;5720;g3f58e9f5d1b_0_323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21" name="Google Shape;5721;g3f58e9f5d1b_0_323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22" name="Google Shape;5722;g3f58e9f5d1b_0_323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723" name="Google Shape;5723;g3f58e9f5d1b_0_3236"/>
          <p:cNvSpPr txBox="1"/>
          <p:nvPr>
            <p:ph idx="1" type="body"/>
          </p:nvPr>
        </p:nvSpPr>
        <p:spPr>
          <a:xfrm>
            <a:off x="2410308" y="2009761"/>
            <a:ext cx="3181200" cy="365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724" name="Google Shape;5724;g3f58e9f5d1b_0_3236"/>
          <p:cNvSpPr/>
          <p:nvPr>
            <p:ph idx="2" type="pic"/>
          </p:nvPr>
        </p:nvSpPr>
        <p:spPr>
          <a:xfrm>
            <a:off x="6011918" y="2009761"/>
            <a:ext cx="4278900" cy="3654900"/>
          </a:xfrm>
          <a:prstGeom prst="rect">
            <a:avLst/>
          </a:prstGeom>
          <a:noFill/>
          <a:ln>
            <a:noFill/>
          </a:ln>
        </p:spPr>
      </p:sp>
      <p:sp>
        <p:nvSpPr>
          <p:cNvPr id="5725" name="Google Shape;5725;g3f58e9f5d1b_0_3236"/>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726" name="Google Shape;5726;g3f58e9f5d1b_0_3236"/>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718"/>
                                        </p:tgtEl>
                                        <p:attrNameLst>
                                          <p:attrName>style.visibility</p:attrName>
                                        </p:attrNameLst>
                                      </p:cBhvr>
                                      <p:to>
                                        <p:strVal val="visible"/>
                                      </p:to>
                                    </p:set>
                                    <p:anim calcmode="lin" valueType="num">
                                      <p:cBhvr additive="base">
                                        <p:cTn dur="2250"/>
                                        <p:tgtEl>
                                          <p:spTgt spid="5718"/>
                                        </p:tgtEl>
                                        <p:attrNameLst>
                                          <p:attrName>ppt_w</p:attrName>
                                        </p:attrNameLst>
                                      </p:cBhvr>
                                      <p:tavLst>
                                        <p:tav fmla="" tm="0">
                                          <p:val>
                                            <p:strVal val="0"/>
                                          </p:val>
                                        </p:tav>
                                        <p:tav fmla="" tm="100000">
                                          <p:val>
                                            <p:strVal val="#ppt_w"/>
                                          </p:val>
                                        </p:tav>
                                      </p:tavLst>
                                    </p:anim>
                                    <p:anim calcmode="lin" valueType="num">
                                      <p:cBhvr additive="base">
                                        <p:cTn dur="2250"/>
                                        <p:tgtEl>
                                          <p:spTgt spid="571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723">
                                            <p:txEl>
                                              <p:pRg end="0" st="0"/>
                                            </p:txEl>
                                          </p:spTgt>
                                        </p:tgtEl>
                                        <p:attrNameLst>
                                          <p:attrName>style.visibility</p:attrName>
                                        </p:attrNameLst>
                                      </p:cBhvr>
                                      <p:to>
                                        <p:strVal val="visible"/>
                                      </p:to>
                                    </p:set>
                                    <p:animEffect filter="fade" transition="in">
                                      <p:cBhvr>
                                        <p:cTn dur="500"/>
                                        <p:tgtEl>
                                          <p:spTgt spid="5723">
                                            <p:txEl>
                                              <p:pRg end="0" st="0"/>
                                            </p:txEl>
                                          </p:spTgt>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5723">
                                            <p:txEl>
                                              <p:pRg end="1" st="1"/>
                                            </p:txEl>
                                          </p:spTgt>
                                        </p:tgtEl>
                                        <p:attrNameLst>
                                          <p:attrName>style.visibility</p:attrName>
                                        </p:attrNameLst>
                                      </p:cBhvr>
                                      <p:to>
                                        <p:strVal val="visible"/>
                                      </p:to>
                                    </p:set>
                                    <p:animEffect filter="fade" transition="in">
                                      <p:cBhvr>
                                        <p:cTn dur="500"/>
                                        <p:tgtEl>
                                          <p:spTgt spid="5723">
                                            <p:txEl>
                                              <p:pRg end="1" st="1"/>
                                            </p:txEl>
                                          </p:spTgt>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5723">
                                            <p:txEl>
                                              <p:pRg end="2" st="2"/>
                                            </p:txEl>
                                          </p:spTgt>
                                        </p:tgtEl>
                                        <p:attrNameLst>
                                          <p:attrName>style.visibility</p:attrName>
                                        </p:attrNameLst>
                                      </p:cBhvr>
                                      <p:to>
                                        <p:strVal val="visible"/>
                                      </p:to>
                                    </p:set>
                                    <p:animEffect filter="fade" transition="in">
                                      <p:cBhvr>
                                        <p:cTn dur="500"/>
                                        <p:tgtEl>
                                          <p:spTgt spid="5723">
                                            <p:txEl>
                                              <p:pRg end="2" st="2"/>
                                            </p:txEl>
                                          </p:spTgt>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5723">
                                            <p:txEl>
                                              <p:pRg end="3" st="3"/>
                                            </p:txEl>
                                          </p:spTgt>
                                        </p:tgtEl>
                                        <p:attrNameLst>
                                          <p:attrName>style.visibility</p:attrName>
                                        </p:attrNameLst>
                                      </p:cBhvr>
                                      <p:to>
                                        <p:strVal val="visible"/>
                                      </p:to>
                                    </p:set>
                                    <p:animEffect filter="fade" transition="in">
                                      <p:cBhvr>
                                        <p:cTn dur="500"/>
                                        <p:tgtEl>
                                          <p:spTgt spid="5723">
                                            <p:txEl>
                                              <p:pRg end="3" st="3"/>
                                            </p:txEl>
                                          </p:spTgt>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5723">
                                            <p:txEl>
                                              <p:pRg end="4" st="4"/>
                                            </p:txEl>
                                          </p:spTgt>
                                        </p:tgtEl>
                                        <p:attrNameLst>
                                          <p:attrName>style.visibility</p:attrName>
                                        </p:attrNameLst>
                                      </p:cBhvr>
                                      <p:to>
                                        <p:strVal val="visible"/>
                                      </p:to>
                                    </p:set>
                                    <p:animEffect filter="fade" transition="in">
                                      <p:cBhvr>
                                        <p:cTn dur="500"/>
                                        <p:tgtEl>
                                          <p:spTgt spid="5723">
                                            <p:txEl>
                                              <p:pRg end="4" st="4"/>
                                            </p:txEl>
                                          </p:spTgt>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5723">
                                            <p:txEl>
                                              <p:pRg end="5" st="5"/>
                                            </p:txEl>
                                          </p:spTgt>
                                        </p:tgtEl>
                                        <p:attrNameLst>
                                          <p:attrName>style.visibility</p:attrName>
                                        </p:attrNameLst>
                                      </p:cBhvr>
                                      <p:to>
                                        <p:strVal val="visible"/>
                                      </p:to>
                                    </p:set>
                                    <p:animEffect filter="fade" transition="in">
                                      <p:cBhvr>
                                        <p:cTn dur="500"/>
                                        <p:tgtEl>
                                          <p:spTgt spid="5723">
                                            <p:txEl>
                                              <p:pRg end="5" st="5"/>
                                            </p:txEl>
                                          </p:spTgt>
                                        </p:tgtEl>
                                      </p:cBhvr>
                                    </p:animEffect>
                                  </p:childTnLst>
                                </p:cTn>
                              </p:par>
                            </p:childTnLst>
                          </p:cTn>
                        </p:par>
                        <p:par>
                          <p:cTn fill="hold">
                            <p:stCondLst>
                              <p:cond delay="5250"/>
                            </p:stCondLst>
                            <p:childTnLst>
                              <p:par>
                                <p:cTn fill="hold" nodeType="afterEffect" presetClass="entr" presetID="10" presetSubtype="0">
                                  <p:stCondLst>
                                    <p:cond delay="0"/>
                                  </p:stCondLst>
                                  <p:childTnLst>
                                    <p:set>
                                      <p:cBhvr>
                                        <p:cTn dur="1" fill="hold">
                                          <p:stCondLst>
                                            <p:cond delay="0"/>
                                          </p:stCondLst>
                                        </p:cTn>
                                        <p:tgtEl>
                                          <p:spTgt spid="5723">
                                            <p:txEl>
                                              <p:pRg end="6" st="6"/>
                                            </p:txEl>
                                          </p:spTgt>
                                        </p:tgtEl>
                                        <p:attrNameLst>
                                          <p:attrName>style.visibility</p:attrName>
                                        </p:attrNameLst>
                                      </p:cBhvr>
                                      <p:to>
                                        <p:strVal val="visible"/>
                                      </p:to>
                                    </p:set>
                                    <p:animEffect filter="fade" transition="in">
                                      <p:cBhvr>
                                        <p:cTn dur="500"/>
                                        <p:tgtEl>
                                          <p:spTgt spid="5723">
                                            <p:txEl>
                                              <p:pRg end="6" st="6"/>
                                            </p:txEl>
                                          </p:spTgt>
                                        </p:tgtEl>
                                      </p:cBhvr>
                                    </p:animEffect>
                                  </p:childTnLst>
                                </p:cTn>
                              </p:par>
                            </p:childTnLst>
                          </p:cTn>
                        </p:par>
                        <p:par>
                          <p:cTn fill="hold">
                            <p:stCondLst>
                              <p:cond delay="5750"/>
                            </p:stCondLst>
                            <p:childTnLst>
                              <p:par>
                                <p:cTn fill="hold" nodeType="afterEffect" presetClass="entr" presetID="10" presetSubtype="0">
                                  <p:stCondLst>
                                    <p:cond delay="0"/>
                                  </p:stCondLst>
                                  <p:childTnLst>
                                    <p:set>
                                      <p:cBhvr>
                                        <p:cTn dur="1" fill="hold">
                                          <p:stCondLst>
                                            <p:cond delay="0"/>
                                          </p:stCondLst>
                                        </p:cTn>
                                        <p:tgtEl>
                                          <p:spTgt spid="5723">
                                            <p:txEl>
                                              <p:pRg end="7" st="7"/>
                                            </p:txEl>
                                          </p:spTgt>
                                        </p:tgtEl>
                                        <p:attrNameLst>
                                          <p:attrName>style.visibility</p:attrName>
                                        </p:attrNameLst>
                                      </p:cBhvr>
                                      <p:to>
                                        <p:strVal val="visible"/>
                                      </p:to>
                                    </p:set>
                                    <p:animEffect filter="fade" transition="in">
                                      <p:cBhvr>
                                        <p:cTn dur="500"/>
                                        <p:tgtEl>
                                          <p:spTgt spid="5723">
                                            <p:txEl>
                                              <p:pRg end="7" st="7"/>
                                            </p:txEl>
                                          </p:spTgt>
                                        </p:tgtEl>
                                      </p:cBhvr>
                                    </p:animEffect>
                                  </p:childTnLst>
                                </p:cTn>
                              </p:par>
                            </p:childTnLst>
                          </p:cTn>
                        </p:par>
                        <p:par>
                          <p:cTn fill="hold">
                            <p:stCondLst>
                              <p:cond delay="6250"/>
                            </p:stCondLst>
                            <p:childTnLst>
                              <p:par>
                                <p:cTn fill="hold" nodeType="afterEffect" presetClass="entr" presetID="10" presetSubtype="0">
                                  <p:stCondLst>
                                    <p:cond delay="0"/>
                                  </p:stCondLst>
                                  <p:childTnLst>
                                    <p:set>
                                      <p:cBhvr>
                                        <p:cTn dur="1" fill="hold">
                                          <p:stCondLst>
                                            <p:cond delay="0"/>
                                          </p:stCondLst>
                                        </p:cTn>
                                        <p:tgtEl>
                                          <p:spTgt spid="5723">
                                            <p:txEl>
                                              <p:pRg end="8" st="8"/>
                                            </p:txEl>
                                          </p:spTgt>
                                        </p:tgtEl>
                                        <p:attrNameLst>
                                          <p:attrName>style.visibility</p:attrName>
                                        </p:attrNameLst>
                                      </p:cBhvr>
                                      <p:to>
                                        <p:strVal val="visible"/>
                                      </p:to>
                                    </p:set>
                                    <p:animEffect filter="fade" transition="in">
                                      <p:cBhvr>
                                        <p:cTn dur="500"/>
                                        <p:tgtEl>
                                          <p:spTgt spid="5723">
                                            <p:txEl>
                                              <p:pRg end="8" st="8"/>
                                            </p:txEl>
                                          </p:spTgt>
                                        </p:tgtEl>
                                      </p:cBhvr>
                                    </p:animEffect>
                                  </p:childTnLst>
                                </p:cTn>
                              </p:par>
                            </p:childTnLst>
                          </p:cTn>
                        </p:par>
                        <p:par>
                          <p:cTn fill="hold">
                            <p:stCondLst>
                              <p:cond delay="6750"/>
                            </p:stCondLst>
                            <p:childTnLst>
                              <p:par>
                                <p:cTn fill="hold" nodeType="afterEffect" presetClass="entr" presetID="10" presetSubtype="0">
                                  <p:stCondLst>
                                    <p:cond delay="0"/>
                                  </p:stCondLst>
                                  <p:childTnLst>
                                    <p:set>
                                      <p:cBhvr>
                                        <p:cTn dur="1" fill="hold">
                                          <p:stCondLst>
                                            <p:cond delay="0"/>
                                          </p:stCondLst>
                                        </p:cTn>
                                        <p:tgtEl>
                                          <p:spTgt spid="5724"/>
                                        </p:tgtEl>
                                        <p:attrNameLst>
                                          <p:attrName>style.visibility</p:attrName>
                                        </p:attrNameLst>
                                      </p:cBhvr>
                                      <p:to>
                                        <p:strVal val="visible"/>
                                      </p:to>
                                    </p:set>
                                    <p:animEffect filter="fade" transition="in">
                                      <p:cBhvr>
                                        <p:cTn dur="500"/>
                                        <p:tgtEl>
                                          <p:spTgt spid="5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P/V">
  <p:cSld name="Section+P/V">
    <p:spTree>
      <p:nvGrpSpPr>
        <p:cNvPr id="5727" name="Shape 5727"/>
        <p:cNvGrpSpPr/>
        <p:nvPr/>
      </p:nvGrpSpPr>
      <p:grpSpPr>
        <a:xfrm>
          <a:off x="0" y="0"/>
          <a:ext cx="0" cy="0"/>
          <a:chOff x="0" y="0"/>
          <a:chExt cx="0" cy="0"/>
        </a:xfrm>
      </p:grpSpPr>
      <p:sp>
        <p:nvSpPr>
          <p:cNvPr id="5728" name="Google Shape;5728;g3f58e9f5d1b_0_3246"/>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29" name="Google Shape;5729;g3f58e9f5d1b_0_3246"/>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30" name="Google Shape;5730;g3f58e9f5d1b_0_3246"/>
          <p:cNvSpPr txBox="1"/>
          <p:nvPr>
            <p:ph idx="1" type="body"/>
          </p:nvPr>
        </p:nvSpPr>
        <p:spPr>
          <a:xfrm>
            <a:off x="2712963" y="1958474"/>
            <a:ext cx="6766200" cy="30225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30"/>
                                        </p:tgtEl>
                                        <p:attrNameLst>
                                          <p:attrName>style.visibility</p:attrName>
                                        </p:attrNameLst>
                                      </p:cBhvr>
                                      <p:to>
                                        <p:strVal val="visible"/>
                                      </p:to>
                                    </p:set>
                                    <p:animEffect filter="fade" transition="in">
                                      <p:cBhvr>
                                        <p:cTn dur="500"/>
                                        <p:tgtEl>
                                          <p:spTgt spid="5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5">
  <p:cSld name="Q&amp;A+HIELP BUTTON_5">
    <p:spTree>
      <p:nvGrpSpPr>
        <p:cNvPr id="5731" name="Shape 5731"/>
        <p:cNvGrpSpPr/>
        <p:nvPr/>
      </p:nvGrpSpPr>
      <p:grpSpPr>
        <a:xfrm>
          <a:off x="0" y="0"/>
          <a:ext cx="0" cy="0"/>
          <a:chOff x="0" y="0"/>
          <a:chExt cx="0" cy="0"/>
        </a:xfrm>
      </p:grpSpPr>
      <p:sp>
        <p:nvSpPr>
          <p:cNvPr id="5732" name="Google Shape;5732;g3f58e9f5d1b_0_3250"/>
          <p:cNvSpPr/>
          <p:nvPr/>
        </p:nvSpPr>
        <p:spPr>
          <a:xfrm rot="5400000">
            <a:off x="-313698" y="-1313719"/>
            <a:ext cx="1110000" cy="5257800"/>
          </a:xfrm>
          <a:prstGeom prst="rect">
            <a:avLst/>
          </a:prstGeom>
          <a:gradFill>
            <a:gsLst>
              <a:gs pos="0">
                <a:srgbClr val="EEF5FF">
                  <a:alpha val="0"/>
                </a:srgbClr>
              </a:gs>
              <a:gs pos="100000">
                <a:srgbClr val="05FDFF">
                  <a:alpha val="156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733" name="Google Shape;5733;g3f58e9f5d1b_0_3250"/>
          <p:cNvGrpSpPr/>
          <p:nvPr/>
        </p:nvGrpSpPr>
        <p:grpSpPr>
          <a:xfrm>
            <a:off x="-86314" y="851932"/>
            <a:ext cx="324402" cy="390024"/>
            <a:chOff x="948349" y="814223"/>
            <a:chExt cx="2794159" cy="390024"/>
          </a:xfrm>
        </p:grpSpPr>
        <p:sp>
          <p:nvSpPr>
            <p:cNvPr id="5734" name="Google Shape;5734;g3f58e9f5d1b_0_325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35" name="Google Shape;5735;g3f58e9f5d1b_0_325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5736" name="Google Shape;5736;g3f58e9f5d1b_0_3250"/>
          <p:cNvGrpSpPr/>
          <p:nvPr/>
        </p:nvGrpSpPr>
        <p:grpSpPr>
          <a:xfrm flipH="1" rot="10800000">
            <a:off x="-86314" y="2415356"/>
            <a:ext cx="324402" cy="390024"/>
            <a:chOff x="948349" y="814223"/>
            <a:chExt cx="2794159" cy="390024"/>
          </a:xfrm>
        </p:grpSpPr>
        <p:sp>
          <p:nvSpPr>
            <p:cNvPr id="5737" name="Google Shape;5737;g3f58e9f5d1b_0_325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38" name="Google Shape;5738;g3f58e9f5d1b_0_325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739" name="Google Shape;5739;g3f58e9f5d1b_0_3250"/>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0" name="Google Shape;5740;g3f58e9f5d1b_0_3250"/>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1" name="Google Shape;5741;g3f58e9f5d1b_0_3250"/>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2" name="Google Shape;5742;g3f58e9f5d1b_0_3250"/>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3" name="Google Shape;5743;g3f58e9f5d1b_0_3250"/>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4" name="Google Shape;5744;g3f58e9f5d1b_0_3250"/>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745" name="Google Shape;5745;g3f58e9f5d1b_0_3250"/>
          <p:cNvGrpSpPr/>
          <p:nvPr/>
        </p:nvGrpSpPr>
        <p:grpSpPr>
          <a:xfrm>
            <a:off x="11490140" y="6059615"/>
            <a:ext cx="315939" cy="409183"/>
            <a:chOff x="11575262" y="5512453"/>
            <a:chExt cx="315939" cy="409183"/>
          </a:xfrm>
        </p:grpSpPr>
        <p:sp>
          <p:nvSpPr>
            <p:cNvPr id="5746" name="Google Shape;5746;g3f58e9f5d1b_0_325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7" name="Google Shape;5747;g3f58e9f5d1b_0_325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748" name="Google Shape;5748;g3f58e9f5d1b_0_325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5749" name="Google Shape;5749;g3f58e9f5d1b_0_3250"/>
          <p:cNvGrpSpPr/>
          <p:nvPr/>
        </p:nvGrpSpPr>
        <p:grpSpPr>
          <a:xfrm>
            <a:off x="976070" y="2631155"/>
            <a:ext cx="256344" cy="68100"/>
            <a:chOff x="781167" y="5925573"/>
            <a:chExt cx="256344" cy="68100"/>
          </a:xfrm>
        </p:grpSpPr>
        <p:sp>
          <p:nvSpPr>
            <p:cNvPr id="5750" name="Google Shape;5750;g3f58e9f5d1b_0_3250"/>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5751" name="Google Shape;5751;g3f58e9f5d1b_0_3250"/>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5752" name="Google Shape;5752;g3f58e9f5d1b_0_3250"/>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753" name="Google Shape;5753;g3f58e9f5d1b_0_3250"/>
          <p:cNvSpPr/>
          <p:nvPr>
            <p:ph idx="2" type="pic"/>
          </p:nvPr>
        </p:nvSpPr>
        <p:spPr>
          <a:xfrm>
            <a:off x="6766850" y="2522830"/>
            <a:ext cx="4347900" cy="3970200"/>
          </a:xfrm>
          <a:prstGeom prst="rect">
            <a:avLst/>
          </a:prstGeom>
          <a:noFill/>
          <a:ln>
            <a:noFill/>
          </a:ln>
        </p:spPr>
      </p:sp>
      <p:sp>
        <p:nvSpPr>
          <p:cNvPr id="5754" name="Google Shape;5754;g3f58e9f5d1b_0_3250"/>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5755" name="Google Shape;5755;g3f58e9f5d1b_0_3250"/>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5756" name="Google Shape;5756;g3f58e9f5d1b_0_3250"/>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9"/>
                                        </p:tgtEl>
                                        <p:attrNameLst>
                                          <p:attrName>style.visibility</p:attrName>
                                        </p:attrNameLst>
                                      </p:cBhvr>
                                      <p:to>
                                        <p:strVal val="visible"/>
                                      </p:to>
                                    </p:set>
                                    <p:animEffect filter="fade" transition="in">
                                      <p:cBhvr>
                                        <p:cTn dur="500"/>
                                        <p:tgtEl>
                                          <p:spTgt spid="5749"/>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0" st="0"/>
                                            </p:txEl>
                                          </p:spTgt>
                                        </p:tgtEl>
                                        <p:attrNameLst>
                                          <p:attrName>style.visibility</p:attrName>
                                        </p:attrNameLst>
                                      </p:cBhvr>
                                      <p:to>
                                        <p:strVal val="visible"/>
                                      </p:to>
                                    </p:set>
                                    <p:animEffect filter="fade" transition="in">
                                      <p:cBhvr>
                                        <p:cTn dur="500"/>
                                        <p:tgtEl>
                                          <p:spTgt spid="575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1" st="1"/>
                                            </p:txEl>
                                          </p:spTgt>
                                        </p:tgtEl>
                                        <p:attrNameLst>
                                          <p:attrName>style.visibility</p:attrName>
                                        </p:attrNameLst>
                                      </p:cBhvr>
                                      <p:to>
                                        <p:strVal val="visible"/>
                                      </p:to>
                                    </p:set>
                                    <p:animEffect filter="fade" transition="in">
                                      <p:cBhvr>
                                        <p:cTn dur="500"/>
                                        <p:tgtEl>
                                          <p:spTgt spid="575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2" st="2"/>
                                            </p:txEl>
                                          </p:spTgt>
                                        </p:tgtEl>
                                        <p:attrNameLst>
                                          <p:attrName>style.visibility</p:attrName>
                                        </p:attrNameLst>
                                      </p:cBhvr>
                                      <p:to>
                                        <p:strVal val="visible"/>
                                      </p:to>
                                    </p:set>
                                    <p:animEffect filter="fade" transition="in">
                                      <p:cBhvr>
                                        <p:cTn dur="500"/>
                                        <p:tgtEl>
                                          <p:spTgt spid="575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3" st="3"/>
                                            </p:txEl>
                                          </p:spTgt>
                                        </p:tgtEl>
                                        <p:attrNameLst>
                                          <p:attrName>style.visibility</p:attrName>
                                        </p:attrNameLst>
                                      </p:cBhvr>
                                      <p:to>
                                        <p:strVal val="visible"/>
                                      </p:to>
                                    </p:set>
                                    <p:animEffect filter="fade" transition="in">
                                      <p:cBhvr>
                                        <p:cTn dur="500"/>
                                        <p:tgtEl>
                                          <p:spTgt spid="575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4" st="4"/>
                                            </p:txEl>
                                          </p:spTgt>
                                        </p:tgtEl>
                                        <p:attrNameLst>
                                          <p:attrName>style.visibility</p:attrName>
                                        </p:attrNameLst>
                                      </p:cBhvr>
                                      <p:to>
                                        <p:strVal val="visible"/>
                                      </p:to>
                                    </p:set>
                                    <p:animEffect filter="fade" transition="in">
                                      <p:cBhvr>
                                        <p:cTn dur="500"/>
                                        <p:tgtEl>
                                          <p:spTgt spid="575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5" st="5"/>
                                            </p:txEl>
                                          </p:spTgt>
                                        </p:tgtEl>
                                        <p:attrNameLst>
                                          <p:attrName>style.visibility</p:attrName>
                                        </p:attrNameLst>
                                      </p:cBhvr>
                                      <p:to>
                                        <p:strVal val="visible"/>
                                      </p:to>
                                    </p:set>
                                    <p:animEffect filter="fade" transition="in">
                                      <p:cBhvr>
                                        <p:cTn dur="500"/>
                                        <p:tgtEl>
                                          <p:spTgt spid="575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6" st="6"/>
                                            </p:txEl>
                                          </p:spTgt>
                                        </p:tgtEl>
                                        <p:attrNameLst>
                                          <p:attrName>style.visibility</p:attrName>
                                        </p:attrNameLst>
                                      </p:cBhvr>
                                      <p:to>
                                        <p:strVal val="visible"/>
                                      </p:to>
                                    </p:set>
                                    <p:animEffect filter="fade" transition="in">
                                      <p:cBhvr>
                                        <p:cTn dur="500"/>
                                        <p:tgtEl>
                                          <p:spTgt spid="575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7" st="7"/>
                                            </p:txEl>
                                          </p:spTgt>
                                        </p:tgtEl>
                                        <p:attrNameLst>
                                          <p:attrName>style.visibility</p:attrName>
                                        </p:attrNameLst>
                                      </p:cBhvr>
                                      <p:to>
                                        <p:strVal val="visible"/>
                                      </p:to>
                                    </p:set>
                                    <p:animEffect filter="fade" transition="in">
                                      <p:cBhvr>
                                        <p:cTn dur="500"/>
                                        <p:tgtEl>
                                          <p:spTgt spid="575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4">
                                            <p:txEl>
                                              <p:pRg end="8" st="8"/>
                                            </p:txEl>
                                          </p:spTgt>
                                        </p:tgtEl>
                                        <p:attrNameLst>
                                          <p:attrName>style.visibility</p:attrName>
                                        </p:attrNameLst>
                                      </p:cBhvr>
                                      <p:to>
                                        <p:strVal val="visible"/>
                                      </p:to>
                                    </p:set>
                                    <p:animEffect filter="fade" transition="in">
                                      <p:cBhvr>
                                        <p:cTn dur="500"/>
                                        <p:tgtEl>
                                          <p:spTgt spid="575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53"/>
                                        </p:tgtEl>
                                        <p:attrNameLst>
                                          <p:attrName>style.visibility</p:attrName>
                                        </p:attrNameLst>
                                      </p:cBhvr>
                                      <p:to>
                                        <p:strVal val="visible"/>
                                      </p:to>
                                    </p:set>
                                    <p:animEffect filter="fade" transition="in">
                                      <p:cBhvr>
                                        <p:cTn dur="500"/>
                                        <p:tgtEl>
                                          <p:spTgt spid="5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Challenge+Text+pic">
  <p:cSld name="WA_Challenge+Text+pic">
    <p:spTree>
      <p:nvGrpSpPr>
        <p:cNvPr id="5757" name="Shape 5757"/>
        <p:cNvGrpSpPr/>
        <p:nvPr/>
      </p:nvGrpSpPr>
      <p:grpSpPr>
        <a:xfrm>
          <a:off x="0" y="0"/>
          <a:ext cx="0" cy="0"/>
          <a:chOff x="0" y="0"/>
          <a:chExt cx="0" cy="0"/>
        </a:xfrm>
      </p:grpSpPr>
      <p:grpSp>
        <p:nvGrpSpPr>
          <p:cNvPr id="5758" name="Google Shape;5758;g3f58e9f5d1b_0_3276"/>
          <p:cNvGrpSpPr/>
          <p:nvPr/>
        </p:nvGrpSpPr>
        <p:grpSpPr>
          <a:xfrm>
            <a:off x="1901128" y="1620732"/>
            <a:ext cx="8944026" cy="4433003"/>
            <a:chOff x="-413326" y="937285"/>
            <a:chExt cx="4433003" cy="4433003"/>
          </a:xfrm>
        </p:grpSpPr>
        <p:sp>
          <p:nvSpPr>
            <p:cNvPr id="5759" name="Google Shape;5759;g3f58e9f5d1b_0_327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60" name="Google Shape;5760;g3f58e9f5d1b_0_327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61" name="Google Shape;5761;g3f58e9f5d1b_0_327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62" name="Google Shape;5762;g3f58e9f5d1b_0_327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763" name="Google Shape;5763;g3f58e9f5d1b_0_3276"/>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764" name="Google Shape;5764;g3f58e9f5d1b_0_3276"/>
          <p:cNvSpPr/>
          <p:nvPr>
            <p:ph idx="2" type="pic"/>
          </p:nvPr>
        </p:nvSpPr>
        <p:spPr>
          <a:xfrm>
            <a:off x="2596055" y="3428999"/>
            <a:ext cx="7694700" cy="2455500"/>
          </a:xfrm>
          <a:prstGeom prst="rect">
            <a:avLst/>
          </a:prstGeom>
          <a:noFill/>
          <a:ln>
            <a:noFill/>
          </a:ln>
        </p:spPr>
      </p:sp>
      <p:sp>
        <p:nvSpPr>
          <p:cNvPr id="5765" name="Google Shape;5765;g3f58e9f5d1b_0_3276"/>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766" name="Google Shape;5766;g3f58e9f5d1b_0_3276"/>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6">
  <p:cSld name="WA_3Step (H+PIC+NO.+HINT)_6">
    <p:spTree>
      <p:nvGrpSpPr>
        <p:cNvPr id="5767" name="Shape 5767"/>
        <p:cNvGrpSpPr/>
        <p:nvPr/>
      </p:nvGrpSpPr>
      <p:grpSpPr>
        <a:xfrm>
          <a:off x="0" y="0"/>
          <a:ext cx="0" cy="0"/>
          <a:chOff x="0" y="0"/>
          <a:chExt cx="0" cy="0"/>
        </a:xfrm>
      </p:grpSpPr>
      <p:grpSp>
        <p:nvGrpSpPr>
          <p:cNvPr id="5768" name="Google Shape;5768;g3f58e9f5d1b_0_3286"/>
          <p:cNvGrpSpPr/>
          <p:nvPr/>
        </p:nvGrpSpPr>
        <p:grpSpPr>
          <a:xfrm>
            <a:off x="2148127" y="1620732"/>
            <a:ext cx="8449746" cy="4433003"/>
            <a:chOff x="-413326" y="937285"/>
            <a:chExt cx="4433003" cy="4433003"/>
          </a:xfrm>
        </p:grpSpPr>
        <p:sp>
          <p:nvSpPr>
            <p:cNvPr id="5769" name="Google Shape;5769;g3f58e9f5d1b_0_328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70" name="Google Shape;5770;g3f58e9f5d1b_0_328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71" name="Google Shape;5771;g3f58e9f5d1b_0_328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72" name="Google Shape;5772;g3f58e9f5d1b_0_328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773" name="Google Shape;5773;g3f58e9f5d1b_0_328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774" name="Google Shape;5774;g3f58e9f5d1b_0_3286"/>
          <p:cNvSpPr/>
          <p:nvPr>
            <p:ph idx="2" type="pic"/>
          </p:nvPr>
        </p:nvSpPr>
        <p:spPr>
          <a:xfrm>
            <a:off x="2699657" y="1900415"/>
            <a:ext cx="7323300" cy="3913500"/>
          </a:xfrm>
          <a:prstGeom prst="rect">
            <a:avLst/>
          </a:prstGeom>
          <a:noFill/>
          <a:ln>
            <a:noFill/>
          </a:ln>
        </p:spPr>
      </p:sp>
      <p:sp>
        <p:nvSpPr>
          <p:cNvPr id="5775" name="Google Shape;5775;g3f58e9f5d1b_0_328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776" name="Google Shape;5776;g3f58e9f5d1b_0_328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777" name="Google Shape;5777;g3f58e9f5d1b_0_3286"/>
          <p:cNvGrpSpPr/>
          <p:nvPr/>
        </p:nvGrpSpPr>
        <p:grpSpPr>
          <a:xfrm>
            <a:off x="8589558" y="6331536"/>
            <a:ext cx="256344" cy="68100"/>
            <a:chOff x="781167" y="5836673"/>
            <a:chExt cx="256344" cy="68100"/>
          </a:xfrm>
        </p:grpSpPr>
        <p:sp>
          <p:nvSpPr>
            <p:cNvPr id="5778" name="Google Shape;5778;g3f58e9f5d1b_0_328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779" name="Google Shape;5779;g3f58e9f5d1b_0_328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5780" name="Google Shape;5780;g3f58e9f5d1b_0_328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781" name="Google Shape;5781;g3f58e9f5d1b_0_3286"/>
          <p:cNvGrpSpPr/>
          <p:nvPr/>
        </p:nvGrpSpPr>
        <p:grpSpPr>
          <a:xfrm>
            <a:off x="11722369" y="5812872"/>
            <a:ext cx="315939" cy="409183"/>
            <a:chOff x="11575262" y="5512453"/>
            <a:chExt cx="315939" cy="409183"/>
          </a:xfrm>
        </p:grpSpPr>
        <p:sp>
          <p:nvSpPr>
            <p:cNvPr id="5782" name="Google Shape;5782;g3f58e9f5d1b_0_328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83" name="Google Shape;5783;g3f58e9f5d1b_0_328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84" name="Google Shape;5784;g3f58e9f5d1b_0_328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7"/>
                                        </p:tgtEl>
                                        <p:attrNameLst>
                                          <p:attrName>style.visibility</p:attrName>
                                        </p:attrNameLst>
                                      </p:cBhvr>
                                      <p:to>
                                        <p:strVal val="visible"/>
                                      </p:to>
                                    </p:set>
                                    <p:animEffect filter="fade" transition="in">
                                      <p:cBhvr>
                                        <p:cTn dur="500"/>
                                        <p:tgtEl>
                                          <p:spTgt spid="57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80"/>
                                        </p:tgtEl>
                                        <p:attrNameLst>
                                          <p:attrName>style.visibility</p:attrName>
                                        </p:attrNameLst>
                                      </p:cBhvr>
                                      <p:to>
                                        <p:strVal val="visible"/>
                                      </p:to>
                                    </p:set>
                                    <p:animEffect filter="fade" transition="in">
                                      <p:cBhvr>
                                        <p:cTn dur="500"/>
                                        <p:tgtEl>
                                          <p:spTgt spid="5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5802" name="Shape 5802"/>
        <p:cNvGrpSpPr/>
        <p:nvPr/>
      </p:nvGrpSpPr>
      <p:grpSpPr>
        <a:xfrm>
          <a:off x="0" y="0"/>
          <a:ext cx="0" cy="0"/>
          <a:chOff x="0" y="0"/>
          <a:chExt cx="0" cy="0"/>
        </a:xfrm>
      </p:grpSpPr>
      <p:sp>
        <p:nvSpPr>
          <p:cNvPr id="5803" name="Google Shape;5803;g3f58e9f5fa5_0_1260"/>
          <p:cNvSpPr txBox="1"/>
          <p:nvPr/>
        </p:nvSpPr>
        <p:spPr>
          <a:xfrm>
            <a:off x="854675" y="2764213"/>
            <a:ext cx="3810000" cy="794100"/>
          </a:xfrm>
          <a:prstGeom prst="rect">
            <a:avLst/>
          </a:prstGeom>
          <a:noFill/>
          <a:ln>
            <a:noFill/>
          </a:ln>
          <a:effectLst>
            <a:outerShdw blurRad="76200" rotWithShape="0" algn="tl" dir="2700000" dist="50800">
              <a:srgbClr val="000000">
                <a:alpha val="21960"/>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5804" name="Google Shape;5804;g3f58e9f5fa5_0_1260"/>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3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5805" name="Shape 5805"/>
        <p:cNvGrpSpPr/>
        <p:nvPr/>
      </p:nvGrpSpPr>
      <p:grpSpPr>
        <a:xfrm>
          <a:off x="0" y="0"/>
          <a:ext cx="0" cy="0"/>
          <a:chOff x="0" y="0"/>
          <a:chExt cx="0" cy="0"/>
        </a:xfrm>
      </p:grpSpPr>
      <p:sp>
        <p:nvSpPr>
          <p:cNvPr id="5806" name="Google Shape;5806;g3f58e9f5fa5_0_1263"/>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807" name="Google Shape;5807;g3f58e9f5fa5_0_1263"/>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5808" name="Google Shape;5808;g3f58e9f5fa5_0_1263"/>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5809" name="Google Shape;5809;g3f58e9f5fa5_0_1263"/>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810" name="Google Shape;5810;g3f58e9f5fa5_0_1263"/>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5811" name="Shape 5811"/>
        <p:cNvGrpSpPr/>
        <p:nvPr/>
      </p:nvGrpSpPr>
      <p:grpSpPr>
        <a:xfrm>
          <a:off x="0" y="0"/>
          <a:ext cx="0" cy="0"/>
          <a:chOff x="0" y="0"/>
          <a:chExt cx="0" cy="0"/>
        </a:xfrm>
      </p:grpSpPr>
      <p:sp>
        <p:nvSpPr>
          <p:cNvPr id="5812" name="Google Shape;5812;g3f58e9f5fa5_0_1269"/>
          <p:cNvSpPr txBox="1"/>
          <p:nvPr/>
        </p:nvSpPr>
        <p:spPr>
          <a:xfrm>
            <a:off x="1122400" y="2754450"/>
            <a:ext cx="4324800" cy="1349100"/>
          </a:xfrm>
          <a:prstGeom prst="rect">
            <a:avLst/>
          </a:prstGeom>
          <a:noFill/>
          <a:ln>
            <a:noFill/>
          </a:ln>
          <a:effectLst>
            <a:outerShdw blurRad="76200" rotWithShape="0" algn="tl" dir="2700000" dist="50800">
              <a:srgbClr val="000000">
                <a:alpha val="2196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5813" name="Google Shape;5813;g3f58e9f5fa5_0_1269"/>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3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5814" name="Shape 5814"/>
        <p:cNvGrpSpPr/>
        <p:nvPr/>
      </p:nvGrpSpPr>
      <p:grpSpPr>
        <a:xfrm>
          <a:off x="0" y="0"/>
          <a:ext cx="0" cy="0"/>
          <a:chOff x="0" y="0"/>
          <a:chExt cx="0" cy="0"/>
        </a:xfrm>
      </p:grpSpPr>
      <p:grpSp>
        <p:nvGrpSpPr>
          <p:cNvPr id="5815" name="Google Shape;5815;g3f58e9f5fa5_0_1272"/>
          <p:cNvGrpSpPr/>
          <p:nvPr/>
        </p:nvGrpSpPr>
        <p:grpSpPr>
          <a:xfrm>
            <a:off x="680011" y="0"/>
            <a:ext cx="3090697" cy="1806089"/>
            <a:chOff x="536716" y="-1319"/>
            <a:chExt cx="3976708" cy="2323841"/>
          </a:xfrm>
        </p:grpSpPr>
        <p:sp>
          <p:nvSpPr>
            <p:cNvPr id="5816" name="Google Shape;5816;g3f58e9f5fa5_0_127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817" name="Google Shape;5817;g3f58e9f5fa5_0_1272"/>
            <p:cNvGrpSpPr/>
            <p:nvPr/>
          </p:nvGrpSpPr>
          <p:grpSpPr>
            <a:xfrm>
              <a:off x="536716" y="0"/>
              <a:ext cx="3976708" cy="2322522"/>
              <a:chOff x="947530" y="0"/>
              <a:chExt cx="3976708" cy="2322522"/>
            </a:xfrm>
          </p:grpSpPr>
          <p:sp>
            <p:nvSpPr>
              <p:cNvPr id="5818" name="Google Shape;5818;g3f58e9f5fa5_0_127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19" name="Google Shape;5819;g3f58e9f5fa5_0_127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20" name="Google Shape;5820;g3f58e9f5fa5_0_127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21" name="Google Shape;5821;g3f58e9f5fa5_0_127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22" name="Google Shape;5822;g3f58e9f5fa5_0_127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23" name="Google Shape;5823;g3f58e9f5fa5_0_1272"/>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5824" name="Google Shape;5824;g3f58e9f5fa5_0_1272"/>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3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5825" name="Shape 5825"/>
        <p:cNvGrpSpPr/>
        <p:nvPr/>
      </p:nvGrpSpPr>
      <p:grpSpPr>
        <a:xfrm>
          <a:off x="0" y="0"/>
          <a:ext cx="0" cy="0"/>
          <a:chOff x="0" y="0"/>
          <a:chExt cx="0" cy="0"/>
        </a:xfrm>
      </p:grpSpPr>
      <p:sp>
        <p:nvSpPr>
          <p:cNvPr id="5826" name="Google Shape;5826;g3f58e9f5fa5_0_1283"/>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27" name="Google Shape;5827;g3f58e9f5fa5_0_1283"/>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196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28" name="Google Shape;5828;g3f58e9f5fa5_0_1283"/>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216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5829" name="Shape 5829"/>
        <p:cNvGrpSpPr/>
        <p:nvPr/>
      </p:nvGrpSpPr>
      <p:grpSpPr>
        <a:xfrm>
          <a:off x="0" y="0"/>
          <a:ext cx="0" cy="0"/>
          <a:chOff x="0" y="0"/>
          <a:chExt cx="0" cy="0"/>
        </a:xfrm>
      </p:grpSpPr>
      <p:grpSp>
        <p:nvGrpSpPr>
          <p:cNvPr id="5830" name="Google Shape;5830;g3f58e9f5fa5_0_1287"/>
          <p:cNvGrpSpPr/>
          <p:nvPr/>
        </p:nvGrpSpPr>
        <p:grpSpPr>
          <a:xfrm>
            <a:off x="680011" y="0"/>
            <a:ext cx="3090697" cy="1806089"/>
            <a:chOff x="536716" y="-1319"/>
            <a:chExt cx="3976708" cy="2323841"/>
          </a:xfrm>
        </p:grpSpPr>
        <p:sp>
          <p:nvSpPr>
            <p:cNvPr id="5831" name="Google Shape;5831;g3f58e9f5fa5_0_128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832" name="Google Shape;5832;g3f58e9f5fa5_0_1287"/>
            <p:cNvGrpSpPr/>
            <p:nvPr/>
          </p:nvGrpSpPr>
          <p:grpSpPr>
            <a:xfrm>
              <a:off x="536716" y="0"/>
              <a:ext cx="3976708" cy="2322522"/>
              <a:chOff x="947530" y="0"/>
              <a:chExt cx="3976708" cy="2322522"/>
            </a:xfrm>
          </p:grpSpPr>
          <p:sp>
            <p:nvSpPr>
              <p:cNvPr id="5833" name="Google Shape;5833;g3f58e9f5fa5_0_128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34" name="Google Shape;5834;g3f58e9f5fa5_0_128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35" name="Google Shape;5835;g3f58e9f5fa5_0_128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36" name="Google Shape;5836;g3f58e9f5fa5_0_128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37" name="Google Shape;5837;g3f58e9f5fa5_0_128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38" name="Google Shape;5838;g3f58e9f5fa5_0_128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5839" name="Google Shape;5839;g3f58e9f5fa5_0_1287"/>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5840" name="Google Shape;5840;g3f58e9f5fa5_0_128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5841" name="Shape 5841"/>
        <p:cNvGrpSpPr/>
        <p:nvPr/>
      </p:nvGrpSpPr>
      <p:grpSpPr>
        <a:xfrm>
          <a:off x="0" y="0"/>
          <a:ext cx="0" cy="0"/>
          <a:chOff x="0" y="0"/>
          <a:chExt cx="0" cy="0"/>
        </a:xfrm>
      </p:grpSpPr>
      <p:grpSp>
        <p:nvGrpSpPr>
          <p:cNvPr id="5842" name="Google Shape;5842;g3f58e9f5fa5_0_1299"/>
          <p:cNvGrpSpPr/>
          <p:nvPr/>
        </p:nvGrpSpPr>
        <p:grpSpPr>
          <a:xfrm>
            <a:off x="680011" y="0"/>
            <a:ext cx="3090697" cy="1806089"/>
            <a:chOff x="536716" y="-1319"/>
            <a:chExt cx="3976708" cy="2323841"/>
          </a:xfrm>
        </p:grpSpPr>
        <p:sp>
          <p:nvSpPr>
            <p:cNvPr id="5843" name="Google Shape;5843;g3f58e9f5fa5_0_129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844" name="Google Shape;5844;g3f58e9f5fa5_0_1299"/>
            <p:cNvGrpSpPr/>
            <p:nvPr/>
          </p:nvGrpSpPr>
          <p:grpSpPr>
            <a:xfrm>
              <a:off x="536716" y="0"/>
              <a:ext cx="3976708" cy="2322522"/>
              <a:chOff x="947530" y="0"/>
              <a:chExt cx="3976708" cy="2322522"/>
            </a:xfrm>
          </p:grpSpPr>
          <p:sp>
            <p:nvSpPr>
              <p:cNvPr id="5845" name="Google Shape;5845;g3f58e9f5fa5_0_129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46" name="Google Shape;5846;g3f58e9f5fa5_0_129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47" name="Google Shape;5847;g3f58e9f5fa5_0_129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48" name="Google Shape;5848;g3f58e9f5fa5_0_129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49" name="Google Shape;5849;g3f58e9f5fa5_0_129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850" name="Google Shape;5850;g3f58e9f5fa5_0_129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5851" name="Google Shape;5851;g3f58e9f5fa5_0_1299"/>
          <p:cNvGrpSpPr/>
          <p:nvPr/>
        </p:nvGrpSpPr>
        <p:grpSpPr>
          <a:xfrm>
            <a:off x="5346784" y="1129383"/>
            <a:ext cx="4318845" cy="2583681"/>
            <a:chOff x="5320151" y="896335"/>
            <a:chExt cx="4318845" cy="2583681"/>
          </a:xfrm>
        </p:grpSpPr>
        <p:sp>
          <p:nvSpPr>
            <p:cNvPr id="5852" name="Google Shape;5852;g3f58e9f5fa5_0_129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53" name="Google Shape;5853;g3f58e9f5fa5_0_129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854" name="Google Shape;5854;g3f58e9f5fa5_0_1299"/>
          <p:cNvGrpSpPr/>
          <p:nvPr/>
        </p:nvGrpSpPr>
        <p:grpSpPr>
          <a:xfrm>
            <a:off x="8020375" y="1479739"/>
            <a:ext cx="1344658" cy="4110296"/>
            <a:chOff x="7993742" y="1246691"/>
            <a:chExt cx="1344658" cy="4110296"/>
          </a:xfrm>
        </p:grpSpPr>
        <p:sp>
          <p:nvSpPr>
            <p:cNvPr id="5855" name="Google Shape;5855;g3f58e9f5fa5_0_1299"/>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56" name="Google Shape;5856;g3f58e9f5fa5_0_1299"/>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57" name="Google Shape;5857;g3f58e9f5fa5_0_1299"/>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58" name="Google Shape;5858;g3f58e9f5fa5_0_1299"/>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59" name="Google Shape;5859;g3f58e9f5fa5_0_1299"/>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0" name="Google Shape;5860;g3f58e9f5fa5_0_1299"/>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1" name="Google Shape;5861;g3f58e9f5fa5_0_1299"/>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2" name="Google Shape;5862;g3f58e9f5fa5_0_1299"/>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3" name="Google Shape;5863;g3f58e9f5fa5_0_1299"/>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4" name="Google Shape;5864;g3f58e9f5fa5_0_1299"/>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5" name="Google Shape;5865;g3f58e9f5fa5_0_1299"/>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6" name="Google Shape;5866;g3f58e9f5fa5_0_129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7" name="Google Shape;5867;g3f58e9f5fa5_0_129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8" name="Google Shape;5868;g3f58e9f5fa5_0_1299"/>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69" name="Google Shape;5869;g3f58e9f5fa5_0_1299"/>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0" name="Google Shape;5870;g3f58e9f5fa5_0_1299"/>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1" name="Google Shape;5871;g3f58e9f5fa5_0_1299"/>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2" name="Google Shape;5872;g3f58e9f5fa5_0_1299"/>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3" name="Google Shape;5873;g3f58e9f5fa5_0_1299"/>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4" name="Google Shape;5874;g3f58e9f5fa5_0_1299"/>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5" name="Google Shape;5875;g3f58e9f5fa5_0_129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6" name="Google Shape;5876;g3f58e9f5fa5_0_129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7" name="Google Shape;5877;g3f58e9f5fa5_0_1299"/>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8" name="Google Shape;5878;g3f58e9f5fa5_0_1299"/>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79" name="Google Shape;5879;g3f58e9f5fa5_0_1299"/>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0" name="Google Shape;5880;g3f58e9f5fa5_0_1299"/>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1" name="Google Shape;5881;g3f58e9f5fa5_0_1299"/>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2" name="Google Shape;5882;g3f58e9f5fa5_0_1299"/>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3" name="Google Shape;5883;g3f58e9f5fa5_0_1299"/>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4" name="Google Shape;5884;g3f58e9f5fa5_0_1299"/>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5" name="Google Shape;5885;g3f58e9f5fa5_0_1299"/>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6" name="Google Shape;5886;g3f58e9f5fa5_0_1299"/>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7" name="Google Shape;5887;g3f58e9f5fa5_0_1299"/>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8" name="Google Shape;5888;g3f58e9f5fa5_0_1299"/>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89" name="Google Shape;5889;g3f58e9f5fa5_0_1299"/>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0" name="Google Shape;5890;g3f58e9f5fa5_0_1299"/>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1" name="Google Shape;5891;g3f58e9f5fa5_0_1299"/>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2" name="Google Shape;5892;g3f58e9f5fa5_0_1299"/>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3" name="Google Shape;5893;g3f58e9f5fa5_0_1299"/>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4" name="Google Shape;5894;g3f58e9f5fa5_0_1299"/>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5" name="Google Shape;5895;g3f58e9f5fa5_0_1299"/>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6" name="Google Shape;5896;g3f58e9f5fa5_0_1299"/>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7" name="Google Shape;5897;g3f58e9f5fa5_0_1299"/>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8" name="Google Shape;5898;g3f58e9f5fa5_0_1299"/>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99" name="Google Shape;5899;g3f58e9f5fa5_0_1299"/>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900" name="Google Shape;5900;g3f58e9f5fa5_0_1299"/>
          <p:cNvGrpSpPr/>
          <p:nvPr/>
        </p:nvGrpSpPr>
        <p:grpSpPr>
          <a:xfrm>
            <a:off x="6181783" y="2432841"/>
            <a:ext cx="2702942" cy="1829559"/>
            <a:chOff x="6155150" y="2199793"/>
            <a:chExt cx="2702942" cy="1829559"/>
          </a:xfrm>
        </p:grpSpPr>
        <p:sp>
          <p:nvSpPr>
            <p:cNvPr id="5901" name="Google Shape;5901;g3f58e9f5fa5_0_1299"/>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2" name="Google Shape;5902;g3f58e9f5fa5_0_1299"/>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3" name="Google Shape;5903;g3f58e9f5fa5_0_1299"/>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4" name="Google Shape;5904;g3f58e9f5fa5_0_1299"/>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5" name="Google Shape;5905;g3f58e9f5fa5_0_1299"/>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6" name="Google Shape;5906;g3f58e9f5fa5_0_1299"/>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7" name="Google Shape;5907;g3f58e9f5fa5_0_1299"/>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8" name="Google Shape;5908;g3f58e9f5fa5_0_1299"/>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09" name="Google Shape;5909;g3f58e9f5fa5_0_1299"/>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0" name="Google Shape;5910;g3f58e9f5fa5_0_1299"/>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911" name="Google Shape;5911;g3f58e9f5fa5_0_1299"/>
          <p:cNvGrpSpPr/>
          <p:nvPr/>
        </p:nvGrpSpPr>
        <p:grpSpPr>
          <a:xfrm>
            <a:off x="5355452" y="1806760"/>
            <a:ext cx="1514699" cy="3783660"/>
            <a:chOff x="5328819" y="1573712"/>
            <a:chExt cx="1514699" cy="3783660"/>
          </a:xfrm>
        </p:grpSpPr>
        <p:sp>
          <p:nvSpPr>
            <p:cNvPr id="5912" name="Google Shape;5912;g3f58e9f5fa5_0_1299"/>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3" name="Google Shape;5913;g3f58e9f5fa5_0_1299"/>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4" name="Google Shape;5914;g3f58e9f5fa5_0_1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5" name="Google Shape;5915;g3f58e9f5fa5_0_1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6" name="Google Shape;5916;g3f58e9f5fa5_0_1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7" name="Google Shape;5917;g3f58e9f5fa5_0_1299"/>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8" name="Google Shape;5918;g3f58e9f5fa5_0_1299"/>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19" name="Google Shape;5919;g3f58e9f5fa5_0_1299"/>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0" name="Google Shape;5920;g3f58e9f5fa5_0_1299"/>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1" name="Google Shape;5921;g3f58e9f5fa5_0_1299"/>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2" name="Google Shape;5922;g3f58e9f5fa5_0_1299"/>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3" name="Google Shape;5923;g3f58e9f5fa5_0_1299"/>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4" name="Google Shape;5924;g3f58e9f5fa5_0_1299"/>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5" name="Google Shape;5925;g3f58e9f5fa5_0_1299"/>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6" name="Google Shape;5926;g3f58e9f5fa5_0_129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7" name="Google Shape;5927;g3f58e9f5fa5_0_129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8" name="Google Shape;5928;g3f58e9f5fa5_0_1299"/>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29" name="Google Shape;5929;g3f58e9f5fa5_0_1299"/>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0" name="Google Shape;5930;g3f58e9f5fa5_0_1299"/>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1" name="Google Shape;5931;g3f58e9f5fa5_0_1299"/>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2" name="Google Shape;5932;g3f58e9f5fa5_0_1299"/>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3" name="Google Shape;5933;g3f58e9f5fa5_0_129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4" name="Google Shape;5934;g3f58e9f5fa5_0_129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5" name="Google Shape;5935;g3f58e9f5fa5_0_1299"/>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6" name="Google Shape;5936;g3f58e9f5fa5_0_1299"/>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7" name="Google Shape;5937;g3f58e9f5fa5_0_129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8" name="Google Shape;5938;g3f58e9f5fa5_0_129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39" name="Google Shape;5939;g3f58e9f5fa5_0_1299"/>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0" name="Google Shape;5940;g3f58e9f5fa5_0_1299"/>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1" name="Google Shape;5941;g3f58e9f5fa5_0_1299"/>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2" name="Google Shape;5942;g3f58e9f5fa5_0_1299"/>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3" name="Google Shape;5943;g3f58e9f5fa5_0_1299"/>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4" name="Google Shape;5944;g3f58e9f5fa5_0_1299"/>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5" name="Google Shape;5945;g3f58e9f5fa5_0_1299"/>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6" name="Google Shape;5946;g3f58e9f5fa5_0_1299"/>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7" name="Google Shape;5947;g3f58e9f5fa5_0_1299"/>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8" name="Google Shape;5948;g3f58e9f5fa5_0_1299"/>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49" name="Google Shape;5949;g3f58e9f5fa5_0_1299"/>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0" name="Google Shape;5950;g3f58e9f5fa5_0_1299"/>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1" name="Google Shape;5951;g3f58e9f5fa5_0_129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2" name="Google Shape;5952;g3f58e9f5fa5_0_129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3" name="Google Shape;5953;g3f58e9f5fa5_0_1299"/>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4" name="Google Shape;5954;g3f58e9f5fa5_0_1299"/>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5" name="Google Shape;5955;g3f58e9f5fa5_0_1299"/>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6" name="Google Shape;5956;g3f58e9f5fa5_0_1299"/>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7" name="Google Shape;5957;g3f58e9f5fa5_0_1299"/>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8" name="Google Shape;5958;g3f58e9f5fa5_0_129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59" name="Google Shape;5959;g3f58e9f5fa5_0_129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0" name="Google Shape;5960;g3f58e9f5fa5_0_129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1" name="Google Shape;5961;g3f58e9f5fa5_0_129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2" name="Google Shape;5962;g3f58e9f5fa5_0_129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3" name="Google Shape;5963;g3f58e9f5fa5_0_129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4" name="Google Shape;5964;g3f58e9f5fa5_0_1299"/>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5" name="Google Shape;5965;g3f58e9f5fa5_0_1299"/>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6" name="Google Shape;5966;g3f58e9f5fa5_0_1299"/>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5967" name="Google Shape;5967;g3f58e9f5fa5_0_1299"/>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68" name="Google Shape;5968;g3f58e9f5fa5_0_129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5969" name="Shape 5969"/>
        <p:cNvGrpSpPr/>
        <p:nvPr/>
      </p:nvGrpSpPr>
      <p:grpSpPr>
        <a:xfrm>
          <a:off x="0" y="0"/>
          <a:ext cx="0" cy="0"/>
          <a:chOff x="0" y="0"/>
          <a:chExt cx="0" cy="0"/>
        </a:xfrm>
      </p:grpSpPr>
      <p:grpSp>
        <p:nvGrpSpPr>
          <p:cNvPr id="5970" name="Google Shape;5970;g3f58e9f5fa5_0_1427"/>
          <p:cNvGrpSpPr/>
          <p:nvPr/>
        </p:nvGrpSpPr>
        <p:grpSpPr>
          <a:xfrm>
            <a:off x="680011" y="0"/>
            <a:ext cx="3090697" cy="1806089"/>
            <a:chOff x="536716" y="-1319"/>
            <a:chExt cx="3976708" cy="2323841"/>
          </a:xfrm>
        </p:grpSpPr>
        <p:sp>
          <p:nvSpPr>
            <p:cNvPr id="5971" name="Google Shape;5971;g3f58e9f5fa5_0_142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972" name="Google Shape;5972;g3f58e9f5fa5_0_1427"/>
            <p:cNvGrpSpPr/>
            <p:nvPr/>
          </p:nvGrpSpPr>
          <p:grpSpPr>
            <a:xfrm>
              <a:off x="536716" y="0"/>
              <a:ext cx="3976708" cy="2322522"/>
              <a:chOff x="947530" y="0"/>
              <a:chExt cx="3976708" cy="2322522"/>
            </a:xfrm>
          </p:grpSpPr>
          <p:sp>
            <p:nvSpPr>
              <p:cNvPr id="5973" name="Google Shape;5973;g3f58e9f5fa5_0_142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74" name="Google Shape;5974;g3f58e9f5fa5_0_142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75" name="Google Shape;5975;g3f58e9f5fa5_0_142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976" name="Google Shape;5976;g3f58e9f5fa5_0_142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977" name="Google Shape;5977;g3f58e9f5fa5_0_142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5978" name="Google Shape;5978;g3f58e9f5fa5_0_1427"/>
          <p:cNvGrpSpPr/>
          <p:nvPr/>
        </p:nvGrpSpPr>
        <p:grpSpPr>
          <a:xfrm>
            <a:off x="4978675" y="230124"/>
            <a:ext cx="6585927" cy="6481912"/>
            <a:chOff x="4481529" y="255149"/>
            <a:chExt cx="6585927" cy="6481912"/>
          </a:xfrm>
        </p:grpSpPr>
        <p:sp>
          <p:nvSpPr>
            <p:cNvPr id="5979" name="Google Shape;5979;g3f58e9f5fa5_0_1427"/>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980" name="Google Shape;5980;g3f58e9f5fa5_0_1427"/>
            <p:cNvGrpSpPr/>
            <p:nvPr/>
          </p:nvGrpSpPr>
          <p:grpSpPr>
            <a:xfrm>
              <a:off x="5620312" y="1114012"/>
              <a:ext cx="3943959" cy="4769708"/>
              <a:chOff x="6160167" y="1922224"/>
              <a:chExt cx="3328797" cy="4025749"/>
            </a:xfrm>
          </p:grpSpPr>
          <p:sp>
            <p:nvSpPr>
              <p:cNvPr id="5981" name="Google Shape;5981;g3f58e9f5fa5_0_1427"/>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2" name="Google Shape;5982;g3f58e9f5fa5_0_1427"/>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983" name="Google Shape;5983;g3f58e9f5fa5_0_1427"/>
              <p:cNvGrpSpPr/>
              <p:nvPr/>
            </p:nvGrpSpPr>
            <p:grpSpPr>
              <a:xfrm rot="-2084623">
                <a:off x="6852796" y="2171734"/>
                <a:ext cx="1813520" cy="2998018"/>
                <a:chOff x="6852949" y="2172109"/>
                <a:chExt cx="1813541" cy="2998053"/>
              </a:xfrm>
            </p:grpSpPr>
            <p:sp>
              <p:nvSpPr>
                <p:cNvPr id="5984" name="Google Shape;5984;g3f58e9f5fa5_0_1427"/>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5" name="Google Shape;5985;g3f58e9f5fa5_0_1427"/>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6" name="Google Shape;5986;g3f58e9f5fa5_0_1427"/>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7" name="Google Shape;5987;g3f58e9f5fa5_0_1427"/>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8" name="Google Shape;5988;g3f58e9f5fa5_0_1427"/>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89" name="Google Shape;5989;g3f58e9f5fa5_0_1427"/>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0" name="Google Shape;5990;g3f58e9f5fa5_0_1427"/>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1" name="Google Shape;5991;g3f58e9f5fa5_0_1427"/>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2" name="Google Shape;5992;g3f58e9f5fa5_0_1427"/>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3" name="Google Shape;5993;g3f58e9f5fa5_0_1427"/>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4" name="Google Shape;5994;g3f58e9f5fa5_0_1427"/>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5" name="Google Shape;5995;g3f58e9f5fa5_0_1427"/>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6" name="Google Shape;5996;g3f58e9f5fa5_0_1427"/>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7" name="Google Shape;5997;g3f58e9f5fa5_0_1427"/>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8" name="Google Shape;5998;g3f58e9f5fa5_0_1427"/>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99" name="Google Shape;5999;g3f58e9f5fa5_0_1427"/>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00" name="Google Shape;6000;g3f58e9f5fa5_0_1427"/>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01" name="Google Shape;6001;g3f58e9f5fa5_0_1427"/>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02" name="Google Shape;6002;g3f58e9f5fa5_0_1427"/>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03" name="Google Shape;6003;g3f58e9f5fa5_0_1427"/>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04" name="Google Shape;6004;g3f58e9f5fa5_0_1427"/>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6005" name="Google Shape;6005;g3f58e9f5fa5_0_142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6006" name="Google Shape;6006;g3f58e9f5fa5_0_142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07" name="Shape 6007"/>
        <p:cNvGrpSpPr/>
        <p:nvPr/>
      </p:nvGrpSpPr>
      <p:grpSpPr>
        <a:xfrm>
          <a:off x="0" y="0"/>
          <a:ext cx="0" cy="0"/>
          <a:chOff x="0" y="0"/>
          <a:chExt cx="0" cy="0"/>
        </a:xfrm>
      </p:grpSpPr>
      <p:sp>
        <p:nvSpPr>
          <p:cNvPr id="6008" name="Google Shape;6008;g3f58e9f5fa5_0_1465"/>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09" name="Google Shape;6009;g3f58e9f5fa5_0_1465"/>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010" name="Google Shape;6010;g3f58e9f5fa5_0_1465"/>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011" name="Google Shape;6011;g3f58e9f5fa5_0_1465"/>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012" name="Google Shape;6012;g3f58e9f5fa5_0_1465"/>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6013" name="Shape 6013"/>
        <p:cNvGrpSpPr/>
        <p:nvPr/>
      </p:nvGrpSpPr>
      <p:grpSpPr>
        <a:xfrm>
          <a:off x="0" y="0"/>
          <a:ext cx="0" cy="0"/>
          <a:chOff x="0" y="0"/>
          <a:chExt cx="0" cy="0"/>
        </a:xfrm>
      </p:grpSpPr>
      <p:grpSp>
        <p:nvGrpSpPr>
          <p:cNvPr id="6014" name="Google Shape;6014;g3f58e9f5fa5_0_1471"/>
          <p:cNvGrpSpPr/>
          <p:nvPr/>
        </p:nvGrpSpPr>
        <p:grpSpPr>
          <a:xfrm>
            <a:off x="680011" y="0"/>
            <a:ext cx="3090697" cy="1806089"/>
            <a:chOff x="536716" y="-1319"/>
            <a:chExt cx="3976708" cy="2323841"/>
          </a:xfrm>
        </p:grpSpPr>
        <p:sp>
          <p:nvSpPr>
            <p:cNvPr id="6015" name="Google Shape;6015;g3f58e9f5fa5_0_147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016" name="Google Shape;6016;g3f58e9f5fa5_0_1471"/>
            <p:cNvGrpSpPr/>
            <p:nvPr/>
          </p:nvGrpSpPr>
          <p:grpSpPr>
            <a:xfrm>
              <a:off x="536716" y="0"/>
              <a:ext cx="3976708" cy="2322522"/>
              <a:chOff x="947530" y="0"/>
              <a:chExt cx="3976708" cy="2322522"/>
            </a:xfrm>
          </p:grpSpPr>
          <p:sp>
            <p:nvSpPr>
              <p:cNvPr id="6017" name="Google Shape;6017;g3f58e9f5fa5_0_147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18" name="Google Shape;6018;g3f58e9f5fa5_0_147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19" name="Google Shape;6019;g3f58e9f5fa5_0_147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020" name="Google Shape;6020;g3f58e9f5fa5_0_147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021" name="Google Shape;6021;g3f58e9f5fa5_0_147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022" name="Google Shape;6022;g3f58e9f5fa5_0_1471"/>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6023" name="Google Shape;6023;g3f58e9f5fa5_0_1471"/>
          <p:cNvGrpSpPr/>
          <p:nvPr/>
        </p:nvGrpSpPr>
        <p:grpSpPr>
          <a:xfrm>
            <a:off x="5941746" y="1054485"/>
            <a:ext cx="4147720" cy="4749029"/>
            <a:chOff x="5329188" y="1014865"/>
            <a:chExt cx="4147720" cy="4749029"/>
          </a:xfrm>
        </p:grpSpPr>
        <p:grpSp>
          <p:nvGrpSpPr>
            <p:cNvPr id="6024" name="Google Shape;6024;g3f58e9f5fa5_0_1471"/>
            <p:cNvGrpSpPr/>
            <p:nvPr/>
          </p:nvGrpSpPr>
          <p:grpSpPr>
            <a:xfrm>
              <a:off x="5329188" y="1014865"/>
              <a:ext cx="4147720" cy="3894027"/>
              <a:chOff x="5329188" y="1014865"/>
              <a:chExt cx="4147720" cy="3894027"/>
            </a:xfrm>
          </p:grpSpPr>
          <p:sp>
            <p:nvSpPr>
              <p:cNvPr id="6025" name="Google Shape;6025;g3f58e9f5fa5_0_147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26" name="Google Shape;6026;g3f58e9f5fa5_0_1471"/>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027" name="Google Shape;6027;g3f58e9f5fa5_0_1471"/>
            <p:cNvGrpSpPr/>
            <p:nvPr/>
          </p:nvGrpSpPr>
          <p:grpSpPr>
            <a:xfrm>
              <a:off x="5474376" y="5044181"/>
              <a:ext cx="3724515" cy="719713"/>
              <a:chOff x="5474376" y="5044181"/>
              <a:chExt cx="3724515" cy="719713"/>
            </a:xfrm>
          </p:grpSpPr>
          <p:sp>
            <p:nvSpPr>
              <p:cNvPr id="6028" name="Google Shape;6028;g3f58e9f5fa5_0_147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29" name="Google Shape;6029;g3f58e9f5fa5_0_1471"/>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030" name="Google Shape;6030;g3f58e9f5fa5_0_1471"/>
            <p:cNvGrpSpPr/>
            <p:nvPr/>
          </p:nvGrpSpPr>
          <p:grpSpPr>
            <a:xfrm>
              <a:off x="6679374" y="3857046"/>
              <a:ext cx="1534214" cy="247727"/>
              <a:chOff x="6679374" y="3857046"/>
              <a:chExt cx="1534214" cy="247727"/>
            </a:xfrm>
          </p:grpSpPr>
          <p:sp>
            <p:nvSpPr>
              <p:cNvPr id="6031" name="Google Shape;6031;g3f58e9f5fa5_0_1471"/>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2" name="Google Shape;6032;g3f58e9f5fa5_0_1471"/>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3" name="Google Shape;6033;g3f58e9f5fa5_0_1471"/>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4" name="Google Shape;6034;g3f58e9f5fa5_0_1471"/>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5" name="Google Shape;6035;g3f58e9f5fa5_0_1471"/>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6" name="Google Shape;6036;g3f58e9f5fa5_0_1471"/>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7" name="Google Shape;6037;g3f58e9f5fa5_0_1471"/>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8" name="Google Shape;6038;g3f58e9f5fa5_0_1471"/>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39" name="Google Shape;6039;g3f58e9f5fa5_0_1471"/>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0" name="Google Shape;6040;g3f58e9f5fa5_0_1471"/>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041" name="Google Shape;6041;g3f58e9f5fa5_0_1471"/>
            <p:cNvGrpSpPr/>
            <p:nvPr/>
          </p:nvGrpSpPr>
          <p:grpSpPr>
            <a:xfrm>
              <a:off x="6150150" y="1372824"/>
              <a:ext cx="1654036" cy="1634647"/>
              <a:chOff x="6150150" y="1372824"/>
              <a:chExt cx="1654036" cy="1634647"/>
            </a:xfrm>
          </p:grpSpPr>
          <p:sp>
            <p:nvSpPr>
              <p:cNvPr id="6042" name="Google Shape;6042;g3f58e9f5fa5_0_1471"/>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3" name="Google Shape;6043;g3f58e9f5fa5_0_1471"/>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4" name="Google Shape;6044;g3f58e9f5fa5_0_1471"/>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5" name="Google Shape;6045;g3f58e9f5fa5_0_1471"/>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6" name="Google Shape;6046;g3f58e9f5fa5_0_1471"/>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047" name="Google Shape;6047;g3f58e9f5fa5_0_1471"/>
            <p:cNvGrpSpPr/>
            <p:nvPr/>
          </p:nvGrpSpPr>
          <p:grpSpPr>
            <a:xfrm>
              <a:off x="7567967" y="2334044"/>
              <a:ext cx="1372636" cy="1390272"/>
              <a:chOff x="7567967" y="2334044"/>
              <a:chExt cx="1372636" cy="1390272"/>
            </a:xfrm>
          </p:grpSpPr>
          <p:sp>
            <p:nvSpPr>
              <p:cNvPr id="6048" name="Google Shape;6048;g3f58e9f5fa5_0_1471"/>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49" name="Google Shape;6049;g3f58e9f5fa5_0_1471"/>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0" name="Google Shape;6050;g3f58e9f5fa5_0_1471"/>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1" name="Google Shape;6051;g3f58e9f5fa5_0_1471"/>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052" name="Google Shape;6052;g3f58e9f5fa5_0_1471"/>
            <p:cNvGrpSpPr/>
            <p:nvPr/>
          </p:nvGrpSpPr>
          <p:grpSpPr>
            <a:xfrm>
              <a:off x="5716757" y="2701775"/>
              <a:ext cx="2100989" cy="2869805"/>
              <a:chOff x="5716757" y="2701775"/>
              <a:chExt cx="2100989" cy="2869805"/>
            </a:xfrm>
          </p:grpSpPr>
          <p:sp>
            <p:nvSpPr>
              <p:cNvPr id="6053" name="Google Shape;6053;g3f58e9f5fa5_0_1471"/>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4" name="Google Shape;6054;g3f58e9f5fa5_0_1471"/>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5" name="Google Shape;6055;g3f58e9f5fa5_0_1471"/>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6" name="Google Shape;6056;g3f58e9f5fa5_0_1471"/>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7" name="Google Shape;6057;g3f58e9f5fa5_0_1471"/>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8" name="Google Shape;6058;g3f58e9f5fa5_0_1471"/>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59" name="Google Shape;6059;g3f58e9f5fa5_0_1471"/>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0" name="Google Shape;6060;g3f58e9f5fa5_0_1471"/>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1" name="Google Shape;6061;g3f58e9f5fa5_0_1471"/>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2" name="Google Shape;6062;g3f58e9f5fa5_0_1471"/>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3" name="Google Shape;6063;g3f58e9f5fa5_0_1471"/>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4" name="Google Shape;6064;g3f58e9f5fa5_0_1471"/>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5" name="Google Shape;6065;g3f58e9f5fa5_0_1471"/>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6" name="Google Shape;6066;g3f58e9f5fa5_0_1471"/>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7" name="Google Shape;6067;g3f58e9f5fa5_0_1471"/>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8" name="Google Shape;6068;g3f58e9f5fa5_0_1471"/>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69" name="Google Shape;6069;g3f58e9f5fa5_0_1471"/>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0" name="Google Shape;6070;g3f58e9f5fa5_0_1471"/>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1" name="Google Shape;6071;g3f58e9f5fa5_0_1471"/>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2" name="Google Shape;6072;g3f58e9f5fa5_0_1471"/>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3" name="Google Shape;6073;g3f58e9f5fa5_0_1471"/>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4" name="Google Shape;6074;g3f58e9f5fa5_0_1471"/>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5" name="Google Shape;6075;g3f58e9f5fa5_0_1471"/>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6" name="Google Shape;6076;g3f58e9f5fa5_0_1471"/>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7" name="Google Shape;6077;g3f58e9f5fa5_0_1471"/>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8" name="Google Shape;6078;g3f58e9f5fa5_0_1471"/>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79" name="Google Shape;6079;g3f58e9f5fa5_0_1471"/>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6080" name="Google Shape;6080;g3f58e9f5fa5_0_1471"/>
              <p:cNvGrpSpPr/>
              <p:nvPr/>
            </p:nvGrpSpPr>
            <p:grpSpPr>
              <a:xfrm>
                <a:off x="5909424" y="3227297"/>
                <a:ext cx="721708" cy="913466"/>
                <a:chOff x="5909424" y="3227297"/>
                <a:chExt cx="721708" cy="913466"/>
              </a:xfrm>
            </p:grpSpPr>
            <p:sp>
              <p:nvSpPr>
                <p:cNvPr id="6081" name="Google Shape;6081;g3f58e9f5fa5_0_147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82" name="Google Shape;6082;g3f58e9f5fa5_0_1471"/>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6083" name="Google Shape;6083;g3f58e9f5fa5_0_1471"/>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84" name="Google Shape;6084;g3f58e9f5fa5_0_1471"/>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85" name="Google Shape;6085;g3f58e9f5fa5_0_1471"/>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86" name="Google Shape;6086;g3f58e9f5fa5_0_1471"/>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6087" name="Google Shape;6087;g3f58e9f5fa5_0_1471"/>
              <p:cNvGrpSpPr/>
              <p:nvPr/>
            </p:nvGrpSpPr>
            <p:grpSpPr>
              <a:xfrm>
                <a:off x="6175444" y="3103172"/>
                <a:ext cx="262591" cy="280323"/>
                <a:chOff x="6175444" y="3103172"/>
                <a:chExt cx="262591" cy="280323"/>
              </a:xfrm>
            </p:grpSpPr>
            <p:sp>
              <p:nvSpPr>
                <p:cNvPr id="6088" name="Google Shape;6088;g3f58e9f5fa5_0_147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89" name="Google Shape;6089;g3f58e9f5fa5_0_1471"/>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6090" name="Google Shape;6090;g3f58e9f5fa5_0_1471"/>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1" name="Google Shape;6091;g3f58e9f5fa5_0_1471"/>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2" name="Google Shape;6092;g3f58e9f5fa5_0_1471"/>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3" name="Google Shape;6093;g3f58e9f5fa5_0_1471"/>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6094" name="Google Shape;6094;g3f58e9f5fa5_0_1471"/>
              <p:cNvGrpSpPr/>
              <p:nvPr/>
            </p:nvGrpSpPr>
            <p:grpSpPr>
              <a:xfrm>
                <a:off x="6084245" y="2777613"/>
                <a:ext cx="361352" cy="401447"/>
                <a:chOff x="6084245" y="2777613"/>
                <a:chExt cx="361352" cy="401447"/>
              </a:xfrm>
            </p:grpSpPr>
            <p:sp>
              <p:nvSpPr>
                <p:cNvPr id="6095" name="Google Shape;6095;g3f58e9f5fa5_0_147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6" name="Google Shape;6096;g3f58e9f5fa5_0_1471"/>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6097" name="Google Shape;6097;g3f58e9f5fa5_0_1471"/>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8" name="Google Shape;6098;g3f58e9f5fa5_0_1471"/>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99" name="Google Shape;6099;g3f58e9f5fa5_0_1471"/>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0" name="Google Shape;6100;g3f58e9f5fa5_0_1471"/>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1" name="Google Shape;6101;g3f58e9f5fa5_0_1471"/>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2" name="Google Shape;6102;g3f58e9f5fa5_0_1471"/>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3" name="Google Shape;6103;g3f58e9f5fa5_0_1471"/>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4" name="Google Shape;6104;g3f58e9f5fa5_0_1471"/>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5" name="Google Shape;6105;g3f58e9f5fa5_0_1471"/>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6" name="Google Shape;6106;g3f58e9f5fa5_0_1471"/>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7" name="Google Shape;6107;g3f58e9f5fa5_0_1471"/>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8" name="Google Shape;6108;g3f58e9f5fa5_0_1471"/>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09" name="Google Shape;6109;g3f58e9f5fa5_0_1471"/>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0" name="Google Shape;6110;g3f58e9f5fa5_0_1471"/>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6111" name="Google Shape;6111;g3f58e9f5fa5_0_1471"/>
              <p:cNvGrpSpPr/>
              <p:nvPr/>
            </p:nvGrpSpPr>
            <p:grpSpPr>
              <a:xfrm>
                <a:off x="5914287" y="3433041"/>
                <a:ext cx="962877" cy="299634"/>
                <a:chOff x="5914287" y="3433041"/>
                <a:chExt cx="962877" cy="299634"/>
              </a:xfrm>
            </p:grpSpPr>
            <p:sp>
              <p:nvSpPr>
                <p:cNvPr id="6112" name="Google Shape;6112;g3f58e9f5fa5_0_147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3" name="Google Shape;6113;g3f58e9f5fa5_0_1471"/>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745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6114" name="Google Shape;6114;g3f58e9f5fa5_0_1471"/>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5" name="Google Shape;6115;g3f58e9f5fa5_0_1471"/>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6" name="Google Shape;6116;g3f58e9f5fa5_0_1471"/>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7" name="Google Shape;6117;g3f58e9f5fa5_0_1471"/>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8" name="Google Shape;6118;g3f58e9f5fa5_0_1471"/>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19" name="Google Shape;6119;g3f58e9f5fa5_0_1471"/>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0" name="Google Shape;6120;g3f58e9f5fa5_0_1471"/>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1" name="Google Shape;6121;g3f58e9f5fa5_0_1471"/>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2" name="Google Shape;6122;g3f58e9f5fa5_0_1471"/>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3" name="Google Shape;6123;g3f58e9f5fa5_0_1471"/>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4" name="Google Shape;6124;g3f58e9f5fa5_0_1471"/>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5" name="Google Shape;6125;g3f58e9f5fa5_0_1471"/>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6" name="Google Shape;6126;g3f58e9f5fa5_0_1471"/>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7" name="Google Shape;6127;g3f58e9f5fa5_0_1471"/>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28" name="Google Shape;6128;g3f58e9f5fa5_0_1471"/>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6129" name="Google Shape;6129;g3f58e9f5fa5_0_147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6130" name="Shape 6130"/>
        <p:cNvGrpSpPr/>
        <p:nvPr/>
      </p:nvGrpSpPr>
      <p:grpSpPr>
        <a:xfrm>
          <a:off x="0" y="0"/>
          <a:ext cx="0" cy="0"/>
          <a:chOff x="0" y="0"/>
          <a:chExt cx="0" cy="0"/>
        </a:xfrm>
      </p:grpSpPr>
      <p:grpSp>
        <p:nvGrpSpPr>
          <p:cNvPr id="6131" name="Google Shape;6131;g3f58e9f5fa5_0_1588"/>
          <p:cNvGrpSpPr/>
          <p:nvPr/>
        </p:nvGrpSpPr>
        <p:grpSpPr>
          <a:xfrm>
            <a:off x="680011" y="0"/>
            <a:ext cx="3090697" cy="1806089"/>
            <a:chOff x="536716" y="-1319"/>
            <a:chExt cx="3976708" cy="2323841"/>
          </a:xfrm>
        </p:grpSpPr>
        <p:sp>
          <p:nvSpPr>
            <p:cNvPr id="6132" name="Google Shape;6132;g3f58e9f5fa5_0_158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133" name="Google Shape;6133;g3f58e9f5fa5_0_1588"/>
            <p:cNvGrpSpPr/>
            <p:nvPr/>
          </p:nvGrpSpPr>
          <p:grpSpPr>
            <a:xfrm>
              <a:off x="536716" y="0"/>
              <a:ext cx="3976708" cy="2322522"/>
              <a:chOff x="947530" y="0"/>
              <a:chExt cx="3976708" cy="2322522"/>
            </a:xfrm>
          </p:grpSpPr>
          <p:sp>
            <p:nvSpPr>
              <p:cNvPr id="6134" name="Google Shape;6134;g3f58e9f5fa5_0_158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35" name="Google Shape;6135;g3f58e9f5fa5_0_158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36" name="Google Shape;6136;g3f58e9f5fa5_0_158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37" name="Google Shape;6137;g3f58e9f5fa5_0_158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38" name="Google Shape;6138;g3f58e9f5fa5_0_158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39" name="Google Shape;6139;g3f58e9f5fa5_0_1588"/>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6140" name="Google Shape;6140;g3f58e9f5fa5_0_158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6141" name="Google Shape;6141;g3f58e9f5fa5_0_1588"/>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3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6142" name="Shape 6142"/>
        <p:cNvGrpSpPr/>
        <p:nvPr/>
      </p:nvGrpSpPr>
      <p:grpSpPr>
        <a:xfrm>
          <a:off x="0" y="0"/>
          <a:ext cx="0" cy="0"/>
          <a:chOff x="0" y="0"/>
          <a:chExt cx="0" cy="0"/>
        </a:xfrm>
      </p:grpSpPr>
      <p:sp>
        <p:nvSpPr>
          <p:cNvPr id="6143" name="Google Shape;6143;g3f58e9f5fa5_0_1600"/>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44" name="Google Shape;6144;g3f58e9f5fa5_0_1600"/>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45" name="Google Shape;6145;g3f58e9f5fa5_0_1600"/>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146" name="Google Shape;6146;g3f58e9f5fa5_0_1600"/>
          <p:cNvGrpSpPr/>
          <p:nvPr/>
        </p:nvGrpSpPr>
        <p:grpSpPr>
          <a:xfrm>
            <a:off x="911104" y="1079070"/>
            <a:ext cx="10369887" cy="4698606"/>
            <a:chOff x="1290381" y="1417103"/>
            <a:chExt cx="9045610" cy="4098575"/>
          </a:xfrm>
        </p:grpSpPr>
        <p:sp>
          <p:nvSpPr>
            <p:cNvPr id="6147" name="Google Shape;6147;g3f58e9f5fa5_0_1600"/>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48" name="Google Shape;6148;g3f58e9f5fa5_0_1600"/>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49" name="Google Shape;6149;g3f58e9f5fa5_0_1600"/>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50" name="Google Shape;6150;g3f58e9f5fa5_0_1600"/>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6151" name="Shape 6151"/>
        <p:cNvGrpSpPr/>
        <p:nvPr/>
      </p:nvGrpSpPr>
      <p:grpSpPr>
        <a:xfrm>
          <a:off x="0" y="0"/>
          <a:ext cx="0" cy="0"/>
          <a:chOff x="0" y="0"/>
          <a:chExt cx="0" cy="0"/>
        </a:xfrm>
      </p:grpSpPr>
      <p:pic>
        <p:nvPicPr>
          <p:cNvPr id="6152" name="Google Shape;6152;g3f58e9f5fa5_0_1609"/>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6153" name="Google Shape;6153;g3f58e9f5fa5_0_1609"/>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6154" name="Shape 6154"/>
        <p:cNvGrpSpPr/>
        <p:nvPr/>
      </p:nvGrpSpPr>
      <p:grpSpPr>
        <a:xfrm>
          <a:off x="0" y="0"/>
          <a:ext cx="0" cy="0"/>
          <a:chOff x="0" y="0"/>
          <a:chExt cx="0" cy="0"/>
        </a:xfrm>
      </p:grpSpPr>
      <p:sp>
        <p:nvSpPr>
          <p:cNvPr id="6155" name="Google Shape;6155;g3f58e9f5fa5_0_1612"/>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6156" name="Shape 6156"/>
        <p:cNvGrpSpPr/>
        <p:nvPr/>
      </p:nvGrpSpPr>
      <p:grpSpPr>
        <a:xfrm>
          <a:off x="0" y="0"/>
          <a:ext cx="0" cy="0"/>
          <a:chOff x="0" y="0"/>
          <a:chExt cx="0" cy="0"/>
        </a:xfrm>
      </p:grpSpPr>
      <p:sp>
        <p:nvSpPr>
          <p:cNvPr id="6157" name="Google Shape;6157;g3f58e9f5fa5_0_1614"/>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58" name="Google Shape;6158;g3f58e9f5fa5_0_1614"/>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59" name="Google Shape;6159;g3f58e9f5fa5_0_1614"/>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6160" name="Google Shape;6160;g3f58e9f5fa5_0_161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6161" name="Google Shape;6161;g3f58e9f5fa5_0_1614"/>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6162" name="Shape 6162"/>
        <p:cNvGrpSpPr/>
        <p:nvPr/>
      </p:nvGrpSpPr>
      <p:grpSpPr>
        <a:xfrm>
          <a:off x="0" y="0"/>
          <a:ext cx="0" cy="0"/>
          <a:chOff x="0" y="0"/>
          <a:chExt cx="0" cy="0"/>
        </a:xfrm>
      </p:grpSpPr>
      <p:sp>
        <p:nvSpPr>
          <p:cNvPr id="6163" name="Google Shape;6163;g3f58e9f5fa5_0_1620"/>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6164" name="Google Shape;6164;g3f58e9f5fa5_0_1620"/>
          <p:cNvPicPr preferRelativeResize="0"/>
          <p:nvPr/>
        </p:nvPicPr>
        <p:blipFill rotWithShape="1">
          <a:blip r:embed="rId2">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3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6165" name="Shape 6165"/>
        <p:cNvGrpSpPr/>
        <p:nvPr/>
      </p:nvGrpSpPr>
      <p:grpSpPr>
        <a:xfrm>
          <a:off x="0" y="0"/>
          <a:ext cx="0" cy="0"/>
          <a:chOff x="0" y="0"/>
          <a:chExt cx="0" cy="0"/>
        </a:xfrm>
      </p:grpSpPr>
      <p:sp>
        <p:nvSpPr>
          <p:cNvPr id="6166" name="Google Shape;6166;g3f58e9f5fa5_0_1623"/>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67" name="Google Shape;6167;g3f58e9f5fa5_0_1623"/>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216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68" name="Google Shape;6168;g3f58e9f5fa5_0_1623"/>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6169" name="Shape 6169"/>
        <p:cNvGrpSpPr/>
        <p:nvPr/>
      </p:nvGrpSpPr>
      <p:grpSpPr>
        <a:xfrm>
          <a:off x="0" y="0"/>
          <a:ext cx="0" cy="0"/>
          <a:chOff x="0" y="0"/>
          <a:chExt cx="0" cy="0"/>
        </a:xfrm>
      </p:grpSpPr>
      <p:grpSp>
        <p:nvGrpSpPr>
          <p:cNvPr id="6170" name="Google Shape;6170;g3f58e9f5fa5_0_1627"/>
          <p:cNvGrpSpPr/>
          <p:nvPr/>
        </p:nvGrpSpPr>
        <p:grpSpPr>
          <a:xfrm>
            <a:off x="0" y="579518"/>
            <a:ext cx="4207500" cy="823623"/>
            <a:chOff x="0" y="579518"/>
            <a:chExt cx="4207500" cy="823623"/>
          </a:xfrm>
        </p:grpSpPr>
        <p:sp>
          <p:nvSpPr>
            <p:cNvPr id="6171" name="Google Shape;6171;g3f58e9f5fa5_0_1627"/>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72" name="Google Shape;6172;g3f58e9f5fa5_0_162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73" name="Google Shape;6173;g3f58e9f5fa5_0_162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74" name="Google Shape;6174;g3f58e9f5fa5_0_162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75" name="Google Shape;6175;g3f58e9f5fa5_0_162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6176" name="Shape 6176"/>
        <p:cNvGrpSpPr/>
        <p:nvPr/>
      </p:nvGrpSpPr>
      <p:grpSpPr>
        <a:xfrm>
          <a:off x="0" y="0"/>
          <a:ext cx="0" cy="0"/>
          <a:chOff x="0" y="0"/>
          <a:chExt cx="0" cy="0"/>
        </a:xfrm>
      </p:grpSpPr>
      <p:sp>
        <p:nvSpPr>
          <p:cNvPr id="6177" name="Google Shape;6177;g3f58e9f5fa5_0_1634"/>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6178" name="Google Shape;6178;g3f58e9f5fa5_0_1634"/>
          <p:cNvGrpSpPr/>
          <p:nvPr/>
        </p:nvGrpSpPr>
        <p:grpSpPr>
          <a:xfrm>
            <a:off x="-1" y="579518"/>
            <a:ext cx="7079588" cy="823623"/>
            <a:chOff x="0" y="579518"/>
            <a:chExt cx="4146900" cy="823623"/>
          </a:xfrm>
        </p:grpSpPr>
        <p:sp>
          <p:nvSpPr>
            <p:cNvPr id="6179" name="Google Shape;6179;g3f58e9f5fa5_0_1634"/>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80" name="Google Shape;6180;g3f58e9f5fa5_0_163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81" name="Google Shape;6181;g3f58e9f5fa5_0_1634"/>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82" name="Google Shape;6182;g3f58e9f5fa5_0_163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6183" name="Shape 6183"/>
        <p:cNvGrpSpPr/>
        <p:nvPr/>
      </p:nvGrpSpPr>
      <p:grpSpPr>
        <a:xfrm>
          <a:off x="0" y="0"/>
          <a:ext cx="0" cy="0"/>
          <a:chOff x="0" y="0"/>
          <a:chExt cx="0" cy="0"/>
        </a:xfrm>
      </p:grpSpPr>
      <p:grpSp>
        <p:nvGrpSpPr>
          <p:cNvPr id="6184" name="Google Shape;6184;g3f58e9f5fa5_0_1641"/>
          <p:cNvGrpSpPr/>
          <p:nvPr/>
        </p:nvGrpSpPr>
        <p:grpSpPr>
          <a:xfrm>
            <a:off x="0" y="579518"/>
            <a:ext cx="4207500" cy="823623"/>
            <a:chOff x="0" y="579518"/>
            <a:chExt cx="4207500" cy="823623"/>
          </a:xfrm>
        </p:grpSpPr>
        <p:sp>
          <p:nvSpPr>
            <p:cNvPr id="6185" name="Google Shape;6185;g3f58e9f5fa5_0_1641"/>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86" name="Google Shape;6186;g3f58e9f5fa5_0_1641"/>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87" name="Google Shape;6187;g3f58e9f5fa5_0_1641"/>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88" name="Google Shape;6188;g3f58e9f5fa5_0_1641"/>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89" name="Google Shape;6189;g3f58e9f5fa5_0_1641"/>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90" name="Google Shape;6190;g3f58e9f5fa5_0_1641"/>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6191" name="Shape 6191"/>
        <p:cNvGrpSpPr/>
        <p:nvPr/>
      </p:nvGrpSpPr>
      <p:grpSpPr>
        <a:xfrm>
          <a:off x="0" y="0"/>
          <a:ext cx="0" cy="0"/>
          <a:chOff x="0" y="0"/>
          <a:chExt cx="0" cy="0"/>
        </a:xfrm>
      </p:grpSpPr>
      <p:grpSp>
        <p:nvGrpSpPr>
          <p:cNvPr id="6192" name="Google Shape;6192;g3f58e9f5fa5_0_1649"/>
          <p:cNvGrpSpPr/>
          <p:nvPr/>
        </p:nvGrpSpPr>
        <p:grpSpPr>
          <a:xfrm>
            <a:off x="-1" y="579518"/>
            <a:ext cx="7079588" cy="823623"/>
            <a:chOff x="0" y="579518"/>
            <a:chExt cx="4146900" cy="823623"/>
          </a:xfrm>
        </p:grpSpPr>
        <p:sp>
          <p:nvSpPr>
            <p:cNvPr id="6193" name="Google Shape;6193;g3f58e9f5fa5_0_1649"/>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194" name="Google Shape;6194;g3f58e9f5fa5_0_1649"/>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195" name="Google Shape;6195;g3f58e9f5fa5_0_164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196" name="Google Shape;6196;g3f58e9f5fa5_0_1649"/>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97" name="Google Shape;6197;g3f58e9f5fa5_0_1649"/>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98" name="Google Shape;6198;g3f58e9f5fa5_0_1649"/>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199" name="Google Shape;6199;g3f58e9f5fa5_0_1649"/>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6200" name="Shape 6200"/>
        <p:cNvGrpSpPr/>
        <p:nvPr/>
      </p:nvGrpSpPr>
      <p:grpSpPr>
        <a:xfrm>
          <a:off x="0" y="0"/>
          <a:ext cx="0" cy="0"/>
          <a:chOff x="0" y="0"/>
          <a:chExt cx="0" cy="0"/>
        </a:xfrm>
      </p:grpSpPr>
      <p:grpSp>
        <p:nvGrpSpPr>
          <p:cNvPr id="6201" name="Google Shape;6201;g3f58e9f5fa5_0_1658"/>
          <p:cNvGrpSpPr/>
          <p:nvPr/>
        </p:nvGrpSpPr>
        <p:grpSpPr>
          <a:xfrm>
            <a:off x="0" y="579518"/>
            <a:ext cx="4207500" cy="823623"/>
            <a:chOff x="0" y="579518"/>
            <a:chExt cx="4207500" cy="823623"/>
          </a:xfrm>
        </p:grpSpPr>
        <p:sp>
          <p:nvSpPr>
            <p:cNvPr id="6202" name="Google Shape;6202;g3f58e9f5fa5_0_1658"/>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203" name="Google Shape;6203;g3f58e9f5fa5_0_1658"/>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204" name="Google Shape;6204;g3f58e9f5fa5_0_165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205" name="Google Shape;6205;g3f58e9f5fa5_0_1658"/>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6206" name="Google Shape;6206;g3f58e9f5fa5_0_1658"/>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207" name="Google Shape;6207;g3f58e9f5fa5_0_1658"/>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6208" name="Google Shape;6208;g3f58e9f5fa5_0_1658"/>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209" name="Google Shape;6209;g3f58e9f5fa5_0_1658"/>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210" name="Google Shape;6210;g3f58e9f5fa5_0_1658"/>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6211" name="Shape 6211"/>
        <p:cNvGrpSpPr/>
        <p:nvPr/>
      </p:nvGrpSpPr>
      <p:grpSpPr>
        <a:xfrm>
          <a:off x="0" y="0"/>
          <a:ext cx="0" cy="0"/>
          <a:chOff x="0" y="0"/>
          <a:chExt cx="0" cy="0"/>
        </a:xfrm>
      </p:grpSpPr>
      <p:grpSp>
        <p:nvGrpSpPr>
          <p:cNvPr id="6212" name="Google Shape;6212;g3f58e9f5fa5_0_1669"/>
          <p:cNvGrpSpPr/>
          <p:nvPr/>
        </p:nvGrpSpPr>
        <p:grpSpPr>
          <a:xfrm>
            <a:off x="680011" y="-12733"/>
            <a:ext cx="4628621" cy="1818822"/>
            <a:chOff x="536716" y="-17702"/>
            <a:chExt cx="5955508" cy="2340224"/>
          </a:xfrm>
        </p:grpSpPr>
        <p:sp>
          <p:nvSpPr>
            <p:cNvPr id="6213" name="Google Shape;6213;g3f58e9f5fa5_0_1669"/>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6214" name="Google Shape;6214;g3f58e9f5fa5_0_1669"/>
            <p:cNvGrpSpPr/>
            <p:nvPr/>
          </p:nvGrpSpPr>
          <p:grpSpPr>
            <a:xfrm>
              <a:off x="536716" y="-17702"/>
              <a:ext cx="5955508" cy="2340224"/>
              <a:chOff x="947530" y="-17702"/>
              <a:chExt cx="5955508" cy="2340224"/>
            </a:xfrm>
          </p:grpSpPr>
          <p:sp>
            <p:nvSpPr>
              <p:cNvPr id="6215" name="Google Shape;6215;g3f58e9f5fa5_0_166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216" name="Google Shape;6216;g3f58e9f5fa5_0_1669"/>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217" name="Google Shape;6217;g3f58e9f5fa5_0_1669"/>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218" name="Google Shape;6218;g3f58e9f5fa5_0_1669"/>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219" name="Google Shape;6219;g3f58e9f5fa5_0_166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220" name="Google Shape;6220;g3f58e9f5fa5_0_1669"/>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6221" name="Google Shape;6221;g3f58e9f5fa5_0_1669"/>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6222" name="Google Shape;6222;g3f58e9f5fa5_0_166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6223" name="Shape 6223"/>
        <p:cNvGrpSpPr/>
        <p:nvPr/>
      </p:nvGrpSpPr>
      <p:grpSpPr>
        <a:xfrm>
          <a:off x="0" y="0"/>
          <a:ext cx="0" cy="0"/>
          <a:chOff x="0" y="0"/>
          <a:chExt cx="0" cy="0"/>
        </a:xfrm>
      </p:grpSpPr>
      <p:sp>
        <p:nvSpPr>
          <p:cNvPr id="6224" name="Google Shape;6224;g3f58e9f5fa5_0_168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6225" name="Google Shape;6225;g3f58e9f5fa5_0_1681"/>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6226" name="Google Shape;6226;g3f58e9f5fa5_0_1681"/>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6227" name="Shape 6227"/>
        <p:cNvGrpSpPr/>
        <p:nvPr/>
      </p:nvGrpSpPr>
      <p:grpSpPr>
        <a:xfrm>
          <a:off x="0" y="0"/>
          <a:ext cx="0" cy="0"/>
          <a:chOff x="0" y="0"/>
          <a:chExt cx="0" cy="0"/>
        </a:xfrm>
      </p:grpSpPr>
      <p:sp>
        <p:nvSpPr>
          <p:cNvPr id="6228" name="Google Shape;6228;g3f58e9f5fa5_0_1685"/>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6229" name="Google Shape;6229;g3f58e9f5fa5_0_1685"/>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0" name="Google Shape;6230;g3f58e9f5fa5_0_1685"/>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1" name="Google Shape;6231;g3f58e9f5fa5_0_1685"/>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2" name="Google Shape;6232;g3f58e9f5fa5_0_1685"/>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3" name="Google Shape;6233;g3f58e9f5fa5_0_1685"/>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19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4" name="Google Shape;6234;g3f58e9f5fa5_0_1685"/>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5" name="Google Shape;6235;g3f58e9f5fa5_0_1685"/>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6" name="Google Shape;6236;g3f58e9f5fa5_0_1685"/>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7" name="Google Shape;6237;g3f58e9f5fa5_0_1685"/>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38" name="Google Shape;6238;g3f58e9f5fa5_0_1685"/>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19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6239" name="Google Shape;6239;g3f58e9f5fa5_0_1685"/>
          <p:cNvGrpSpPr/>
          <p:nvPr/>
        </p:nvGrpSpPr>
        <p:grpSpPr>
          <a:xfrm>
            <a:off x="5457741" y="1333256"/>
            <a:ext cx="1594947" cy="4101702"/>
            <a:chOff x="5652866" y="1771703"/>
            <a:chExt cx="1133902" cy="2916040"/>
          </a:xfrm>
        </p:grpSpPr>
        <p:sp>
          <p:nvSpPr>
            <p:cNvPr id="6240" name="Google Shape;6240;g3f58e9f5fa5_0_1685"/>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1" name="Google Shape;6241;g3f58e9f5fa5_0_1685"/>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2" name="Google Shape;6242;g3f58e9f5fa5_0_1685"/>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3" name="Google Shape;6243;g3f58e9f5fa5_0_1685"/>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4" name="Google Shape;6244;g3f58e9f5fa5_0_1685"/>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5" name="Google Shape;6245;g3f58e9f5fa5_0_1685"/>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6" name="Google Shape;6246;g3f58e9f5fa5_0_1685"/>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7" name="Google Shape;6247;g3f58e9f5fa5_0_1685"/>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8" name="Google Shape;6248;g3f58e9f5fa5_0_1685"/>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49" name="Google Shape;6249;g3f58e9f5fa5_0_1685"/>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0" name="Google Shape;6250;g3f58e9f5fa5_0_1685"/>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1" name="Google Shape;6251;g3f58e9f5fa5_0_1685"/>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2" name="Google Shape;6252;g3f58e9f5fa5_0_1685"/>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3" name="Google Shape;6253;g3f58e9f5fa5_0_1685"/>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4" name="Google Shape;6254;g3f58e9f5fa5_0_1685"/>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5" name="Google Shape;6255;g3f58e9f5fa5_0_1685"/>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6" name="Google Shape;6256;g3f58e9f5fa5_0_1685"/>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7" name="Google Shape;6257;g3f58e9f5fa5_0_1685"/>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8" name="Google Shape;6258;g3f58e9f5fa5_0_1685"/>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59" name="Google Shape;6259;g3f58e9f5fa5_0_1685"/>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0" name="Google Shape;6260;g3f58e9f5fa5_0_1685"/>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1" name="Google Shape;6261;g3f58e9f5fa5_0_1685"/>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706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2" name="Google Shape;6262;g3f58e9f5fa5_0_1685"/>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3" name="Google Shape;6263;g3f58e9f5fa5_0_1685"/>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4" name="Google Shape;6264;g3f58e9f5fa5_0_1685"/>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5" name="Google Shape;6265;g3f58e9f5fa5_0_1685"/>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6" name="Google Shape;6266;g3f58e9f5fa5_0_1685"/>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7" name="Google Shape;6267;g3f58e9f5fa5_0_1685"/>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8" name="Google Shape;6268;g3f58e9f5fa5_0_1685"/>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69" name="Google Shape;6269;g3f58e9f5fa5_0_1685"/>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0" name="Google Shape;6270;g3f58e9f5fa5_0_1685"/>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1" name="Google Shape;6271;g3f58e9f5fa5_0_1685"/>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2" name="Google Shape;6272;g3f58e9f5fa5_0_1685"/>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3" name="Google Shape;6273;g3f58e9f5fa5_0_1685"/>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4" name="Google Shape;6274;g3f58e9f5fa5_0_1685"/>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6275" name="Google Shape;6275;g3f58e9f5fa5_0_1685"/>
          <p:cNvGrpSpPr/>
          <p:nvPr/>
        </p:nvGrpSpPr>
        <p:grpSpPr>
          <a:xfrm>
            <a:off x="335406" y="217184"/>
            <a:ext cx="11376424" cy="5726587"/>
            <a:chOff x="3962400" y="1361312"/>
            <a:chExt cx="4234979" cy="2131775"/>
          </a:xfrm>
        </p:grpSpPr>
        <p:sp>
          <p:nvSpPr>
            <p:cNvPr id="6276" name="Google Shape;6276;g3f58e9f5fa5_0_1685"/>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7" name="Google Shape;6277;g3f58e9f5fa5_0_1685"/>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8" name="Google Shape;6278;g3f58e9f5fa5_0_1685"/>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79" name="Google Shape;6279;g3f58e9f5fa5_0_1685"/>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0" name="Google Shape;6280;g3f58e9f5fa5_0_1685"/>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1" name="Google Shape;6281;g3f58e9f5fa5_0_1685"/>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2" name="Google Shape;6282;g3f58e9f5fa5_0_1685"/>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3" name="Google Shape;6283;g3f58e9f5fa5_0_1685"/>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4" name="Google Shape;6284;g3f58e9f5fa5_0_1685"/>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5" name="Google Shape;6285;g3f58e9f5fa5_0_1685"/>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6" name="Google Shape;6286;g3f58e9f5fa5_0_1685"/>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7" name="Google Shape;6287;g3f58e9f5fa5_0_1685"/>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8" name="Google Shape;6288;g3f58e9f5fa5_0_1685"/>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89" name="Google Shape;6289;g3f58e9f5fa5_0_1685"/>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0" name="Google Shape;6290;g3f58e9f5fa5_0_1685"/>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1" name="Google Shape;6291;g3f58e9f5fa5_0_1685"/>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2" name="Google Shape;6292;g3f58e9f5fa5_0_1685"/>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3" name="Google Shape;6293;g3f58e9f5fa5_0_1685"/>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4" name="Google Shape;6294;g3f58e9f5fa5_0_1685"/>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5" name="Google Shape;6295;g3f58e9f5fa5_0_1685"/>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6" name="Google Shape;6296;g3f58e9f5fa5_0_1685"/>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7" name="Google Shape;6297;g3f58e9f5fa5_0_1685"/>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8" name="Google Shape;6298;g3f58e9f5fa5_0_1685"/>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99" name="Google Shape;6299;g3f58e9f5fa5_0_1685"/>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0" name="Google Shape;6300;g3f58e9f5fa5_0_1685"/>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1" name="Google Shape;6301;g3f58e9f5fa5_0_1685"/>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2" name="Google Shape;6302;g3f58e9f5fa5_0_1685"/>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3" name="Google Shape;6303;g3f58e9f5fa5_0_1685"/>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4" name="Google Shape;6304;g3f58e9f5fa5_0_1685"/>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5" name="Google Shape;6305;g3f58e9f5fa5_0_1685"/>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6" name="Google Shape;6306;g3f58e9f5fa5_0_1685"/>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7" name="Google Shape;6307;g3f58e9f5fa5_0_1685"/>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8" name="Google Shape;6308;g3f58e9f5fa5_0_1685"/>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09" name="Google Shape;6309;g3f58e9f5fa5_0_1685"/>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0" name="Google Shape;6310;g3f58e9f5fa5_0_1685"/>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1" name="Google Shape;6311;g3f58e9f5fa5_0_1685"/>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2" name="Google Shape;6312;g3f58e9f5fa5_0_1685"/>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3" name="Google Shape;6313;g3f58e9f5fa5_0_1685"/>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4" name="Google Shape;6314;g3f58e9f5fa5_0_1685"/>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5" name="Google Shape;6315;g3f58e9f5fa5_0_1685"/>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6" name="Google Shape;6316;g3f58e9f5fa5_0_1685"/>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17" name="Google Shape;6317;g3f58e9f5fa5_0_1685"/>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3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318" name="Shape 6318"/>
        <p:cNvGrpSpPr/>
        <p:nvPr/>
      </p:nvGrpSpPr>
      <p:grpSpPr>
        <a:xfrm>
          <a:off x="0" y="0"/>
          <a:ext cx="0" cy="0"/>
          <a:chOff x="0" y="0"/>
          <a:chExt cx="0" cy="0"/>
        </a:xfrm>
      </p:grpSpPr>
      <p:sp>
        <p:nvSpPr>
          <p:cNvPr id="6319" name="Google Shape;6319;g3f58e9f5fa5_0_177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20" name="Google Shape;6320;g3f58e9f5fa5_0_177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6321" name="Google Shape;6321;g3f58e9f5fa5_0_177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6322" name="Google Shape;6322;g3f58e9f5fa5_0_1776"/>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23" name="Google Shape;6323;g3f58e9f5fa5_0_1776"/>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324" name="Shape 6324"/>
        <p:cNvGrpSpPr/>
        <p:nvPr/>
      </p:nvGrpSpPr>
      <p:grpSpPr>
        <a:xfrm>
          <a:off x="0" y="0"/>
          <a:ext cx="0" cy="0"/>
          <a:chOff x="0" y="0"/>
          <a:chExt cx="0" cy="0"/>
        </a:xfrm>
      </p:grpSpPr>
      <p:sp>
        <p:nvSpPr>
          <p:cNvPr id="6325" name="Google Shape;6325;g3f58e9f5fa5_0_1782"/>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326" name="Google Shape;6326;g3f58e9f5fa5_0_1782"/>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6327" name="Google Shape;6327;g3f58e9f5fa5_0_178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328" name="Google Shape;6328;g3f58e9f5fa5_0_1782"/>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29" name="Google Shape;6329;g3f58e9f5fa5_0_178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6330" name="Shape 6330"/>
        <p:cNvGrpSpPr/>
        <p:nvPr/>
      </p:nvGrpSpPr>
      <p:grpSpPr>
        <a:xfrm>
          <a:off x="0" y="0"/>
          <a:ext cx="0" cy="0"/>
          <a:chOff x="0" y="0"/>
          <a:chExt cx="0" cy="0"/>
        </a:xfrm>
      </p:grpSpPr>
      <p:sp>
        <p:nvSpPr>
          <p:cNvPr id="6331" name="Google Shape;6331;g3f58e9f5fa5_0_1788"/>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332" name="Google Shape;6332;g3f58e9f5fa5_0_1788"/>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6333" name="Google Shape;6333;g3f58e9f5fa5_0_178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334" name="Google Shape;6334;g3f58e9f5fa5_0_1788"/>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6335" name="Shape 6335"/>
        <p:cNvGrpSpPr/>
        <p:nvPr/>
      </p:nvGrpSpPr>
      <p:grpSpPr>
        <a:xfrm>
          <a:off x="0" y="0"/>
          <a:ext cx="0" cy="0"/>
          <a:chOff x="0" y="0"/>
          <a:chExt cx="0" cy="0"/>
        </a:xfrm>
      </p:grpSpPr>
      <p:sp>
        <p:nvSpPr>
          <p:cNvPr id="6336" name="Google Shape;6336;g3f58e9f5fa5_0_1793"/>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337" name="Google Shape;6337;g3f58e9f5fa5_0_179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338" name="Google Shape;6338;g3f58e9f5fa5_0_1793"/>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39" name="Google Shape;6339;g3f58e9f5fa5_0_1793"/>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40" name="Google Shape;6340;g3f58e9f5fa5_0_1793"/>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41" name="Google Shape;6341;g3f58e9f5fa5_0_1793"/>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6342" name="Shape 6342"/>
        <p:cNvGrpSpPr/>
        <p:nvPr/>
      </p:nvGrpSpPr>
      <p:grpSpPr>
        <a:xfrm>
          <a:off x="0" y="0"/>
          <a:ext cx="0" cy="0"/>
          <a:chOff x="0" y="0"/>
          <a:chExt cx="0" cy="0"/>
        </a:xfrm>
      </p:grpSpPr>
      <p:sp>
        <p:nvSpPr>
          <p:cNvPr id="6343" name="Google Shape;6343;g3f58e9f5fa5_0_180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44" name="Google Shape;6344;g3f58e9f5fa5_0_180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6345" name="Google Shape;6345;g3f58e9f5fa5_0_180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6346" name="Google Shape;6346;g3f58e9f5fa5_0_1800"/>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6347" name="Shape 6347"/>
        <p:cNvGrpSpPr/>
        <p:nvPr/>
      </p:nvGrpSpPr>
      <p:grpSpPr>
        <a:xfrm>
          <a:off x="0" y="0"/>
          <a:ext cx="0" cy="0"/>
          <a:chOff x="0" y="0"/>
          <a:chExt cx="0" cy="0"/>
        </a:xfrm>
      </p:grpSpPr>
      <p:sp>
        <p:nvSpPr>
          <p:cNvPr id="6348" name="Google Shape;6348;g3f58e9f5fa5_0_1805"/>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6349" name="Google Shape;6349;g3f58e9f5fa5_0_1805"/>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50" name="Google Shape;6350;g3f58e9f5fa5_0_1805"/>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51" name="Google Shape;6351;g3f58e9f5fa5_0_180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52" name="Google Shape;6352;g3f58e9f5fa5_0_1805"/>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6353" name="Shape 6353"/>
        <p:cNvGrpSpPr/>
        <p:nvPr/>
      </p:nvGrpSpPr>
      <p:grpSpPr>
        <a:xfrm>
          <a:off x="0" y="0"/>
          <a:ext cx="0" cy="0"/>
          <a:chOff x="0" y="0"/>
          <a:chExt cx="0" cy="0"/>
        </a:xfrm>
      </p:grpSpPr>
      <p:sp>
        <p:nvSpPr>
          <p:cNvPr id="6354" name="Google Shape;6354;g3f58e9f5fa5_0_181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55" name="Google Shape;6355;g3f58e9f5fa5_0_181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6356" name="Google Shape;6356;g3f58e9f5fa5_0_181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357" name="Google Shape;6357;g3f58e9f5fa5_0_181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6358" name="Google Shape;6358;g3f58e9f5fa5_0_181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6359" name="Google Shape;6359;g3f58e9f5fa5_0_1811"/>
          <p:cNvSpPr/>
          <p:nvPr/>
        </p:nvSpPr>
        <p:spPr>
          <a:xfrm>
            <a:off x="10619213" y="608255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196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Quicksand"/>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6360" name="Shape 6360"/>
        <p:cNvGrpSpPr/>
        <p:nvPr/>
      </p:nvGrpSpPr>
      <p:grpSpPr>
        <a:xfrm>
          <a:off x="0" y="0"/>
          <a:ext cx="0" cy="0"/>
          <a:chOff x="0" y="0"/>
          <a:chExt cx="0" cy="0"/>
        </a:xfrm>
      </p:grpSpPr>
      <p:sp>
        <p:nvSpPr>
          <p:cNvPr id="6361" name="Google Shape;6361;g3f58e9f5fa5_0_1818"/>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6362" name="Google Shape;6362;g3f58e9f5fa5_0_1818"/>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6363" name="Google Shape;6363;g3f58e9f5fa5_0_1818"/>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6364" name="Google Shape;6364;g3f58e9f5fa5_0_1818"/>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6365" name="Google Shape;6365;g3f58e9f5fa5_0_1818"/>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3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1st Step">
    <p:spTree>
      <p:nvGrpSpPr>
        <p:cNvPr id="6366" name="Shape 6366"/>
        <p:cNvGrpSpPr/>
        <p:nvPr/>
      </p:nvGrpSpPr>
      <p:grpSpPr>
        <a:xfrm>
          <a:off x="0" y="0"/>
          <a:ext cx="0" cy="0"/>
          <a:chOff x="0" y="0"/>
          <a:chExt cx="0" cy="0"/>
        </a:xfrm>
      </p:grpSpPr>
      <p:sp>
        <p:nvSpPr>
          <p:cNvPr id="6367" name="Google Shape;6367;g3f58e9f5fa5_0_1824"/>
          <p:cNvSpPr/>
          <p:nvPr>
            <p:ph idx="2" type="pic"/>
          </p:nvPr>
        </p:nvSpPr>
        <p:spPr>
          <a:xfrm>
            <a:off x="2476500" y="1982961"/>
            <a:ext cx="7238700" cy="3767700"/>
          </a:xfrm>
          <a:prstGeom prst="rect">
            <a:avLst/>
          </a:prstGeom>
          <a:noFill/>
          <a:ln>
            <a:noFill/>
          </a:ln>
        </p:spPr>
      </p:sp>
      <p:sp>
        <p:nvSpPr>
          <p:cNvPr id="6368" name="Google Shape;6368;g3f58e9f5fa5_0_1824"/>
          <p:cNvSpPr txBox="1"/>
          <p:nvPr>
            <p:ph idx="1" type="body"/>
          </p:nvPr>
        </p:nvSpPr>
        <p:spPr>
          <a:xfrm>
            <a:off x="1338902" y="5977473"/>
            <a:ext cx="9680400" cy="461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6369" name="Google Shape;6369;g3f58e9f5fa5_0_1824"/>
          <p:cNvSpPr/>
          <p:nvPr/>
        </p:nvSpPr>
        <p:spPr>
          <a:xfrm>
            <a:off x="804693" y="1806101"/>
            <a:ext cx="1749871" cy="715288"/>
          </a:xfrm>
          <a:custGeom>
            <a:rect b="b" l="l" r="r" t="t"/>
            <a:pathLst>
              <a:path extrusionOk="0" h="374007" w="1749871">
                <a:moveTo>
                  <a:pt x="0" y="0"/>
                </a:moveTo>
                <a:lnTo>
                  <a:pt x="1749871" y="0"/>
                </a:lnTo>
                <a:lnTo>
                  <a:pt x="1749871" y="232698"/>
                </a:lnTo>
                <a:cubicBezTo>
                  <a:pt x="1749871" y="310741"/>
                  <a:pt x="1686605" y="374007"/>
                  <a:pt x="1608562" y="374007"/>
                </a:cubicBezTo>
                <a:lnTo>
                  <a:pt x="141309" y="374007"/>
                </a:lnTo>
                <a:cubicBezTo>
                  <a:pt x="63266" y="374007"/>
                  <a:pt x="0" y="310741"/>
                  <a:pt x="0" y="232698"/>
                </a:cubicBezTo>
                <a:lnTo>
                  <a:pt x="0" y="0"/>
                </a:lnTo>
                <a:close/>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Quicksand"/>
              <a:ea typeface="Quicksand"/>
              <a:cs typeface="Quicksand"/>
              <a:sym typeface="Quicksand"/>
            </a:endParaRPr>
          </a:p>
        </p:txBody>
      </p:sp>
      <p:sp>
        <p:nvSpPr>
          <p:cNvPr id="6370" name="Google Shape;6370;g3f58e9f5fa5_0_1824"/>
          <p:cNvSpPr txBox="1"/>
          <p:nvPr/>
        </p:nvSpPr>
        <p:spPr>
          <a:xfrm>
            <a:off x="871071" y="1902000"/>
            <a:ext cx="852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chemeClr val="accent2"/>
                </a:solidFill>
                <a:latin typeface="Arial"/>
                <a:ea typeface="Arial"/>
                <a:cs typeface="Arial"/>
                <a:sym typeface="Arial"/>
              </a:rPr>
              <a:t>Step</a:t>
            </a:r>
            <a:endParaRPr b="0" i="0" sz="1500" u="none" cap="none" strike="noStrike">
              <a:solidFill>
                <a:schemeClr val="accent2"/>
              </a:solidFill>
              <a:latin typeface="Arial"/>
              <a:ea typeface="Arial"/>
              <a:cs typeface="Arial"/>
              <a:sym typeface="Arial"/>
            </a:endParaRPr>
          </a:p>
        </p:txBody>
      </p:sp>
      <p:sp>
        <p:nvSpPr>
          <p:cNvPr id="6371" name="Google Shape;6371;g3f58e9f5fa5_0_1824"/>
          <p:cNvSpPr txBox="1"/>
          <p:nvPr>
            <p:ph idx="3" type="body"/>
          </p:nvPr>
        </p:nvSpPr>
        <p:spPr>
          <a:xfrm>
            <a:off x="1623608" y="1915345"/>
            <a:ext cx="852900" cy="3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accent2"/>
              </a:buClr>
              <a:buSzPts val="2000"/>
              <a:buFont typeface="Arial"/>
              <a:buNone/>
              <a:defRPr b="0" i="0" sz="2000" u="none" cap="none" strike="noStrike">
                <a:solidFill>
                  <a:schemeClr val="accent2"/>
                </a:solidFill>
                <a:latin typeface="Arial"/>
                <a:ea typeface="Arial"/>
                <a:cs typeface="Arial"/>
                <a:sym typeface="Arial"/>
              </a:defRPr>
            </a:lvl1pPr>
            <a:lvl2pPr indent="-330200" lvl="1" marL="914400" marR="0" algn="l">
              <a:lnSpc>
                <a:spcPct val="100000"/>
              </a:lnSpc>
              <a:spcBef>
                <a:spcPts val="11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23850" lvl="2" marL="1371600" marR="0" algn="l">
              <a:lnSpc>
                <a:spcPct val="100000"/>
              </a:lnSpc>
              <a:spcBef>
                <a:spcPts val="1100"/>
              </a:spcBef>
              <a:spcAft>
                <a:spcPts val="0"/>
              </a:spcAft>
              <a:buClr>
                <a:schemeClr val="lt1"/>
              </a:buClr>
              <a:buSzPts val="1500"/>
              <a:buFont typeface="Arial"/>
              <a:buChar char="•"/>
              <a:defRPr b="0" i="0" sz="15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1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100"/>
              </a:spcBef>
              <a:spcAft>
                <a:spcPts val="11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6372" name="Google Shape;6372;g3f58e9f5fa5_0_1824"/>
          <p:cNvSpPr txBox="1"/>
          <p:nvPr>
            <p:ph idx="12" type="sldNum"/>
          </p:nvPr>
        </p:nvSpPr>
        <p:spPr>
          <a:xfrm>
            <a:off x="11378545" y="6470312"/>
            <a:ext cx="731700" cy="5247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1" i="0" sz="1700" u="none" cap="none" strike="noStrike">
                <a:solidFill>
                  <a:srgbClr val="0C0C0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6373" name="Google Shape;6373;g3f58e9f5fa5_0_1824"/>
          <p:cNvGrpSpPr/>
          <p:nvPr/>
        </p:nvGrpSpPr>
        <p:grpSpPr>
          <a:xfrm>
            <a:off x="680011" y="0"/>
            <a:ext cx="3090697" cy="1806089"/>
            <a:chOff x="536716" y="-1319"/>
            <a:chExt cx="3976708" cy="2323841"/>
          </a:xfrm>
        </p:grpSpPr>
        <p:sp>
          <p:nvSpPr>
            <p:cNvPr id="6374" name="Google Shape;6374;g3f58e9f5fa5_0_182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nvGrpSpPr>
            <p:cNvPr id="6375" name="Google Shape;6375;g3f58e9f5fa5_0_1824"/>
            <p:cNvGrpSpPr/>
            <p:nvPr/>
          </p:nvGrpSpPr>
          <p:grpSpPr>
            <a:xfrm>
              <a:off x="536716" y="0"/>
              <a:ext cx="3976708" cy="2322522"/>
              <a:chOff x="947530" y="0"/>
              <a:chExt cx="3976708" cy="2322522"/>
            </a:xfrm>
          </p:grpSpPr>
          <p:sp>
            <p:nvSpPr>
              <p:cNvPr id="6376" name="Google Shape;6376;g3f58e9f5fa5_0_182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6377" name="Google Shape;6377;g3f58e9f5fa5_0_182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6378" name="Google Shape;6378;g3f58e9f5fa5_0_182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sp>
            <p:nvSpPr>
              <p:cNvPr id="6379" name="Google Shape;6379;g3f58e9f5fa5_0_182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6380" name="Google Shape;6380;g3f58e9f5fa5_0_182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Quicksand"/>
                <a:ea typeface="Quicksand"/>
                <a:cs typeface="Quicksand"/>
                <a:sym typeface="Quicksand"/>
              </a:endParaRPr>
            </a:p>
          </p:txBody>
        </p:sp>
      </p:grpSp>
      <p:sp>
        <p:nvSpPr>
          <p:cNvPr id="6381" name="Google Shape;6381;g3f58e9f5fa5_0_1824"/>
          <p:cNvSpPr txBox="1"/>
          <p:nvPr/>
        </p:nvSpPr>
        <p:spPr>
          <a:xfrm>
            <a:off x="680025" y="702888"/>
            <a:ext cx="30180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500"/>
              <a:buFont typeface="Arial"/>
              <a:buNone/>
            </a:pPr>
            <a:r>
              <a:rPr b="0" i="0" lang="en-US" sz="5500" u="none" cap="none" strike="noStrike">
                <a:solidFill>
                  <a:srgbClr val="FFFFFF"/>
                </a:solidFill>
                <a:latin typeface="Fredoka"/>
                <a:ea typeface="Fredoka"/>
                <a:cs typeface="Fredoka"/>
                <a:sym typeface="Fredoka"/>
              </a:rPr>
              <a:t>Steps</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6382" name="Shape 6382"/>
        <p:cNvGrpSpPr/>
        <p:nvPr/>
      </p:nvGrpSpPr>
      <p:grpSpPr>
        <a:xfrm>
          <a:off x="0" y="0"/>
          <a:ext cx="0" cy="0"/>
          <a:chOff x="0" y="0"/>
          <a:chExt cx="0" cy="0"/>
        </a:xfrm>
      </p:grpSpPr>
      <p:grpSp>
        <p:nvGrpSpPr>
          <p:cNvPr id="6383" name="Google Shape;6383;g3f58e9f5fa5_0_1840"/>
          <p:cNvGrpSpPr/>
          <p:nvPr/>
        </p:nvGrpSpPr>
        <p:grpSpPr>
          <a:xfrm>
            <a:off x="-1" y="579518"/>
            <a:ext cx="11387071" cy="823623"/>
            <a:chOff x="0" y="579518"/>
            <a:chExt cx="4125900" cy="823623"/>
          </a:xfrm>
        </p:grpSpPr>
        <p:sp>
          <p:nvSpPr>
            <p:cNvPr id="6384" name="Google Shape;6384;g3f58e9f5fa5_0_1840"/>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sp>
          <p:nvSpPr>
            <p:cNvPr id="6385" name="Google Shape;6385;g3f58e9f5fa5_0_1840"/>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Arial"/>
                <a:ea typeface="Arial"/>
                <a:cs typeface="Arial"/>
                <a:sym typeface="Arial"/>
              </a:endParaRPr>
            </a:p>
          </p:txBody>
        </p:sp>
      </p:grpSp>
      <p:sp>
        <p:nvSpPr>
          <p:cNvPr id="6386" name="Google Shape;6386;g3f58e9f5fa5_0_1840"/>
          <p:cNvSpPr txBox="1"/>
          <p:nvPr>
            <p:ph type="title"/>
          </p:nvPr>
        </p:nvSpPr>
        <p:spPr>
          <a:xfrm>
            <a:off x="180975" y="579519"/>
            <a:ext cx="11112900" cy="726300"/>
          </a:xfrm>
          <a:prstGeom prst="rect">
            <a:avLst/>
          </a:prstGeom>
          <a:noFill/>
          <a:ln>
            <a:noFill/>
          </a:ln>
        </p:spPr>
        <p:txBody>
          <a:bodyPr anchorCtr="0" anchor="t" bIns="45700" lIns="91425" spcFirstLastPara="1" rIns="91425" wrap="square" tIns="91425">
            <a:noAutofit/>
          </a:bodyPr>
          <a:lstStyle>
            <a:lvl1pPr lvl="0" marR="0" algn="l">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6387" name="Google Shape;6387;g3f58e9f5fa5_0_1840"/>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500"/>
              <a:buFont typeface="Arial"/>
              <a:buNone/>
              <a:defRPr b="1" i="0" sz="15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6388" name="Google Shape;6388;g3f58e9f5fa5_0_1840"/>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23850" lvl="0" marL="457200" marR="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1pPr>
            <a:lvl2pPr indent="-323850" lvl="1" marL="914400" marR="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2pPr>
            <a:lvl3pPr indent="-323850" lvl="2" marL="1371600" marR="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3pPr>
            <a:lvl4pPr indent="-323850" lvl="3" marL="1828800" marR="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4pPr>
            <a:lvl5pPr indent="-323850" lvl="4" marL="2286000" marR="0" algn="l">
              <a:lnSpc>
                <a:spcPct val="100000"/>
              </a:lnSpc>
              <a:spcBef>
                <a:spcPts val="0"/>
              </a:spcBef>
              <a:spcAft>
                <a:spcPts val="0"/>
              </a:spcAft>
              <a:buClr>
                <a:schemeClr val="accent2"/>
              </a:buClr>
              <a:buSzPts val="1500"/>
              <a:buFont typeface="Arial"/>
              <a:buChar char="•"/>
              <a:defRPr b="0" i="0" sz="15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6389" name="Google Shape;6389;g3f58e9f5fa5_0_1840"/>
          <p:cNvSpPr txBox="1"/>
          <p:nvPr>
            <p:ph idx="3" type="body"/>
          </p:nvPr>
        </p:nvSpPr>
        <p:spPr>
          <a:xfrm>
            <a:off x="10615439" y="78300"/>
            <a:ext cx="1129500" cy="2169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22" Type="http://schemas.openxmlformats.org/officeDocument/2006/relationships/slideLayout" Target="../slideLayouts/slideLayout19.xml"/><Relationship Id="rId21" Type="http://schemas.openxmlformats.org/officeDocument/2006/relationships/slideLayout" Target="../slideLayouts/slideLayout18.xml"/><Relationship Id="rId24" Type="http://schemas.openxmlformats.org/officeDocument/2006/relationships/slideLayout" Target="../slideLayouts/slideLayout21.xml"/><Relationship Id="rId23" Type="http://schemas.openxmlformats.org/officeDocument/2006/relationships/slideLayout" Target="../slideLayouts/slideLayout20.xml"/><Relationship Id="rId1" Type="http://schemas.openxmlformats.org/officeDocument/2006/relationships/image" Target="../media/image59.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26" Type="http://schemas.openxmlformats.org/officeDocument/2006/relationships/slideLayout" Target="../slideLayouts/slideLayout23.xml"/><Relationship Id="rId25" Type="http://schemas.openxmlformats.org/officeDocument/2006/relationships/slideLayout" Target="../slideLayouts/slideLayout22.xml"/><Relationship Id="rId28" Type="http://schemas.openxmlformats.org/officeDocument/2006/relationships/slideLayout" Target="../slideLayouts/slideLayout25.xml"/><Relationship Id="rId27" Type="http://schemas.openxmlformats.org/officeDocument/2006/relationships/slideLayout" Target="../slideLayouts/slideLayout24.xml"/><Relationship Id="rId5" Type="http://schemas.openxmlformats.org/officeDocument/2006/relationships/slideLayout" Target="../slideLayouts/slideLayout2.xml"/><Relationship Id="rId6" Type="http://schemas.openxmlformats.org/officeDocument/2006/relationships/slideLayout" Target="../slideLayouts/slideLayout3.xml"/><Relationship Id="rId29" Type="http://schemas.openxmlformats.org/officeDocument/2006/relationships/slideLayout" Target="../slideLayouts/slideLayout26.xml"/><Relationship Id="rId7" Type="http://schemas.openxmlformats.org/officeDocument/2006/relationships/slideLayout" Target="../slideLayouts/slideLayout4.xml"/><Relationship Id="rId8" Type="http://schemas.openxmlformats.org/officeDocument/2006/relationships/slideLayout" Target="../slideLayouts/slideLayout5.xml"/><Relationship Id="rId31" Type="http://schemas.openxmlformats.org/officeDocument/2006/relationships/slideLayout" Target="../slideLayouts/slideLayout28.xml"/><Relationship Id="rId30" Type="http://schemas.openxmlformats.org/officeDocument/2006/relationships/slideLayout" Target="../slideLayouts/slideLayout27.xml"/><Relationship Id="rId11" Type="http://schemas.openxmlformats.org/officeDocument/2006/relationships/slideLayout" Target="../slideLayouts/slideLayout8.xml"/><Relationship Id="rId33" Type="http://schemas.openxmlformats.org/officeDocument/2006/relationships/slideLayout" Target="../slideLayouts/slideLayout30.xml"/><Relationship Id="rId10" Type="http://schemas.openxmlformats.org/officeDocument/2006/relationships/slideLayout" Target="../slideLayouts/slideLayout7.xml"/><Relationship Id="rId32" Type="http://schemas.openxmlformats.org/officeDocument/2006/relationships/slideLayout" Target="../slideLayouts/slideLayout29.xml"/><Relationship Id="rId13" Type="http://schemas.openxmlformats.org/officeDocument/2006/relationships/slideLayout" Target="../slideLayouts/slideLayout10.xml"/><Relationship Id="rId35" Type="http://schemas.openxmlformats.org/officeDocument/2006/relationships/theme" Target="../theme/theme8.xml"/><Relationship Id="rId12" Type="http://schemas.openxmlformats.org/officeDocument/2006/relationships/slideLayout" Target="../slideLayouts/slideLayout9.xml"/><Relationship Id="rId34" Type="http://schemas.openxmlformats.org/officeDocument/2006/relationships/slideLayout" Target="../slideLayouts/slideLayout31.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19" Type="http://schemas.openxmlformats.org/officeDocument/2006/relationships/slideLayout" Target="../slideLayouts/slideLayout16.xml"/><Relationship Id="rId18" Type="http://schemas.openxmlformats.org/officeDocument/2006/relationships/slideLayout" Target="../slideLayouts/slideLayout15.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8.xml"/><Relationship Id="rId22" Type="http://schemas.openxmlformats.org/officeDocument/2006/relationships/slideLayout" Target="../slideLayouts/slideLayout50.xml"/><Relationship Id="rId21" Type="http://schemas.openxmlformats.org/officeDocument/2006/relationships/slideLayout" Target="../slideLayouts/slideLayout49.xml"/><Relationship Id="rId24" Type="http://schemas.openxmlformats.org/officeDocument/2006/relationships/slideLayout" Target="../slideLayouts/slideLayout52.xml"/><Relationship Id="rId23" Type="http://schemas.openxmlformats.org/officeDocument/2006/relationships/slideLayout" Target="../slideLayouts/slideLayout51.xml"/><Relationship Id="rId1" Type="http://schemas.openxmlformats.org/officeDocument/2006/relationships/image" Target="../media/image59.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32.xml"/><Relationship Id="rId9" Type="http://schemas.openxmlformats.org/officeDocument/2006/relationships/slideLayout" Target="../slideLayouts/slideLayout37.xml"/><Relationship Id="rId26" Type="http://schemas.openxmlformats.org/officeDocument/2006/relationships/slideLayout" Target="../slideLayouts/slideLayout54.xml"/><Relationship Id="rId25" Type="http://schemas.openxmlformats.org/officeDocument/2006/relationships/slideLayout" Target="../slideLayouts/slideLayout53.xml"/><Relationship Id="rId28" Type="http://schemas.openxmlformats.org/officeDocument/2006/relationships/slideLayout" Target="../slideLayouts/slideLayout56.xml"/><Relationship Id="rId27" Type="http://schemas.openxmlformats.org/officeDocument/2006/relationships/slideLayout" Target="../slideLayouts/slideLayout55.xml"/><Relationship Id="rId5" Type="http://schemas.openxmlformats.org/officeDocument/2006/relationships/slideLayout" Target="../slideLayouts/slideLayout33.xml"/><Relationship Id="rId6" Type="http://schemas.openxmlformats.org/officeDocument/2006/relationships/slideLayout" Target="../slideLayouts/slideLayout34.xml"/><Relationship Id="rId29" Type="http://schemas.openxmlformats.org/officeDocument/2006/relationships/slideLayout" Target="../slideLayouts/slideLayout57.xml"/><Relationship Id="rId7" Type="http://schemas.openxmlformats.org/officeDocument/2006/relationships/slideLayout" Target="../slideLayouts/slideLayout35.xml"/><Relationship Id="rId8" Type="http://schemas.openxmlformats.org/officeDocument/2006/relationships/slideLayout" Target="../slideLayouts/slideLayout36.xml"/><Relationship Id="rId31" Type="http://schemas.openxmlformats.org/officeDocument/2006/relationships/slideLayout" Target="../slideLayouts/slideLayout59.xml"/><Relationship Id="rId30" Type="http://schemas.openxmlformats.org/officeDocument/2006/relationships/slideLayout" Target="../slideLayouts/slideLayout58.xml"/><Relationship Id="rId11" Type="http://schemas.openxmlformats.org/officeDocument/2006/relationships/slideLayout" Target="../slideLayouts/slideLayout39.xml"/><Relationship Id="rId33" Type="http://schemas.openxmlformats.org/officeDocument/2006/relationships/slideLayout" Target="../slideLayouts/slideLayout61.xml"/><Relationship Id="rId10" Type="http://schemas.openxmlformats.org/officeDocument/2006/relationships/slideLayout" Target="../slideLayouts/slideLayout38.xml"/><Relationship Id="rId32" Type="http://schemas.openxmlformats.org/officeDocument/2006/relationships/slideLayout" Target="../slideLayouts/slideLayout60.xml"/><Relationship Id="rId13" Type="http://schemas.openxmlformats.org/officeDocument/2006/relationships/slideLayout" Target="../slideLayouts/slideLayout41.xml"/><Relationship Id="rId35" Type="http://schemas.openxmlformats.org/officeDocument/2006/relationships/slideLayout" Target="../slideLayouts/slideLayout63.xml"/><Relationship Id="rId12" Type="http://schemas.openxmlformats.org/officeDocument/2006/relationships/slideLayout" Target="../slideLayouts/slideLayout40.xml"/><Relationship Id="rId34" Type="http://schemas.openxmlformats.org/officeDocument/2006/relationships/slideLayout" Target="../slideLayouts/slideLayout62.xml"/><Relationship Id="rId15" Type="http://schemas.openxmlformats.org/officeDocument/2006/relationships/slideLayout" Target="../slideLayouts/slideLayout43.xml"/><Relationship Id="rId37" Type="http://schemas.openxmlformats.org/officeDocument/2006/relationships/slideLayout" Target="../slideLayouts/slideLayout65.xml"/><Relationship Id="rId14" Type="http://schemas.openxmlformats.org/officeDocument/2006/relationships/slideLayout" Target="../slideLayouts/slideLayout42.xml"/><Relationship Id="rId36" Type="http://schemas.openxmlformats.org/officeDocument/2006/relationships/slideLayout" Target="../slideLayouts/slideLayout64.xml"/><Relationship Id="rId17" Type="http://schemas.openxmlformats.org/officeDocument/2006/relationships/slideLayout" Target="../slideLayouts/slideLayout45.xml"/><Relationship Id="rId39" Type="http://schemas.openxmlformats.org/officeDocument/2006/relationships/theme" Target="../theme/theme1.xml"/><Relationship Id="rId16" Type="http://schemas.openxmlformats.org/officeDocument/2006/relationships/slideLayout" Target="../slideLayouts/slideLayout44.xml"/><Relationship Id="rId38" Type="http://schemas.openxmlformats.org/officeDocument/2006/relationships/slideLayout" Target="../slideLayouts/slideLayout66.xml"/><Relationship Id="rId19" Type="http://schemas.openxmlformats.org/officeDocument/2006/relationships/slideLayout" Target="../slideLayouts/slideLayout47.xml"/><Relationship Id="rId18"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3.xml"/><Relationship Id="rId42" Type="http://schemas.openxmlformats.org/officeDocument/2006/relationships/slideLayout" Target="../slideLayouts/slideLayout105.xml"/><Relationship Id="rId41" Type="http://schemas.openxmlformats.org/officeDocument/2006/relationships/slideLayout" Target="../slideLayouts/slideLayout104.xml"/><Relationship Id="rId44" Type="http://schemas.openxmlformats.org/officeDocument/2006/relationships/slideLayout" Target="../slideLayouts/slideLayout107.xml"/><Relationship Id="rId43" Type="http://schemas.openxmlformats.org/officeDocument/2006/relationships/slideLayout" Target="../slideLayouts/slideLayout106.xml"/><Relationship Id="rId46" Type="http://schemas.openxmlformats.org/officeDocument/2006/relationships/slideLayout" Target="../slideLayouts/slideLayout109.xml"/><Relationship Id="rId45" Type="http://schemas.openxmlformats.org/officeDocument/2006/relationships/slideLayout" Target="../slideLayouts/slideLayout108.xml"/><Relationship Id="rId1" Type="http://schemas.openxmlformats.org/officeDocument/2006/relationships/image" Target="../media/image59.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67.xml"/><Relationship Id="rId9" Type="http://schemas.openxmlformats.org/officeDocument/2006/relationships/slideLayout" Target="../slideLayouts/slideLayout72.xml"/><Relationship Id="rId48" Type="http://schemas.openxmlformats.org/officeDocument/2006/relationships/slideLayout" Target="../slideLayouts/slideLayout111.xml"/><Relationship Id="rId47" Type="http://schemas.openxmlformats.org/officeDocument/2006/relationships/slideLayout" Target="../slideLayouts/slideLayout110.xml"/><Relationship Id="rId49" Type="http://schemas.openxmlformats.org/officeDocument/2006/relationships/slideLayout" Target="../slideLayouts/slideLayout112.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72" Type="http://schemas.openxmlformats.org/officeDocument/2006/relationships/theme" Target="../theme/theme3.xml"/><Relationship Id="rId31" Type="http://schemas.openxmlformats.org/officeDocument/2006/relationships/slideLayout" Target="../slideLayouts/slideLayout94.xml"/><Relationship Id="rId30" Type="http://schemas.openxmlformats.org/officeDocument/2006/relationships/slideLayout" Target="../slideLayouts/slideLayout93.xml"/><Relationship Id="rId33" Type="http://schemas.openxmlformats.org/officeDocument/2006/relationships/slideLayout" Target="../slideLayouts/slideLayout96.xml"/><Relationship Id="rId32" Type="http://schemas.openxmlformats.org/officeDocument/2006/relationships/slideLayout" Target="../slideLayouts/slideLayout95.xml"/><Relationship Id="rId35" Type="http://schemas.openxmlformats.org/officeDocument/2006/relationships/slideLayout" Target="../slideLayouts/slideLayout98.xml"/><Relationship Id="rId34" Type="http://schemas.openxmlformats.org/officeDocument/2006/relationships/slideLayout" Target="../slideLayouts/slideLayout97.xml"/><Relationship Id="rId71" Type="http://schemas.openxmlformats.org/officeDocument/2006/relationships/slideLayout" Target="../slideLayouts/slideLayout134.xml"/><Relationship Id="rId70" Type="http://schemas.openxmlformats.org/officeDocument/2006/relationships/slideLayout" Target="../slideLayouts/slideLayout133.xml"/><Relationship Id="rId37" Type="http://schemas.openxmlformats.org/officeDocument/2006/relationships/slideLayout" Target="../slideLayouts/slideLayout100.xml"/><Relationship Id="rId36" Type="http://schemas.openxmlformats.org/officeDocument/2006/relationships/slideLayout" Target="../slideLayouts/slideLayout99.xml"/><Relationship Id="rId39" Type="http://schemas.openxmlformats.org/officeDocument/2006/relationships/slideLayout" Target="../slideLayouts/slideLayout102.xml"/><Relationship Id="rId38" Type="http://schemas.openxmlformats.org/officeDocument/2006/relationships/slideLayout" Target="../slideLayouts/slideLayout101.xml"/><Relationship Id="rId62" Type="http://schemas.openxmlformats.org/officeDocument/2006/relationships/slideLayout" Target="../slideLayouts/slideLayout125.xml"/><Relationship Id="rId61" Type="http://schemas.openxmlformats.org/officeDocument/2006/relationships/slideLayout" Target="../slideLayouts/slideLayout124.xml"/><Relationship Id="rId20" Type="http://schemas.openxmlformats.org/officeDocument/2006/relationships/slideLayout" Target="../slideLayouts/slideLayout83.xml"/><Relationship Id="rId64" Type="http://schemas.openxmlformats.org/officeDocument/2006/relationships/slideLayout" Target="../slideLayouts/slideLayout127.xml"/><Relationship Id="rId63" Type="http://schemas.openxmlformats.org/officeDocument/2006/relationships/slideLayout" Target="../slideLayouts/slideLayout126.xml"/><Relationship Id="rId22" Type="http://schemas.openxmlformats.org/officeDocument/2006/relationships/slideLayout" Target="../slideLayouts/slideLayout85.xml"/><Relationship Id="rId66" Type="http://schemas.openxmlformats.org/officeDocument/2006/relationships/slideLayout" Target="../slideLayouts/slideLayout129.xml"/><Relationship Id="rId21" Type="http://schemas.openxmlformats.org/officeDocument/2006/relationships/slideLayout" Target="../slideLayouts/slideLayout84.xml"/><Relationship Id="rId65" Type="http://schemas.openxmlformats.org/officeDocument/2006/relationships/slideLayout" Target="../slideLayouts/slideLayout128.xml"/><Relationship Id="rId24" Type="http://schemas.openxmlformats.org/officeDocument/2006/relationships/slideLayout" Target="../slideLayouts/slideLayout87.xml"/><Relationship Id="rId68" Type="http://schemas.openxmlformats.org/officeDocument/2006/relationships/slideLayout" Target="../slideLayouts/slideLayout131.xml"/><Relationship Id="rId23" Type="http://schemas.openxmlformats.org/officeDocument/2006/relationships/slideLayout" Target="../slideLayouts/slideLayout86.xml"/><Relationship Id="rId67" Type="http://schemas.openxmlformats.org/officeDocument/2006/relationships/slideLayout" Target="../slideLayouts/slideLayout130.xml"/><Relationship Id="rId60" Type="http://schemas.openxmlformats.org/officeDocument/2006/relationships/slideLayout" Target="../slideLayouts/slideLayout123.xml"/><Relationship Id="rId26" Type="http://schemas.openxmlformats.org/officeDocument/2006/relationships/slideLayout" Target="../slideLayouts/slideLayout89.xml"/><Relationship Id="rId25" Type="http://schemas.openxmlformats.org/officeDocument/2006/relationships/slideLayout" Target="../slideLayouts/slideLayout88.xml"/><Relationship Id="rId69" Type="http://schemas.openxmlformats.org/officeDocument/2006/relationships/slideLayout" Target="../slideLayouts/slideLayout132.xml"/><Relationship Id="rId28" Type="http://schemas.openxmlformats.org/officeDocument/2006/relationships/slideLayout" Target="../slideLayouts/slideLayout91.xml"/><Relationship Id="rId27" Type="http://schemas.openxmlformats.org/officeDocument/2006/relationships/slideLayout" Target="../slideLayouts/slideLayout90.xml"/><Relationship Id="rId29" Type="http://schemas.openxmlformats.org/officeDocument/2006/relationships/slideLayout" Target="../slideLayouts/slideLayout92.xml"/><Relationship Id="rId51" Type="http://schemas.openxmlformats.org/officeDocument/2006/relationships/slideLayout" Target="../slideLayouts/slideLayout114.xml"/><Relationship Id="rId50" Type="http://schemas.openxmlformats.org/officeDocument/2006/relationships/slideLayout" Target="../slideLayouts/slideLayout113.xml"/><Relationship Id="rId53" Type="http://schemas.openxmlformats.org/officeDocument/2006/relationships/slideLayout" Target="../slideLayouts/slideLayout116.xml"/><Relationship Id="rId52" Type="http://schemas.openxmlformats.org/officeDocument/2006/relationships/slideLayout" Target="../slideLayouts/slideLayout115.xml"/><Relationship Id="rId11" Type="http://schemas.openxmlformats.org/officeDocument/2006/relationships/slideLayout" Target="../slideLayouts/slideLayout74.xml"/><Relationship Id="rId55" Type="http://schemas.openxmlformats.org/officeDocument/2006/relationships/slideLayout" Target="../slideLayouts/slideLayout118.xml"/><Relationship Id="rId10" Type="http://schemas.openxmlformats.org/officeDocument/2006/relationships/slideLayout" Target="../slideLayouts/slideLayout73.xml"/><Relationship Id="rId54" Type="http://schemas.openxmlformats.org/officeDocument/2006/relationships/slideLayout" Target="../slideLayouts/slideLayout117.xml"/><Relationship Id="rId13" Type="http://schemas.openxmlformats.org/officeDocument/2006/relationships/slideLayout" Target="../slideLayouts/slideLayout76.xml"/><Relationship Id="rId57" Type="http://schemas.openxmlformats.org/officeDocument/2006/relationships/slideLayout" Target="../slideLayouts/slideLayout120.xml"/><Relationship Id="rId12" Type="http://schemas.openxmlformats.org/officeDocument/2006/relationships/slideLayout" Target="../slideLayouts/slideLayout75.xml"/><Relationship Id="rId56" Type="http://schemas.openxmlformats.org/officeDocument/2006/relationships/slideLayout" Target="../slideLayouts/slideLayout119.xml"/><Relationship Id="rId15" Type="http://schemas.openxmlformats.org/officeDocument/2006/relationships/slideLayout" Target="../slideLayouts/slideLayout78.xml"/><Relationship Id="rId59" Type="http://schemas.openxmlformats.org/officeDocument/2006/relationships/slideLayout" Target="../slideLayouts/slideLayout122.xml"/><Relationship Id="rId14" Type="http://schemas.openxmlformats.org/officeDocument/2006/relationships/slideLayout" Target="../slideLayouts/slideLayout77.xml"/><Relationship Id="rId58" Type="http://schemas.openxmlformats.org/officeDocument/2006/relationships/slideLayout" Target="../slideLayouts/slideLayout121.xml"/><Relationship Id="rId17" Type="http://schemas.openxmlformats.org/officeDocument/2006/relationships/slideLayout" Target="../slideLayouts/slideLayout80.xml"/><Relationship Id="rId16" Type="http://schemas.openxmlformats.org/officeDocument/2006/relationships/slideLayout" Target="../slideLayouts/slideLayout79.xml"/><Relationship Id="rId19" Type="http://schemas.openxmlformats.org/officeDocument/2006/relationships/slideLayout" Target="../slideLayouts/slideLayout82.xml"/><Relationship Id="rId18"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35.xml"/><Relationship Id="rId9" Type="http://schemas.openxmlformats.org/officeDocument/2006/relationships/slideLayout" Target="../slideLayouts/slideLayout140.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20" Type="http://schemas.openxmlformats.org/officeDocument/2006/relationships/slideLayout" Target="../slideLayouts/slideLayout151.xml"/><Relationship Id="rId22" Type="http://schemas.openxmlformats.org/officeDocument/2006/relationships/slideLayout" Target="../slideLayouts/slideLayout153.xml"/><Relationship Id="rId21" Type="http://schemas.openxmlformats.org/officeDocument/2006/relationships/slideLayout" Target="../slideLayouts/slideLayout152.xml"/><Relationship Id="rId23" Type="http://schemas.openxmlformats.org/officeDocument/2006/relationships/theme" Target="../theme/theme5.xml"/><Relationship Id="rId11" Type="http://schemas.openxmlformats.org/officeDocument/2006/relationships/slideLayout" Target="../slideLayouts/slideLayout142.xml"/><Relationship Id="rId10" Type="http://schemas.openxmlformats.org/officeDocument/2006/relationships/slideLayout" Target="../slideLayouts/slideLayout141.xml"/><Relationship Id="rId13" Type="http://schemas.openxmlformats.org/officeDocument/2006/relationships/slideLayout" Target="../slideLayouts/slideLayout144.xml"/><Relationship Id="rId12" Type="http://schemas.openxmlformats.org/officeDocument/2006/relationships/slideLayout" Target="../slideLayouts/slideLayout143.xml"/><Relationship Id="rId15" Type="http://schemas.openxmlformats.org/officeDocument/2006/relationships/slideLayout" Target="../slideLayouts/slideLayout146.xml"/><Relationship Id="rId14" Type="http://schemas.openxmlformats.org/officeDocument/2006/relationships/slideLayout" Target="../slideLayouts/slideLayout145.xml"/><Relationship Id="rId17" Type="http://schemas.openxmlformats.org/officeDocument/2006/relationships/slideLayout" Target="../slideLayouts/slideLayout148.xml"/><Relationship Id="rId16" Type="http://schemas.openxmlformats.org/officeDocument/2006/relationships/slideLayout" Target="../slideLayouts/slideLayout147.xml"/><Relationship Id="rId19" Type="http://schemas.openxmlformats.org/officeDocument/2006/relationships/slideLayout" Target="../slideLayouts/slideLayout150.xml"/><Relationship Id="rId18" Type="http://schemas.openxmlformats.org/officeDocument/2006/relationships/slideLayout" Target="../slideLayouts/slideLayout149.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190.xml"/><Relationship Id="rId42" Type="http://schemas.openxmlformats.org/officeDocument/2006/relationships/slideLayout" Target="../slideLayouts/slideLayout192.xml"/><Relationship Id="rId41" Type="http://schemas.openxmlformats.org/officeDocument/2006/relationships/slideLayout" Target="../slideLayouts/slideLayout191.xml"/><Relationship Id="rId44" Type="http://schemas.openxmlformats.org/officeDocument/2006/relationships/slideLayout" Target="../slideLayouts/slideLayout194.xml"/><Relationship Id="rId43" Type="http://schemas.openxmlformats.org/officeDocument/2006/relationships/slideLayout" Target="../slideLayouts/slideLayout193.xml"/><Relationship Id="rId46" Type="http://schemas.openxmlformats.org/officeDocument/2006/relationships/theme" Target="../theme/theme2.xml"/><Relationship Id="rId45" Type="http://schemas.openxmlformats.org/officeDocument/2006/relationships/slideLayout" Target="../slideLayouts/slideLayout195.xml"/><Relationship Id="rId1" Type="http://schemas.openxmlformats.org/officeDocument/2006/relationships/image" Target="../media/image59.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54.xml"/><Relationship Id="rId9" Type="http://schemas.openxmlformats.org/officeDocument/2006/relationships/slideLayout" Target="../slideLayouts/slideLayout159.xml"/><Relationship Id="rId5" Type="http://schemas.openxmlformats.org/officeDocument/2006/relationships/slideLayout" Target="../slideLayouts/slideLayout155.xml"/><Relationship Id="rId6" Type="http://schemas.openxmlformats.org/officeDocument/2006/relationships/slideLayout" Target="../slideLayouts/slideLayout156.xml"/><Relationship Id="rId7" Type="http://schemas.openxmlformats.org/officeDocument/2006/relationships/slideLayout" Target="../slideLayouts/slideLayout157.xml"/><Relationship Id="rId8" Type="http://schemas.openxmlformats.org/officeDocument/2006/relationships/slideLayout" Target="../slideLayouts/slideLayout158.xml"/><Relationship Id="rId31" Type="http://schemas.openxmlformats.org/officeDocument/2006/relationships/slideLayout" Target="../slideLayouts/slideLayout181.xml"/><Relationship Id="rId30" Type="http://schemas.openxmlformats.org/officeDocument/2006/relationships/slideLayout" Target="../slideLayouts/slideLayout180.xml"/><Relationship Id="rId33" Type="http://schemas.openxmlformats.org/officeDocument/2006/relationships/slideLayout" Target="../slideLayouts/slideLayout183.xml"/><Relationship Id="rId32" Type="http://schemas.openxmlformats.org/officeDocument/2006/relationships/slideLayout" Target="../slideLayouts/slideLayout182.xml"/><Relationship Id="rId35" Type="http://schemas.openxmlformats.org/officeDocument/2006/relationships/slideLayout" Target="../slideLayouts/slideLayout185.xml"/><Relationship Id="rId34" Type="http://schemas.openxmlformats.org/officeDocument/2006/relationships/slideLayout" Target="../slideLayouts/slideLayout184.xml"/><Relationship Id="rId37" Type="http://schemas.openxmlformats.org/officeDocument/2006/relationships/slideLayout" Target="../slideLayouts/slideLayout187.xml"/><Relationship Id="rId36" Type="http://schemas.openxmlformats.org/officeDocument/2006/relationships/slideLayout" Target="../slideLayouts/slideLayout186.xml"/><Relationship Id="rId39" Type="http://schemas.openxmlformats.org/officeDocument/2006/relationships/slideLayout" Target="../slideLayouts/slideLayout189.xml"/><Relationship Id="rId38" Type="http://schemas.openxmlformats.org/officeDocument/2006/relationships/slideLayout" Target="../slideLayouts/slideLayout188.xml"/><Relationship Id="rId20" Type="http://schemas.openxmlformats.org/officeDocument/2006/relationships/slideLayout" Target="../slideLayouts/slideLayout170.xml"/><Relationship Id="rId22" Type="http://schemas.openxmlformats.org/officeDocument/2006/relationships/slideLayout" Target="../slideLayouts/slideLayout172.xml"/><Relationship Id="rId21" Type="http://schemas.openxmlformats.org/officeDocument/2006/relationships/slideLayout" Target="../slideLayouts/slideLayout171.xml"/><Relationship Id="rId24" Type="http://schemas.openxmlformats.org/officeDocument/2006/relationships/slideLayout" Target="../slideLayouts/slideLayout174.xml"/><Relationship Id="rId23" Type="http://schemas.openxmlformats.org/officeDocument/2006/relationships/slideLayout" Target="../slideLayouts/slideLayout173.xml"/><Relationship Id="rId26" Type="http://schemas.openxmlformats.org/officeDocument/2006/relationships/slideLayout" Target="../slideLayouts/slideLayout176.xml"/><Relationship Id="rId25" Type="http://schemas.openxmlformats.org/officeDocument/2006/relationships/slideLayout" Target="../slideLayouts/slideLayout175.xml"/><Relationship Id="rId28" Type="http://schemas.openxmlformats.org/officeDocument/2006/relationships/slideLayout" Target="../slideLayouts/slideLayout178.xml"/><Relationship Id="rId27" Type="http://schemas.openxmlformats.org/officeDocument/2006/relationships/slideLayout" Target="../slideLayouts/slideLayout177.xml"/><Relationship Id="rId29" Type="http://schemas.openxmlformats.org/officeDocument/2006/relationships/slideLayout" Target="../slideLayouts/slideLayout179.xml"/><Relationship Id="rId11" Type="http://schemas.openxmlformats.org/officeDocument/2006/relationships/slideLayout" Target="../slideLayouts/slideLayout161.xml"/><Relationship Id="rId10" Type="http://schemas.openxmlformats.org/officeDocument/2006/relationships/slideLayout" Target="../slideLayouts/slideLayout160.xml"/><Relationship Id="rId13" Type="http://schemas.openxmlformats.org/officeDocument/2006/relationships/slideLayout" Target="../slideLayouts/slideLayout163.xml"/><Relationship Id="rId12" Type="http://schemas.openxmlformats.org/officeDocument/2006/relationships/slideLayout" Target="../slideLayouts/slideLayout162.xml"/><Relationship Id="rId15" Type="http://schemas.openxmlformats.org/officeDocument/2006/relationships/slideLayout" Target="../slideLayouts/slideLayout165.xml"/><Relationship Id="rId14" Type="http://schemas.openxmlformats.org/officeDocument/2006/relationships/slideLayout" Target="../slideLayouts/slideLayout164.xml"/><Relationship Id="rId17" Type="http://schemas.openxmlformats.org/officeDocument/2006/relationships/slideLayout" Target="../slideLayouts/slideLayout167.xml"/><Relationship Id="rId16" Type="http://schemas.openxmlformats.org/officeDocument/2006/relationships/slideLayout" Target="../slideLayouts/slideLayout166.xml"/><Relationship Id="rId19" Type="http://schemas.openxmlformats.org/officeDocument/2006/relationships/slideLayout" Target="../slideLayouts/slideLayout169.xml"/><Relationship Id="rId18" Type="http://schemas.openxmlformats.org/officeDocument/2006/relationships/slideLayout" Target="../slideLayouts/slideLayout168.xml"/></Relationships>
</file>

<file path=ppt/slideMasters/_rels/slideMaster6.xml.rels><?xml version="1.0" encoding="UTF-8" standalone="yes"?><Relationships xmlns="http://schemas.openxmlformats.org/package/2006/relationships"><Relationship Id="rId40" Type="http://schemas.openxmlformats.org/officeDocument/2006/relationships/theme" Target="../theme/theme6.xml"/><Relationship Id="rId1" Type="http://schemas.openxmlformats.org/officeDocument/2006/relationships/image" Target="../media/image59.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96.xml"/><Relationship Id="rId9" Type="http://schemas.openxmlformats.org/officeDocument/2006/relationships/slideLayout" Target="../slideLayouts/slideLayout201.xml"/><Relationship Id="rId5" Type="http://schemas.openxmlformats.org/officeDocument/2006/relationships/slideLayout" Target="../slideLayouts/slideLayout197.xml"/><Relationship Id="rId6" Type="http://schemas.openxmlformats.org/officeDocument/2006/relationships/slideLayout" Target="../slideLayouts/slideLayout198.xml"/><Relationship Id="rId7" Type="http://schemas.openxmlformats.org/officeDocument/2006/relationships/slideLayout" Target="../slideLayouts/slideLayout199.xml"/><Relationship Id="rId8" Type="http://schemas.openxmlformats.org/officeDocument/2006/relationships/slideLayout" Target="../slideLayouts/slideLayout200.xml"/><Relationship Id="rId31" Type="http://schemas.openxmlformats.org/officeDocument/2006/relationships/slideLayout" Target="../slideLayouts/slideLayout223.xml"/><Relationship Id="rId30" Type="http://schemas.openxmlformats.org/officeDocument/2006/relationships/slideLayout" Target="../slideLayouts/slideLayout222.xml"/><Relationship Id="rId33" Type="http://schemas.openxmlformats.org/officeDocument/2006/relationships/slideLayout" Target="../slideLayouts/slideLayout225.xml"/><Relationship Id="rId32" Type="http://schemas.openxmlformats.org/officeDocument/2006/relationships/slideLayout" Target="../slideLayouts/slideLayout224.xml"/><Relationship Id="rId35" Type="http://schemas.openxmlformats.org/officeDocument/2006/relationships/slideLayout" Target="../slideLayouts/slideLayout227.xml"/><Relationship Id="rId34" Type="http://schemas.openxmlformats.org/officeDocument/2006/relationships/slideLayout" Target="../slideLayouts/slideLayout226.xml"/><Relationship Id="rId37" Type="http://schemas.openxmlformats.org/officeDocument/2006/relationships/slideLayout" Target="../slideLayouts/slideLayout229.xml"/><Relationship Id="rId36" Type="http://schemas.openxmlformats.org/officeDocument/2006/relationships/slideLayout" Target="../slideLayouts/slideLayout228.xml"/><Relationship Id="rId39" Type="http://schemas.openxmlformats.org/officeDocument/2006/relationships/slideLayout" Target="../slideLayouts/slideLayout231.xml"/><Relationship Id="rId38" Type="http://schemas.openxmlformats.org/officeDocument/2006/relationships/slideLayout" Target="../slideLayouts/slideLayout230.xml"/><Relationship Id="rId20" Type="http://schemas.openxmlformats.org/officeDocument/2006/relationships/slideLayout" Target="../slideLayouts/slideLayout212.xml"/><Relationship Id="rId22" Type="http://schemas.openxmlformats.org/officeDocument/2006/relationships/slideLayout" Target="../slideLayouts/slideLayout214.xml"/><Relationship Id="rId21" Type="http://schemas.openxmlformats.org/officeDocument/2006/relationships/slideLayout" Target="../slideLayouts/slideLayout213.xml"/><Relationship Id="rId24" Type="http://schemas.openxmlformats.org/officeDocument/2006/relationships/slideLayout" Target="../slideLayouts/slideLayout216.xml"/><Relationship Id="rId23" Type="http://schemas.openxmlformats.org/officeDocument/2006/relationships/slideLayout" Target="../slideLayouts/slideLayout215.xml"/><Relationship Id="rId26" Type="http://schemas.openxmlformats.org/officeDocument/2006/relationships/slideLayout" Target="../slideLayouts/slideLayout218.xml"/><Relationship Id="rId25" Type="http://schemas.openxmlformats.org/officeDocument/2006/relationships/slideLayout" Target="../slideLayouts/slideLayout217.xml"/><Relationship Id="rId28" Type="http://schemas.openxmlformats.org/officeDocument/2006/relationships/slideLayout" Target="../slideLayouts/slideLayout220.xml"/><Relationship Id="rId27" Type="http://schemas.openxmlformats.org/officeDocument/2006/relationships/slideLayout" Target="../slideLayouts/slideLayout219.xml"/><Relationship Id="rId29" Type="http://schemas.openxmlformats.org/officeDocument/2006/relationships/slideLayout" Target="../slideLayouts/slideLayout221.xml"/><Relationship Id="rId11" Type="http://schemas.openxmlformats.org/officeDocument/2006/relationships/slideLayout" Target="../slideLayouts/slideLayout203.xml"/><Relationship Id="rId10" Type="http://schemas.openxmlformats.org/officeDocument/2006/relationships/slideLayout" Target="../slideLayouts/slideLayout202.xml"/><Relationship Id="rId13" Type="http://schemas.openxmlformats.org/officeDocument/2006/relationships/slideLayout" Target="../slideLayouts/slideLayout205.xml"/><Relationship Id="rId12" Type="http://schemas.openxmlformats.org/officeDocument/2006/relationships/slideLayout" Target="../slideLayouts/slideLayout204.xml"/><Relationship Id="rId15" Type="http://schemas.openxmlformats.org/officeDocument/2006/relationships/slideLayout" Target="../slideLayouts/slideLayout207.xml"/><Relationship Id="rId14" Type="http://schemas.openxmlformats.org/officeDocument/2006/relationships/slideLayout" Target="../slideLayouts/slideLayout206.xml"/><Relationship Id="rId17" Type="http://schemas.openxmlformats.org/officeDocument/2006/relationships/slideLayout" Target="../slideLayouts/slideLayout209.xml"/><Relationship Id="rId16" Type="http://schemas.openxmlformats.org/officeDocument/2006/relationships/slideLayout" Target="../slideLayouts/slideLayout208.xml"/><Relationship Id="rId19" Type="http://schemas.openxmlformats.org/officeDocument/2006/relationships/slideLayout" Target="../slideLayouts/slideLayout211.xml"/><Relationship Id="rId18" Type="http://schemas.openxmlformats.org/officeDocument/2006/relationships/slideLayout" Target="../slideLayouts/slideLayout210.xml"/></Relationships>
</file>

<file path=ppt/slideMasters/_rels/slideMaster7.xml.rels><?xml version="1.0" encoding="UTF-8" standalone="yes"?><Relationships xmlns="http://schemas.openxmlformats.org/package/2006/relationships"><Relationship Id="rId40" Type="http://schemas.openxmlformats.org/officeDocument/2006/relationships/slideLayout" Target="../slideLayouts/slideLayout268.xml"/><Relationship Id="rId42" Type="http://schemas.openxmlformats.org/officeDocument/2006/relationships/slideLayout" Target="../slideLayouts/slideLayout270.xml"/><Relationship Id="rId41" Type="http://schemas.openxmlformats.org/officeDocument/2006/relationships/slideLayout" Target="../slideLayouts/slideLayout269.xml"/><Relationship Id="rId44" Type="http://schemas.openxmlformats.org/officeDocument/2006/relationships/slideLayout" Target="../slideLayouts/slideLayout272.xml"/><Relationship Id="rId43" Type="http://schemas.openxmlformats.org/officeDocument/2006/relationships/slideLayout" Target="../slideLayouts/slideLayout271.xml"/><Relationship Id="rId46" Type="http://schemas.openxmlformats.org/officeDocument/2006/relationships/slideLayout" Target="../slideLayouts/slideLayout274.xml"/><Relationship Id="rId45" Type="http://schemas.openxmlformats.org/officeDocument/2006/relationships/slideLayout" Target="../slideLayouts/slideLayout273.xml"/><Relationship Id="rId107" Type="http://schemas.openxmlformats.org/officeDocument/2006/relationships/slideLayout" Target="../slideLayouts/slideLayout335.xml"/><Relationship Id="rId106" Type="http://schemas.openxmlformats.org/officeDocument/2006/relationships/slideLayout" Target="../slideLayouts/slideLayout334.xml"/><Relationship Id="rId105" Type="http://schemas.openxmlformats.org/officeDocument/2006/relationships/slideLayout" Target="../slideLayouts/slideLayout333.xml"/><Relationship Id="rId104" Type="http://schemas.openxmlformats.org/officeDocument/2006/relationships/slideLayout" Target="../slideLayouts/slideLayout332.xml"/><Relationship Id="rId109" Type="http://schemas.openxmlformats.org/officeDocument/2006/relationships/slideLayout" Target="../slideLayouts/slideLayout337.xml"/><Relationship Id="rId108" Type="http://schemas.openxmlformats.org/officeDocument/2006/relationships/slideLayout" Target="../slideLayouts/slideLayout336.xml"/><Relationship Id="rId48" Type="http://schemas.openxmlformats.org/officeDocument/2006/relationships/slideLayout" Target="../slideLayouts/slideLayout276.xml"/><Relationship Id="rId47" Type="http://schemas.openxmlformats.org/officeDocument/2006/relationships/slideLayout" Target="../slideLayouts/slideLayout275.xml"/><Relationship Id="rId49" Type="http://schemas.openxmlformats.org/officeDocument/2006/relationships/slideLayout" Target="../slideLayouts/slideLayout277.xml"/><Relationship Id="rId103" Type="http://schemas.openxmlformats.org/officeDocument/2006/relationships/slideLayout" Target="../slideLayouts/slideLayout331.xml"/><Relationship Id="rId102" Type="http://schemas.openxmlformats.org/officeDocument/2006/relationships/slideLayout" Target="../slideLayouts/slideLayout330.xml"/><Relationship Id="rId101" Type="http://schemas.openxmlformats.org/officeDocument/2006/relationships/slideLayout" Target="../slideLayouts/slideLayout329.xml"/><Relationship Id="rId100" Type="http://schemas.openxmlformats.org/officeDocument/2006/relationships/slideLayout" Target="../slideLayouts/slideLayout328.xml"/><Relationship Id="rId31" Type="http://schemas.openxmlformats.org/officeDocument/2006/relationships/slideLayout" Target="../slideLayouts/slideLayout259.xml"/><Relationship Id="rId30" Type="http://schemas.openxmlformats.org/officeDocument/2006/relationships/slideLayout" Target="../slideLayouts/slideLayout258.xml"/><Relationship Id="rId33" Type="http://schemas.openxmlformats.org/officeDocument/2006/relationships/slideLayout" Target="../slideLayouts/slideLayout261.xml"/><Relationship Id="rId32" Type="http://schemas.openxmlformats.org/officeDocument/2006/relationships/slideLayout" Target="../slideLayouts/slideLayout260.xml"/><Relationship Id="rId35" Type="http://schemas.openxmlformats.org/officeDocument/2006/relationships/slideLayout" Target="../slideLayouts/slideLayout263.xml"/><Relationship Id="rId34" Type="http://schemas.openxmlformats.org/officeDocument/2006/relationships/slideLayout" Target="../slideLayouts/slideLayout262.xml"/><Relationship Id="rId37" Type="http://schemas.openxmlformats.org/officeDocument/2006/relationships/slideLayout" Target="../slideLayouts/slideLayout265.xml"/><Relationship Id="rId36" Type="http://schemas.openxmlformats.org/officeDocument/2006/relationships/slideLayout" Target="../slideLayouts/slideLayout264.xml"/><Relationship Id="rId39" Type="http://schemas.openxmlformats.org/officeDocument/2006/relationships/slideLayout" Target="../slideLayouts/slideLayout267.xml"/><Relationship Id="rId38" Type="http://schemas.openxmlformats.org/officeDocument/2006/relationships/slideLayout" Target="../slideLayouts/slideLayout266.xml"/><Relationship Id="rId20" Type="http://schemas.openxmlformats.org/officeDocument/2006/relationships/slideLayout" Target="../slideLayouts/slideLayout248.xml"/><Relationship Id="rId22" Type="http://schemas.openxmlformats.org/officeDocument/2006/relationships/slideLayout" Target="../slideLayouts/slideLayout250.xml"/><Relationship Id="rId21" Type="http://schemas.openxmlformats.org/officeDocument/2006/relationships/slideLayout" Target="../slideLayouts/slideLayout249.xml"/><Relationship Id="rId24" Type="http://schemas.openxmlformats.org/officeDocument/2006/relationships/slideLayout" Target="../slideLayouts/slideLayout252.xml"/><Relationship Id="rId23" Type="http://schemas.openxmlformats.org/officeDocument/2006/relationships/slideLayout" Target="../slideLayouts/slideLayout251.xml"/><Relationship Id="rId129" Type="http://schemas.openxmlformats.org/officeDocument/2006/relationships/theme" Target="../theme/theme7.xml"/><Relationship Id="rId128" Type="http://schemas.openxmlformats.org/officeDocument/2006/relationships/slideLayout" Target="../slideLayouts/slideLayout356.xml"/><Relationship Id="rId127" Type="http://schemas.openxmlformats.org/officeDocument/2006/relationships/slideLayout" Target="../slideLayouts/slideLayout355.xml"/><Relationship Id="rId126" Type="http://schemas.openxmlformats.org/officeDocument/2006/relationships/slideLayout" Target="../slideLayouts/slideLayout354.xml"/><Relationship Id="rId26" Type="http://schemas.openxmlformats.org/officeDocument/2006/relationships/slideLayout" Target="../slideLayouts/slideLayout254.xml"/><Relationship Id="rId121" Type="http://schemas.openxmlformats.org/officeDocument/2006/relationships/slideLayout" Target="../slideLayouts/slideLayout349.xml"/><Relationship Id="rId25" Type="http://schemas.openxmlformats.org/officeDocument/2006/relationships/slideLayout" Target="../slideLayouts/slideLayout253.xml"/><Relationship Id="rId120" Type="http://schemas.openxmlformats.org/officeDocument/2006/relationships/slideLayout" Target="../slideLayouts/slideLayout348.xml"/><Relationship Id="rId28" Type="http://schemas.openxmlformats.org/officeDocument/2006/relationships/slideLayout" Target="../slideLayouts/slideLayout256.xml"/><Relationship Id="rId27" Type="http://schemas.openxmlformats.org/officeDocument/2006/relationships/slideLayout" Target="../slideLayouts/slideLayout255.xml"/><Relationship Id="rId125" Type="http://schemas.openxmlformats.org/officeDocument/2006/relationships/slideLayout" Target="../slideLayouts/slideLayout353.xml"/><Relationship Id="rId29" Type="http://schemas.openxmlformats.org/officeDocument/2006/relationships/slideLayout" Target="../slideLayouts/slideLayout257.xml"/><Relationship Id="rId124" Type="http://schemas.openxmlformats.org/officeDocument/2006/relationships/slideLayout" Target="../slideLayouts/slideLayout352.xml"/><Relationship Id="rId123" Type="http://schemas.openxmlformats.org/officeDocument/2006/relationships/slideLayout" Target="../slideLayouts/slideLayout351.xml"/><Relationship Id="rId122" Type="http://schemas.openxmlformats.org/officeDocument/2006/relationships/slideLayout" Target="../slideLayouts/slideLayout350.xml"/><Relationship Id="rId95" Type="http://schemas.openxmlformats.org/officeDocument/2006/relationships/slideLayout" Target="../slideLayouts/slideLayout323.xml"/><Relationship Id="rId94" Type="http://schemas.openxmlformats.org/officeDocument/2006/relationships/slideLayout" Target="../slideLayouts/slideLayout322.xml"/><Relationship Id="rId97" Type="http://schemas.openxmlformats.org/officeDocument/2006/relationships/slideLayout" Target="../slideLayouts/slideLayout325.xml"/><Relationship Id="rId96" Type="http://schemas.openxmlformats.org/officeDocument/2006/relationships/slideLayout" Target="../slideLayouts/slideLayout324.xml"/><Relationship Id="rId11" Type="http://schemas.openxmlformats.org/officeDocument/2006/relationships/slideLayout" Target="../slideLayouts/slideLayout239.xml"/><Relationship Id="rId99" Type="http://schemas.openxmlformats.org/officeDocument/2006/relationships/slideLayout" Target="../slideLayouts/slideLayout327.xml"/><Relationship Id="rId10" Type="http://schemas.openxmlformats.org/officeDocument/2006/relationships/slideLayout" Target="../slideLayouts/slideLayout238.xml"/><Relationship Id="rId98" Type="http://schemas.openxmlformats.org/officeDocument/2006/relationships/slideLayout" Target="../slideLayouts/slideLayout326.xml"/><Relationship Id="rId13" Type="http://schemas.openxmlformats.org/officeDocument/2006/relationships/slideLayout" Target="../slideLayouts/slideLayout241.xml"/><Relationship Id="rId12" Type="http://schemas.openxmlformats.org/officeDocument/2006/relationships/slideLayout" Target="../slideLayouts/slideLayout240.xml"/><Relationship Id="rId91" Type="http://schemas.openxmlformats.org/officeDocument/2006/relationships/slideLayout" Target="../slideLayouts/slideLayout319.xml"/><Relationship Id="rId90" Type="http://schemas.openxmlformats.org/officeDocument/2006/relationships/slideLayout" Target="../slideLayouts/slideLayout318.xml"/><Relationship Id="rId93" Type="http://schemas.openxmlformats.org/officeDocument/2006/relationships/slideLayout" Target="../slideLayouts/slideLayout321.xml"/><Relationship Id="rId92" Type="http://schemas.openxmlformats.org/officeDocument/2006/relationships/slideLayout" Target="../slideLayouts/slideLayout320.xml"/><Relationship Id="rId118" Type="http://schemas.openxmlformats.org/officeDocument/2006/relationships/slideLayout" Target="../slideLayouts/slideLayout346.xml"/><Relationship Id="rId117" Type="http://schemas.openxmlformats.org/officeDocument/2006/relationships/slideLayout" Target="../slideLayouts/slideLayout345.xml"/><Relationship Id="rId116" Type="http://schemas.openxmlformats.org/officeDocument/2006/relationships/slideLayout" Target="../slideLayouts/slideLayout344.xml"/><Relationship Id="rId115" Type="http://schemas.openxmlformats.org/officeDocument/2006/relationships/slideLayout" Target="../slideLayouts/slideLayout343.xml"/><Relationship Id="rId119" Type="http://schemas.openxmlformats.org/officeDocument/2006/relationships/slideLayout" Target="../slideLayouts/slideLayout347.xml"/><Relationship Id="rId15" Type="http://schemas.openxmlformats.org/officeDocument/2006/relationships/slideLayout" Target="../slideLayouts/slideLayout243.xml"/><Relationship Id="rId110" Type="http://schemas.openxmlformats.org/officeDocument/2006/relationships/slideLayout" Target="../slideLayouts/slideLayout338.xml"/><Relationship Id="rId14" Type="http://schemas.openxmlformats.org/officeDocument/2006/relationships/slideLayout" Target="../slideLayouts/slideLayout242.xml"/><Relationship Id="rId17" Type="http://schemas.openxmlformats.org/officeDocument/2006/relationships/slideLayout" Target="../slideLayouts/slideLayout245.xml"/><Relationship Id="rId16" Type="http://schemas.openxmlformats.org/officeDocument/2006/relationships/slideLayout" Target="../slideLayouts/slideLayout244.xml"/><Relationship Id="rId19" Type="http://schemas.openxmlformats.org/officeDocument/2006/relationships/slideLayout" Target="../slideLayouts/slideLayout247.xml"/><Relationship Id="rId114" Type="http://schemas.openxmlformats.org/officeDocument/2006/relationships/slideLayout" Target="../slideLayouts/slideLayout342.xml"/><Relationship Id="rId18" Type="http://schemas.openxmlformats.org/officeDocument/2006/relationships/slideLayout" Target="../slideLayouts/slideLayout246.xml"/><Relationship Id="rId113" Type="http://schemas.openxmlformats.org/officeDocument/2006/relationships/slideLayout" Target="../slideLayouts/slideLayout341.xml"/><Relationship Id="rId112" Type="http://schemas.openxmlformats.org/officeDocument/2006/relationships/slideLayout" Target="../slideLayouts/slideLayout340.xml"/><Relationship Id="rId111" Type="http://schemas.openxmlformats.org/officeDocument/2006/relationships/slideLayout" Target="../slideLayouts/slideLayout339.xml"/><Relationship Id="rId84" Type="http://schemas.openxmlformats.org/officeDocument/2006/relationships/slideLayout" Target="../slideLayouts/slideLayout312.xml"/><Relationship Id="rId83" Type="http://schemas.openxmlformats.org/officeDocument/2006/relationships/slideLayout" Target="../slideLayouts/slideLayout311.xml"/><Relationship Id="rId86" Type="http://schemas.openxmlformats.org/officeDocument/2006/relationships/slideLayout" Target="../slideLayouts/slideLayout314.xml"/><Relationship Id="rId85" Type="http://schemas.openxmlformats.org/officeDocument/2006/relationships/slideLayout" Target="../slideLayouts/slideLayout313.xml"/><Relationship Id="rId88" Type="http://schemas.openxmlformats.org/officeDocument/2006/relationships/slideLayout" Target="../slideLayouts/slideLayout316.xml"/><Relationship Id="rId87" Type="http://schemas.openxmlformats.org/officeDocument/2006/relationships/slideLayout" Target="../slideLayouts/slideLayout315.xml"/><Relationship Id="rId89" Type="http://schemas.openxmlformats.org/officeDocument/2006/relationships/slideLayout" Target="../slideLayouts/slideLayout317.xml"/><Relationship Id="rId80" Type="http://schemas.openxmlformats.org/officeDocument/2006/relationships/slideLayout" Target="../slideLayouts/slideLayout308.xml"/><Relationship Id="rId82" Type="http://schemas.openxmlformats.org/officeDocument/2006/relationships/slideLayout" Target="../slideLayouts/slideLayout310.xml"/><Relationship Id="rId81" Type="http://schemas.openxmlformats.org/officeDocument/2006/relationships/slideLayout" Target="../slideLayouts/slideLayout309.xml"/><Relationship Id="rId1" Type="http://schemas.openxmlformats.org/officeDocument/2006/relationships/image" Target="../media/image59.png"/><Relationship Id="rId2" Type="http://schemas.openxmlformats.org/officeDocument/2006/relationships/image" Target="../media/image3.png"/><Relationship Id="rId3" Type="http://schemas.openxmlformats.org/officeDocument/2006/relationships/image" Target="../media/image86.png"/><Relationship Id="rId4" Type="http://schemas.openxmlformats.org/officeDocument/2006/relationships/slideLayout" Target="../slideLayouts/slideLayout232.xml"/><Relationship Id="rId9" Type="http://schemas.openxmlformats.org/officeDocument/2006/relationships/slideLayout" Target="../slideLayouts/slideLayout237.xml"/><Relationship Id="rId5" Type="http://schemas.openxmlformats.org/officeDocument/2006/relationships/slideLayout" Target="../slideLayouts/slideLayout233.xml"/><Relationship Id="rId6" Type="http://schemas.openxmlformats.org/officeDocument/2006/relationships/slideLayout" Target="../slideLayouts/slideLayout234.xml"/><Relationship Id="rId7" Type="http://schemas.openxmlformats.org/officeDocument/2006/relationships/slideLayout" Target="../slideLayouts/slideLayout235.xml"/><Relationship Id="rId8" Type="http://schemas.openxmlformats.org/officeDocument/2006/relationships/slideLayout" Target="../slideLayouts/slideLayout236.xml"/><Relationship Id="rId73" Type="http://schemas.openxmlformats.org/officeDocument/2006/relationships/slideLayout" Target="../slideLayouts/slideLayout301.xml"/><Relationship Id="rId72" Type="http://schemas.openxmlformats.org/officeDocument/2006/relationships/slideLayout" Target="../slideLayouts/slideLayout300.xml"/><Relationship Id="rId75" Type="http://schemas.openxmlformats.org/officeDocument/2006/relationships/slideLayout" Target="../slideLayouts/slideLayout303.xml"/><Relationship Id="rId74" Type="http://schemas.openxmlformats.org/officeDocument/2006/relationships/slideLayout" Target="../slideLayouts/slideLayout302.xml"/><Relationship Id="rId77" Type="http://schemas.openxmlformats.org/officeDocument/2006/relationships/slideLayout" Target="../slideLayouts/slideLayout305.xml"/><Relationship Id="rId76" Type="http://schemas.openxmlformats.org/officeDocument/2006/relationships/slideLayout" Target="../slideLayouts/slideLayout304.xml"/><Relationship Id="rId79" Type="http://schemas.openxmlformats.org/officeDocument/2006/relationships/slideLayout" Target="../slideLayouts/slideLayout307.xml"/><Relationship Id="rId78" Type="http://schemas.openxmlformats.org/officeDocument/2006/relationships/slideLayout" Target="../slideLayouts/slideLayout306.xml"/><Relationship Id="rId71" Type="http://schemas.openxmlformats.org/officeDocument/2006/relationships/slideLayout" Target="../slideLayouts/slideLayout299.xml"/><Relationship Id="rId70" Type="http://schemas.openxmlformats.org/officeDocument/2006/relationships/slideLayout" Target="../slideLayouts/slideLayout298.xml"/><Relationship Id="rId62" Type="http://schemas.openxmlformats.org/officeDocument/2006/relationships/slideLayout" Target="../slideLayouts/slideLayout290.xml"/><Relationship Id="rId61" Type="http://schemas.openxmlformats.org/officeDocument/2006/relationships/slideLayout" Target="../slideLayouts/slideLayout289.xml"/><Relationship Id="rId64" Type="http://schemas.openxmlformats.org/officeDocument/2006/relationships/slideLayout" Target="../slideLayouts/slideLayout292.xml"/><Relationship Id="rId63" Type="http://schemas.openxmlformats.org/officeDocument/2006/relationships/slideLayout" Target="../slideLayouts/slideLayout291.xml"/><Relationship Id="rId66" Type="http://schemas.openxmlformats.org/officeDocument/2006/relationships/slideLayout" Target="../slideLayouts/slideLayout294.xml"/><Relationship Id="rId65" Type="http://schemas.openxmlformats.org/officeDocument/2006/relationships/slideLayout" Target="../slideLayouts/slideLayout293.xml"/><Relationship Id="rId68" Type="http://schemas.openxmlformats.org/officeDocument/2006/relationships/slideLayout" Target="../slideLayouts/slideLayout296.xml"/><Relationship Id="rId67" Type="http://schemas.openxmlformats.org/officeDocument/2006/relationships/slideLayout" Target="../slideLayouts/slideLayout295.xml"/><Relationship Id="rId60" Type="http://schemas.openxmlformats.org/officeDocument/2006/relationships/slideLayout" Target="../slideLayouts/slideLayout288.xml"/><Relationship Id="rId69" Type="http://schemas.openxmlformats.org/officeDocument/2006/relationships/slideLayout" Target="../slideLayouts/slideLayout297.xml"/><Relationship Id="rId51" Type="http://schemas.openxmlformats.org/officeDocument/2006/relationships/slideLayout" Target="../slideLayouts/slideLayout279.xml"/><Relationship Id="rId50" Type="http://schemas.openxmlformats.org/officeDocument/2006/relationships/slideLayout" Target="../slideLayouts/slideLayout278.xml"/><Relationship Id="rId53" Type="http://schemas.openxmlformats.org/officeDocument/2006/relationships/slideLayout" Target="../slideLayouts/slideLayout281.xml"/><Relationship Id="rId52" Type="http://schemas.openxmlformats.org/officeDocument/2006/relationships/slideLayout" Target="../slideLayouts/slideLayout280.xml"/><Relationship Id="rId55" Type="http://schemas.openxmlformats.org/officeDocument/2006/relationships/slideLayout" Target="../slideLayouts/slideLayout283.xml"/><Relationship Id="rId54" Type="http://schemas.openxmlformats.org/officeDocument/2006/relationships/slideLayout" Target="../slideLayouts/slideLayout282.xml"/><Relationship Id="rId57" Type="http://schemas.openxmlformats.org/officeDocument/2006/relationships/slideLayout" Target="../slideLayouts/slideLayout285.xml"/><Relationship Id="rId56" Type="http://schemas.openxmlformats.org/officeDocument/2006/relationships/slideLayout" Target="../slideLayouts/slideLayout284.xml"/><Relationship Id="rId59" Type="http://schemas.openxmlformats.org/officeDocument/2006/relationships/slideLayout" Target="../slideLayouts/slideLayout287.xml"/><Relationship Id="rId58" Type="http://schemas.openxmlformats.org/officeDocument/2006/relationships/slideLayout" Target="../slideLayouts/slideLayout286.xml"/></Relationships>
</file>

<file path=ppt/slideMasters/_rels/slideMaster8.xml.rels><?xml version="1.0" encoding="UTF-8" standalone="yes"?><Relationships xmlns="http://schemas.openxmlformats.org/package/2006/relationships"><Relationship Id="rId31" Type="http://schemas.openxmlformats.org/officeDocument/2006/relationships/slideLayout" Target="../slideLayouts/slideLayout384.xml"/><Relationship Id="rId30" Type="http://schemas.openxmlformats.org/officeDocument/2006/relationships/slideLayout" Target="../slideLayouts/slideLayout383.xml"/><Relationship Id="rId33" Type="http://schemas.openxmlformats.org/officeDocument/2006/relationships/slideLayout" Target="../slideLayouts/slideLayout386.xml"/><Relationship Id="rId32" Type="http://schemas.openxmlformats.org/officeDocument/2006/relationships/slideLayout" Target="../slideLayouts/slideLayout385.xml"/><Relationship Id="rId35" Type="http://schemas.openxmlformats.org/officeDocument/2006/relationships/slideLayout" Target="../slideLayouts/slideLayout388.xml"/><Relationship Id="rId34" Type="http://schemas.openxmlformats.org/officeDocument/2006/relationships/slideLayout" Target="../slideLayouts/slideLayout387.xml"/><Relationship Id="rId37" Type="http://schemas.openxmlformats.org/officeDocument/2006/relationships/slideLayout" Target="../slideLayouts/slideLayout390.xml"/><Relationship Id="rId36" Type="http://schemas.openxmlformats.org/officeDocument/2006/relationships/slideLayout" Target="../slideLayouts/slideLayout389.xml"/><Relationship Id="rId39" Type="http://schemas.openxmlformats.org/officeDocument/2006/relationships/theme" Target="../theme/theme4.xml"/><Relationship Id="rId38" Type="http://schemas.openxmlformats.org/officeDocument/2006/relationships/slideLayout" Target="../slideLayouts/slideLayout391.xml"/><Relationship Id="rId20" Type="http://schemas.openxmlformats.org/officeDocument/2006/relationships/slideLayout" Target="../slideLayouts/slideLayout373.xml"/><Relationship Id="rId22" Type="http://schemas.openxmlformats.org/officeDocument/2006/relationships/slideLayout" Target="../slideLayouts/slideLayout375.xml"/><Relationship Id="rId21" Type="http://schemas.openxmlformats.org/officeDocument/2006/relationships/slideLayout" Target="../slideLayouts/slideLayout374.xml"/><Relationship Id="rId24" Type="http://schemas.openxmlformats.org/officeDocument/2006/relationships/slideLayout" Target="../slideLayouts/slideLayout377.xml"/><Relationship Id="rId23" Type="http://schemas.openxmlformats.org/officeDocument/2006/relationships/slideLayout" Target="../slideLayouts/slideLayout376.xml"/><Relationship Id="rId26" Type="http://schemas.openxmlformats.org/officeDocument/2006/relationships/slideLayout" Target="../slideLayouts/slideLayout379.xml"/><Relationship Id="rId25" Type="http://schemas.openxmlformats.org/officeDocument/2006/relationships/slideLayout" Target="../slideLayouts/slideLayout378.xml"/><Relationship Id="rId28" Type="http://schemas.openxmlformats.org/officeDocument/2006/relationships/slideLayout" Target="../slideLayouts/slideLayout381.xml"/><Relationship Id="rId27" Type="http://schemas.openxmlformats.org/officeDocument/2006/relationships/slideLayout" Target="../slideLayouts/slideLayout380.xml"/><Relationship Id="rId29" Type="http://schemas.openxmlformats.org/officeDocument/2006/relationships/slideLayout" Target="../slideLayouts/slideLayout382.xml"/><Relationship Id="rId11" Type="http://schemas.openxmlformats.org/officeDocument/2006/relationships/slideLayout" Target="../slideLayouts/slideLayout364.xml"/><Relationship Id="rId10" Type="http://schemas.openxmlformats.org/officeDocument/2006/relationships/slideLayout" Target="../slideLayouts/slideLayout363.xml"/><Relationship Id="rId13" Type="http://schemas.openxmlformats.org/officeDocument/2006/relationships/slideLayout" Target="../slideLayouts/slideLayout366.xml"/><Relationship Id="rId12" Type="http://schemas.openxmlformats.org/officeDocument/2006/relationships/slideLayout" Target="../slideLayouts/slideLayout365.xml"/><Relationship Id="rId15" Type="http://schemas.openxmlformats.org/officeDocument/2006/relationships/slideLayout" Target="../slideLayouts/slideLayout368.xml"/><Relationship Id="rId14" Type="http://schemas.openxmlformats.org/officeDocument/2006/relationships/slideLayout" Target="../slideLayouts/slideLayout367.xml"/><Relationship Id="rId17" Type="http://schemas.openxmlformats.org/officeDocument/2006/relationships/slideLayout" Target="../slideLayouts/slideLayout370.xml"/><Relationship Id="rId16" Type="http://schemas.openxmlformats.org/officeDocument/2006/relationships/slideLayout" Target="../slideLayouts/slideLayout369.xml"/><Relationship Id="rId19" Type="http://schemas.openxmlformats.org/officeDocument/2006/relationships/slideLayout" Target="../slideLayouts/slideLayout372.xml"/><Relationship Id="rId18" Type="http://schemas.openxmlformats.org/officeDocument/2006/relationships/slideLayout" Target="../slideLayouts/slideLayout371.xml"/><Relationship Id="rId1" Type="http://schemas.openxmlformats.org/officeDocument/2006/relationships/image" Target="../media/image59.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357.xml"/><Relationship Id="rId9" Type="http://schemas.openxmlformats.org/officeDocument/2006/relationships/slideLayout" Target="../slideLayouts/slideLayout362.xml"/><Relationship Id="rId5" Type="http://schemas.openxmlformats.org/officeDocument/2006/relationships/slideLayout" Target="../slideLayouts/slideLayout358.xml"/><Relationship Id="rId6" Type="http://schemas.openxmlformats.org/officeDocument/2006/relationships/slideLayout" Target="../slideLayouts/slideLayout359.xml"/><Relationship Id="rId7" Type="http://schemas.openxmlformats.org/officeDocument/2006/relationships/slideLayout" Target="../slideLayouts/slideLayout360.xml"/><Relationship Id="rId8" Type="http://schemas.openxmlformats.org/officeDocument/2006/relationships/slideLayout" Target="../slideLayouts/slideLayout36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9" name="Shape 9"/>
        <p:cNvGrpSpPr/>
        <p:nvPr/>
      </p:nvGrpSpPr>
      <p:grpSpPr>
        <a:xfrm>
          <a:off x="0" y="0"/>
          <a:ext cx="0" cy="0"/>
          <a:chOff x="0" y="0"/>
          <a:chExt cx="0" cy="0"/>
        </a:xfrm>
      </p:grpSpPr>
      <p:grpSp>
        <p:nvGrpSpPr>
          <p:cNvPr id="10" name="Google Shape;10;p71"/>
          <p:cNvGrpSpPr/>
          <p:nvPr/>
        </p:nvGrpSpPr>
        <p:grpSpPr>
          <a:xfrm>
            <a:off x="203201" y="172508"/>
            <a:ext cx="11785599" cy="6512984"/>
            <a:chOff x="795129" y="433904"/>
            <a:chExt cx="10608367" cy="6116087"/>
          </a:xfrm>
        </p:grpSpPr>
        <p:sp>
          <p:nvSpPr>
            <p:cNvPr id="11" name="Google Shape;11;p71"/>
            <p:cNvSpPr/>
            <p:nvPr/>
          </p:nvSpPr>
          <p:spPr>
            <a:xfrm>
              <a:off x="907773" y="559800"/>
              <a:ext cx="10495723" cy="5990191"/>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 name="Google Shape;12;p71"/>
            <p:cNvSpPr/>
            <p:nvPr/>
          </p:nvSpPr>
          <p:spPr>
            <a:xfrm>
              <a:off x="795129" y="433904"/>
              <a:ext cx="10495723" cy="599019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3" name="Google Shape;13;p71"/>
          <p:cNvGrpSpPr/>
          <p:nvPr/>
        </p:nvGrpSpPr>
        <p:grpSpPr>
          <a:xfrm>
            <a:off x="203201" y="172508"/>
            <a:ext cx="11785599" cy="6512984"/>
            <a:chOff x="795129" y="433904"/>
            <a:chExt cx="10608367" cy="6116087"/>
          </a:xfrm>
        </p:grpSpPr>
        <p:sp>
          <p:nvSpPr>
            <p:cNvPr id="14" name="Google Shape;14;p71"/>
            <p:cNvSpPr/>
            <p:nvPr/>
          </p:nvSpPr>
          <p:spPr>
            <a:xfrm>
              <a:off x="907773" y="559800"/>
              <a:ext cx="10495723" cy="5990191"/>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 name="Google Shape;15;p71"/>
            <p:cNvSpPr/>
            <p:nvPr/>
          </p:nvSpPr>
          <p:spPr>
            <a:xfrm>
              <a:off x="795129" y="433904"/>
              <a:ext cx="10495723" cy="599019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6" name="Google Shape;16;p71"/>
          <p:cNvGrpSpPr/>
          <p:nvPr/>
        </p:nvGrpSpPr>
        <p:grpSpPr>
          <a:xfrm>
            <a:off x="203201" y="172508"/>
            <a:ext cx="11785599" cy="6512984"/>
            <a:chOff x="795129" y="433904"/>
            <a:chExt cx="10608367" cy="6116087"/>
          </a:xfrm>
        </p:grpSpPr>
        <p:sp>
          <p:nvSpPr>
            <p:cNvPr id="17" name="Google Shape;17;p71"/>
            <p:cNvSpPr/>
            <p:nvPr/>
          </p:nvSpPr>
          <p:spPr>
            <a:xfrm>
              <a:off x="907773" y="559800"/>
              <a:ext cx="10495723" cy="5990191"/>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 name="Google Shape;18;p71"/>
            <p:cNvSpPr/>
            <p:nvPr/>
          </p:nvSpPr>
          <p:spPr>
            <a:xfrm>
              <a:off x="795129" y="433904"/>
              <a:ext cx="10495723" cy="599019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9" name="Google Shape;19;p71"/>
          <p:cNvGrpSpPr/>
          <p:nvPr/>
        </p:nvGrpSpPr>
        <p:grpSpPr>
          <a:xfrm>
            <a:off x="203201" y="172508"/>
            <a:ext cx="11785599" cy="6512984"/>
            <a:chOff x="795129" y="433904"/>
            <a:chExt cx="10608367" cy="6116087"/>
          </a:xfrm>
        </p:grpSpPr>
        <p:sp>
          <p:nvSpPr>
            <p:cNvPr id="20" name="Google Shape;20;p71"/>
            <p:cNvSpPr/>
            <p:nvPr/>
          </p:nvSpPr>
          <p:spPr>
            <a:xfrm>
              <a:off x="907773" y="559800"/>
              <a:ext cx="10495723" cy="5990191"/>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 name="Google Shape;21;p71"/>
            <p:cNvSpPr/>
            <p:nvPr/>
          </p:nvSpPr>
          <p:spPr>
            <a:xfrm>
              <a:off x="795129" y="433904"/>
              <a:ext cx="10495723" cy="599019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2" name="Google Shape;22;p71"/>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23" name="Google Shape;23;p71"/>
          <p:cNvPicPr preferRelativeResize="0"/>
          <p:nvPr/>
        </p:nvPicPr>
        <p:blipFill rotWithShape="1">
          <a:blip r:embed="rId1">
            <a:alphaModFix/>
          </a:blip>
          <a:srcRect b="36792" l="26109" r="26760" t="35127"/>
          <a:stretch/>
        </p:blipFill>
        <p:spPr>
          <a:xfrm>
            <a:off x="9645379" y="5911053"/>
            <a:ext cx="900763" cy="473969"/>
          </a:xfrm>
          <a:prstGeom prst="rect">
            <a:avLst/>
          </a:prstGeom>
          <a:noFill/>
          <a:ln>
            <a:noFill/>
          </a:ln>
        </p:spPr>
      </p:pic>
      <p:pic>
        <p:nvPicPr>
          <p:cNvPr id="24" name="Google Shape;24;p71"/>
          <p:cNvPicPr preferRelativeResize="0"/>
          <p:nvPr/>
        </p:nvPicPr>
        <p:blipFill rotWithShape="1">
          <a:blip r:embed="rId2">
            <a:alphaModFix/>
          </a:blip>
          <a:srcRect b="0" l="0" r="0" t="0"/>
          <a:stretch/>
        </p:blipFill>
        <p:spPr>
          <a:xfrm>
            <a:off x="290280" y="5601600"/>
            <a:ext cx="1773356" cy="859819"/>
          </a:xfrm>
          <a:prstGeom prst="rect">
            <a:avLst/>
          </a:prstGeom>
          <a:noFill/>
          <a:ln>
            <a:noFill/>
          </a:ln>
        </p:spPr>
      </p:pic>
      <p:pic>
        <p:nvPicPr>
          <p:cNvPr id="25" name="Google Shape;25;p71"/>
          <p:cNvPicPr preferRelativeResize="0"/>
          <p:nvPr/>
        </p:nvPicPr>
        <p:blipFill rotWithShape="1">
          <a:blip r:embed="rId3">
            <a:alphaModFix/>
          </a:blip>
          <a:srcRect b="0" l="0" r="0" t="0"/>
          <a:stretch/>
        </p:blipFill>
        <p:spPr>
          <a:xfrm>
            <a:off x="10712433" y="6055741"/>
            <a:ext cx="1037972" cy="298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 id="2147483678" r:id="rId33"/>
    <p:sldLayoutId id="2147483679"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98" name="Shape 698"/>
        <p:cNvGrpSpPr/>
        <p:nvPr/>
      </p:nvGrpSpPr>
      <p:grpSpPr>
        <a:xfrm>
          <a:off x="0" y="0"/>
          <a:ext cx="0" cy="0"/>
          <a:chOff x="0" y="0"/>
          <a:chExt cx="0" cy="0"/>
        </a:xfrm>
      </p:grpSpPr>
      <p:grpSp>
        <p:nvGrpSpPr>
          <p:cNvPr id="699" name="Google Shape;699;g2bcae53cd67_5_590"/>
          <p:cNvGrpSpPr/>
          <p:nvPr/>
        </p:nvGrpSpPr>
        <p:grpSpPr>
          <a:xfrm>
            <a:off x="203223" y="172511"/>
            <a:ext cx="11785981" cy="6512924"/>
            <a:chOff x="795129" y="433904"/>
            <a:chExt cx="10608444" cy="6115996"/>
          </a:xfrm>
        </p:grpSpPr>
        <p:sp>
          <p:nvSpPr>
            <p:cNvPr id="700" name="Google Shape;700;g2bcae53cd67_5_590"/>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01" name="Google Shape;701;g2bcae53cd67_5_590"/>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02" name="Google Shape;702;g2bcae53cd67_5_590"/>
          <p:cNvGrpSpPr/>
          <p:nvPr/>
        </p:nvGrpSpPr>
        <p:grpSpPr>
          <a:xfrm>
            <a:off x="203223" y="172511"/>
            <a:ext cx="11785981" cy="6512924"/>
            <a:chOff x="795129" y="433904"/>
            <a:chExt cx="10608444" cy="6115996"/>
          </a:xfrm>
        </p:grpSpPr>
        <p:sp>
          <p:nvSpPr>
            <p:cNvPr id="703" name="Google Shape;703;g2bcae53cd67_5_590"/>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04" name="Google Shape;704;g2bcae53cd67_5_590"/>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05" name="Google Shape;705;g2bcae53cd67_5_590"/>
          <p:cNvGrpSpPr/>
          <p:nvPr/>
        </p:nvGrpSpPr>
        <p:grpSpPr>
          <a:xfrm>
            <a:off x="203223" y="172511"/>
            <a:ext cx="11785981" cy="6512924"/>
            <a:chOff x="795129" y="433904"/>
            <a:chExt cx="10608444" cy="6115996"/>
          </a:xfrm>
        </p:grpSpPr>
        <p:sp>
          <p:nvSpPr>
            <p:cNvPr id="706" name="Google Shape;706;g2bcae53cd67_5_590"/>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07" name="Google Shape;707;g2bcae53cd67_5_590"/>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708" name="Google Shape;708;g2bcae53cd67_5_590"/>
          <p:cNvGrpSpPr/>
          <p:nvPr/>
        </p:nvGrpSpPr>
        <p:grpSpPr>
          <a:xfrm>
            <a:off x="203223" y="172511"/>
            <a:ext cx="11785981" cy="6512924"/>
            <a:chOff x="795129" y="433904"/>
            <a:chExt cx="10608444" cy="6115996"/>
          </a:xfrm>
        </p:grpSpPr>
        <p:sp>
          <p:nvSpPr>
            <p:cNvPr id="709" name="Google Shape;709;g2bcae53cd67_5_590"/>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10" name="Google Shape;710;g2bcae53cd67_5_590"/>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711" name="Google Shape;711;g2bcae53cd67_5_590"/>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712" name="Google Shape;712;g2bcae53cd67_5_590"/>
          <p:cNvPicPr preferRelativeResize="0"/>
          <p:nvPr/>
        </p:nvPicPr>
        <p:blipFill rotWithShape="1">
          <a:blip r:embed="rId1">
            <a:alphaModFix/>
          </a:blip>
          <a:srcRect b="36792" l="26109" r="26760" t="35127"/>
          <a:stretch/>
        </p:blipFill>
        <p:spPr>
          <a:xfrm>
            <a:off x="9645379" y="5911053"/>
            <a:ext cx="900763" cy="473969"/>
          </a:xfrm>
          <a:prstGeom prst="rect">
            <a:avLst/>
          </a:prstGeom>
          <a:noFill/>
          <a:ln>
            <a:noFill/>
          </a:ln>
        </p:spPr>
      </p:pic>
      <p:pic>
        <p:nvPicPr>
          <p:cNvPr id="713" name="Google Shape;713;g2bcae53cd67_5_590"/>
          <p:cNvPicPr preferRelativeResize="0"/>
          <p:nvPr/>
        </p:nvPicPr>
        <p:blipFill rotWithShape="1">
          <a:blip r:embed="rId2">
            <a:alphaModFix/>
          </a:blip>
          <a:srcRect b="0" l="0" r="0" t="0"/>
          <a:stretch/>
        </p:blipFill>
        <p:spPr>
          <a:xfrm>
            <a:off x="290280" y="5601600"/>
            <a:ext cx="1773356" cy="859819"/>
          </a:xfrm>
          <a:prstGeom prst="rect">
            <a:avLst/>
          </a:prstGeom>
          <a:noFill/>
          <a:ln>
            <a:noFill/>
          </a:ln>
        </p:spPr>
      </p:pic>
      <p:pic>
        <p:nvPicPr>
          <p:cNvPr id="714" name="Google Shape;714;g2bcae53cd67_5_590"/>
          <p:cNvPicPr preferRelativeResize="0"/>
          <p:nvPr/>
        </p:nvPicPr>
        <p:blipFill rotWithShape="1">
          <a:blip r:embed="rId3">
            <a:alphaModFix/>
          </a:blip>
          <a:srcRect b="0" l="0" r="0" t="0"/>
          <a:stretch/>
        </p:blipFill>
        <p:spPr>
          <a:xfrm>
            <a:off x="10712433" y="6055741"/>
            <a:ext cx="1037972" cy="298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37F"/>
        </a:solidFill>
      </p:bgPr>
    </p:bg>
    <p:spTree>
      <p:nvGrpSpPr>
        <p:cNvPr id="1303" name="Shape 1303"/>
        <p:cNvGrpSpPr/>
        <p:nvPr/>
      </p:nvGrpSpPr>
      <p:grpSpPr>
        <a:xfrm>
          <a:off x="0" y="0"/>
          <a:ext cx="0" cy="0"/>
          <a:chOff x="0" y="0"/>
          <a:chExt cx="0" cy="0"/>
        </a:xfrm>
      </p:grpSpPr>
      <p:grpSp>
        <p:nvGrpSpPr>
          <p:cNvPr id="1304" name="Google Shape;1304;g1f81ad28897_0_4148"/>
          <p:cNvGrpSpPr/>
          <p:nvPr/>
        </p:nvGrpSpPr>
        <p:grpSpPr>
          <a:xfrm>
            <a:off x="203303" y="172511"/>
            <a:ext cx="11787042" cy="6512924"/>
            <a:chOff x="795129" y="433904"/>
            <a:chExt cx="10608444" cy="6115996"/>
          </a:xfrm>
        </p:grpSpPr>
        <p:sp>
          <p:nvSpPr>
            <p:cNvPr id="1305" name="Google Shape;1305;g1f81ad28897_0_41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06" name="Google Shape;1306;g1f81ad28897_0_41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07" name="Google Shape;1307;g1f81ad28897_0_4148"/>
          <p:cNvGrpSpPr/>
          <p:nvPr/>
        </p:nvGrpSpPr>
        <p:grpSpPr>
          <a:xfrm>
            <a:off x="203303" y="172511"/>
            <a:ext cx="11787042" cy="6512924"/>
            <a:chOff x="795129" y="433904"/>
            <a:chExt cx="10608444" cy="6115996"/>
          </a:xfrm>
        </p:grpSpPr>
        <p:sp>
          <p:nvSpPr>
            <p:cNvPr id="1308" name="Google Shape;1308;g1f81ad28897_0_41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09" name="Google Shape;1309;g1f81ad28897_0_41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10" name="Google Shape;1310;g1f81ad28897_0_4148"/>
          <p:cNvGrpSpPr/>
          <p:nvPr/>
        </p:nvGrpSpPr>
        <p:grpSpPr>
          <a:xfrm>
            <a:off x="203303" y="172511"/>
            <a:ext cx="11787042" cy="6512924"/>
            <a:chOff x="795129" y="433904"/>
            <a:chExt cx="10608444" cy="6115996"/>
          </a:xfrm>
        </p:grpSpPr>
        <p:sp>
          <p:nvSpPr>
            <p:cNvPr id="1311" name="Google Shape;1311;g1f81ad28897_0_41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12" name="Google Shape;1312;g1f81ad28897_0_41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grpSp>
        <p:nvGrpSpPr>
          <p:cNvPr id="1313" name="Google Shape;1313;g1f81ad28897_0_4148"/>
          <p:cNvGrpSpPr/>
          <p:nvPr/>
        </p:nvGrpSpPr>
        <p:grpSpPr>
          <a:xfrm>
            <a:off x="203303" y="172511"/>
            <a:ext cx="11787042" cy="6512924"/>
            <a:chOff x="795129" y="433904"/>
            <a:chExt cx="10608444" cy="6115996"/>
          </a:xfrm>
        </p:grpSpPr>
        <p:sp>
          <p:nvSpPr>
            <p:cNvPr id="1314" name="Google Shape;1314;g1f81ad28897_0_41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sp>
          <p:nvSpPr>
            <p:cNvPr id="1315" name="Google Shape;1315;g1f81ad28897_0_41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Quicksand"/>
                <a:ea typeface="Quicksand"/>
                <a:cs typeface="Quicksand"/>
                <a:sym typeface="Quicksand"/>
              </a:endParaRPr>
            </a:p>
          </p:txBody>
        </p:sp>
      </p:grpSp>
      <p:sp>
        <p:nvSpPr>
          <p:cNvPr id="1316" name="Google Shape;1316;g1f81ad28897_0_4148"/>
          <p:cNvSpPr txBox="1"/>
          <p:nvPr/>
        </p:nvSpPr>
        <p:spPr>
          <a:xfrm>
            <a:off x="11167684" y="76212"/>
            <a:ext cx="719700" cy="534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fld id="{00000000-1234-1234-1234-123412341234}" type="slidenum">
              <a:rPr b="1" i="0" lang="en-US" sz="1900" u="none" cap="none" strike="noStrike">
                <a:solidFill>
                  <a:srgbClr val="000000"/>
                </a:solidFill>
                <a:latin typeface="Arial"/>
                <a:ea typeface="Arial"/>
                <a:cs typeface="Arial"/>
                <a:sym typeface="Arial"/>
              </a:rPr>
              <a:t>‹#›</a:t>
            </a:fld>
            <a:endParaRPr b="1" i="0" sz="1900" u="none" cap="none" strike="noStrike">
              <a:solidFill>
                <a:srgbClr val="000000"/>
              </a:solidFill>
              <a:latin typeface="Arial"/>
              <a:ea typeface="Arial"/>
              <a:cs typeface="Arial"/>
              <a:sym typeface="Arial"/>
            </a:endParaRPr>
          </a:p>
        </p:txBody>
      </p:sp>
      <p:pic>
        <p:nvPicPr>
          <p:cNvPr id="1317" name="Google Shape;1317;g1f81ad28897_0_4148"/>
          <p:cNvPicPr preferRelativeResize="0"/>
          <p:nvPr/>
        </p:nvPicPr>
        <p:blipFill rotWithShape="1">
          <a:blip r:embed="rId1">
            <a:alphaModFix/>
          </a:blip>
          <a:srcRect b="36792" l="26109" r="26760" t="35127"/>
          <a:stretch/>
        </p:blipFill>
        <p:spPr>
          <a:xfrm>
            <a:off x="9645379" y="5911053"/>
            <a:ext cx="900763" cy="473969"/>
          </a:xfrm>
          <a:prstGeom prst="rect">
            <a:avLst/>
          </a:prstGeom>
          <a:noFill/>
          <a:ln>
            <a:noFill/>
          </a:ln>
        </p:spPr>
      </p:pic>
      <p:pic>
        <p:nvPicPr>
          <p:cNvPr id="1318" name="Google Shape;1318;g1f81ad28897_0_4148"/>
          <p:cNvPicPr preferRelativeResize="0"/>
          <p:nvPr/>
        </p:nvPicPr>
        <p:blipFill rotWithShape="1">
          <a:blip r:embed="rId2">
            <a:alphaModFix/>
          </a:blip>
          <a:srcRect b="0" l="0" r="0" t="0"/>
          <a:stretch/>
        </p:blipFill>
        <p:spPr>
          <a:xfrm>
            <a:off x="290280" y="5601600"/>
            <a:ext cx="1773356" cy="859819"/>
          </a:xfrm>
          <a:prstGeom prst="rect">
            <a:avLst/>
          </a:prstGeom>
          <a:noFill/>
          <a:ln>
            <a:noFill/>
          </a:ln>
        </p:spPr>
      </p:pic>
      <p:pic>
        <p:nvPicPr>
          <p:cNvPr id="1319" name="Google Shape;1319;g1f81ad28897_0_4148"/>
          <p:cNvPicPr preferRelativeResize="0"/>
          <p:nvPr/>
        </p:nvPicPr>
        <p:blipFill rotWithShape="1">
          <a:blip r:embed="rId3">
            <a:alphaModFix/>
          </a:blip>
          <a:srcRect b="0" l="0" r="0" t="0"/>
          <a:stretch/>
        </p:blipFill>
        <p:spPr>
          <a:xfrm>
            <a:off x="10712433" y="6055741"/>
            <a:ext cx="1037972" cy="298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773" r:id="rId60"/>
    <p:sldLayoutId id="2147483774" r:id="rId61"/>
    <p:sldLayoutId id="2147483775" r:id="rId62"/>
    <p:sldLayoutId id="2147483776" r:id="rId63"/>
    <p:sldLayoutId id="2147483777" r:id="rId64"/>
    <p:sldLayoutId id="2147483778" r:id="rId65"/>
    <p:sldLayoutId id="2147483779" r:id="rId66"/>
    <p:sldLayoutId id="2147483780" r:id="rId67"/>
    <p:sldLayoutId id="2147483781" r:id="rId68"/>
    <p:sldLayoutId id="2147483782" r:id="rId69"/>
    <p:sldLayoutId id="2147483783" r:id="rId70"/>
    <p:sldLayoutId id="2147483784" r:id="rId7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2231" name="Shape 2231"/>
        <p:cNvGrpSpPr/>
        <p:nvPr/>
      </p:nvGrpSpPr>
      <p:grpSpPr>
        <a:xfrm>
          <a:off x="0" y="0"/>
          <a:ext cx="0" cy="0"/>
          <a:chOff x="0" y="0"/>
          <a:chExt cx="0" cy="0"/>
        </a:xfrm>
      </p:grpSpPr>
      <p:grpSp>
        <p:nvGrpSpPr>
          <p:cNvPr id="2232" name="Google Shape;2232;g3f582461e68_0_437"/>
          <p:cNvGrpSpPr/>
          <p:nvPr/>
        </p:nvGrpSpPr>
        <p:grpSpPr>
          <a:xfrm>
            <a:off x="203223" y="172511"/>
            <a:ext cx="11785981" cy="6512924"/>
            <a:chOff x="795129" y="433904"/>
            <a:chExt cx="10608444" cy="6115996"/>
          </a:xfrm>
        </p:grpSpPr>
        <p:sp>
          <p:nvSpPr>
            <p:cNvPr id="2233" name="Google Shape;2233;g3f582461e68_0_43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34" name="Google Shape;2234;g3f582461e68_0_43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35" name="Google Shape;2235;g3f582461e68_0_437"/>
          <p:cNvGrpSpPr/>
          <p:nvPr/>
        </p:nvGrpSpPr>
        <p:grpSpPr>
          <a:xfrm>
            <a:off x="203223" y="172511"/>
            <a:ext cx="11785981" cy="6512924"/>
            <a:chOff x="795129" y="433904"/>
            <a:chExt cx="10608444" cy="6115996"/>
          </a:xfrm>
        </p:grpSpPr>
        <p:sp>
          <p:nvSpPr>
            <p:cNvPr id="2236" name="Google Shape;2236;g3f582461e68_0_43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37" name="Google Shape;2237;g3f582461e68_0_43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38" name="Google Shape;2238;g3f582461e68_0_437"/>
          <p:cNvGrpSpPr/>
          <p:nvPr/>
        </p:nvGrpSpPr>
        <p:grpSpPr>
          <a:xfrm>
            <a:off x="203223" y="172511"/>
            <a:ext cx="11785981" cy="6512924"/>
            <a:chOff x="795129" y="433904"/>
            <a:chExt cx="10608444" cy="6115996"/>
          </a:xfrm>
        </p:grpSpPr>
        <p:sp>
          <p:nvSpPr>
            <p:cNvPr id="2239" name="Google Shape;2239;g3f582461e68_0_43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40" name="Google Shape;2240;g3f582461e68_0_43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41" name="Google Shape;2241;g3f582461e68_0_437"/>
          <p:cNvGrpSpPr/>
          <p:nvPr/>
        </p:nvGrpSpPr>
        <p:grpSpPr>
          <a:xfrm>
            <a:off x="203223" y="172511"/>
            <a:ext cx="11785981" cy="6512924"/>
            <a:chOff x="795129" y="433904"/>
            <a:chExt cx="10608444" cy="6115996"/>
          </a:xfrm>
        </p:grpSpPr>
        <p:sp>
          <p:nvSpPr>
            <p:cNvPr id="2242" name="Google Shape;2242;g3f582461e68_0_43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43" name="Google Shape;2243;g3f582461e68_0_43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244" name="Google Shape;2244;g3f582461e68_0_437"/>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chemeClr val="dk1"/>
                </a:solidFill>
                <a:latin typeface="Arial"/>
                <a:ea typeface="Arial"/>
                <a:cs typeface="Arial"/>
                <a:sym typeface="Arial"/>
              </a:rPr>
              <a:t>‹#›</a:t>
            </a:fld>
            <a:endParaRPr b="1" i="0" sz="1800" u="none" cap="none" strike="noStrike">
              <a:solidFill>
                <a:schemeClr val="dk1"/>
              </a:solidFill>
              <a:latin typeface="Arial"/>
              <a:ea typeface="Arial"/>
              <a:cs typeface="Arial"/>
              <a:sym typeface="Arial"/>
            </a:endParaRPr>
          </a:p>
        </p:txBody>
      </p:sp>
      <p:pic>
        <p:nvPicPr>
          <p:cNvPr id="2245" name="Google Shape;2245;g3f582461e68_0_437"/>
          <p:cNvPicPr preferRelativeResize="0"/>
          <p:nvPr/>
        </p:nvPicPr>
        <p:blipFill rotWithShape="1">
          <a:blip r:embed="rId1">
            <a:alphaModFix/>
          </a:blip>
          <a:srcRect b="36792" l="26106" r="26762" t="35127"/>
          <a:stretch/>
        </p:blipFill>
        <p:spPr>
          <a:xfrm>
            <a:off x="9613675" y="5969825"/>
            <a:ext cx="898355" cy="472699"/>
          </a:xfrm>
          <a:prstGeom prst="rect">
            <a:avLst/>
          </a:prstGeom>
          <a:noFill/>
          <a:ln>
            <a:noFill/>
          </a:ln>
        </p:spPr>
      </p:pic>
      <p:pic>
        <p:nvPicPr>
          <p:cNvPr id="2246" name="Google Shape;2246;g3f582461e68_0_437"/>
          <p:cNvPicPr preferRelativeResize="0"/>
          <p:nvPr/>
        </p:nvPicPr>
        <p:blipFill rotWithShape="1">
          <a:blip r:embed="rId2">
            <a:alphaModFix/>
          </a:blip>
          <a:srcRect b="0" l="0" r="0" t="0"/>
          <a:stretch/>
        </p:blipFill>
        <p:spPr>
          <a:xfrm>
            <a:off x="10677875" y="6114125"/>
            <a:ext cx="1035203" cy="297225"/>
          </a:xfrm>
          <a:prstGeom prst="rect">
            <a:avLst/>
          </a:prstGeom>
          <a:noFill/>
          <a:ln>
            <a:noFill/>
          </a:ln>
        </p:spPr>
      </p:pic>
      <p:pic>
        <p:nvPicPr>
          <p:cNvPr id="2247" name="Google Shape;2247;g3f582461e68_0_437"/>
          <p:cNvPicPr preferRelativeResize="0"/>
          <p:nvPr/>
        </p:nvPicPr>
        <p:blipFill rotWithShape="1">
          <a:blip r:embed="rId3">
            <a:alphaModFix/>
          </a:blip>
          <a:srcRect b="0" l="0" r="0" t="0"/>
          <a:stretch/>
        </p:blipFill>
        <p:spPr>
          <a:xfrm>
            <a:off x="337375" y="5661200"/>
            <a:ext cx="1768625" cy="8575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2650" name="Shape 2650"/>
        <p:cNvGrpSpPr/>
        <p:nvPr/>
      </p:nvGrpSpPr>
      <p:grpSpPr>
        <a:xfrm>
          <a:off x="0" y="0"/>
          <a:ext cx="0" cy="0"/>
          <a:chOff x="0" y="0"/>
          <a:chExt cx="0" cy="0"/>
        </a:xfrm>
      </p:grpSpPr>
      <p:grpSp>
        <p:nvGrpSpPr>
          <p:cNvPr id="2651" name="Google Shape;2651;g3f582461e68_0_1729"/>
          <p:cNvGrpSpPr/>
          <p:nvPr/>
        </p:nvGrpSpPr>
        <p:grpSpPr>
          <a:xfrm>
            <a:off x="203223" y="172511"/>
            <a:ext cx="11785981" cy="6512924"/>
            <a:chOff x="795129" y="433904"/>
            <a:chExt cx="10608444" cy="6115996"/>
          </a:xfrm>
        </p:grpSpPr>
        <p:sp>
          <p:nvSpPr>
            <p:cNvPr id="2652" name="Google Shape;2652;g3f582461e68_0_1729"/>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53" name="Google Shape;2653;g3f582461e68_0_1729"/>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654" name="Google Shape;2654;g3f582461e68_0_1729"/>
          <p:cNvGrpSpPr/>
          <p:nvPr/>
        </p:nvGrpSpPr>
        <p:grpSpPr>
          <a:xfrm>
            <a:off x="203223" y="172511"/>
            <a:ext cx="11785981" cy="6512924"/>
            <a:chOff x="795129" y="433904"/>
            <a:chExt cx="10608444" cy="6115996"/>
          </a:xfrm>
        </p:grpSpPr>
        <p:sp>
          <p:nvSpPr>
            <p:cNvPr id="2655" name="Google Shape;2655;g3f582461e68_0_1729"/>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56" name="Google Shape;2656;g3f582461e68_0_1729"/>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657" name="Google Shape;2657;g3f582461e68_0_1729"/>
          <p:cNvGrpSpPr/>
          <p:nvPr/>
        </p:nvGrpSpPr>
        <p:grpSpPr>
          <a:xfrm>
            <a:off x="203223" y="172511"/>
            <a:ext cx="11785981" cy="6512924"/>
            <a:chOff x="795129" y="433904"/>
            <a:chExt cx="10608444" cy="6115996"/>
          </a:xfrm>
        </p:grpSpPr>
        <p:sp>
          <p:nvSpPr>
            <p:cNvPr id="2658" name="Google Shape;2658;g3f582461e68_0_1729"/>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59" name="Google Shape;2659;g3f582461e68_0_1729"/>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660" name="Google Shape;2660;g3f582461e68_0_1729"/>
          <p:cNvGrpSpPr/>
          <p:nvPr/>
        </p:nvGrpSpPr>
        <p:grpSpPr>
          <a:xfrm>
            <a:off x="203223" y="172511"/>
            <a:ext cx="11785981" cy="6512924"/>
            <a:chOff x="795129" y="433904"/>
            <a:chExt cx="10608444" cy="6115996"/>
          </a:xfrm>
        </p:grpSpPr>
        <p:sp>
          <p:nvSpPr>
            <p:cNvPr id="2661" name="Google Shape;2661;g3f582461e68_0_1729"/>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2" name="Google Shape;2662;g3f582461e68_0_1729"/>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663" name="Google Shape;2663;g3f582461e68_0_1729"/>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2664" name="Google Shape;2664;g3f582461e68_0_1729"/>
          <p:cNvPicPr preferRelativeResize="0"/>
          <p:nvPr/>
        </p:nvPicPr>
        <p:blipFill rotWithShape="1">
          <a:blip r:embed="rId1">
            <a:alphaModFix/>
          </a:blip>
          <a:srcRect b="36792" l="26111" r="26757" t="35127"/>
          <a:stretch/>
        </p:blipFill>
        <p:spPr>
          <a:xfrm>
            <a:off x="9613675" y="5969825"/>
            <a:ext cx="898355" cy="472699"/>
          </a:xfrm>
          <a:prstGeom prst="rect">
            <a:avLst/>
          </a:prstGeom>
          <a:noFill/>
          <a:ln>
            <a:noFill/>
          </a:ln>
        </p:spPr>
      </p:pic>
      <p:pic>
        <p:nvPicPr>
          <p:cNvPr id="2665" name="Google Shape;2665;g3f582461e68_0_1729"/>
          <p:cNvPicPr preferRelativeResize="0"/>
          <p:nvPr/>
        </p:nvPicPr>
        <p:blipFill rotWithShape="1">
          <a:blip r:embed="rId2">
            <a:alphaModFix/>
          </a:blip>
          <a:srcRect b="0" l="0" r="0" t="0"/>
          <a:stretch/>
        </p:blipFill>
        <p:spPr>
          <a:xfrm>
            <a:off x="10677875" y="6114125"/>
            <a:ext cx="1035203" cy="297225"/>
          </a:xfrm>
          <a:prstGeom prst="rect">
            <a:avLst/>
          </a:prstGeom>
          <a:noFill/>
          <a:ln>
            <a:noFill/>
          </a:ln>
        </p:spPr>
      </p:pic>
      <p:pic>
        <p:nvPicPr>
          <p:cNvPr id="2666" name="Google Shape;2666;g3f582461e68_0_1729"/>
          <p:cNvPicPr preferRelativeResize="0"/>
          <p:nvPr/>
        </p:nvPicPr>
        <p:blipFill rotWithShape="1">
          <a:blip r:embed="rId3">
            <a:alphaModFix/>
          </a:blip>
          <a:srcRect b="0" l="0" r="0" t="0"/>
          <a:stretch/>
        </p:blipFill>
        <p:spPr>
          <a:xfrm>
            <a:off x="337375" y="5661200"/>
            <a:ext cx="1768625" cy="8575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825" r:id="rId23"/>
    <p:sldLayoutId id="2147483826" r:id="rId24"/>
    <p:sldLayoutId id="2147483827" r:id="rId25"/>
    <p:sldLayoutId id="2147483828" r:id="rId26"/>
    <p:sldLayoutId id="2147483829" r:id="rId27"/>
    <p:sldLayoutId id="2147483830" r:id="rId28"/>
    <p:sldLayoutId id="2147483831" r:id="rId29"/>
    <p:sldLayoutId id="2147483832" r:id="rId30"/>
    <p:sldLayoutId id="2147483833" r:id="rId31"/>
    <p:sldLayoutId id="2147483834" r:id="rId32"/>
    <p:sldLayoutId id="2147483835" r:id="rId33"/>
    <p:sldLayoutId id="2147483836" r:id="rId34"/>
    <p:sldLayoutId id="2147483837" r:id="rId35"/>
    <p:sldLayoutId id="2147483838" r:id="rId36"/>
    <p:sldLayoutId id="2147483839" r:id="rId37"/>
    <p:sldLayoutId id="2147483840" r:id="rId38"/>
    <p:sldLayoutId id="2147483841" r:id="rId39"/>
    <p:sldLayoutId id="2147483842" r:id="rId40"/>
    <p:sldLayoutId id="2147483843" r:id="rId41"/>
    <p:sldLayoutId id="2147483844" r:id="rId42"/>
    <p:sldLayoutId id="2147483845" r:id="rId43"/>
    <p:sldLayoutId id="2147483846" r:id="rId44"/>
    <p:sldLayoutId id="2147483847"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3508" name="Shape 3508"/>
        <p:cNvGrpSpPr/>
        <p:nvPr/>
      </p:nvGrpSpPr>
      <p:grpSpPr>
        <a:xfrm>
          <a:off x="0" y="0"/>
          <a:ext cx="0" cy="0"/>
          <a:chOff x="0" y="0"/>
          <a:chExt cx="0" cy="0"/>
        </a:xfrm>
      </p:grpSpPr>
      <p:grpSp>
        <p:nvGrpSpPr>
          <p:cNvPr id="3509" name="Google Shape;3509;g3f582461e68_0_3225"/>
          <p:cNvGrpSpPr/>
          <p:nvPr/>
        </p:nvGrpSpPr>
        <p:grpSpPr>
          <a:xfrm>
            <a:off x="203223" y="172511"/>
            <a:ext cx="11785981" cy="6512924"/>
            <a:chOff x="795129" y="433904"/>
            <a:chExt cx="10608444" cy="6115996"/>
          </a:xfrm>
        </p:grpSpPr>
        <p:sp>
          <p:nvSpPr>
            <p:cNvPr id="3510" name="Google Shape;3510;g3f582461e68_0_3225"/>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11" name="Google Shape;3511;g3f582461e68_0_3225"/>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512" name="Google Shape;3512;g3f582461e68_0_3225"/>
          <p:cNvGrpSpPr/>
          <p:nvPr/>
        </p:nvGrpSpPr>
        <p:grpSpPr>
          <a:xfrm>
            <a:off x="203223" y="172511"/>
            <a:ext cx="11785981" cy="6512924"/>
            <a:chOff x="795129" y="433904"/>
            <a:chExt cx="10608444" cy="6115996"/>
          </a:xfrm>
        </p:grpSpPr>
        <p:sp>
          <p:nvSpPr>
            <p:cNvPr id="3513" name="Google Shape;3513;g3f582461e68_0_3225"/>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14" name="Google Shape;3514;g3f582461e68_0_3225"/>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515" name="Google Shape;3515;g3f582461e68_0_3225"/>
          <p:cNvGrpSpPr/>
          <p:nvPr/>
        </p:nvGrpSpPr>
        <p:grpSpPr>
          <a:xfrm>
            <a:off x="203223" y="172511"/>
            <a:ext cx="11785981" cy="6512924"/>
            <a:chOff x="795129" y="433904"/>
            <a:chExt cx="10608444" cy="6115996"/>
          </a:xfrm>
        </p:grpSpPr>
        <p:sp>
          <p:nvSpPr>
            <p:cNvPr id="3516" name="Google Shape;3516;g3f582461e68_0_3225"/>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17" name="Google Shape;3517;g3f582461e68_0_3225"/>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518" name="Google Shape;3518;g3f582461e68_0_3225"/>
          <p:cNvGrpSpPr/>
          <p:nvPr/>
        </p:nvGrpSpPr>
        <p:grpSpPr>
          <a:xfrm>
            <a:off x="203223" y="172511"/>
            <a:ext cx="11785981" cy="6512924"/>
            <a:chOff x="795129" y="433904"/>
            <a:chExt cx="10608444" cy="6115996"/>
          </a:xfrm>
        </p:grpSpPr>
        <p:sp>
          <p:nvSpPr>
            <p:cNvPr id="3519" name="Google Shape;3519;g3f582461e68_0_3225"/>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520" name="Google Shape;3520;g3f582461e68_0_3225"/>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521" name="Google Shape;3521;g3f582461e68_0_322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522" name="Google Shape;3522;g3f582461e68_0_3225"/>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3523" name="Google Shape;3523;g3f582461e68_0_3225"/>
          <p:cNvPicPr preferRelativeResize="0"/>
          <p:nvPr/>
        </p:nvPicPr>
        <p:blipFill rotWithShape="1">
          <a:blip r:embed="rId1">
            <a:alphaModFix/>
          </a:blip>
          <a:srcRect b="36792" l="26111" r="26757" t="35127"/>
          <a:stretch/>
        </p:blipFill>
        <p:spPr>
          <a:xfrm>
            <a:off x="9613675" y="5969825"/>
            <a:ext cx="898355" cy="472699"/>
          </a:xfrm>
          <a:prstGeom prst="rect">
            <a:avLst/>
          </a:prstGeom>
          <a:noFill/>
          <a:ln>
            <a:noFill/>
          </a:ln>
        </p:spPr>
      </p:pic>
      <p:pic>
        <p:nvPicPr>
          <p:cNvPr id="3524" name="Google Shape;3524;g3f582461e68_0_3225"/>
          <p:cNvPicPr preferRelativeResize="0"/>
          <p:nvPr/>
        </p:nvPicPr>
        <p:blipFill rotWithShape="1">
          <a:blip r:embed="rId2">
            <a:alphaModFix/>
          </a:blip>
          <a:srcRect b="0" l="0" r="0" t="0"/>
          <a:stretch/>
        </p:blipFill>
        <p:spPr>
          <a:xfrm>
            <a:off x="10677875" y="6114125"/>
            <a:ext cx="1035203" cy="297225"/>
          </a:xfrm>
          <a:prstGeom prst="rect">
            <a:avLst/>
          </a:prstGeom>
          <a:noFill/>
          <a:ln>
            <a:noFill/>
          </a:ln>
        </p:spPr>
      </p:pic>
      <p:pic>
        <p:nvPicPr>
          <p:cNvPr id="3525" name="Google Shape;3525;g3f582461e68_0_3225"/>
          <p:cNvPicPr preferRelativeResize="0"/>
          <p:nvPr/>
        </p:nvPicPr>
        <p:blipFill rotWithShape="1">
          <a:blip r:embed="rId3">
            <a:alphaModFix/>
          </a:blip>
          <a:srcRect b="0" l="0" r="0" t="0"/>
          <a:stretch/>
        </p:blipFill>
        <p:spPr>
          <a:xfrm>
            <a:off x="337375" y="5661200"/>
            <a:ext cx="1768625" cy="8575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 id="2147483872" r:id="rId27"/>
    <p:sldLayoutId id="2147483873" r:id="rId28"/>
    <p:sldLayoutId id="2147483874" r:id="rId29"/>
    <p:sldLayoutId id="2147483875" r:id="rId30"/>
    <p:sldLayoutId id="2147483876" r:id="rId31"/>
    <p:sldLayoutId id="2147483877" r:id="rId32"/>
    <p:sldLayoutId id="2147483878" r:id="rId33"/>
    <p:sldLayoutId id="2147483879" r:id="rId34"/>
    <p:sldLayoutId id="2147483880" r:id="rId35"/>
    <p:sldLayoutId id="2147483881" r:id="rId36"/>
    <p:sldLayoutId id="2147483882" r:id="rId37"/>
    <p:sldLayoutId id="2147483883" r:id="rId38"/>
    <p:sldLayoutId id="2147483884"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4138" name="Shape 4138"/>
        <p:cNvGrpSpPr/>
        <p:nvPr/>
      </p:nvGrpSpPr>
      <p:grpSpPr>
        <a:xfrm>
          <a:off x="0" y="0"/>
          <a:ext cx="0" cy="0"/>
          <a:chOff x="0" y="0"/>
          <a:chExt cx="0" cy="0"/>
        </a:xfrm>
      </p:grpSpPr>
      <p:grpSp>
        <p:nvGrpSpPr>
          <p:cNvPr id="4139" name="Google Shape;4139;g3f58e9f5d1b_0_1657"/>
          <p:cNvGrpSpPr/>
          <p:nvPr/>
        </p:nvGrpSpPr>
        <p:grpSpPr>
          <a:xfrm>
            <a:off x="203223" y="172511"/>
            <a:ext cx="11785981" cy="6512924"/>
            <a:chOff x="795129" y="433904"/>
            <a:chExt cx="10608444" cy="6115996"/>
          </a:xfrm>
        </p:grpSpPr>
        <p:sp>
          <p:nvSpPr>
            <p:cNvPr id="4140" name="Google Shape;4140;g3f58e9f5d1b_0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41" name="Google Shape;4141;g3f58e9f5d1b_0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142" name="Google Shape;4142;g3f58e9f5d1b_0_1657"/>
          <p:cNvGrpSpPr/>
          <p:nvPr/>
        </p:nvGrpSpPr>
        <p:grpSpPr>
          <a:xfrm>
            <a:off x="203223" y="172511"/>
            <a:ext cx="11785981" cy="6512924"/>
            <a:chOff x="795129" y="433904"/>
            <a:chExt cx="10608444" cy="6115996"/>
          </a:xfrm>
        </p:grpSpPr>
        <p:sp>
          <p:nvSpPr>
            <p:cNvPr id="4143" name="Google Shape;4143;g3f58e9f5d1b_0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44" name="Google Shape;4144;g3f58e9f5d1b_0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145" name="Google Shape;4145;g3f58e9f5d1b_0_1657"/>
          <p:cNvGrpSpPr/>
          <p:nvPr/>
        </p:nvGrpSpPr>
        <p:grpSpPr>
          <a:xfrm>
            <a:off x="203223" y="172511"/>
            <a:ext cx="11785981" cy="6512924"/>
            <a:chOff x="795129" y="433904"/>
            <a:chExt cx="10608444" cy="6115996"/>
          </a:xfrm>
        </p:grpSpPr>
        <p:sp>
          <p:nvSpPr>
            <p:cNvPr id="4146" name="Google Shape;4146;g3f58e9f5d1b_0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47" name="Google Shape;4147;g3f58e9f5d1b_0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4148" name="Google Shape;4148;g3f58e9f5d1b_0_1657"/>
          <p:cNvGrpSpPr/>
          <p:nvPr/>
        </p:nvGrpSpPr>
        <p:grpSpPr>
          <a:xfrm>
            <a:off x="203223" y="172511"/>
            <a:ext cx="11785981" cy="6512924"/>
            <a:chOff x="795129" y="433904"/>
            <a:chExt cx="10608444" cy="6115996"/>
          </a:xfrm>
        </p:grpSpPr>
        <p:sp>
          <p:nvSpPr>
            <p:cNvPr id="4149" name="Google Shape;4149;g3f58e9f5d1b_0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4150" name="Google Shape;4150;g3f58e9f5d1b_0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4151" name="Google Shape;4151;g3f58e9f5d1b_0_1657"/>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4152" name="Google Shape;4152;g3f58e9f5d1b_0_1657"/>
          <p:cNvPicPr preferRelativeResize="0"/>
          <p:nvPr/>
        </p:nvPicPr>
        <p:blipFill rotWithShape="1">
          <a:blip r:embed="rId1">
            <a:alphaModFix/>
          </a:blip>
          <a:srcRect b="36712" l="25391" r="21590" t="33535"/>
          <a:stretch/>
        </p:blipFill>
        <p:spPr>
          <a:xfrm>
            <a:off x="9574585" y="5958375"/>
            <a:ext cx="978515" cy="594824"/>
          </a:xfrm>
          <a:prstGeom prst="rect">
            <a:avLst/>
          </a:prstGeom>
          <a:noFill/>
          <a:ln>
            <a:noFill/>
          </a:ln>
        </p:spPr>
      </p:pic>
      <p:pic>
        <p:nvPicPr>
          <p:cNvPr id="4153" name="Google Shape;4153;g3f58e9f5d1b_0_1657"/>
          <p:cNvPicPr preferRelativeResize="0"/>
          <p:nvPr/>
        </p:nvPicPr>
        <p:blipFill rotWithShape="1">
          <a:blip r:embed="rId2">
            <a:alphaModFix/>
          </a:blip>
          <a:srcRect b="10" l="0" r="0" t="0"/>
          <a:stretch/>
        </p:blipFill>
        <p:spPr>
          <a:xfrm>
            <a:off x="10476900" y="6088310"/>
            <a:ext cx="1288448" cy="399215"/>
          </a:xfrm>
          <a:prstGeom prst="rect">
            <a:avLst/>
          </a:prstGeom>
          <a:noFill/>
          <a:ln>
            <a:noFill/>
          </a:ln>
        </p:spPr>
      </p:pic>
      <p:pic>
        <p:nvPicPr>
          <p:cNvPr id="4154" name="Google Shape;4154;g3f58e9f5d1b_0_1657"/>
          <p:cNvPicPr preferRelativeResize="0"/>
          <p:nvPr/>
        </p:nvPicPr>
        <p:blipFill rotWithShape="1">
          <a:blip r:embed="rId3">
            <a:alphaModFix/>
          </a:blip>
          <a:srcRect b="0" l="0" r="0" t="0"/>
          <a:stretch/>
        </p:blipFill>
        <p:spPr>
          <a:xfrm>
            <a:off x="284625" y="5764275"/>
            <a:ext cx="2012275" cy="7466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 id="2147483942" r:id="rId60"/>
    <p:sldLayoutId id="2147483943" r:id="rId61"/>
    <p:sldLayoutId id="2147483944" r:id="rId62"/>
    <p:sldLayoutId id="2147483945" r:id="rId63"/>
    <p:sldLayoutId id="2147483946" r:id="rId64"/>
    <p:sldLayoutId id="2147483947" r:id="rId65"/>
    <p:sldLayoutId id="2147483948" r:id="rId66"/>
    <p:sldLayoutId id="2147483949" r:id="rId67"/>
    <p:sldLayoutId id="2147483950" r:id="rId68"/>
    <p:sldLayoutId id="2147483951" r:id="rId69"/>
    <p:sldLayoutId id="2147483952" r:id="rId70"/>
    <p:sldLayoutId id="2147483953" r:id="rId71"/>
    <p:sldLayoutId id="2147483954" r:id="rId72"/>
    <p:sldLayoutId id="2147483955" r:id="rId73"/>
    <p:sldLayoutId id="2147483956" r:id="rId74"/>
    <p:sldLayoutId id="2147483957" r:id="rId75"/>
    <p:sldLayoutId id="2147483958" r:id="rId76"/>
    <p:sldLayoutId id="2147483959" r:id="rId77"/>
    <p:sldLayoutId id="2147483960" r:id="rId78"/>
    <p:sldLayoutId id="2147483961" r:id="rId79"/>
    <p:sldLayoutId id="2147483962" r:id="rId80"/>
    <p:sldLayoutId id="2147483963" r:id="rId81"/>
    <p:sldLayoutId id="2147483964" r:id="rId82"/>
    <p:sldLayoutId id="2147483965" r:id="rId83"/>
    <p:sldLayoutId id="2147483966" r:id="rId84"/>
    <p:sldLayoutId id="2147483967" r:id="rId85"/>
    <p:sldLayoutId id="2147483968" r:id="rId86"/>
    <p:sldLayoutId id="2147483969" r:id="rId87"/>
    <p:sldLayoutId id="2147483970" r:id="rId88"/>
    <p:sldLayoutId id="2147483971" r:id="rId89"/>
    <p:sldLayoutId id="2147483972" r:id="rId90"/>
    <p:sldLayoutId id="2147483973" r:id="rId91"/>
    <p:sldLayoutId id="2147483974" r:id="rId92"/>
    <p:sldLayoutId id="2147483975" r:id="rId93"/>
    <p:sldLayoutId id="2147483976" r:id="rId94"/>
    <p:sldLayoutId id="2147483977" r:id="rId95"/>
    <p:sldLayoutId id="2147483978" r:id="rId96"/>
    <p:sldLayoutId id="2147483979" r:id="rId97"/>
    <p:sldLayoutId id="2147483980" r:id="rId98"/>
    <p:sldLayoutId id="2147483981" r:id="rId99"/>
    <p:sldLayoutId id="2147483982" r:id="rId100"/>
    <p:sldLayoutId id="2147483983" r:id="rId101"/>
    <p:sldLayoutId id="2147483984" r:id="rId102"/>
    <p:sldLayoutId id="2147483985" r:id="rId103"/>
    <p:sldLayoutId id="2147483986" r:id="rId104"/>
    <p:sldLayoutId id="2147483987" r:id="rId105"/>
    <p:sldLayoutId id="2147483988" r:id="rId106"/>
    <p:sldLayoutId id="2147483989" r:id="rId107"/>
    <p:sldLayoutId id="2147483990" r:id="rId108"/>
    <p:sldLayoutId id="2147483991" r:id="rId109"/>
    <p:sldLayoutId id="2147483992" r:id="rId110"/>
    <p:sldLayoutId id="2147483993" r:id="rId111"/>
    <p:sldLayoutId id="2147483994" r:id="rId112"/>
    <p:sldLayoutId id="2147483995" r:id="rId113"/>
    <p:sldLayoutId id="2147483996" r:id="rId114"/>
    <p:sldLayoutId id="2147483997" r:id="rId115"/>
    <p:sldLayoutId id="2147483998" r:id="rId116"/>
    <p:sldLayoutId id="2147483999" r:id="rId117"/>
    <p:sldLayoutId id="2147484000" r:id="rId118"/>
    <p:sldLayoutId id="2147484001" r:id="rId119"/>
    <p:sldLayoutId id="2147484002" r:id="rId120"/>
    <p:sldLayoutId id="2147484003" r:id="rId121"/>
    <p:sldLayoutId id="2147484004" r:id="rId122"/>
    <p:sldLayoutId id="2147484005" r:id="rId123"/>
    <p:sldLayoutId id="2147484006" r:id="rId124"/>
    <p:sldLayoutId id="2147484007" r:id="rId125"/>
    <p:sldLayoutId id="2147484008" r:id="rId126"/>
    <p:sldLayoutId id="2147484009" r:id="rId127"/>
    <p:sldLayoutId id="2147484010" r:id="rId1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5785" name="Shape 5785"/>
        <p:cNvGrpSpPr/>
        <p:nvPr/>
      </p:nvGrpSpPr>
      <p:grpSpPr>
        <a:xfrm>
          <a:off x="0" y="0"/>
          <a:ext cx="0" cy="0"/>
          <a:chOff x="0" y="0"/>
          <a:chExt cx="0" cy="0"/>
        </a:xfrm>
      </p:grpSpPr>
      <p:grpSp>
        <p:nvGrpSpPr>
          <p:cNvPr id="5786" name="Google Shape;5786;g3f58e9f5fa5_0_1243"/>
          <p:cNvGrpSpPr/>
          <p:nvPr/>
        </p:nvGrpSpPr>
        <p:grpSpPr>
          <a:xfrm>
            <a:off x="203223" y="172511"/>
            <a:ext cx="11785981" cy="6512924"/>
            <a:chOff x="795129" y="433904"/>
            <a:chExt cx="10608444" cy="6115996"/>
          </a:xfrm>
        </p:grpSpPr>
        <p:sp>
          <p:nvSpPr>
            <p:cNvPr id="5787" name="Google Shape;5787;g3f58e9f5fa5_0_1243"/>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88" name="Google Shape;5788;g3f58e9f5fa5_0_1243"/>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789" name="Google Shape;5789;g3f58e9f5fa5_0_1243"/>
          <p:cNvGrpSpPr/>
          <p:nvPr/>
        </p:nvGrpSpPr>
        <p:grpSpPr>
          <a:xfrm>
            <a:off x="203223" y="172511"/>
            <a:ext cx="11785981" cy="6512924"/>
            <a:chOff x="795129" y="433904"/>
            <a:chExt cx="10608444" cy="6115996"/>
          </a:xfrm>
        </p:grpSpPr>
        <p:sp>
          <p:nvSpPr>
            <p:cNvPr id="5790" name="Google Shape;5790;g3f58e9f5fa5_0_1243"/>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91" name="Google Shape;5791;g3f58e9f5fa5_0_1243"/>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792" name="Google Shape;5792;g3f58e9f5fa5_0_1243"/>
          <p:cNvGrpSpPr/>
          <p:nvPr/>
        </p:nvGrpSpPr>
        <p:grpSpPr>
          <a:xfrm>
            <a:off x="203223" y="172511"/>
            <a:ext cx="11785981" cy="6512924"/>
            <a:chOff x="795129" y="433904"/>
            <a:chExt cx="10608444" cy="6115996"/>
          </a:xfrm>
        </p:grpSpPr>
        <p:sp>
          <p:nvSpPr>
            <p:cNvPr id="5793" name="Google Shape;5793;g3f58e9f5fa5_0_1243"/>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94" name="Google Shape;5794;g3f58e9f5fa5_0_1243"/>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5795" name="Google Shape;5795;g3f58e9f5fa5_0_1243"/>
          <p:cNvGrpSpPr/>
          <p:nvPr/>
        </p:nvGrpSpPr>
        <p:grpSpPr>
          <a:xfrm>
            <a:off x="203223" y="172511"/>
            <a:ext cx="11785981" cy="6512924"/>
            <a:chOff x="795129" y="433904"/>
            <a:chExt cx="10608444" cy="6115996"/>
          </a:xfrm>
        </p:grpSpPr>
        <p:sp>
          <p:nvSpPr>
            <p:cNvPr id="5796" name="Google Shape;5796;g3f58e9f5fa5_0_1243"/>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97" name="Google Shape;5797;g3f58e9f5fa5_0_1243"/>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5798" name="Google Shape;5798;g3f58e9f5fa5_0_1243"/>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5799" name="Google Shape;5799;g3f58e9f5fa5_0_1243"/>
          <p:cNvPicPr preferRelativeResize="0"/>
          <p:nvPr/>
        </p:nvPicPr>
        <p:blipFill rotWithShape="1">
          <a:blip r:embed="rId1">
            <a:alphaModFix/>
          </a:blip>
          <a:srcRect b="36793" l="26110" r="26760" t="35128"/>
          <a:stretch/>
        </p:blipFill>
        <p:spPr>
          <a:xfrm>
            <a:off x="9645379" y="5911053"/>
            <a:ext cx="900763" cy="473969"/>
          </a:xfrm>
          <a:prstGeom prst="rect">
            <a:avLst/>
          </a:prstGeom>
          <a:noFill/>
          <a:ln>
            <a:noFill/>
          </a:ln>
        </p:spPr>
      </p:pic>
      <p:pic>
        <p:nvPicPr>
          <p:cNvPr id="5800" name="Google Shape;5800;g3f58e9f5fa5_0_1243"/>
          <p:cNvPicPr preferRelativeResize="0"/>
          <p:nvPr/>
        </p:nvPicPr>
        <p:blipFill rotWithShape="1">
          <a:blip r:embed="rId2">
            <a:alphaModFix/>
          </a:blip>
          <a:srcRect b="0" l="0" r="0" t="0"/>
          <a:stretch/>
        </p:blipFill>
        <p:spPr>
          <a:xfrm>
            <a:off x="290280" y="5601600"/>
            <a:ext cx="1773356" cy="859819"/>
          </a:xfrm>
          <a:prstGeom prst="rect">
            <a:avLst/>
          </a:prstGeom>
          <a:noFill/>
          <a:ln>
            <a:noFill/>
          </a:ln>
        </p:spPr>
      </p:pic>
      <p:pic>
        <p:nvPicPr>
          <p:cNvPr id="5801" name="Google Shape;5801;g3f58e9f5fa5_0_1243"/>
          <p:cNvPicPr preferRelativeResize="0"/>
          <p:nvPr/>
        </p:nvPicPr>
        <p:blipFill>
          <a:blip r:embed="rId3">
            <a:alphaModFix/>
          </a:blip>
          <a:stretch>
            <a:fillRect/>
          </a:stretch>
        </p:blipFill>
        <p:spPr>
          <a:xfrm>
            <a:off x="10712433" y="6055741"/>
            <a:ext cx="1037972" cy="298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 id="2147484026" r:id="rId18"/>
    <p:sldLayoutId id="2147484027" r:id="rId19"/>
    <p:sldLayoutId id="2147484028" r:id="rId20"/>
    <p:sldLayoutId id="2147484029" r:id="rId21"/>
    <p:sldLayoutId id="2147484030" r:id="rId22"/>
    <p:sldLayoutId id="2147484031" r:id="rId23"/>
    <p:sldLayoutId id="2147484032" r:id="rId24"/>
    <p:sldLayoutId id="2147484033" r:id="rId25"/>
    <p:sldLayoutId id="2147484034" r:id="rId26"/>
    <p:sldLayoutId id="2147484035" r:id="rId27"/>
    <p:sldLayoutId id="2147484036" r:id="rId28"/>
    <p:sldLayoutId id="2147484037" r:id="rId29"/>
    <p:sldLayoutId id="2147484038" r:id="rId30"/>
    <p:sldLayoutId id="2147484039" r:id="rId31"/>
    <p:sldLayoutId id="2147484040" r:id="rId32"/>
    <p:sldLayoutId id="2147484041" r:id="rId33"/>
    <p:sldLayoutId id="2147484042" r:id="rId34"/>
    <p:sldLayoutId id="2147484043" r:id="rId35"/>
    <p:sldLayoutId id="2147484044" r:id="rId36"/>
    <p:sldLayoutId id="2147484045" r:id="rId37"/>
    <p:sldLayoutId id="2147484046"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1.xml"/><Relationship Id="rId3" Type="http://schemas.openxmlformats.org/officeDocument/2006/relationships/image" Target="../media/image13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3.xml"/><Relationship Id="rId2" Type="http://schemas.openxmlformats.org/officeDocument/2006/relationships/notesSlide" Target="../notesSlides/notesSlide3.xml"/><Relationship Id="rId3" Type="http://schemas.openxmlformats.org/officeDocument/2006/relationships/hyperlink" Target="https://wheelofnames.com/6r4-9j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7.xml"/><Relationship Id="rId3" Type="http://schemas.openxmlformats.org/officeDocument/2006/relationships/image" Target="../media/image132.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9.xml"/><Relationship Id="rId3" Type="http://schemas.openxmlformats.org/officeDocument/2006/relationships/image" Target="../media/image12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0.xml"/><Relationship Id="rId3" Type="http://schemas.openxmlformats.org/officeDocument/2006/relationships/image" Target="../media/image13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1.xml"/><Relationship Id="rId3" Type="http://schemas.openxmlformats.org/officeDocument/2006/relationships/image" Target="../media/image1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2.xml"/><Relationship Id="rId3" Type="http://schemas.openxmlformats.org/officeDocument/2006/relationships/image" Target="../media/image1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4.xml"/><Relationship Id="rId3" Type="http://schemas.openxmlformats.org/officeDocument/2006/relationships/image" Target="../media/image134.png"/><Relationship Id="rId4" Type="http://schemas.openxmlformats.org/officeDocument/2006/relationships/image" Target="../media/image1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3.xml"/><Relationship Id="rId2" Type="http://schemas.openxmlformats.org/officeDocument/2006/relationships/notesSlide" Target="../notesSlides/notesSlide22.xml"/><Relationship Id="rId3" Type="http://schemas.openxmlformats.org/officeDocument/2006/relationships/image" Target="../media/image1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image" Target="../media/image1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1.xml"/><Relationship Id="rId2" Type="http://schemas.openxmlformats.org/officeDocument/2006/relationships/notesSlide" Target="../notesSlides/notesSlide28.xml"/><Relationship Id="rId3" Type="http://schemas.openxmlformats.org/officeDocument/2006/relationships/hyperlink" Target="https://drive.google.com/file/d/1xJq7YiFga7fqsIu2XxfNYgq_ipq386-s/view?usp=sharing" TargetMode="External"/><Relationship Id="rId4" Type="http://schemas.openxmlformats.org/officeDocument/2006/relationships/hyperlink" Target="https://drive.google.com/file/d/1xJq7YiFga7fqsIu2XxfNYgq_ipq386-s/view?usp=shar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1.xml"/><Relationship Id="rId2" Type="http://schemas.openxmlformats.org/officeDocument/2006/relationships/notesSlide" Target="../notesSlides/notesSlide30.xml"/><Relationship Id="rId3" Type="http://schemas.openxmlformats.org/officeDocument/2006/relationships/image" Target="../media/image13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3" name="Shape 6393"/>
        <p:cNvGrpSpPr/>
        <p:nvPr/>
      </p:nvGrpSpPr>
      <p:grpSpPr>
        <a:xfrm>
          <a:off x="0" y="0"/>
          <a:ext cx="0" cy="0"/>
          <a:chOff x="0" y="0"/>
          <a:chExt cx="0" cy="0"/>
        </a:xfrm>
      </p:grpSpPr>
      <p:sp>
        <p:nvSpPr>
          <p:cNvPr id="6394" name="Google Shape;6394;g3f582461e68_0_428"/>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510"/>
              </a:schemeClr>
            </a:outerShdw>
          </a:effectLst>
        </p:spPr>
        <p:txBody>
          <a:bodyPr anchorCtr="0" anchor="t" bIns="0" lIns="0" spcFirstLastPara="1" rIns="0" wrap="square" tIns="91425">
            <a:noAutofit/>
          </a:bodyPr>
          <a:lstStyle/>
          <a:p>
            <a:pPr indent="0" lvl="0" marL="0" rtl="0" algn="l">
              <a:lnSpc>
                <a:spcPct val="90000"/>
              </a:lnSpc>
              <a:spcBef>
                <a:spcPts val="0"/>
              </a:spcBef>
              <a:spcAft>
                <a:spcPts val="0"/>
              </a:spcAft>
              <a:buClr>
                <a:schemeClr val="accent2"/>
              </a:buClr>
              <a:buSzPts val="2000"/>
              <a:buNone/>
            </a:pPr>
            <a:r>
              <a:rPr lang="en-US"/>
              <a:t>DEMI  G4S1-Lesson 3–Sprites in Action (Events).</a:t>
            </a:r>
            <a:endParaRPr/>
          </a:p>
        </p:txBody>
      </p:sp>
      <p:sp>
        <p:nvSpPr>
          <p:cNvPr id="6395" name="Google Shape;6395;g3f582461e68_0_428"/>
          <p:cNvSpPr txBox="1"/>
          <p:nvPr>
            <p:ph idx="12" type="sldNum"/>
          </p:nvPr>
        </p:nvSpPr>
        <p:spPr>
          <a:xfrm>
            <a:off x="5730320" y="6332997"/>
            <a:ext cx="731700" cy="52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600"/>
              <a:buFont typeface="Arial"/>
              <a:buNone/>
            </a:pPr>
            <a:r>
              <a:t/>
            </a:r>
            <a:endParaRPr/>
          </a:p>
          <a:p>
            <a:pPr indent="0" lvl="0" marL="0" rtl="0" algn="ctr">
              <a:spcBef>
                <a:spcPts val="0"/>
              </a:spcBef>
              <a:spcAft>
                <a:spcPts val="0"/>
              </a:spcAft>
              <a:buClr>
                <a:srgbClr val="000000"/>
              </a:buClr>
              <a:buSzPts val="1600"/>
              <a:buFont typeface="Arial"/>
              <a:buNone/>
            </a:pPr>
            <a:fld id="{00000000-1234-1234-1234-123412341234}" type="slidenum">
              <a:rPr lang="en-US">
                <a:solidFill>
                  <a:schemeClr val="lt1"/>
                </a:solidFill>
              </a:rPr>
              <a:t>‹#›</a:t>
            </a:fld>
            <a:endParaRPr>
              <a:solidFill>
                <a:schemeClr val="lt1"/>
              </a:solidFill>
            </a:endParaRPr>
          </a:p>
        </p:txBody>
      </p:sp>
      <p:sp>
        <p:nvSpPr>
          <p:cNvPr id="6396" name="Google Shape;6396;g3f582461e68_0_428"/>
          <p:cNvSpPr txBox="1"/>
          <p:nvPr/>
        </p:nvSpPr>
        <p:spPr>
          <a:xfrm>
            <a:off x="838200" y="2523046"/>
            <a:ext cx="7754700" cy="682500"/>
          </a:xfrm>
          <a:prstGeom prst="rect">
            <a:avLst/>
          </a:prstGeom>
          <a:noFill/>
          <a:ln>
            <a:noFill/>
          </a:ln>
          <a:effectLst>
            <a:outerShdw blurRad="76200" rotWithShape="0" algn="tl" dir="2700000" dist="50800">
              <a:srgbClr val="000000">
                <a:alpha val="23530"/>
              </a:srgbClr>
            </a:outerShdw>
          </a:effectLst>
        </p:spPr>
        <p:txBody>
          <a:bodyPr anchorCtr="0" anchor="t" bIns="45700" lIns="0"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b="0" i="0" lang="en-US" sz="4400" u="none" cap="none" strike="noStrike">
                <a:solidFill>
                  <a:srgbClr val="00337F"/>
                </a:solidFill>
                <a:latin typeface="Fredoka"/>
                <a:ea typeface="Fredoka"/>
                <a:cs typeface="Fredoka"/>
                <a:sym typeface="Fredoka"/>
              </a:rPr>
              <a:t>Intro to Computer Science </a:t>
            </a:r>
            <a:br>
              <a:rPr b="0" i="0" lang="en-US" sz="4400" u="none" cap="none" strike="noStrike">
                <a:solidFill>
                  <a:srgbClr val="00337F"/>
                </a:solidFill>
                <a:latin typeface="Fredoka"/>
                <a:ea typeface="Fredoka"/>
                <a:cs typeface="Fredoka"/>
                <a:sym typeface="Fredoka"/>
              </a:rPr>
            </a:br>
            <a:endParaRPr b="1" i="0" sz="4400" u="none" cap="none" strike="noStrike">
              <a:solidFill>
                <a:srgbClr val="00337F"/>
              </a:solidFill>
              <a:latin typeface="Fredoka"/>
              <a:ea typeface="Fredoka"/>
              <a:cs typeface="Fredoka"/>
              <a:sym typeface="Fredoka"/>
            </a:endParaRPr>
          </a:p>
        </p:txBody>
      </p:sp>
      <p:pic>
        <p:nvPicPr>
          <p:cNvPr id="6397" name="Google Shape;6397;g3f582461e68_0_428" title="WhatsApp Image 2026-04-09 at 8.02.26 PM (1).jpeg"/>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398" name="Google Shape;6398;g3f582461e68_0_428"/>
          <p:cNvSpPr/>
          <p:nvPr/>
        </p:nvSpPr>
        <p:spPr>
          <a:xfrm>
            <a:off x="4216050" y="4129050"/>
            <a:ext cx="3939300" cy="1336800"/>
          </a:xfrm>
          <a:prstGeom prst="rect">
            <a:avLst/>
          </a:prstGeom>
          <a:solidFill>
            <a:srgbClr val="03AD5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9" name="Google Shape;6399;g3f582461e68_0_428"/>
          <p:cNvSpPr txBox="1"/>
          <p:nvPr/>
        </p:nvSpPr>
        <p:spPr>
          <a:xfrm>
            <a:off x="4155925" y="4129050"/>
            <a:ext cx="3580200" cy="1177500"/>
          </a:xfrm>
          <a:prstGeom prst="rect">
            <a:avLst/>
          </a:prstGeom>
          <a:noFill/>
          <a:ln>
            <a:noFill/>
          </a:ln>
        </p:spPr>
        <p:txBody>
          <a:bodyPr anchorCtr="0" anchor="t" bIns="91425" lIns="91425" spcFirstLastPara="1" rIns="91425" wrap="square" tIns="91425">
            <a:spAutoFit/>
          </a:bodyPr>
          <a:lstStyle/>
          <a:p>
            <a:pPr indent="0" lvl="0" marL="0" rtl="1" algn="ctr">
              <a:lnSpc>
                <a:spcPct val="115000"/>
              </a:lnSpc>
              <a:spcBef>
                <a:spcPts val="0"/>
              </a:spcBef>
              <a:spcAft>
                <a:spcPts val="0"/>
              </a:spcAft>
              <a:buNone/>
            </a:pPr>
            <a:r>
              <a:rPr b="1" lang="en-US" sz="3000">
                <a:solidFill>
                  <a:schemeClr val="lt1"/>
                </a:solidFill>
              </a:rPr>
              <a:t>الجلسة التطبيقية: الثالثة</a:t>
            </a:r>
            <a:endParaRPr b="1" sz="3000">
              <a:solidFill>
                <a:schemeClr val="lt1"/>
              </a:solidFill>
            </a:endParaRPr>
          </a:p>
          <a:p>
            <a:pPr indent="0" lvl="0" marL="0" rtl="1" algn="ctr">
              <a:lnSpc>
                <a:spcPct val="115000"/>
              </a:lnSpc>
              <a:spcBef>
                <a:spcPts val="0"/>
              </a:spcBef>
              <a:spcAft>
                <a:spcPts val="0"/>
              </a:spcAft>
              <a:buNone/>
            </a:pPr>
            <a:r>
              <a:rPr b="1" lang="en-US" sz="3000">
                <a:solidFill>
                  <a:schemeClr val="lt1"/>
                </a:solidFill>
              </a:rPr>
              <a:t>المستوى: الثاني</a:t>
            </a:r>
            <a:endParaRPr b="1" sz="3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03" name="Shape 6403"/>
        <p:cNvGrpSpPr/>
        <p:nvPr/>
      </p:nvGrpSpPr>
      <p:grpSpPr>
        <a:xfrm>
          <a:off x="0" y="0"/>
          <a:ext cx="0" cy="0"/>
          <a:chOff x="0" y="0"/>
          <a:chExt cx="0" cy="0"/>
        </a:xfrm>
      </p:grpSpPr>
      <p:sp>
        <p:nvSpPr>
          <p:cNvPr id="6404" name="Google Shape;6404;p1"/>
          <p:cNvSpPr txBox="1"/>
          <p:nvPr>
            <p:ph type="title"/>
          </p:nvPr>
        </p:nvSpPr>
        <p:spPr>
          <a:xfrm>
            <a:off x="836300" y="2345550"/>
            <a:ext cx="8519700" cy="682500"/>
          </a:xfrm>
          <a:prstGeom prst="rect">
            <a:avLst/>
          </a:prstGeom>
          <a:noFill/>
          <a:ln>
            <a:noFill/>
          </a:ln>
          <a:effectLst>
            <a:outerShdw blurRad="76200" rotWithShape="0" algn="tl" dir="2700000" dist="50800">
              <a:srgbClr val="000000">
                <a:alpha val="21176"/>
              </a:srgbClr>
            </a:outerShdw>
          </a:effectLst>
        </p:spPr>
        <p:txBody>
          <a:bodyPr anchorCtr="0" anchor="t" bIns="45700" lIns="0" spcFirstLastPara="1" rIns="91425" wrap="square" tIns="45700">
            <a:noAutofit/>
          </a:bodyPr>
          <a:lstStyle/>
          <a:p>
            <a:pPr indent="0" lvl="0" marL="0" rtl="0" algn="l">
              <a:lnSpc>
                <a:spcPct val="90000"/>
              </a:lnSpc>
              <a:spcBef>
                <a:spcPts val="0"/>
              </a:spcBef>
              <a:spcAft>
                <a:spcPts val="0"/>
              </a:spcAft>
              <a:buSzPts val="4400"/>
              <a:buNone/>
            </a:pPr>
            <a:r>
              <a:rPr b="0" lang="en-US"/>
              <a:t>Advanced Python Programming</a:t>
            </a:r>
            <a:br>
              <a:rPr b="0" lang="en-US"/>
            </a:br>
            <a:r>
              <a:rPr b="0" lang="en-US"/>
              <a:t> </a:t>
            </a:r>
            <a:br>
              <a:rPr b="0" lang="en-US"/>
            </a:br>
            <a:endParaRPr/>
          </a:p>
        </p:txBody>
      </p:sp>
      <p:sp>
        <p:nvSpPr>
          <p:cNvPr id="6405" name="Google Shape;6405;p1"/>
          <p:cNvSpPr txBox="1"/>
          <p:nvPr>
            <p:ph idx="1" type="body"/>
          </p:nvPr>
        </p:nvSpPr>
        <p:spPr>
          <a:xfrm>
            <a:off x="838200" y="3077083"/>
            <a:ext cx="7752733" cy="542925"/>
          </a:xfrm>
          <a:prstGeom prst="rect">
            <a:avLst/>
          </a:prstGeom>
          <a:noFill/>
          <a:ln>
            <a:noFill/>
          </a:ln>
          <a:effectLst>
            <a:outerShdw blurRad="76200" rotWithShape="0" algn="tl" dir="2700000" dist="139700">
              <a:schemeClr val="dk1">
                <a:alpha val="11373"/>
              </a:schemeClr>
            </a:outerShdw>
          </a:effectLst>
        </p:spPr>
        <p:txBody>
          <a:bodyPr anchorCtr="0" anchor="t" bIns="0" lIns="0" spcFirstLastPara="1" rIns="0" wrap="square" tIns="91425">
            <a:noAutofit/>
          </a:bodyPr>
          <a:lstStyle/>
          <a:p>
            <a:pPr indent="0" lvl="0" marL="0" rtl="0" algn="l">
              <a:lnSpc>
                <a:spcPct val="90000"/>
              </a:lnSpc>
              <a:spcBef>
                <a:spcPts val="0"/>
              </a:spcBef>
              <a:spcAft>
                <a:spcPts val="0"/>
              </a:spcAft>
              <a:buClr>
                <a:schemeClr val="accent2"/>
              </a:buClr>
              <a:buSzPts val="2000"/>
              <a:buNone/>
            </a:pPr>
            <a:r>
              <a:rPr lang="en-US"/>
              <a:t>DEMI  G5S3-Lesson 1 – Class Monitor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0" name="Shape 6410"/>
        <p:cNvGrpSpPr/>
        <p:nvPr/>
      </p:nvGrpSpPr>
      <p:grpSpPr>
        <a:xfrm>
          <a:off x="0" y="0"/>
          <a:ext cx="0" cy="0"/>
          <a:chOff x="0" y="0"/>
          <a:chExt cx="0" cy="0"/>
        </a:xfrm>
      </p:grpSpPr>
      <p:sp>
        <p:nvSpPr>
          <p:cNvPr id="6411" name="Google Shape;6411;g3f58e9f5d1b_0_1652"/>
          <p:cNvSpPr txBox="1"/>
          <p:nvPr>
            <p:ph idx="1" type="body"/>
          </p:nvPr>
        </p:nvSpPr>
        <p:spPr>
          <a:xfrm>
            <a:off x="752925" y="2001800"/>
            <a:ext cx="4482900" cy="4856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Clr>
                <a:schemeClr val="dk1"/>
              </a:buClr>
              <a:buSzPts val="3000"/>
              <a:buFont typeface="Arial"/>
              <a:buNone/>
            </a:pPr>
            <a:r>
              <a:rPr lang="en-US" sz="2400"/>
              <a:t>Introduce yourself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Tell us your name, age/grade, and your hobbies</a:t>
            </a:r>
            <a:endParaRPr b="0" sz="2000"/>
          </a:p>
          <a:p>
            <a:pPr indent="0" lvl="0" marL="0" rtl="0" algn="l">
              <a:lnSpc>
                <a:spcPct val="90000"/>
              </a:lnSpc>
              <a:spcBef>
                <a:spcPts val="1000"/>
              </a:spcBef>
              <a:spcAft>
                <a:spcPts val="0"/>
              </a:spcAft>
              <a:buClr>
                <a:schemeClr val="dk1"/>
              </a:buClr>
              <a:buSzPts val="3000"/>
              <a:buFont typeface="Arial"/>
              <a:buNone/>
            </a:pPr>
            <a:r>
              <a:rPr lang="en-US" sz="2400"/>
              <a:t>Spin the wheel</a:t>
            </a:r>
            <a:r>
              <a:rPr lang="en-US"/>
              <a:t>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Open the </a:t>
            </a:r>
            <a:r>
              <a:rPr b="0" lang="en-US" sz="2000" u="sng">
                <a:solidFill>
                  <a:schemeClr val="hlink"/>
                </a:solidFill>
                <a:hlinkClick r:id="rId3"/>
              </a:rPr>
              <a:t>random wheel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Answer the random question on the screen </a:t>
            </a:r>
            <a:endParaRPr b="0" sz="2000"/>
          </a:p>
          <a:p>
            <a:pPr indent="0" lvl="0" marL="0" rtl="0" algn="l">
              <a:lnSpc>
                <a:spcPct val="90000"/>
              </a:lnSpc>
              <a:spcBef>
                <a:spcPts val="1000"/>
              </a:spcBef>
              <a:spcAft>
                <a:spcPts val="0"/>
              </a:spcAft>
              <a:buClr>
                <a:schemeClr val="dk1"/>
              </a:buClr>
              <a:buSzPts val="3000"/>
              <a:buFont typeface="Arial"/>
              <a:buNone/>
            </a:pPr>
            <a:r>
              <a:t/>
            </a:r>
            <a:endParaRPr sz="2000">
              <a:solidFill>
                <a:schemeClr val="accent2"/>
              </a:solidFill>
            </a:endParaRPr>
          </a:p>
          <a:p>
            <a:pPr indent="0" lvl="0" marL="0" rtl="0" algn="l">
              <a:lnSpc>
                <a:spcPct val="90000"/>
              </a:lnSpc>
              <a:spcBef>
                <a:spcPts val="1000"/>
              </a:spcBef>
              <a:spcAft>
                <a:spcPts val="0"/>
              </a:spcAft>
              <a:buClr>
                <a:schemeClr val="dk1"/>
              </a:buClr>
              <a:buSzPts val="3000"/>
              <a:buFont typeface="Arial"/>
              <a:buNone/>
            </a:pPr>
            <a:r>
              <a:t/>
            </a:r>
            <a:endParaRPr b="0" sz="2000"/>
          </a:p>
          <a:p>
            <a:pPr indent="-38100" lvl="0" marL="228600" rtl="0" algn="l">
              <a:lnSpc>
                <a:spcPct val="90000"/>
              </a:lnSpc>
              <a:spcBef>
                <a:spcPts val="1000"/>
              </a:spcBef>
              <a:spcAft>
                <a:spcPts val="0"/>
              </a:spcAft>
              <a:buClr>
                <a:schemeClr val="dk1"/>
              </a:buClr>
              <a:buSzPts val="3000"/>
              <a:buFont typeface="Arial"/>
              <a:buNone/>
            </a:pPr>
            <a:r>
              <a:t/>
            </a:r>
            <a:endParaRPr b="0" sz="2000"/>
          </a:p>
          <a:p>
            <a:pPr indent="0" lvl="0" marL="0" rtl="0" algn="l">
              <a:lnSpc>
                <a:spcPct val="90000"/>
              </a:lnSpc>
              <a:spcBef>
                <a:spcPts val="1000"/>
              </a:spcBef>
              <a:spcAft>
                <a:spcPts val="0"/>
              </a:spcAft>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16" name="Shape 6416"/>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20" name="Shape 6420"/>
        <p:cNvGrpSpPr/>
        <p:nvPr/>
      </p:nvGrpSpPr>
      <p:grpSpPr>
        <a:xfrm>
          <a:off x="0" y="0"/>
          <a:ext cx="0" cy="0"/>
          <a:chOff x="0" y="0"/>
          <a:chExt cx="0" cy="0"/>
        </a:xfrm>
      </p:grpSpPr>
      <p:sp>
        <p:nvSpPr>
          <p:cNvPr id="6421" name="Google Shape;6421;g2de62030c9f_0_5064"/>
          <p:cNvSpPr txBox="1"/>
          <p:nvPr>
            <p:ph idx="2" type="body"/>
          </p:nvPr>
        </p:nvSpPr>
        <p:spPr>
          <a:xfrm>
            <a:off x="1871000" y="1667175"/>
            <a:ext cx="9332700" cy="3422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3000"/>
              <a:buNone/>
            </a:pPr>
            <a:r>
              <a:rPr b="1" lang="en-US" sz="2400"/>
              <a:t>Learn</a:t>
            </a:r>
            <a:endParaRPr b="1" sz="2400"/>
          </a:p>
          <a:p>
            <a:pPr indent="-355600" lvl="0" marL="457200" rtl="0" algn="l">
              <a:lnSpc>
                <a:spcPct val="150000"/>
              </a:lnSpc>
              <a:spcBef>
                <a:spcPts val="1000"/>
              </a:spcBef>
              <a:spcAft>
                <a:spcPts val="0"/>
              </a:spcAft>
              <a:buSzPts val="2000"/>
              <a:buChar char="●"/>
            </a:pPr>
            <a:r>
              <a:rPr lang="en-US"/>
              <a:t>Learn about how to use programming and AI to make our life better.</a:t>
            </a:r>
            <a:endParaRPr/>
          </a:p>
          <a:p>
            <a:pPr indent="-355600" lvl="0" marL="457200" rtl="0" algn="l">
              <a:lnSpc>
                <a:spcPct val="150000"/>
              </a:lnSpc>
              <a:spcBef>
                <a:spcPts val="1000"/>
              </a:spcBef>
              <a:spcAft>
                <a:spcPts val="0"/>
              </a:spcAft>
              <a:buSzPts val="2000"/>
              <a:buChar char="●"/>
            </a:pPr>
            <a:r>
              <a:rPr lang="en-US"/>
              <a:t>Learn about AI applications and how it can be used in the education field.</a:t>
            </a:r>
            <a:endParaRPr/>
          </a:p>
          <a:p>
            <a:pPr indent="-355600" lvl="0" marL="457200" rtl="0" algn="l">
              <a:lnSpc>
                <a:spcPct val="150000"/>
              </a:lnSpc>
              <a:spcBef>
                <a:spcPts val="0"/>
              </a:spcBef>
              <a:spcAft>
                <a:spcPts val="0"/>
              </a:spcAft>
              <a:buSzPts val="2000"/>
              <a:buChar char="●"/>
            </a:pPr>
            <a:r>
              <a:rPr lang="en-US"/>
              <a:t>Learn about generating and developing new ideas.</a:t>
            </a:r>
            <a:endParaRPr/>
          </a:p>
          <a:p>
            <a:pPr indent="-355600" lvl="0" marL="457200" rtl="0" algn="l">
              <a:lnSpc>
                <a:spcPct val="150000"/>
              </a:lnSpc>
              <a:spcBef>
                <a:spcPts val="0"/>
              </a:spcBef>
              <a:spcAft>
                <a:spcPts val="0"/>
              </a:spcAft>
              <a:buSzPts val="2000"/>
              <a:buChar char="●"/>
            </a:pPr>
            <a:r>
              <a:rPr lang="en-US"/>
              <a:t>Learn how to use AI extensions and facial recognition technology </a:t>
            </a:r>
            <a:endParaRPr/>
          </a:p>
          <a:p>
            <a:pPr indent="0" lvl="0" marL="0" rtl="0" algn="l">
              <a:lnSpc>
                <a:spcPct val="90000"/>
              </a:lnSpc>
              <a:spcBef>
                <a:spcPts val="1000"/>
              </a:spcBef>
              <a:spcAft>
                <a:spcPts val="0"/>
              </a:spcAft>
              <a:buSzPts val="3000"/>
              <a:buNone/>
            </a:pPr>
            <a:r>
              <a:rPr b="1" lang="en-US" sz="2400"/>
              <a:t>Make</a:t>
            </a:r>
            <a:r>
              <a:rPr b="1" lang="en-US" sz="2000"/>
              <a:t>  </a:t>
            </a:r>
            <a:endParaRPr/>
          </a:p>
          <a:p>
            <a:pPr indent="-279400" lvl="0" marL="342900" rtl="0" algn="l">
              <a:lnSpc>
                <a:spcPct val="90000"/>
              </a:lnSpc>
              <a:spcBef>
                <a:spcPts val="1000"/>
              </a:spcBef>
              <a:spcAft>
                <a:spcPts val="0"/>
              </a:spcAft>
              <a:buSzPts val="2000"/>
              <a:buChar char="●"/>
            </a:pPr>
            <a:r>
              <a:rPr lang="en-US"/>
              <a:t>Class Monitor</a:t>
            </a:r>
            <a:endParaRPr/>
          </a:p>
          <a:p>
            <a:pPr indent="-165100" lvl="0" marL="228600" rtl="0" algn="l">
              <a:lnSpc>
                <a:spcPct val="90000"/>
              </a:lnSpc>
              <a:spcBef>
                <a:spcPts val="1000"/>
              </a:spcBef>
              <a:spcAft>
                <a:spcPts val="0"/>
              </a:spcAft>
              <a:buSzPts val="2000"/>
              <a:buChar char="●"/>
            </a:pPr>
            <a:r>
              <a:rPr lang="en-US"/>
              <a:t> Debug your code and test it</a:t>
            </a:r>
            <a:endParaRPr/>
          </a:p>
          <a:p>
            <a:pPr indent="0" lvl="0" marL="0" rtl="0" algn="l">
              <a:lnSpc>
                <a:spcPct val="90000"/>
              </a:lnSpc>
              <a:spcBef>
                <a:spcPts val="1000"/>
              </a:spcBef>
              <a:spcAft>
                <a:spcPts val="0"/>
              </a:spcAft>
              <a:buSzPts val="3000"/>
              <a:buNone/>
            </a:pPr>
            <a:r>
              <a:rPr b="1" lang="en-US" sz="2400"/>
              <a:t>Share</a:t>
            </a:r>
            <a:r>
              <a:rPr b="1" lang="en-US" sz="2800"/>
              <a:t>  </a:t>
            </a:r>
            <a:endParaRPr/>
          </a:p>
          <a:p>
            <a:pPr indent="-165100" lvl="0" marL="228600" rtl="0" algn="l">
              <a:lnSpc>
                <a:spcPct val="90000"/>
              </a:lnSpc>
              <a:spcBef>
                <a:spcPts val="1000"/>
              </a:spcBef>
              <a:spcAft>
                <a:spcPts val="0"/>
              </a:spcAft>
              <a:buSzPts val="2000"/>
              <a:buChar char="●"/>
            </a:pPr>
            <a:r>
              <a:rPr lang="en-US"/>
              <a:t>Present the project we have done today</a:t>
            </a:r>
            <a:endParaRPr/>
          </a:p>
          <a:p>
            <a:pPr indent="0" lvl="0" marL="0" rtl="0" algn="l">
              <a:lnSpc>
                <a:spcPct val="90000"/>
              </a:lnSpc>
              <a:spcBef>
                <a:spcPts val="1000"/>
              </a:spcBef>
              <a:spcAft>
                <a:spcPts val="0"/>
              </a:spcAft>
              <a:buSzPts val="3000"/>
              <a:buNone/>
            </a:pPr>
            <a:r>
              <a:t/>
            </a:r>
            <a:endParaRPr b="1" sz="2000">
              <a:solidFill>
                <a:schemeClr val="accent2"/>
              </a:solidFill>
            </a:endParaRPr>
          </a:p>
          <a:p>
            <a:pPr indent="0" lvl="0" marL="0" rtl="0" algn="l">
              <a:lnSpc>
                <a:spcPct val="90000"/>
              </a:lnSpc>
              <a:spcBef>
                <a:spcPts val="1000"/>
              </a:spcBef>
              <a:spcAft>
                <a:spcPts val="0"/>
              </a:spcAft>
              <a:buSzPts val="3000"/>
              <a:buNone/>
            </a:pPr>
            <a:r>
              <a:t/>
            </a:r>
            <a:endParaRPr/>
          </a:p>
          <a:p>
            <a:pPr indent="-38100" lvl="0" marL="228600" rtl="0" algn="l">
              <a:lnSpc>
                <a:spcPct val="90000"/>
              </a:lnSpc>
              <a:spcBef>
                <a:spcPts val="1000"/>
              </a:spcBef>
              <a:spcAft>
                <a:spcPts val="0"/>
              </a:spcAft>
              <a:buSzPts val="3000"/>
              <a:buNone/>
            </a:pPr>
            <a:r>
              <a:t/>
            </a:r>
            <a:endParaRPr/>
          </a:p>
        </p:txBody>
      </p:sp>
      <p:sp>
        <p:nvSpPr>
          <p:cNvPr id="6422" name="Google Shape;6422;g2de62030c9f_0_5064"/>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accent2"/>
              </a:buClr>
              <a:buSzPts val="2800"/>
              <a:buNone/>
            </a:pPr>
            <a:r>
              <a:rPr lang="en-US"/>
              <a:t>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27" name="Shape 6427"/>
        <p:cNvGrpSpPr/>
        <p:nvPr/>
      </p:nvGrpSpPr>
      <p:grpSpPr>
        <a:xfrm>
          <a:off x="0" y="0"/>
          <a:ext cx="0" cy="0"/>
          <a:chOff x="0" y="0"/>
          <a:chExt cx="0" cy="0"/>
        </a:xfrm>
      </p:grpSpPr>
      <p:sp>
        <p:nvSpPr>
          <p:cNvPr id="6428" name="Google Shape;6428;g2e8da7feb71_0_2395"/>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Do you remember what is meant by Artificial intelligence (AI)?</a:t>
            </a:r>
            <a:endParaRPr/>
          </a:p>
          <a:p>
            <a:pPr indent="0" lvl="0" marL="0" rtl="0" algn="l">
              <a:lnSpc>
                <a:spcPct val="90000"/>
              </a:lnSpc>
              <a:spcBef>
                <a:spcPts val="100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32" name="Shape 6432"/>
        <p:cNvGrpSpPr/>
        <p:nvPr/>
      </p:nvGrpSpPr>
      <p:grpSpPr>
        <a:xfrm>
          <a:off x="0" y="0"/>
          <a:ext cx="0" cy="0"/>
          <a:chOff x="0" y="0"/>
          <a:chExt cx="0" cy="0"/>
        </a:xfrm>
      </p:grpSpPr>
      <p:sp>
        <p:nvSpPr>
          <p:cNvPr id="6433" name="Google Shape;6433;p2"/>
          <p:cNvSpPr txBox="1"/>
          <p:nvPr>
            <p:ph idx="1" type="body"/>
          </p:nvPr>
        </p:nvSpPr>
        <p:spPr>
          <a:xfrm>
            <a:off x="187900" y="162750"/>
            <a:ext cx="11665500" cy="6378600"/>
          </a:xfrm>
          <a:prstGeom prst="rect">
            <a:avLst/>
          </a:prstGeom>
          <a:noFill/>
          <a:ln>
            <a:noFill/>
          </a:ln>
        </p:spPr>
        <p:txBody>
          <a:bodyPr anchorCtr="0" anchor="t" bIns="45700" lIns="91425" spcFirstLastPara="1" rIns="91425" wrap="square" tIns="45700">
            <a:noAutofit/>
          </a:bodyPr>
          <a:lstStyle/>
          <a:p>
            <a:pPr indent="-228600" lvl="0" marL="457200" rtl="0" algn="ctr">
              <a:lnSpc>
                <a:spcPct val="100000"/>
              </a:lnSpc>
              <a:spcBef>
                <a:spcPts val="1000"/>
              </a:spcBef>
              <a:spcAft>
                <a:spcPts val="0"/>
              </a:spcAft>
              <a:buSzPts val="8800"/>
              <a:buNone/>
            </a:pPr>
            <a:r>
              <a:rPr b="1" lang="en-US" sz="3200">
                <a:solidFill>
                  <a:schemeClr val="accent2"/>
                </a:solidFill>
                <a:latin typeface="Quicksand"/>
                <a:ea typeface="Quicksand"/>
                <a:cs typeface="Quicksand"/>
                <a:sym typeface="Quicksand"/>
              </a:rPr>
              <a:t>AI systems</a:t>
            </a:r>
            <a:r>
              <a:rPr b="1" lang="en-US" sz="3200">
                <a:solidFill>
                  <a:srgbClr val="002060"/>
                </a:solidFill>
                <a:latin typeface="Quicksand"/>
                <a:ea typeface="Quicksand"/>
                <a:cs typeface="Quicksand"/>
                <a:sym typeface="Quicksand"/>
              </a:rPr>
              <a:t> are designed to perform tasks that would normally require </a:t>
            </a:r>
            <a:r>
              <a:rPr b="1" lang="en-US" sz="3200">
                <a:solidFill>
                  <a:schemeClr val="accent2"/>
                </a:solidFill>
                <a:latin typeface="Quicksand"/>
                <a:ea typeface="Quicksand"/>
                <a:cs typeface="Quicksand"/>
                <a:sym typeface="Quicksand"/>
              </a:rPr>
              <a:t>human intelligence</a:t>
            </a:r>
            <a:r>
              <a:rPr b="1" lang="en-US" sz="3200">
                <a:solidFill>
                  <a:srgbClr val="002060"/>
                </a:solidFill>
                <a:latin typeface="Quicksand"/>
                <a:ea typeface="Quicksand"/>
                <a:cs typeface="Quicksand"/>
                <a:sym typeface="Quicksand"/>
              </a:rPr>
              <a:t>, such as recognizing speech,  facial recognition, making decisions, and translating languages.</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pic>
        <p:nvPicPr>
          <p:cNvPr id="6434" name="Google Shape;6434;p2"/>
          <p:cNvPicPr preferRelativeResize="0"/>
          <p:nvPr/>
        </p:nvPicPr>
        <p:blipFill rotWithShape="1">
          <a:blip r:embed="rId3">
            <a:alphaModFix/>
          </a:blip>
          <a:srcRect b="0" l="0" r="0" t="0"/>
          <a:stretch/>
        </p:blipFill>
        <p:spPr>
          <a:xfrm>
            <a:off x="3850325" y="2324700"/>
            <a:ext cx="4216650" cy="4216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39" name="Shape 6439"/>
        <p:cNvGrpSpPr/>
        <p:nvPr/>
      </p:nvGrpSpPr>
      <p:grpSpPr>
        <a:xfrm>
          <a:off x="0" y="0"/>
          <a:ext cx="0" cy="0"/>
          <a:chOff x="0" y="0"/>
          <a:chExt cx="0" cy="0"/>
        </a:xfrm>
      </p:grpSpPr>
      <p:sp>
        <p:nvSpPr>
          <p:cNvPr id="6440" name="Google Shape;6440;g2e8da7feb71_0_1704"/>
          <p:cNvSpPr txBox="1"/>
          <p:nvPr>
            <p:ph idx="1" type="body"/>
          </p:nvPr>
        </p:nvSpPr>
        <p:spPr>
          <a:xfrm>
            <a:off x="752936" y="22098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t/>
            </a:r>
            <a:endParaRPr/>
          </a:p>
          <a:p>
            <a:pPr indent="0" lvl="0" marL="0" rtl="0" algn="l">
              <a:lnSpc>
                <a:spcPct val="90000"/>
              </a:lnSpc>
              <a:spcBef>
                <a:spcPts val="1000"/>
              </a:spcBef>
              <a:spcAft>
                <a:spcPts val="0"/>
              </a:spcAft>
              <a:buSzPts val="2800"/>
              <a:buNone/>
            </a:pPr>
            <a:r>
              <a:rPr lang="en-US"/>
              <a:t>Could you mention any examples for AI in our lives?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44" name="Shape 6444"/>
        <p:cNvGrpSpPr/>
        <p:nvPr/>
      </p:nvGrpSpPr>
      <p:grpSpPr>
        <a:xfrm>
          <a:off x="0" y="0"/>
          <a:ext cx="0" cy="0"/>
          <a:chOff x="0" y="0"/>
          <a:chExt cx="0" cy="0"/>
        </a:xfrm>
      </p:grpSpPr>
      <p:sp>
        <p:nvSpPr>
          <p:cNvPr id="6445" name="Google Shape;6445;g2e8da7feb71_0_2407"/>
          <p:cNvSpPr txBox="1"/>
          <p:nvPr>
            <p:ph idx="1" type="body"/>
          </p:nvPr>
        </p:nvSpPr>
        <p:spPr>
          <a:xfrm>
            <a:off x="187900" y="162750"/>
            <a:ext cx="11302800" cy="6378600"/>
          </a:xfrm>
          <a:prstGeom prst="rect">
            <a:avLst/>
          </a:prstGeom>
          <a:noFill/>
          <a:ln>
            <a:noFill/>
          </a:ln>
        </p:spPr>
        <p:txBody>
          <a:bodyPr anchorCtr="0" anchor="t" bIns="45700" lIns="91425" spcFirstLastPara="1" rIns="91425" wrap="square" tIns="45700">
            <a:noAutofit/>
          </a:bodyPr>
          <a:lstStyle/>
          <a:p>
            <a:pPr indent="-228600" lvl="0" marL="457200" rtl="0" algn="ctr">
              <a:lnSpc>
                <a:spcPct val="100000"/>
              </a:lnSpc>
              <a:spcBef>
                <a:spcPts val="1000"/>
              </a:spcBef>
              <a:spcAft>
                <a:spcPts val="0"/>
              </a:spcAft>
              <a:buSzPts val="8800"/>
              <a:buNone/>
            </a:pPr>
            <a:r>
              <a:rPr b="1" lang="en-US" sz="3200">
                <a:solidFill>
                  <a:schemeClr val="accent2"/>
                </a:solidFill>
                <a:latin typeface="Quicksand"/>
                <a:ea typeface="Quicksand"/>
                <a:cs typeface="Quicksand"/>
                <a:sym typeface="Quicksand"/>
              </a:rPr>
              <a:t>AI is </a:t>
            </a:r>
            <a:r>
              <a:rPr b="1" lang="en-US" sz="3200">
                <a:solidFill>
                  <a:srgbClr val="002060"/>
                </a:solidFill>
                <a:latin typeface="Quicksand"/>
                <a:ea typeface="Quicksand"/>
                <a:cs typeface="Quicksand"/>
                <a:sym typeface="Quicksand"/>
              </a:rPr>
              <a:t>becoming increasingly integrated into our daily lives across various domains.</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pic>
        <p:nvPicPr>
          <p:cNvPr id="6446" name="Google Shape;6446;g2e8da7feb71_0_2407"/>
          <p:cNvPicPr preferRelativeResize="0"/>
          <p:nvPr/>
        </p:nvPicPr>
        <p:blipFill rotWithShape="1">
          <a:blip r:embed="rId3">
            <a:alphaModFix/>
          </a:blip>
          <a:srcRect b="0" l="0" r="0" t="0"/>
          <a:stretch/>
        </p:blipFill>
        <p:spPr>
          <a:xfrm>
            <a:off x="3512025" y="1944975"/>
            <a:ext cx="4493400" cy="4493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50" name="Shape 6450"/>
        <p:cNvGrpSpPr/>
        <p:nvPr/>
      </p:nvGrpSpPr>
      <p:grpSpPr>
        <a:xfrm>
          <a:off x="0" y="0"/>
          <a:ext cx="0" cy="0"/>
          <a:chOff x="0" y="0"/>
          <a:chExt cx="0" cy="0"/>
        </a:xfrm>
      </p:grpSpPr>
      <p:sp>
        <p:nvSpPr>
          <p:cNvPr id="6451" name="Google Shape;6451;g2e8da7feb71_0_2420"/>
          <p:cNvSpPr txBox="1"/>
          <p:nvPr>
            <p:ph idx="1" type="body"/>
          </p:nvPr>
        </p:nvSpPr>
        <p:spPr>
          <a:xfrm>
            <a:off x="997750" y="2348575"/>
            <a:ext cx="5582700" cy="2284500"/>
          </a:xfrm>
          <a:prstGeom prst="rect">
            <a:avLst/>
          </a:prstGeom>
          <a:noFill/>
          <a:ln>
            <a:noFill/>
          </a:ln>
        </p:spPr>
        <p:txBody>
          <a:bodyPr anchorCtr="0" anchor="ctr" bIns="45700" lIns="91425" spcFirstLastPara="1" rIns="91425" wrap="square" tIns="45700">
            <a:noAutofit/>
          </a:bodyPr>
          <a:lstStyle/>
          <a:p>
            <a:pPr indent="-228600" lvl="0" marL="457200" rtl="0" algn="ctr">
              <a:lnSpc>
                <a:spcPct val="100000"/>
              </a:lnSpc>
              <a:spcBef>
                <a:spcPts val="1000"/>
              </a:spcBef>
              <a:spcAft>
                <a:spcPts val="0"/>
              </a:spcAft>
              <a:buClr>
                <a:schemeClr val="dk1"/>
              </a:buClr>
              <a:buSzPts val="8800"/>
              <a:buFont typeface="Arial"/>
              <a:buNone/>
            </a:pPr>
            <a:r>
              <a:rPr b="1" lang="en-US" sz="3200">
                <a:solidFill>
                  <a:srgbClr val="002060"/>
                </a:solidFill>
                <a:latin typeface="Quicksand"/>
                <a:ea typeface="Quicksand"/>
                <a:cs typeface="Quicksand"/>
                <a:sym typeface="Quicksand"/>
              </a:rPr>
              <a:t>Smart home devices</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pic>
        <p:nvPicPr>
          <p:cNvPr id="6452" name="Google Shape;6452;g2e8da7feb71_0_2420"/>
          <p:cNvPicPr preferRelativeResize="0"/>
          <p:nvPr/>
        </p:nvPicPr>
        <p:blipFill rotWithShape="1">
          <a:blip r:embed="rId3">
            <a:alphaModFix/>
          </a:blip>
          <a:srcRect b="0" l="0" r="0" t="0"/>
          <a:stretch/>
        </p:blipFill>
        <p:spPr>
          <a:xfrm>
            <a:off x="6488200" y="750400"/>
            <a:ext cx="4910250" cy="4910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56" name="Shape 6456"/>
        <p:cNvGrpSpPr/>
        <p:nvPr/>
      </p:nvGrpSpPr>
      <p:grpSpPr>
        <a:xfrm>
          <a:off x="0" y="0"/>
          <a:ext cx="0" cy="0"/>
          <a:chOff x="0" y="0"/>
          <a:chExt cx="0" cy="0"/>
        </a:xfrm>
      </p:grpSpPr>
      <p:sp>
        <p:nvSpPr>
          <p:cNvPr id="6457" name="Google Shape;6457;g2e8da7feb71_0_2427"/>
          <p:cNvSpPr txBox="1"/>
          <p:nvPr>
            <p:ph idx="1" type="body"/>
          </p:nvPr>
        </p:nvSpPr>
        <p:spPr>
          <a:xfrm>
            <a:off x="997750" y="2348575"/>
            <a:ext cx="5582700" cy="2284500"/>
          </a:xfrm>
          <a:prstGeom prst="rect">
            <a:avLst/>
          </a:prstGeom>
          <a:noFill/>
          <a:ln>
            <a:noFill/>
          </a:ln>
        </p:spPr>
        <p:txBody>
          <a:bodyPr anchorCtr="0" anchor="ctr" bIns="45700" lIns="91425" spcFirstLastPara="1" rIns="91425" wrap="square" tIns="45700">
            <a:noAutofit/>
          </a:bodyPr>
          <a:lstStyle/>
          <a:p>
            <a:pPr indent="-228600" lvl="0" marL="457200" rtl="0" algn="ctr">
              <a:lnSpc>
                <a:spcPct val="100000"/>
              </a:lnSpc>
              <a:spcBef>
                <a:spcPts val="1000"/>
              </a:spcBef>
              <a:spcAft>
                <a:spcPts val="0"/>
              </a:spcAft>
              <a:buSzPts val="8800"/>
              <a:buNone/>
            </a:pPr>
            <a:r>
              <a:rPr b="1" lang="en-US" sz="3200">
                <a:solidFill>
                  <a:srgbClr val="002060"/>
                </a:solidFill>
                <a:latin typeface="Quicksand"/>
                <a:ea typeface="Quicksand"/>
                <a:cs typeface="Quicksand"/>
                <a:sym typeface="Quicksand"/>
              </a:rPr>
              <a:t>Self-driving cars</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pic>
        <p:nvPicPr>
          <p:cNvPr id="6458" name="Google Shape;6458;g2e8da7feb71_0_2427"/>
          <p:cNvPicPr preferRelativeResize="0"/>
          <p:nvPr/>
        </p:nvPicPr>
        <p:blipFill rotWithShape="1">
          <a:blip r:embed="rId3">
            <a:alphaModFix/>
          </a:blip>
          <a:srcRect b="0" l="0" r="0" t="0"/>
          <a:stretch/>
        </p:blipFill>
        <p:spPr>
          <a:xfrm>
            <a:off x="7135450" y="1462850"/>
            <a:ext cx="4150350" cy="4055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62" name="Shape 6462"/>
        <p:cNvGrpSpPr/>
        <p:nvPr/>
      </p:nvGrpSpPr>
      <p:grpSpPr>
        <a:xfrm>
          <a:off x="0" y="0"/>
          <a:ext cx="0" cy="0"/>
          <a:chOff x="0" y="0"/>
          <a:chExt cx="0" cy="0"/>
        </a:xfrm>
      </p:grpSpPr>
      <p:sp>
        <p:nvSpPr>
          <p:cNvPr id="6463" name="Google Shape;6463;g2e8da7feb71_0_2433"/>
          <p:cNvSpPr txBox="1"/>
          <p:nvPr>
            <p:ph idx="1" type="body"/>
          </p:nvPr>
        </p:nvSpPr>
        <p:spPr>
          <a:xfrm>
            <a:off x="997750" y="2348575"/>
            <a:ext cx="5582700" cy="2284500"/>
          </a:xfrm>
          <a:prstGeom prst="rect">
            <a:avLst/>
          </a:prstGeom>
          <a:noFill/>
          <a:ln>
            <a:noFill/>
          </a:ln>
        </p:spPr>
        <p:txBody>
          <a:bodyPr anchorCtr="0" anchor="ctr" bIns="45700" lIns="91425" spcFirstLastPara="1" rIns="91425" wrap="square" tIns="45700">
            <a:noAutofit/>
          </a:bodyPr>
          <a:lstStyle/>
          <a:p>
            <a:pPr indent="-228600" lvl="0" marL="457200" rtl="0" algn="ctr">
              <a:lnSpc>
                <a:spcPct val="100000"/>
              </a:lnSpc>
              <a:spcBef>
                <a:spcPts val="1000"/>
              </a:spcBef>
              <a:spcAft>
                <a:spcPts val="0"/>
              </a:spcAft>
              <a:buSzPts val="8800"/>
              <a:buNone/>
            </a:pPr>
            <a:r>
              <a:rPr b="1" lang="en-US" sz="3200">
                <a:solidFill>
                  <a:srgbClr val="002060"/>
                </a:solidFill>
                <a:latin typeface="Quicksand"/>
                <a:ea typeface="Quicksand"/>
                <a:cs typeface="Quicksand"/>
                <a:sym typeface="Quicksand"/>
              </a:rPr>
              <a:t>personalized learning platforms for education, and Translation Services</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pic>
        <p:nvPicPr>
          <p:cNvPr id="6464" name="Google Shape;6464;g2e8da7feb71_0_2433"/>
          <p:cNvPicPr preferRelativeResize="0"/>
          <p:nvPr/>
        </p:nvPicPr>
        <p:blipFill rotWithShape="1">
          <a:blip r:embed="rId3">
            <a:alphaModFix/>
          </a:blip>
          <a:srcRect b="0" l="0" r="0" t="0"/>
          <a:stretch/>
        </p:blipFill>
        <p:spPr>
          <a:xfrm>
            <a:off x="7156025" y="1326125"/>
            <a:ext cx="4478324" cy="44783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69" name="Shape 6469"/>
        <p:cNvGrpSpPr/>
        <p:nvPr/>
      </p:nvGrpSpPr>
      <p:grpSpPr>
        <a:xfrm>
          <a:off x="0" y="0"/>
          <a:ext cx="0" cy="0"/>
          <a:chOff x="0" y="0"/>
          <a:chExt cx="0" cy="0"/>
        </a:xfrm>
      </p:grpSpPr>
      <p:sp>
        <p:nvSpPr>
          <p:cNvPr id="6470" name="Google Shape;6470;g2de3992a026_0_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t/>
            </a:r>
            <a:endParaRPr/>
          </a:p>
          <a:p>
            <a:pPr indent="0" lvl="0" marL="0" rtl="0" algn="l">
              <a:lnSpc>
                <a:spcPct val="90000"/>
              </a:lnSpc>
              <a:spcBef>
                <a:spcPts val="1000"/>
              </a:spcBef>
              <a:spcAft>
                <a:spcPts val="0"/>
              </a:spcAft>
              <a:buSzPts val="2800"/>
              <a:buNone/>
            </a:pPr>
            <a:r>
              <a:rPr lang="en-US"/>
              <a:t>How could use artificial intelligence (AI) to make education better?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74" name="Shape 6474"/>
        <p:cNvGrpSpPr/>
        <p:nvPr/>
      </p:nvGrpSpPr>
      <p:grpSpPr>
        <a:xfrm>
          <a:off x="0" y="0"/>
          <a:ext cx="0" cy="0"/>
          <a:chOff x="0" y="0"/>
          <a:chExt cx="0" cy="0"/>
        </a:xfrm>
      </p:grpSpPr>
      <p:sp>
        <p:nvSpPr>
          <p:cNvPr id="6475" name="Google Shape;6475;g2e35a9102a9_0_2"/>
          <p:cNvSpPr txBox="1"/>
          <p:nvPr>
            <p:ph idx="1" type="body"/>
          </p:nvPr>
        </p:nvSpPr>
        <p:spPr>
          <a:xfrm>
            <a:off x="187900" y="162750"/>
            <a:ext cx="7856700" cy="6378600"/>
          </a:xfrm>
          <a:prstGeom prst="rect">
            <a:avLst/>
          </a:prstGeom>
          <a:noFill/>
          <a:ln>
            <a:noFill/>
          </a:ln>
        </p:spPr>
        <p:txBody>
          <a:bodyPr anchorCtr="0" anchor="t" bIns="45700" lIns="91425" spcFirstLastPara="1" rIns="91425" wrap="square" tIns="45700">
            <a:noAutofit/>
          </a:bodyPr>
          <a:lstStyle/>
          <a:p>
            <a:pPr indent="-228600" lvl="0" marL="457200" rtl="0" algn="ctr">
              <a:lnSpc>
                <a:spcPct val="100000"/>
              </a:lnSpc>
              <a:spcBef>
                <a:spcPts val="1000"/>
              </a:spcBef>
              <a:spcAft>
                <a:spcPts val="0"/>
              </a:spcAft>
              <a:buSzPts val="8800"/>
              <a:buNone/>
            </a:pPr>
            <a:r>
              <a:t/>
            </a:r>
            <a:endParaRPr b="1" i="0" sz="2000" u="none" strike="noStrike">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t/>
            </a:r>
            <a:endParaRPr b="1" sz="2000">
              <a:solidFill>
                <a:schemeClr val="accent2"/>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rPr b="1" lang="en-US" sz="2000">
                <a:solidFill>
                  <a:schemeClr val="accent2"/>
                </a:solidFill>
                <a:latin typeface="Quicksand"/>
                <a:ea typeface="Quicksand"/>
                <a:cs typeface="Quicksand"/>
                <a:sym typeface="Quicksand"/>
              </a:rPr>
              <a:t>Let’s</a:t>
            </a:r>
            <a:r>
              <a:rPr b="1" lang="en-US" sz="2000">
                <a:solidFill>
                  <a:srgbClr val="002060"/>
                </a:solidFill>
                <a:latin typeface="Quicksand"/>
                <a:ea typeface="Quicksand"/>
                <a:cs typeface="Quicksand"/>
                <a:sym typeface="Quicksand"/>
              </a:rPr>
              <a:t> imagine you are a </a:t>
            </a:r>
            <a:r>
              <a:rPr b="1" lang="en-US" sz="2000">
                <a:solidFill>
                  <a:schemeClr val="accent2"/>
                </a:solidFill>
                <a:latin typeface="Quicksand"/>
                <a:ea typeface="Quicksand"/>
                <a:cs typeface="Quicksand"/>
                <a:sym typeface="Quicksand"/>
              </a:rPr>
              <a:t>teacher</a:t>
            </a:r>
            <a:r>
              <a:rPr b="1" lang="en-US" sz="2000">
                <a:solidFill>
                  <a:srgbClr val="002060"/>
                </a:solidFill>
                <a:latin typeface="Quicksand"/>
                <a:ea typeface="Quicksand"/>
                <a:cs typeface="Quicksand"/>
                <a:sym typeface="Quicksand"/>
              </a:rPr>
              <a:t>, you need to take attendance to make sure everyone is present. This means you have to call out each student's name, wait for them to respond, and then mark them present or absent.</a:t>
            </a:r>
            <a:endParaRPr b="1" sz="2000">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t/>
            </a:r>
            <a:endParaRPr b="1" sz="2000">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t/>
            </a:r>
            <a:endParaRPr b="1" sz="2000">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t/>
            </a:r>
            <a:endParaRPr b="1" sz="2000">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rPr b="1" lang="en-US" sz="2000">
                <a:solidFill>
                  <a:schemeClr val="accent2"/>
                </a:solidFill>
                <a:latin typeface="Quicksand"/>
                <a:ea typeface="Quicksand"/>
                <a:cs typeface="Quicksand"/>
                <a:sym typeface="Quicksand"/>
              </a:rPr>
              <a:t>Now</a:t>
            </a:r>
            <a:r>
              <a:rPr b="1" lang="en-US" sz="2000">
                <a:solidFill>
                  <a:srgbClr val="002060"/>
                </a:solidFill>
                <a:latin typeface="Quicksand"/>
                <a:ea typeface="Quicksand"/>
                <a:cs typeface="Quicksand"/>
                <a:sym typeface="Quicksand"/>
              </a:rPr>
              <a:t> imagine you have a simple </a:t>
            </a:r>
            <a:r>
              <a:rPr b="1" lang="en-US" sz="2000">
                <a:solidFill>
                  <a:schemeClr val="accent2"/>
                </a:solidFill>
                <a:latin typeface="Quicksand"/>
                <a:ea typeface="Quicksand"/>
                <a:cs typeface="Quicksand"/>
                <a:sym typeface="Quicksand"/>
              </a:rPr>
              <a:t>computer program</a:t>
            </a:r>
            <a:r>
              <a:rPr b="1" lang="en-US" sz="2000">
                <a:solidFill>
                  <a:srgbClr val="002060"/>
                </a:solidFill>
                <a:latin typeface="Quicksand"/>
                <a:ea typeface="Quicksand"/>
                <a:cs typeface="Quicksand"/>
                <a:sym typeface="Quicksand"/>
              </a:rPr>
              <a:t>, like a tablet at the classroom entrance. When students enter the classroom, they tap their name on the tablet to check in.The tablet automatically records who is present.</a:t>
            </a:r>
            <a:endParaRPr b="1" sz="2000">
              <a:solidFill>
                <a:srgbClr val="002060"/>
              </a:solidFill>
              <a:latin typeface="Quicksand"/>
              <a:ea typeface="Quicksand"/>
              <a:cs typeface="Quicksand"/>
              <a:sym typeface="Quicksand"/>
            </a:endParaRPr>
          </a:p>
          <a:p>
            <a:pPr indent="-228600" lvl="0" marL="457200" rtl="0" algn="l">
              <a:lnSpc>
                <a:spcPct val="100000"/>
              </a:lnSpc>
              <a:spcBef>
                <a:spcPts val="1000"/>
              </a:spcBef>
              <a:spcAft>
                <a:spcPts val="0"/>
              </a:spcAft>
              <a:buSzPts val="8800"/>
              <a:buNone/>
            </a:pPr>
            <a:r>
              <a:t/>
            </a:r>
            <a:endParaRPr b="1" sz="20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2000">
              <a:solidFill>
                <a:srgbClr val="002060"/>
              </a:solidFill>
              <a:latin typeface="Quicksand"/>
              <a:ea typeface="Quicksand"/>
              <a:cs typeface="Quicksand"/>
              <a:sym typeface="Quicksand"/>
            </a:endParaRPr>
          </a:p>
        </p:txBody>
      </p:sp>
      <p:pic>
        <p:nvPicPr>
          <p:cNvPr id="6476" name="Google Shape;6476;g2e35a9102a9_0_2"/>
          <p:cNvPicPr preferRelativeResize="0"/>
          <p:nvPr/>
        </p:nvPicPr>
        <p:blipFill rotWithShape="1">
          <a:blip r:embed="rId3">
            <a:alphaModFix/>
          </a:blip>
          <a:srcRect b="0" l="0" r="0" t="0"/>
          <a:stretch/>
        </p:blipFill>
        <p:spPr>
          <a:xfrm>
            <a:off x="8769625" y="3361675"/>
            <a:ext cx="2590851" cy="2590851"/>
          </a:xfrm>
          <a:prstGeom prst="rect">
            <a:avLst/>
          </a:prstGeom>
          <a:noFill/>
          <a:ln>
            <a:noFill/>
          </a:ln>
        </p:spPr>
      </p:pic>
      <p:pic>
        <p:nvPicPr>
          <p:cNvPr id="6477" name="Google Shape;6477;g2e35a9102a9_0_2"/>
          <p:cNvPicPr preferRelativeResize="0"/>
          <p:nvPr/>
        </p:nvPicPr>
        <p:blipFill rotWithShape="1">
          <a:blip r:embed="rId4">
            <a:alphaModFix/>
          </a:blip>
          <a:srcRect b="0" l="0" r="0" t="0"/>
          <a:stretch/>
        </p:blipFill>
        <p:spPr>
          <a:xfrm>
            <a:off x="9115825" y="924700"/>
            <a:ext cx="2164724" cy="21647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82" name="Shape 6482"/>
        <p:cNvGrpSpPr/>
        <p:nvPr/>
      </p:nvGrpSpPr>
      <p:grpSpPr>
        <a:xfrm>
          <a:off x="0" y="0"/>
          <a:ext cx="0" cy="0"/>
          <a:chOff x="0" y="0"/>
          <a:chExt cx="0" cy="0"/>
        </a:xfrm>
      </p:grpSpPr>
      <p:sp>
        <p:nvSpPr>
          <p:cNvPr id="6483" name="Google Shape;6483;g2e8da7feb71_0_2440"/>
          <p:cNvSpPr txBox="1"/>
          <p:nvPr>
            <p:ph idx="1" type="body"/>
          </p:nvPr>
        </p:nvSpPr>
        <p:spPr>
          <a:xfrm>
            <a:off x="752924" y="2133600"/>
            <a:ext cx="47103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What is Facial Recognition Technology?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87" name="Shape 6487"/>
        <p:cNvGrpSpPr/>
        <p:nvPr/>
      </p:nvGrpSpPr>
      <p:grpSpPr>
        <a:xfrm>
          <a:off x="0" y="0"/>
          <a:ext cx="0" cy="0"/>
          <a:chOff x="0" y="0"/>
          <a:chExt cx="0" cy="0"/>
        </a:xfrm>
      </p:grpSpPr>
      <p:sp>
        <p:nvSpPr>
          <p:cNvPr id="6488" name="Google Shape;6488;g2e8da7feb71_0_2445"/>
          <p:cNvSpPr txBox="1"/>
          <p:nvPr>
            <p:ph idx="1" type="body"/>
          </p:nvPr>
        </p:nvSpPr>
        <p:spPr>
          <a:xfrm>
            <a:off x="187900" y="162750"/>
            <a:ext cx="11665500" cy="6378600"/>
          </a:xfrm>
          <a:prstGeom prst="rect">
            <a:avLst/>
          </a:prstGeom>
          <a:noFill/>
          <a:ln>
            <a:noFill/>
          </a:ln>
        </p:spPr>
        <p:txBody>
          <a:bodyPr anchorCtr="0" anchor="ctr" bIns="45700" lIns="91425" spcFirstLastPara="1" rIns="91425" wrap="square" tIns="45700">
            <a:noAutofit/>
          </a:bodyPr>
          <a:lstStyle/>
          <a:p>
            <a:pPr indent="-228600" lvl="0" marL="457200" rtl="0" algn="ctr">
              <a:lnSpc>
                <a:spcPct val="100000"/>
              </a:lnSpc>
              <a:spcBef>
                <a:spcPts val="1000"/>
              </a:spcBef>
              <a:spcAft>
                <a:spcPts val="0"/>
              </a:spcAft>
              <a:buSzPts val="8800"/>
              <a:buNone/>
            </a:pPr>
            <a:r>
              <a:rPr b="1" lang="en-US" sz="3200">
                <a:solidFill>
                  <a:srgbClr val="002060"/>
                </a:solidFill>
                <a:latin typeface="Quicksand"/>
                <a:ea typeface="Quicksand"/>
                <a:cs typeface="Quicksand"/>
                <a:sym typeface="Quicksand"/>
              </a:rPr>
              <a:t>Facial recognition technology analyzes the </a:t>
            </a:r>
            <a:r>
              <a:rPr b="1" lang="en-US" sz="3200">
                <a:solidFill>
                  <a:schemeClr val="accent2"/>
                </a:solidFill>
                <a:latin typeface="Quicksand"/>
                <a:ea typeface="Quicksand"/>
                <a:cs typeface="Quicksand"/>
                <a:sym typeface="Quicksand"/>
              </a:rPr>
              <a:t>uniqueness</a:t>
            </a:r>
            <a:r>
              <a:rPr b="1" lang="en-US" sz="3200">
                <a:solidFill>
                  <a:srgbClr val="002060"/>
                </a:solidFill>
                <a:latin typeface="Quicksand"/>
                <a:ea typeface="Quicksand"/>
                <a:cs typeface="Quicksand"/>
                <a:sym typeface="Quicksand"/>
              </a:rPr>
              <a:t> of a </a:t>
            </a:r>
            <a:r>
              <a:rPr b="1" lang="en-US" sz="3200">
                <a:solidFill>
                  <a:schemeClr val="accent2"/>
                </a:solidFill>
                <a:latin typeface="Quicksand"/>
                <a:ea typeface="Quicksand"/>
                <a:cs typeface="Quicksand"/>
                <a:sym typeface="Quicksand"/>
              </a:rPr>
              <a:t>person’s face</a:t>
            </a:r>
            <a:r>
              <a:rPr b="1" lang="en-US" sz="3200">
                <a:solidFill>
                  <a:srgbClr val="002060"/>
                </a:solidFill>
                <a:latin typeface="Quicksand"/>
                <a:ea typeface="Quicksand"/>
                <a:cs typeface="Quicksand"/>
                <a:sym typeface="Quicksand"/>
              </a:rPr>
              <a:t> to identify or verify their identity.</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rPr b="1" lang="en-US" sz="3200">
                <a:solidFill>
                  <a:srgbClr val="002060"/>
                </a:solidFill>
                <a:latin typeface="Quicksand"/>
                <a:ea typeface="Quicksand"/>
                <a:cs typeface="Quicksand"/>
                <a:sym typeface="Quicksand"/>
              </a:rPr>
              <a:t>It could be used for a wide variety of application like </a:t>
            </a:r>
            <a:r>
              <a:rPr b="1" lang="en-US" sz="3200">
                <a:solidFill>
                  <a:schemeClr val="accent2"/>
                </a:solidFill>
                <a:latin typeface="Quicksand"/>
                <a:ea typeface="Quicksand"/>
                <a:cs typeface="Quicksand"/>
                <a:sym typeface="Quicksand"/>
              </a:rPr>
              <a:t>unlocking mobile phones</a:t>
            </a:r>
            <a:r>
              <a:rPr b="1" lang="en-US" sz="3200">
                <a:solidFill>
                  <a:srgbClr val="002060"/>
                </a:solidFill>
                <a:latin typeface="Quicksand"/>
                <a:ea typeface="Quicksand"/>
                <a:cs typeface="Quicksand"/>
                <a:sym typeface="Quicksand"/>
              </a:rPr>
              <a:t> for security or could be used an </a:t>
            </a:r>
            <a:r>
              <a:rPr b="1" lang="en-US" sz="3200">
                <a:solidFill>
                  <a:schemeClr val="accent2"/>
                </a:solidFill>
                <a:latin typeface="Quicksand"/>
                <a:ea typeface="Quicksand"/>
                <a:cs typeface="Quicksand"/>
                <a:sym typeface="Quicksand"/>
              </a:rPr>
              <a:t>attendance system</a:t>
            </a:r>
            <a:r>
              <a:rPr b="1" lang="en-US" sz="3200">
                <a:solidFill>
                  <a:srgbClr val="002060"/>
                </a:solidFill>
                <a:latin typeface="Quicksand"/>
                <a:ea typeface="Quicksand"/>
                <a:cs typeface="Quicksand"/>
                <a:sym typeface="Quicksand"/>
              </a:rPr>
              <a:t>.</a:t>
            </a:r>
            <a:endParaRPr b="1" sz="3200">
              <a:solidFill>
                <a:schemeClr val="accent2"/>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93" name="Shape 6493"/>
        <p:cNvGrpSpPr/>
        <p:nvPr/>
      </p:nvGrpSpPr>
      <p:grpSpPr>
        <a:xfrm>
          <a:off x="0" y="0"/>
          <a:ext cx="0" cy="0"/>
          <a:chOff x="0" y="0"/>
          <a:chExt cx="0" cy="0"/>
        </a:xfrm>
      </p:grpSpPr>
      <p:sp>
        <p:nvSpPr>
          <p:cNvPr id="6494" name="Google Shape;6494;g2e8da7feb71_0_244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So how can we do that?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498" name="Shape 6498"/>
        <p:cNvGrpSpPr/>
        <p:nvPr/>
      </p:nvGrpSpPr>
      <p:grpSpPr>
        <a:xfrm>
          <a:off x="0" y="0"/>
          <a:ext cx="0" cy="0"/>
          <a:chOff x="0" y="0"/>
          <a:chExt cx="0" cy="0"/>
        </a:xfrm>
      </p:grpSpPr>
      <p:sp>
        <p:nvSpPr>
          <p:cNvPr id="6499" name="Google Shape;6499;g2e8da7feb71_0_2454"/>
          <p:cNvSpPr txBox="1"/>
          <p:nvPr>
            <p:ph idx="1" type="body"/>
          </p:nvPr>
        </p:nvSpPr>
        <p:spPr>
          <a:xfrm>
            <a:off x="187900" y="162750"/>
            <a:ext cx="11665500" cy="6378600"/>
          </a:xfrm>
          <a:prstGeom prst="rect">
            <a:avLst/>
          </a:prstGeom>
          <a:noFill/>
          <a:ln>
            <a:noFill/>
          </a:ln>
        </p:spPr>
        <p:txBody>
          <a:bodyPr anchorCtr="0" anchor="ctr" bIns="45700" lIns="91425" spcFirstLastPara="1" rIns="91425" wrap="square" tIns="45700">
            <a:noAutofit/>
          </a:bodyPr>
          <a:lstStyle/>
          <a:p>
            <a:pPr indent="-228600" lvl="0" marL="457200" rtl="0" algn="ctr">
              <a:lnSpc>
                <a:spcPct val="100000"/>
              </a:lnSpc>
              <a:spcBef>
                <a:spcPts val="1000"/>
              </a:spcBef>
              <a:spcAft>
                <a:spcPts val="0"/>
              </a:spcAft>
              <a:buClr>
                <a:schemeClr val="dk1"/>
              </a:buClr>
              <a:buSzPts val="8800"/>
              <a:buFont typeface="Arial"/>
              <a:buNone/>
            </a:pPr>
            <a:r>
              <a:rPr b="1" lang="en-US" sz="3200">
                <a:solidFill>
                  <a:srgbClr val="002060"/>
                </a:solidFill>
                <a:latin typeface="Quicksand"/>
                <a:ea typeface="Quicksand"/>
                <a:cs typeface="Quicksand"/>
                <a:sym typeface="Quicksand"/>
              </a:rPr>
              <a:t>Using a teachable machine we could train a model to identify a person’s face by subjecting it to a lot of samples of this person.</a:t>
            </a:r>
            <a:endParaRPr b="1" sz="3200">
              <a:solidFill>
                <a:srgbClr val="002060"/>
              </a:solidFill>
              <a:latin typeface="Quicksand"/>
              <a:ea typeface="Quicksand"/>
              <a:cs typeface="Quicksand"/>
              <a:sym typeface="Quicksand"/>
            </a:endParaRPr>
          </a:p>
          <a:p>
            <a:pPr indent="-228600" lvl="0" marL="457200" rtl="0" algn="ctr">
              <a:lnSpc>
                <a:spcPct val="100000"/>
              </a:lnSpc>
              <a:spcBef>
                <a:spcPts val="1000"/>
              </a:spcBef>
              <a:spcAft>
                <a:spcPts val="0"/>
              </a:spcAft>
              <a:buSzPts val="8800"/>
              <a:buNone/>
            </a:pPr>
            <a:r>
              <a:t/>
            </a:r>
            <a:endParaRPr b="1" sz="3200">
              <a:solidFill>
                <a:srgbClr val="002060"/>
              </a:solidFill>
              <a:latin typeface="Quicksand"/>
              <a:ea typeface="Quicksand"/>
              <a:cs typeface="Quicksand"/>
              <a:sym typeface="Quicksa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04" name="Shape 6504"/>
        <p:cNvGrpSpPr/>
        <p:nvPr/>
      </p:nvGrpSpPr>
      <p:grpSpPr>
        <a:xfrm>
          <a:off x="0" y="0"/>
          <a:ext cx="0" cy="0"/>
          <a:chOff x="0" y="0"/>
          <a:chExt cx="0" cy="0"/>
        </a:xfrm>
      </p:grpSpPr>
      <p:sp>
        <p:nvSpPr>
          <p:cNvPr id="6505" name="Google Shape;6505;g2e35a9102a9_0_22"/>
          <p:cNvSpPr txBox="1"/>
          <p:nvPr>
            <p:ph idx="1" type="body"/>
          </p:nvPr>
        </p:nvSpPr>
        <p:spPr>
          <a:xfrm>
            <a:off x="752924" y="2133600"/>
            <a:ext cx="47217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What are some other ways programming and AI can be used to help your school?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09" name="Shape 6509"/>
        <p:cNvGrpSpPr/>
        <p:nvPr/>
      </p:nvGrpSpPr>
      <p:grpSpPr>
        <a:xfrm>
          <a:off x="0" y="0"/>
          <a:ext cx="0" cy="0"/>
          <a:chOff x="0" y="0"/>
          <a:chExt cx="0" cy="0"/>
        </a:xfrm>
      </p:grpSpPr>
      <p:sp>
        <p:nvSpPr>
          <p:cNvPr id="6510" name="Google Shape;6510;g2e35a9102a9_0_54"/>
          <p:cNvSpPr txBox="1"/>
          <p:nvPr>
            <p:ph idx="1" type="body"/>
          </p:nvPr>
        </p:nvSpPr>
        <p:spPr>
          <a:xfrm>
            <a:off x="752924" y="2133600"/>
            <a:ext cx="50412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Tech-Innovators Challenge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15" name="Shape 6515"/>
        <p:cNvGrpSpPr/>
        <p:nvPr/>
      </p:nvGrpSpPr>
      <p:grpSpPr>
        <a:xfrm>
          <a:off x="0" y="0"/>
          <a:ext cx="0" cy="0"/>
          <a:chOff x="0" y="0"/>
          <a:chExt cx="0" cy="0"/>
        </a:xfrm>
      </p:grpSpPr>
      <p:sp>
        <p:nvSpPr>
          <p:cNvPr id="6516" name="Google Shape;6516;g2e35a9102a9_0_58"/>
          <p:cNvSpPr txBox="1"/>
          <p:nvPr>
            <p:ph type="title"/>
          </p:nvPr>
        </p:nvSpPr>
        <p:spPr>
          <a:xfrm>
            <a:off x="325939" y="230701"/>
            <a:ext cx="7579800" cy="459000"/>
          </a:xfrm>
          <a:prstGeom prst="rect">
            <a:avLst/>
          </a:prstGeom>
          <a:solidFill>
            <a:schemeClr val="accent2"/>
          </a:solidFill>
          <a:ln>
            <a:noFill/>
          </a:ln>
          <a:effectLst>
            <a:outerShdw blurRad="127000" rotWithShape="0" algn="tl" dir="2700000" dist="127000">
              <a:srgbClr val="BFBFBF">
                <a:alpha val="72549"/>
              </a:srgbClr>
            </a:outerShdw>
          </a:effectLst>
        </p:spPr>
        <p:txBody>
          <a:bodyPr anchorCtr="0" anchor="ctr" bIns="0" lIns="91425" spcFirstLastPara="1" rIns="0" wrap="square" tIns="0">
            <a:noAutofit/>
          </a:bodyPr>
          <a:lstStyle/>
          <a:p>
            <a:pPr indent="0" lvl="0" marL="0" rtl="0" algn="l">
              <a:lnSpc>
                <a:spcPct val="90000"/>
              </a:lnSpc>
              <a:spcBef>
                <a:spcPts val="1000"/>
              </a:spcBef>
              <a:spcAft>
                <a:spcPts val="0"/>
              </a:spcAft>
              <a:buClr>
                <a:schemeClr val="dk1"/>
              </a:buClr>
              <a:buSzPts val="1100"/>
              <a:buFont typeface="Arial"/>
              <a:buNone/>
            </a:pPr>
            <a:r>
              <a:rPr lang="en-US" sz="2800"/>
              <a:t>Tech-Innovators Challenge</a:t>
            </a:r>
            <a:endParaRPr/>
          </a:p>
        </p:txBody>
      </p:sp>
      <p:sp>
        <p:nvSpPr>
          <p:cNvPr id="6517" name="Google Shape;6517;g2e35a9102a9_0_58"/>
          <p:cNvSpPr txBox="1"/>
          <p:nvPr/>
        </p:nvSpPr>
        <p:spPr>
          <a:xfrm>
            <a:off x="701475" y="828575"/>
            <a:ext cx="7023600" cy="4894200"/>
          </a:xfrm>
          <a:prstGeom prst="rect">
            <a:avLst/>
          </a:prstGeom>
          <a:noFill/>
          <a:ln>
            <a:noFill/>
          </a:ln>
        </p:spPr>
        <p:txBody>
          <a:bodyPr anchorCtr="0" anchor="t" bIns="45700" lIns="91425" spcFirstLastPara="1" rIns="91425" wrap="square" tIns="45700">
            <a:noAutofit/>
          </a:bodyPr>
          <a:lstStyle/>
          <a:p>
            <a:pPr indent="-127000" lvl="0" marL="228600" marR="0" rtl="0" algn="l">
              <a:lnSpc>
                <a:spcPct val="90000"/>
              </a:lnSpc>
              <a:spcBef>
                <a:spcPts val="1000"/>
              </a:spcBef>
              <a:spcAft>
                <a:spcPts val="0"/>
              </a:spcAft>
              <a:buClr>
                <a:schemeClr val="accent2"/>
              </a:buClr>
              <a:buSzPts val="2000"/>
              <a:buFont typeface="Calibri"/>
              <a:buChar char="●"/>
            </a:pPr>
            <a:r>
              <a:rPr b="0" i="0" lang="en-US" sz="2000" u="none" cap="none" strike="noStrike">
                <a:solidFill>
                  <a:srgbClr val="172A4B"/>
                </a:solidFill>
                <a:latin typeface="Quicksand"/>
                <a:ea typeface="Quicksand"/>
                <a:cs typeface="Quicksand"/>
                <a:sym typeface="Quicksand"/>
              </a:rPr>
              <a:t>Divide the class into two teams: Team Teachers and Team Students.</a:t>
            </a:r>
            <a:endParaRPr b="0" i="0" sz="2000" u="none" cap="none" strike="noStrike">
              <a:solidFill>
                <a:srgbClr val="172A4B"/>
              </a:solidFill>
              <a:latin typeface="Quicksand"/>
              <a:ea typeface="Quicksand"/>
              <a:cs typeface="Quicksand"/>
              <a:sym typeface="Quicksand"/>
            </a:endParaRPr>
          </a:p>
          <a:p>
            <a:pPr indent="-127000" lvl="0" marL="228600" marR="0" rtl="0" algn="l">
              <a:lnSpc>
                <a:spcPct val="90000"/>
              </a:lnSpc>
              <a:spcBef>
                <a:spcPts val="1000"/>
              </a:spcBef>
              <a:spcAft>
                <a:spcPts val="0"/>
              </a:spcAft>
              <a:buClr>
                <a:schemeClr val="accent2"/>
              </a:buClr>
              <a:buSzPts val="2000"/>
              <a:buFont typeface="Calibri"/>
              <a:buChar char="●"/>
            </a:pPr>
            <a:r>
              <a:rPr b="0" i="0" lang="en-US" sz="2000" u="none" cap="none" strike="noStrike">
                <a:solidFill>
                  <a:srgbClr val="172A4B"/>
                </a:solidFill>
                <a:latin typeface="Quicksand"/>
                <a:ea typeface="Quicksand"/>
                <a:cs typeface="Quicksand"/>
                <a:sym typeface="Quicksand"/>
              </a:rPr>
              <a:t>Each team gets 15 minutes to brainstorm and list out repetitive tasks they encounter in the classroom from their respective perspectives.</a:t>
            </a:r>
            <a:endParaRPr b="0" i="0" sz="2000" u="none" cap="none" strike="noStrike">
              <a:solidFill>
                <a:srgbClr val="172A4B"/>
              </a:solidFill>
              <a:latin typeface="Quicksand"/>
              <a:ea typeface="Quicksand"/>
              <a:cs typeface="Quicksand"/>
              <a:sym typeface="Quicksand"/>
            </a:endParaRPr>
          </a:p>
          <a:p>
            <a:pPr indent="-127000" lvl="0" marL="228600" marR="0" rtl="0" algn="l">
              <a:lnSpc>
                <a:spcPct val="90000"/>
              </a:lnSpc>
              <a:spcBef>
                <a:spcPts val="1000"/>
              </a:spcBef>
              <a:spcAft>
                <a:spcPts val="0"/>
              </a:spcAft>
              <a:buClr>
                <a:schemeClr val="accent2"/>
              </a:buClr>
              <a:buSzPts val="2000"/>
              <a:buFont typeface="Quicksand"/>
              <a:buChar char="●"/>
            </a:pPr>
            <a:r>
              <a:rPr b="0" i="0" lang="en-US" sz="2000" u="none" cap="none" strike="noStrike">
                <a:solidFill>
                  <a:srgbClr val="172A4B"/>
                </a:solidFill>
                <a:latin typeface="Quicksand"/>
                <a:ea typeface="Quicksand"/>
                <a:cs typeface="Quicksand"/>
                <a:sym typeface="Quicksand"/>
              </a:rPr>
              <a:t>Team Teachers think about tasks that teachers often repeat, such as grading assignments, taking attendance, managing class schedules.</a:t>
            </a:r>
            <a:endParaRPr b="0" i="0" sz="2000" u="none" cap="none" strike="noStrike">
              <a:solidFill>
                <a:srgbClr val="172A4B"/>
              </a:solidFill>
              <a:latin typeface="Quicksand"/>
              <a:ea typeface="Quicksand"/>
              <a:cs typeface="Quicksand"/>
              <a:sym typeface="Quicksand"/>
            </a:endParaRPr>
          </a:p>
          <a:p>
            <a:pPr indent="-127000" lvl="0" marL="228600" marR="0" rtl="0" algn="l">
              <a:lnSpc>
                <a:spcPct val="90000"/>
              </a:lnSpc>
              <a:spcBef>
                <a:spcPts val="1000"/>
              </a:spcBef>
              <a:spcAft>
                <a:spcPts val="0"/>
              </a:spcAft>
              <a:buClr>
                <a:schemeClr val="accent2"/>
              </a:buClr>
              <a:buSzPts val="2000"/>
              <a:buFont typeface="Calibri"/>
              <a:buChar char="●"/>
            </a:pPr>
            <a:r>
              <a:rPr b="0" i="0" lang="en-US" sz="2000" u="none" cap="none" strike="noStrike">
                <a:solidFill>
                  <a:srgbClr val="172A4B"/>
                </a:solidFill>
                <a:latin typeface="Quicksand"/>
                <a:ea typeface="Quicksand"/>
                <a:cs typeface="Quicksand"/>
                <a:sym typeface="Quicksand"/>
              </a:rPr>
              <a:t>Team Students consider tasks that students find repetitive or cumbersome, like submitting homework, checking grades, finding study materials.</a:t>
            </a:r>
            <a:endParaRPr b="0" i="0" sz="2000" u="none" cap="none" strike="noStrike">
              <a:solidFill>
                <a:srgbClr val="172A4B"/>
              </a:solidFill>
              <a:latin typeface="Quicksand"/>
              <a:ea typeface="Quicksand"/>
              <a:cs typeface="Quicksand"/>
              <a:sym typeface="Quicksand"/>
            </a:endParaRPr>
          </a:p>
          <a:p>
            <a:pPr indent="-127000" lvl="0" marL="228600" marR="0" rtl="0" algn="l">
              <a:lnSpc>
                <a:spcPct val="90000"/>
              </a:lnSpc>
              <a:spcBef>
                <a:spcPts val="1000"/>
              </a:spcBef>
              <a:spcAft>
                <a:spcPts val="0"/>
              </a:spcAft>
              <a:buClr>
                <a:schemeClr val="accent2"/>
              </a:buClr>
              <a:buSzPts val="2000"/>
              <a:buFont typeface="Quicksand"/>
              <a:buChar char="●"/>
            </a:pPr>
            <a:r>
              <a:rPr b="0" i="0" lang="en-US" sz="2000" u="none" cap="none" strike="noStrike">
                <a:solidFill>
                  <a:srgbClr val="172A4B"/>
                </a:solidFill>
                <a:latin typeface="Quicksand"/>
                <a:ea typeface="Quicksand"/>
                <a:cs typeface="Quicksand"/>
                <a:sym typeface="Quicksand"/>
              </a:rPr>
              <a:t>Each team selects one or two tasks from their list that they believe programming could simplify and present it to the class.</a:t>
            </a:r>
            <a:endParaRPr b="0" i="0" sz="2000" u="none" cap="none" strike="noStrike">
              <a:solidFill>
                <a:srgbClr val="172A4B"/>
              </a:solidFill>
              <a:latin typeface="Quicksand"/>
              <a:ea typeface="Quicksand"/>
              <a:cs typeface="Quicksand"/>
              <a:sym typeface="Quicksand"/>
            </a:endParaRPr>
          </a:p>
          <a:p>
            <a:pPr indent="0" lvl="0" marL="0" marR="0" rtl="0" algn="l">
              <a:lnSpc>
                <a:spcPct val="90000"/>
              </a:lnSpc>
              <a:spcBef>
                <a:spcPts val="1000"/>
              </a:spcBef>
              <a:spcAft>
                <a:spcPts val="0"/>
              </a:spcAft>
              <a:buClr>
                <a:srgbClr val="000000"/>
              </a:buClr>
              <a:buSzPts val="2700"/>
              <a:buFont typeface="Arial"/>
              <a:buNone/>
            </a:pPr>
            <a:r>
              <a:t/>
            </a:r>
            <a:endParaRPr b="1" i="0" sz="2000" u="none" cap="none" strike="noStrike">
              <a:solidFill>
                <a:srgbClr val="FC7C00"/>
              </a:solidFill>
              <a:latin typeface="Quicksand"/>
              <a:ea typeface="Quicksand"/>
              <a:cs typeface="Quicksand"/>
              <a:sym typeface="Quicksand"/>
            </a:endParaRPr>
          </a:p>
          <a:p>
            <a:pPr indent="0" lvl="0" marL="0" marR="0" rtl="0" algn="l">
              <a:lnSpc>
                <a:spcPct val="90000"/>
              </a:lnSpc>
              <a:spcBef>
                <a:spcPts val="1000"/>
              </a:spcBef>
              <a:spcAft>
                <a:spcPts val="0"/>
              </a:spcAft>
              <a:buClr>
                <a:srgbClr val="000000"/>
              </a:buClr>
              <a:buSzPts val="2700"/>
              <a:buFont typeface="Arial"/>
              <a:buNone/>
            </a:pPr>
            <a:r>
              <a:t/>
            </a:r>
            <a:endParaRPr b="0" i="0" sz="2000" u="none" cap="none" strike="noStrike">
              <a:solidFill>
                <a:srgbClr val="172A4B"/>
              </a:solidFill>
              <a:latin typeface="Quicksand"/>
              <a:ea typeface="Quicksand"/>
              <a:cs typeface="Quicksand"/>
              <a:sym typeface="Quicksand"/>
            </a:endParaRPr>
          </a:p>
          <a:p>
            <a:pPr indent="-38100" lvl="0" marL="228600" marR="0" rtl="0" algn="l">
              <a:lnSpc>
                <a:spcPct val="90000"/>
              </a:lnSpc>
              <a:spcBef>
                <a:spcPts val="1000"/>
              </a:spcBef>
              <a:spcAft>
                <a:spcPts val="0"/>
              </a:spcAft>
              <a:buClr>
                <a:srgbClr val="000000"/>
              </a:buClr>
              <a:buSzPts val="2700"/>
              <a:buFont typeface="Arial"/>
              <a:buNone/>
            </a:pPr>
            <a:r>
              <a:t/>
            </a:r>
            <a:endParaRPr b="0" i="0" sz="2000" u="none" cap="none" strike="noStrike">
              <a:solidFill>
                <a:srgbClr val="172A4B"/>
              </a:solidFill>
              <a:latin typeface="Quicksand"/>
              <a:ea typeface="Quicksand"/>
              <a:cs typeface="Quicksand"/>
              <a:sym typeface="Quicksand"/>
            </a:endParaRPr>
          </a:p>
        </p:txBody>
      </p:sp>
      <p:pic>
        <p:nvPicPr>
          <p:cNvPr id="6518" name="Google Shape;6518;g2e35a9102a9_0_58"/>
          <p:cNvPicPr preferRelativeResize="0"/>
          <p:nvPr/>
        </p:nvPicPr>
        <p:blipFill rotWithShape="1">
          <a:blip r:embed="rId3">
            <a:alphaModFix/>
          </a:blip>
          <a:srcRect b="0" l="0" r="0" t="0"/>
          <a:stretch/>
        </p:blipFill>
        <p:spPr>
          <a:xfrm>
            <a:off x="7905750" y="1403350"/>
            <a:ext cx="3854200" cy="4051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3" name="Shape 6523"/>
        <p:cNvGrpSpPr/>
        <p:nvPr/>
      </p:nvGrpSpPr>
      <p:grpSpPr>
        <a:xfrm>
          <a:off x="0" y="0"/>
          <a:ext cx="0" cy="0"/>
          <a:chOff x="0" y="0"/>
          <a:chExt cx="0" cy="0"/>
        </a:xfrm>
      </p:grpSpPr>
      <p:pic>
        <p:nvPicPr>
          <p:cNvPr id="6524" name="Google Shape;6524;g3f582461e68_0_1723" title="Break L1.png"/>
          <p:cNvPicPr preferRelativeResize="0"/>
          <p:nvPr/>
        </p:nvPicPr>
        <p:blipFill>
          <a:blip r:embed="rId3">
            <a:alphaModFix/>
          </a:blip>
          <a:stretch>
            <a:fillRect/>
          </a:stretch>
        </p:blipFill>
        <p:spPr>
          <a:xfrm>
            <a:off x="0" y="0"/>
            <a:ext cx="12192000" cy="6858006"/>
          </a:xfrm>
          <a:prstGeom prst="rect">
            <a:avLst/>
          </a:prstGeom>
          <a:noFill/>
          <a:ln>
            <a:noFill/>
          </a:ln>
        </p:spPr>
      </p:pic>
      <p:sp>
        <p:nvSpPr>
          <p:cNvPr id="6525" name="Google Shape;6525;g3f582461e68_0_1723"/>
          <p:cNvSpPr txBox="1"/>
          <p:nvPr/>
        </p:nvSpPr>
        <p:spPr>
          <a:xfrm>
            <a:off x="4501186" y="4502597"/>
            <a:ext cx="3151200" cy="813600"/>
          </a:xfrm>
          <a:prstGeom prst="rect">
            <a:avLst/>
          </a:prstGeom>
          <a:noFill/>
          <a:ln>
            <a:noFill/>
          </a:ln>
        </p:spPr>
        <p:txBody>
          <a:bodyPr anchorCtr="0" anchor="ctr" bIns="45700" lIns="91425" spcFirstLastPara="1" rIns="91425" wrap="square" tIns="45700">
            <a:noAutofit/>
          </a:bodyPr>
          <a:lstStyle/>
          <a:p>
            <a:pPr indent="0" lvl="0" marL="0" rtl="1" algn="ctr">
              <a:spcBef>
                <a:spcPts val="1000"/>
              </a:spcBef>
              <a:spcAft>
                <a:spcPts val="0"/>
              </a:spcAft>
              <a:buNone/>
            </a:pPr>
            <a:r>
              <a:rPr b="1" lang="en-US" sz="6000">
                <a:solidFill>
                  <a:srgbClr val="FFFFFF"/>
                </a:solidFill>
                <a:latin typeface="Quicksand"/>
                <a:ea typeface="Quicksand"/>
                <a:cs typeface="Quicksand"/>
                <a:sym typeface="Quicksand"/>
              </a:rPr>
              <a:t>15 دقائق</a:t>
            </a:r>
            <a:endParaRPr sz="6400">
              <a:solidFill>
                <a:srgbClr val="FFFFFF"/>
              </a:solidFill>
              <a:latin typeface="Quicksand"/>
              <a:ea typeface="Quicksand"/>
              <a:cs typeface="Quicksand"/>
              <a:sym typeface="Quicksa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0" name="Shape 6530"/>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34" name="Shape 6534"/>
        <p:cNvGrpSpPr/>
        <p:nvPr/>
      </p:nvGrpSpPr>
      <p:grpSpPr>
        <a:xfrm>
          <a:off x="0" y="0"/>
          <a:ext cx="0" cy="0"/>
          <a:chOff x="0" y="0"/>
          <a:chExt cx="0" cy="0"/>
        </a:xfrm>
      </p:grpSpPr>
      <p:sp>
        <p:nvSpPr>
          <p:cNvPr id="6535" name="Google Shape;6535;g2e8da7feb71_0_0"/>
          <p:cNvSpPr txBox="1"/>
          <p:nvPr/>
        </p:nvSpPr>
        <p:spPr>
          <a:xfrm>
            <a:off x="660100" y="2175515"/>
            <a:ext cx="4801200" cy="3246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1" i="0" lang="en-US" sz="3200" u="none" cap="none" strike="noStrike">
                <a:solidFill>
                  <a:srgbClr val="FC7C00"/>
                </a:solidFill>
                <a:latin typeface="Quicksand"/>
                <a:ea typeface="Quicksand"/>
                <a:cs typeface="Quicksand"/>
                <a:sym typeface="Quicksand"/>
              </a:rPr>
              <a:t>Class Monitor: </a:t>
            </a:r>
            <a:endParaRPr b="1" i="0" sz="3200" u="none" cap="none" strike="noStrike">
              <a:solidFill>
                <a:srgbClr val="FC7C00"/>
              </a:solidFill>
              <a:latin typeface="Quicksand"/>
              <a:ea typeface="Quicksand"/>
              <a:cs typeface="Quicksand"/>
              <a:sym typeface="Quicksand"/>
            </a:endParaRPr>
          </a:p>
          <a:p>
            <a:pPr indent="-381000" lvl="0" marL="457200" marR="0" rtl="0" algn="l">
              <a:lnSpc>
                <a:spcPct val="90000"/>
              </a:lnSpc>
              <a:spcBef>
                <a:spcPts val="1100"/>
              </a:spcBef>
              <a:spcAft>
                <a:spcPts val="0"/>
              </a:spcAft>
              <a:buClr>
                <a:srgbClr val="0D0D0D"/>
              </a:buClr>
              <a:buSzPts val="2400"/>
              <a:buFont typeface="Quicksand SemiBold"/>
              <a:buChar char="●"/>
            </a:pPr>
            <a:r>
              <a:rPr b="1" i="0" lang="en-US" sz="2400" u="none" cap="none" strike="noStrike">
                <a:solidFill>
                  <a:srgbClr val="0D0D0D"/>
                </a:solidFill>
                <a:highlight>
                  <a:schemeClr val="lt1"/>
                </a:highlight>
                <a:latin typeface="Quicksand SemiBold"/>
                <a:ea typeface="Quicksand SemiBold"/>
                <a:cs typeface="Quicksand SemiBold"/>
                <a:sym typeface="Quicksand SemiBold"/>
              </a:rPr>
              <a:t>Design and implement an attendance system to track the attendance in your school</a:t>
            </a:r>
            <a:endParaRPr b="1" sz="2400">
              <a:solidFill>
                <a:srgbClr val="0D0D0D"/>
              </a:solidFill>
              <a:highlight>
                <a:schemeClr val="lt1"/>
              </a:highlight>
              <a:latin typeface="Quicksand SemiBold"/>
              <a:ea typeface="Quicksand SemiBold"/>
              <a:cs typeface="Quicksand SemiBold"/>
              <a:sym typeface="Quicksand SemiBold"/>
            </a:endParaRPr>
          </a:p>
          <a:p>
            <a:pPr indent="0" lvl="0" marL="0" marR="0" rtl="0" algn="l">
              <a:lnSpc>
                <a:spcPct val="90000"/>
              </a:lnSpc>
              <a:spcBef>
                <a:spcPts val="0"/>
              </a:spcBef>
              <a:spcAft>
                <a:spcPts val="0"/>
              </a:spcAft>
              <a:buClr>
                <a:srgbClr val="000000"/>
              </a:buClr>
              <a:buSzPts val="3200"/>
              <a:buFont typeface="Arial"/>
              <a:buNone/>
            </a:pPr>
            <a:r>
              <a:t/>
            </a:r>
            <a:endParaRPr b="1" i="0" sz="3200" u="none" cap="none" strike="noStrike">
              <a:solidFill>
                <a:srgbClr val="FC7C00"/>
              </a:solidFill>
              <a:latin typeface="Quicksand"/>
              <a:ea typeface="Quicksand"/>
              <a:cs typeface="Quicksand"/>
              <a:sym typeface="Quicksa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39" name="Shape 6539"/>
        <p:cNvGrpSpPr/>
        <p:nvPr/>
      </p:nvGrpSpPr>
      <p:grpSpPr>
        <a:xfrm>
          <a:off x="0" y="0"/>
          <a:ext cx="0" cy="0"/>
          <a:chOff x="0" y="0"/>
          <a:chExt cx="0" cy="0"/>
        </a:xfrm>
      </p:grpSpPr>
      <p:sp>
        <p:nvSpPr>
          <p:cNvPr id="6540" name="Google Shape;6540;g3f58e9f5fa5_0_0"/>
          <p:cNvSpPr txBox="1"/>
          <p:nvPr>
            <p:ph idx="3" type="body"/>
          </p:nvPr>
        </p:nvSpPr>
        <p:spPr>
          <a:xfrm>
            <a:off x="1623608" y="1915345"/>
            <a:ext cx="852900" cy="3735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500"/>
              <a:buNone/>
            </a:pPr>
            <a:r>
              <a:rPr lang="en-US"/>
              <a:t>1/2</a:t>
            </a:r>
            <a:endParaRPr/>
          </a:p>
        </p:txBody>
      </p:sp>
      <p:sp>
        <p:nvSpPr>
          <p:cNvPr id="6541" name="Google Shape;6541;g3f58e9f5fa5_0_0"/>
          <p:cNvSpPr txBox="1"/>
          <p:nvPr/>
        </p:nvSpPr>
        <p:spPr>
          <a:xfrm>
            <a:off x="333950" y="2642800"/>
            <a:ext cx="3432000" cy="2777400"/>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381000" lvl="0" marL="457200" rtl="0" algn="l">
              <a:lnSpc>
                <a:spcPct val="90000"/>
              </a:lnSpc>
              <a:spcBef>
                <a:spcPts val="1100"/>
              </a:spcBef>
              <a:spcAft>
                <a:spcPts val="1000"/>
              </a:spcAft>
              <a:buClr>
                <a:srgbClr val="0D0D0D"/>
              </a:buClr>
              <a:buSzPts val="2400"/>
              <a:buFont typeface="Quicksand SemiBold"/>
              <a:buChar char="●"/>
            </a:pPr>
            <a:r>
              <a:rPr b="1" lang="en-US" sz="2400">
                <a:solidFill>
                  <a:srgbClr val="0D0D0D"/>
                </a:solidFill>
                <a:highlight>
                  <a:schemeClr val="lt1"/>
                </a:highlight>
                <a:latin typeface="Quicksand SemiBold"/>
                <a:ea typeface="Quicksand SemiBold"/>
                <a:cs typeface="Quicksand SemiBold"/>
                <a:sym typeface="Quicksand SemiBold"/>
              </a:rPr>
              <a:t>Use Teachable Machine Extension to train model that recognize students based on their images.</a:t>
            </a:r>
            <a:endParaRPr b="1" i="0" sz="2000" u="none" cap="none" strike="noStrike">
              <a:solidFill>
                <a:srgbClr val="000000"/>
              </a:solidFill>
              <a:latin typeface="Quicksand SemiBold"/>
              <a:ea typeface="Quicksand SemiBold"/>
              <a:cs typeface="Quicksand SemiBold"/>
              <a:sym typeface="Quicksand SemiBold"/>
            </a:endParaRPr>
          </a:p>
        </p:txBody>
      </p:sp>
      <p:pic>
        <p:nvPicPr>
          <p:cNvPr id="6542" name="Google Shape;6542;g3f58e9f5fa5_0_0"/>
          <p:cNvPicPr preferRelativeResize="0"/>
          <p:nvPr/>
        </p:nvPicPr>
        <p:blipFill>
          <a:blip r:embed="rId3">
            <a:alphaModFix/>
          </a:blip>
          <a:stretch>
            <a:fillRect/>
          </a:stretch>
        </p:blipFill>
        <p:spPr>
          <a:xfrm>
            <a:off x="4325025" y="1509075"/>
            <a:ext cx="7100076" cy="37507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46" name="Shape 6546"/>
        <p:cNvGrpSpPr/>
        <p:nvPr/>
      </p:nvGrpSpPr>
      <p:grpSpPr>
        <a:xfrm>
          <a:off x="0" y="0"/>
          <a:ext cx="0" cy="0"/>
          <a:chOff x="0" y="0"/>
          <a:chExt cx="0" cy="0"/>
        </a:xfrm>
      </p:grpSpPr>
      <p:sp>
        <p:nvSpPr>
          <p:cNvPr id="6547" name="Google Shape;6547;g3f58e9f5fa5_0_612"/>
          <p:cNvSpPr txBox="1"/>
          <p:nvPr>
            <p:ph idx="3" type="body"/>
          </p:nvPr>
        </p:nvSpPr>
        <p:spPr>
          <a:xfrm>
            <a:off x="1623608" y="1915345"/>
            <a:ext cx="852900" cy="3735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500"/>
              <a:buNone/>
            </a:pPr>
            <a:r>
              <a:rPr lang="en-US"/>
              <a:t>2/2</a:t>
            </a:r>
            <a:endParaRPr/>
          </a:p>
        </p:txBody>
      </p:sp>
      <p:sp>
        <p:nvSpPr>
          <p:cNvPr id="6548" name="Google Shape;6548;g3f58e9f5fa5_0_612"/>
          <p:cNvSpPr txBox="1"/>
          <p:nvPr/>
        </p:nvSpPr>
        <p:spPr>
          <a:xfrm>
            <a:off x="333950" y="2642800"/>
            <a:ext cx="8011800" cy="2777400"/>
          </a:xfrm>
          <a:prstGeom prst="rect">
            <a:avLst/>
          </a:prstGeom>
          <a:no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381000" lvl="0" marL="457200" rtl="0" algn="l">
              <a:lnSpc>
                <a:spcPct val="90000"/>
              </a:lnSpc>
              <a:spcBef>
                <a:spcPts val="1100"/>
              </a:spcBef>
              <a:spcAft>
                <a:spcPts val="0"/>
              </a:spcAft>
              <a:buClr>
                <a:srgbClr val="0D0D0D"/>
              </a:buClr>
              <a:buSzPts val="2400"/>
              <a:buFont typeface="Quicksand SemiBold"/>
              <a:buChar char="●"/>
            </a:pPr>
            <a:r>
              <a:rPr b="1" lang="en-US" sz="2400">
                <a:solidFill>
                  <a:srgbClr val="0D0D0D"/>
                </a:solidFill>
                <a:highlight>
                  <a:schemeClr val="lt1"/>
                </a:highlight>
                <a:latin typeface="Quicksand SemiBold"/>
                <a:ea typeface="Quicksand SemiBold"/>
                <a:cs typeface="Quicksand SemiBold"/>
                <a:sym typeface="Quicksand SemiBold"/>
              </a:rPr>
              <a:t>Use variables to store the students recognized by the Teachable Machine model.</a:t>
            </a:r>
            <a:endParaRPr b="1" sz="2400">
              <a:solidFill>
                <a:srgbClr val="0D0D0D"/>
              </a:solidFill>
              <a:highlight>
                <a:schemeClr val="lt1"/>
              </a:highlight>
              <a:latin typeface="Quicksand SemiBold"/>
              <a:ea typeface="Quicksand SemiBold"/>
              <a:cs typeface="Quicksand SemiBold"/>
              <a:sym typeface="Quicksand SemiBold"/>
            </a:endParaRPr>
          </a:p>
          <a:p>
            <a:pPr indent="0" lvl="0" marL="457200" rtl="0" algn="l">
              <a:lnSpc>
                <a:spcPct val="90000"/>
              </a:lnSpc>
              <a:spcBef>
                <a:spcPts val="1100"/>
              </a:spcBef>
              <a:spcAft>
                <a:spcPts val="0"/>
              </a:spcAft>
              <a:buNone/>
            </a:pPr>
            <a:r>
              <a:t/>
            </a:r>
            <a:endParaRPr b="1" sz="2400">
              <a:solidFill>
                <a:srgbClr val="0D0D0D"/>
              </a:solidFill>
              <a:highlight>
                <a:schemeClr val="lt1"/>
              </a:highlight>
              <a:latin typeface="Quicksand SemiBold"/>
              <a:ea typeface="Quicksand SemiBold"/>
              <a:cs typeface="Quicksand SemiBold"/>
              <a:sym typeface="Quicksand SemiBold"/>
            </a:endParaRPr>
          </a:p>
          <a:p>
            <a:pPr indent="-381000" lvl="0" marL="457200" rtl="0" algn="l">
              <a:lnSpc>
                <a:spcPct val="90000"/>
              </a:lnSpc>
              <a:spcBef>
                <a:spcPts val="1100"/>
              </a:spcBef>
              <a:spcAft>
                <a:spcPts val="1000"/>
              </a:spcAft>
              <a:buClr>
                <a:srgbClr val="0D0D0D"/>
              </a:buClr>
              <a:buSzPts val="2400"/>
              <a:buFont typeface="Quicksand SemiBold"/>
              <a:buChar char="●"/>
            </a:pPr>
            <a:r>
              <a:rPr b="1" lang="en-US" sz="2400">
                <a:solidFill>
                  <a:srgbClr val="0D0D0D"/>
                </a:solidFill>
                <a:highlight>
                  <a:schemeClr val="lt1"/>
                </a:highlight>
                <a:latin typeface="Quicksand SemiBold"/>
                <a:ea typeface="Quicksand SemiBold"/>
                <a:cs typeface="Quicksand SemiBold"/>
                <a:sym typeface="Quicksand SemiBold"/>
              </a:rPr>
              <a:t>Use lists to store all students in the class and organize attendance records. For example, one list can store attendees and another list can store absentees.</a:t>
            </a:r>
            <a:endParaRPr b="1" sz="2400">
              <a:solidFill>
                <a:srgbClr val="0D0D0D"/>
              </a:solidFill>
              <a:highlight>
                <a:schemeClr val="lt1"/>
              </a:highlight>
              <a:latin typeface="Quicksand SemiBold"/>
              <a:ea typeface="Quicksand SemiBold"/>
              <a:cs typeface="Quicksand SemiBold"/>
              <a:sym typeface="Quicksand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52" name="Shape 6552"/>
        <p:cNvGrpSpPr/>
        <p:nvPr/>
      </p:nvGrpSpPr>
      <p:grpSpPr>
        <a:xfrm>
          <a:off x="0" y="0"/>
          <a:ext cx="0" cy="0"/>
          <a:chOff x="0" y="0"/>
          <a:chExt cx="0" cy="0"/>
        </a:xfrm>
      </p:grpSpPr>
      <p:sp>
        <p:nvSpPr>
          <p:cNvPr id="6553" name="Google Shape;6553;g2a03dc920b0_0_268"/>
          <p:cNvSpPr txBox="1"/>
          <p:nvPr/>
        </p:nvSpPr>
        <p:spPr>
          <a:xfrm>
            <a:off x="660100" y="2803925"/>
            <a:ext cx="4482900" cy="1641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t/>
            </a:r>
            <a:endParaRPr b="1" i="0" sz="2800" u="none" cap="none" strike="noStrike">
              <a:solidFill>
                <a:srgbClr val="172A4B"/>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3200"/>
              <a:buFont typeface="Arial"/>
              <a:buNone/>
            </a:pPr>
            <a:r>
              <a:t/>
            </a:r>
            <a:endParaRPr b="1" i="0" sz="3200" u="none" cap="none" strike="noStrike">
              <a:solidFill>
                <a:srgbClr val="172A4B"/>
              </a:solidFill>
              <a:latin typeface="Quicksand"/>
              <a:ea typeface="Quicksand"/>
              <a:cs typeface="Quicksand"/>
              <a:sym typeface="Quicksa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57" name="Shape 6557"/>
        <p:cNvGrpSpPr/>
        <p:nvPr/>
      </p:nvGrpSpPr>
      <p:grpSpPr>
        <a:xfrm>
          <a:off x="0" y="0"/>
          <a:ext cx="0" cy="0"/>
          <a:chOff x="0" y="0"/>
          <a:chExt cx="0" cy="0"/>
        </a:xfrm>
      </p:grpSpPr>
      <p:sp>
        <p:nvSpPr>
          <p:cNvPr id="6558" name="Google Shape;6558;g3f58e9f5fa5_0_1237"/>
          <p:cNvSpPr txBox="1"/>
          <p:nvPr>
            <p:ph type="title"/>
          </p:nvPr>
        </p:nvSpPr>
        <p:spPr>
          <a:xfrm>
            <a:off x="180975" y="579519"/>
            <a:ext cx="11112900" cy="726300"/>
          </a:xfrm>
          <a:prstGeom prst="rect">
            <a:avLst/>
          </a:prstGeom>
          <a:noFill/>
          <a:ln>
            <a:noFill/>
          </a:ln>
        </p:spPr>
        <p:txBody>
          <a:bodyPr anchorCtr="0" anchor="t" bIns="45700" lIns="91425" spcFirstLastPara="1" rIns="91425" wrap="square" tIns="91425">
            <a:noAutofit/>
          </a:bodyPr>
          <a:lstStyle/>
          <a:p>
            <a:pPr indent="0" lvl="0" marL="0" rtl="0" algn="l">
              <a:lnSpc>
                <a:spcPct val="100000"/>
              </a:lnSpc>
              <a:spcBef>
                <a:spcPts val="0"/>
              </a:spcBef>
              <a:spcAft>
                <a:spcPts val="0"/>
              </a:spcAft>
              <a:buSzPts val="1100"/>
              <a:buNone/>
            </a:pPr>
            <a:r>
              <a:rPr lang="en-US" sz="3600"/>
              <a:t>Project</a:t>
            </a:r>
            <a:endParaRPr sz="3200"/>
          </a:p>
        </p:txBody>
      </p:sp>
      <p:sp>
        <p:nvSpPr>
          <p:cNvPr id="6559" name="Google Shape;6559;g3f58e9f5fa5_0_1237"/>
          <p:cNvSpPr txBox="1"/>
          <p:nvPr/>
        </p:nvSpPr>
        <p:spPr>
          <a:xfrm>
            <a:off x="276125" y="2139175"/>
            <a:ext cx="11112900" cy="2937900"/>
          </a:xfrm>
          <a:prstGeom prst="rect">
            <a:avLst/>
          </a:prstGeom>
          <a:noFill/>
          <a:ln>
            <a:noFill/>
          </a:ln>
        </p:spPr>
        <p:txBody>
          <a:bodyPr anchorCtr="0" anchor="ctr" bIns="45700" lIns="91425" spcFirstLastPara="1" rIns="91425" wrap="square" tIns="45700">
            <a:normAutofit/>
          </a:bodyPr>
          <a:lstStyle/>
          <a:p>
            <a:pPr indent="-338658" lvl="0" marL="457189" marR="0" rtl="0" algn="l">
              <a:lnSpc>
                <a:spcPct val="100000"/>
              </a:lnSpc>
              <a:spcBef>
                <a:spcPts val="0"/>
              </a:spcBef>
              <a:spcAft>
                <a:spcPts val="0"/>
              </a:spcAft>
              <a:buClr>
                <a:schemeClr val="hlink"/>
              </a:buClr>
              <a:buSzPts val="1400"/>
              <a:buFont typeface="Arial"/>
              <a:buChar char="●"/>
            </a:pPr>
            <a:r>
              <a:rPr b="0" i="0" lang="en-US" sz="1867" u="sng" cap="none" strike="noStrike">
                <a:solidFill>
                  <a:schemeClr val="hlink"/>
                </a:solidFill>
                <a:latin typeface="Arial"/>
                <a:ea typeface="Arial"/>
                <a:cs typeface="Arial"/>
                <a:sym typeface="Arial"/>
                <a:hlinkClick r:id="rId3"/>
              </a:rPr>
              <a:t>Cl</a:t>
            </a:r>
            <a:r>
              <a:rPr lang="en-US" sz="1867" u="sng">
                <a:solidFill>
                  <a:schemeClr val="hlink"/>
                </a:solidFill>
                <a:hlinkClick r:id="rId4"/>
              </a:rPr>
              <a:t>ass Monitor</a:t>
            </a:r>
            <a:endParaRPr sz="1867">
              <a:solidFill>
                <a:schemeClr val="dk1"/>
              </a:solidFill>
            </a:endParaRPr>
          </a:p>
          <a:p>
            <a:pPr indent="0" lvl="0" marL="457200" marR="0" rtl="0" algn="l">
              <a:lnSpc>
                <a:spcPct val="100000"/>
              </a:lnSpc>
              <a:spcBef>
                <a:spcPts val="0"/>
              </a:spcBef>
              <a:spcAft>
                <a:spcPts val="0"/>
              </a:spcAft>
              <a:buNone/>
            </a:pPr>
            <a:r>
              <a:t/>
            </a:r>
            <a:endParaRPr sz="1867">
              <a:solidFill>
                <a:schemeClr val="dk1"/>
              </a:solidFill>
            </a:endParaRPr>
          </a:p>
          <a:p>
            <a:pPr indent="0" lvl="0" marL="457200" marR="0" rtl="0" algn="l">
              <a:lnSpc>
                <a:spcPct val="100000"/>
              </a:lnSpc>
              <a:spcBef>
                <a:spcPts val="0"/>
              </a:spcBef>
              <a:spcAft>
                <a:spcPts val="0"/>
              </a:spcAft>
              <a:buClr>
                <a:srgbClr val="000000"/>
              </a:buClr>
              <a:buSzPts val="1867"/>
              <a:buFont typeface="Arial"/>
              <a:buNone/>
            </a:pPr>
            <a:r>
              <a:t/>
            </a:r>
            <a:endParaRPr b="0" i="0" sz="1867" u="none" cap="none" strike="noStrike">
              <a:solidFill>
                <a:schemeClr val="dk1"/>
              </a:solidFill>
              <a:latin typeface="Arial"/>
              <a:ea typeface="Arial"/>
              <a:cs typeface="Arial"/>
              <a:sym typeface="Arial"/>
            </a:endParaRPr>
          </a:p>
        </p:txBody>
      </p:sp>
      <p:sp>
        <p:nvSpPr>
          <p:cNvPr id="6560" name="Google Shape;6560;g3f58e9f5fa5_0_1237"/>
          <p:cNvSpPr txBox="1"/>
          <p:nvPr/>
        </p:nvSpPr>
        <p:spPr>
          <a:xfrm>
            <a:off x="276128" y="1514971"/>
            <a:ext cx="48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4CBF"/>
                </a:solidFill>
                <a:latin typeface="Arial"/>
                <a:ea typeface="Arial"/>
                <a:cs typeface="Arial"/>
                <a:sym typeface="Arial"/>
              </a:rPr>
              <a:t>Projects </a:t>
            </a:r>
            <a:endParaRPr b="0" i="0" sz="1467"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6564" name="Shape 6564"/>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8" name="Shape 6568"/>
        <p:cNvGrpSpPr/>
        <p:nvPr/>
      </p:nvGrpSpPr>
      <p:grpSpPr>
        <a:xfrm>
          <a:off x="0" y="0"/>
          <a:ext cx="0" cy="0"/>
          <a:chOff x="0" y="0"/>
          <a:chExt cx="0" cy="0"/>
        </a:xfrm>
      </p:grpSpPr>
      <p:pic>
        <p:nvPicPr>
          <p:cNvPr id="6569" name="Google Shape;6569;g3f582461e68_0_3221" title="WhatsApp Image 2026-04-09 at 8.02.26 PM (2).jpeg"/>
          <p:cNvPicPr preferRelativeResize="0"/>
          <p:nvPr/>
        </p:nvPicPr>
        <p:blipFill>
          <a:blip r:embed="rId3">
            <a:alphaModFix/>
          </a:blip>
          <a:stretch>
            <a:fillRect/>
          </a:stretch>
        </p:blipFill>
        <p:spPr>
          <a:xfrm>
            <a:off x="0" y="0"/>
            <a:ext cx="12192000" cy="68579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2021-09-28T10:24:17Z</dcterms:created>
  <dc:creator>317170246</dc:creator>
</cp:coreProperties>
</file>